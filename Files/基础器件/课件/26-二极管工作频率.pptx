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428" r:id="rId2"/>
    <p:sldId id="439" r:id="rId3"/>
    <p:sldId id="436" r:id="rId4"/>
    <p:sldId id="437" r:id="rId5"/>
    <p:sldId id="438" r:id="rId6"/>
    <p:sldId id="440" r:id="rId7"/>
    <p:sldId id="441" r:id="rId8"/>
    <p:sldId id="435" r:id="rId9"/>
    <p:sldId id="442" r:id="rId10"/>
    <p:sldId id="429" r:id="rId11"/>
    <p:sldId id="443" r:id="rId12"/>
    <p:sldId id="430" r:id="rId13"/>
    <p:sldId id="431" r:id="rId14"/>
    <p:sldId id="432" r:id="rId15"/>
    <p:sldId id="433" r:id="rId16"/>
    <p:sldId id="434" r:id="rId17"/>
    <p:sldId id="444" r:id="rId18"/>
    <p:sldId id="445" r:id="rId19"/>
    <p:sldId id="44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2DC8FF"/>
    <a:srgbClr val="BB63A3"/>
    <a:srgbClr val="85DFFF"/>
    <a:srgbClr val="7DD5E4"/>
    <a:srgbClr val="C71508"/>
    <a:srgbClr val="90BC76"/>
    <a:srgbClr val="85A7AB"/>
    <a:srgbClr val="1D1D1D"/>
    <a:srgbClr val="9D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5" autoAdjust="0"/>
    <p:restoredTop sz="91129" autoAdjust="0"/>
  </p:normalViewPr>
  <p:slideViewPr>
    <p:cSldViewPr snapToGrid="0">
      <p:cViewPr varScale="1">
        <p:scale>
          <a:sx n="97" d="100"/>
          <a:sy n="97" d="100"/>
        </p:scale>
        <p:origin x="84" y="240"/>
      </p:cViewPr>
      <p:guideLst>
        <p:guide orient="horz" pos="1956"/>
        <p:guide pos="3795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450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922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587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17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842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808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668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31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547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18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182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695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0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325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873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958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4300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92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51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2021/3/21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文本框 90">
            <a:extLst>
              <a:ext uri="{FF2B5EF4-FFF2-40B4-BE49-F238E27FC236}">
                <a16:creationId xmlns:a16="http://schemas.microsoft.com/office/drawing/2014/main" id="{FB0D512B-1B65-48C7-9620-DAC27673B990}"/>
              </a:ext>
            </a:extLst>
          </p:cNvPr>
          <p:cNvSpPr txBox="1"/>
          <p:nvPr/>
        </p:nvSpPr>
        <p:spPr>
          <a:xfrm>
            <a:off x="-1803407" y="2675672"/>
            <a:ext cx="877740" cy="415495"/>
          </a:xfrm>
          <a:custGeom>
            <a:avLst/>
            <a:gdLst/>
            <a:ahLst/>
            <a:cxnLst/>
            <a:rect l="l" t="t" r="r" b="b"/>
            <a:pathLst>
              <a:path w="877740" h="415495">
                <a:moveTo>
                  <a:pt x="107642" y="181194"/>
                </a:moveTo>
                <a:cubicBezTo>
                  <a:pt x="120219" y="183895"/>
                  <a:pt x="133404" y="185245"/>
                  <a:pt x="147197" y="185245"/>
                </a:cubicBezTo>
                <a:cubicBezTo>
                  <a:pt x="154731" y="185245"/>
                  <a:pt x="158498" y="187287"/>
                  <a:pt x="158498" y="191371"/>
                </a:cubicBezTo>
                <a:cubicBezTo>
                  <a:pt x="158498" y="195454"/>
                  <a:pt x="156704" y="198468"/>
                  <a:pt x="153115" y="200411"/>
                </a:cubicBezTo>
                <a:cubicBezTo>
                  <a:pt x="149527" y="202354"/>
                  <a:pt x="147732" y="204950"/>
                  <a:pt x="147732" y="208198"/>
                </a:cubicBezTo>
                <a:lnTo>
                  <a:pt x="147732" y="243552"/>
                </a:lnTo>
                <a:cubicBezTo>
                  <a:pt x="182846" y="243552"/>
                  <a:pt x="212898" y="241904"/>
                  <a:pt x="237886" y="238609"/>
                </a:cubicBezTo>
                <a:lnTo>
                  <a:pt x="237886" y="280042"/>
                </a:lnTo>
                <a:cubicBezTo>
                  <a:pt x="212593" y="277052"/>
                  <a:pt x="182541" y="275556"/>
                  <a:pt x="147732" y="275556"/>
                </a:cubicBezTo>
                <a:lnTo>
                  <a:pt x="147732" y="338628"/>
                </a:lnTo>
                <a:cubicBezTo>
                  <a:pt x="184889" y="333037"/>
                  <a:pt x="218977" y="326608"/>
                  <a:pt x="249995" y="319340"/>
                </a:cubicBezTo>
                <a:cubicBezTo>
                  <a:pt x="247304" y="330889"/>
                  <a:pt x="245959" y="339193"/>
                  <a:pt x="245959" y="344250"/>
                </a:cubicBezTo>
                <a:cubicBezTo>
                  <a:pt x="245959" y="349308"/>
                  <a:pt x="246109" y="354378"/>
                  <a:pt x="246409" y="359459"/>
                </a:cubicBezTo>
                <a:cubicBezTo>
                  <a:pt x="154250" y="367780"/>
                  <a:pt x="76133" y="380626"/>
                  <a:pt x="12058" y="398000"/>
                </a:cubicBezTo>
                <a:cubicBezTo>
                  <a:pt x="10948" y="383093"/>
                  <a:pt x="6929" y="368220"/>
                  <a:pt x="0" y="353380"/>
                </a:cubicBezTo>
                <a:cubicBezTo>
                  <a:pt x="36247" y="351685"/>
                  <a:pt x="73325" y="348310"/>
                  <a:pt x="111235" y="343257"/>
                </a:cubicBezTo>
                <a:lnTo>
                  <a:pt x="111235" y="275556"/>
                </a:lnTo>
                <a:cubicBezTo>
                  <a:pt x="74297" y="275556"/>
                  <a:pt x="43198" y="277052"/>
                  <a:pt x="17937" y="280042"/>
                </a:cubicBezTo>
                <a:lnTo>
                  <a:pt x="17937" y="238609"/>
                </a:lnTo>
                <a:cubicBezTo>
                  <a:pt x="42888" y="241904"/>
                  <a:pt x="73987" y="243552"/>
                  <a:pt x="111235" y="243552"/>
                </a:cubicBezTo>
                <a:cubicBezTo>
                  <a:pt x="110940" y="217592"/>
                  <a:pt x="109742" y="196806"/>
                  <a:pt x="107642" y="181194"/>
                </a:cubicBezTo>
                <a:close/>
                <a:moveTo>
                  <a:pt x="698768" y="144590"/>
                </a:moveTo>
                <a:cubicBezTo>
                  <a:pt x="673336" y="147271"/>
                  <a:pt x="645233" y="149026"/>
                  <a:pt x="614457" y="149855"/>
                </a:cubicBezTo>
                <a:lnTo>
                  <a:pt x="614457" y="215291"/>
                </a:lnTo>
                <a:lnTo>
                  <a:pt x="705783" y="215291"/>
                </a:lnTo>
                <a:cubicBezTo>
                  <a:pt x="701911" y="192284"/>
                  <a:pt x="699573" y="168716"/>
                  <a:pt x="698768" y="144590"/>
                </a:cubicBezTo>
                <a:close/>
                <a:moveTo>
                  <a:pt x="819462" y="91940"/>
                </a:moveTo>
                <a:cubicBezTo>
                  <a:pt x="824767" y="106185"/>
                  <a:pt x="830384" y="116405"/>
                  <a:pt x="836314" y="122601"/>
                </a:cubicBezTo>
                <a:cubicBezTo>
                  <a:pt x="839114" y="125873"/>
                  <a:pt x="840514" y="129384"/>
                  <a:pt x="840514" y="133135"/>
                </a:cubicBezTo>
                <a:cubicBezTo>
                  <a:pt x="840514" y="136885"/>
                  <a:pt x="838539" y="138760"/>
                  <a:pt x="834588" y="138760"/>
                </a:cubicBezTo>
                <a:cubicBezTo>
                  <a:pt x="830638" y="138760"/>
                  <a:pt x="827167" y="138163"/>
                  <a:pt x="824176" y="136967"/>
                </a:cubicBezTo>
                <a:cubicBezTo>
                  <a:pt x="821185" y="135772"/>
                  <a:pt x="815144" y="135174"/>
                  <a:pt x="806053" y="135174"/>
                </a:cubicBezTo>
                <a:cubicBezTo>
                  <a:pt x="796961" y="135174"/>
                  <a:pt x="773015" y="137267"/>
                  <a:pt x="734215" y="141454"/>
                </a:cubicBezTo>
                <a:cubicBezTo>
                  <a:pt x="734215" y="165247"/>
                  <a:pt x="736108" y="189860"/>
                  <a:pt x="739894" y="215291"/>
                </a:cubicBezTo>
                <a:cubicBezTo>
                  <a:pt x="787367" y="215291"/>
                  <a:pt x="824045" y="214094"/>
                  <a:pt x="849930" y="211698"/>
                </a:cubicBezTo>
                <a:lnTo>
                  <a:pt x="849930" y="247302"/>
                </a:lnTo>
                <a:cubicBezTo>
                  <a:pt x="821464" y="246702"/>
                  <a:pt x="786331" y="246402"/>
                  <a:pt x="744531" y="246402"/>
                </a:cubicBezTo>
                <a:cubicBezTo>
                  <a:pt x="754156" y="283993"/>
                  <a:pt x="768787" y="313547"/>
                  <a:pt x="788425" y="335064"/>
                </a:cubicBezTo>
                <a:cubicBezTo>
                  <a:pt x="808064" y="356580"/>
                  <a:pt x="821209" y="367339"/>
                  <a:pt x="827863" y="367339"/>
                </a:cubicBezTo>
                <a:cubicBezTo>
                  <a:pt x="830268" y="367339"/>
                  <a:pt x="832430" y="363947"/>
                  <a:pt x="834349" y="357163"/>
                </a:cubicBezTo>
                <a:cubicBezTo>
                  <a:pt x="836268" y="350379"/>
                  <a:pt x="838078" y="337173"/>
                  <a:pt x="839778" y="317547"/>
                </a:cubicBezTo>
                <a:cubicBezTo>
                  <a:pt x="853194" y="329377"/>
                  <a:pt x="865848" y="335828"/>
                  <a:pt x="877740" y="336899"/>
                </a:cubicBezTo>
                <a:cubicBezTo>
                  <a:pt x="872449" y="362007"/>
                  <a:pt x="866303" y="380262"/>
                  <a:pt x="859302" y="391663"/>
                </a:cubicBezTo>
                <a:cubicBezTo>
                  <a:pt x="852301" y="403065"/>
                  <a:pt x="843467" y="408766"/>
                  <a:pt x="832799" y="408766"/>
                </a:cubicBezTo>
                <a:cubicBezTo>
                  <a:pt x="816430" y="408766"/>
                  <a:pt x="794665" y="393882"/>
                  <a:pt x="767505" y="364114"/>
                </a:cubicBezTo>
                <a:cubicBezTo>
                  <a:pt x="740344" y="334346"/>
                  <a:pt x="721402" y="295109"/>
                  <a:pt x="710676" y="246402"/>
                </a:cubicBezTo>
                <a:lnTo>
                  <a:pt x="614457" y="246402"/>
                </a:lnTo>
                <a:lnTo>
                  <a:pt x="614457" y="351187"/>
                </a:lnTo>
                <a:lnTo>
                  <a:pt x="700575" y="298259"/>
                </a:lnTo>
                <a:cubicBezTo>
                  <a:pt x="699680" y="312532"/>
                  <a:pt x="700875" y="324591"/>
                  <a:pt x="704161" y="334435"/>
                </a:cubicBezTo>
                <a:lnTo>
                  <a:pt x="698359" y="337923"/>
                </a:lnTo>
                <a:lnTo>
                  <a:pt x="729516" y="358570"/>
                </a:lnTo>
                <a:cubicBezTo>
                  <a:pt x="739616" y="366123"/>
                  <a:pt x="748657" y="373835"/>
                  <a:pt x="756639" y="381705"/>
                </a:cubicBezTo>
                <a:lnTo>
                  <a:pt x="732886" y="406522"/>
                </a:lnTo>
                <a:cubicBezTo>
                  <a:pt x="720861" y="392959"/>
                  <a:pt x="701511" y="377600"/>
                  <a:pt x="674836" y="360445"/>
                </a:cubicBezTo>
                <a:lnTo>
                  <a:pt x="690544" y="342621"/>
                </a:lnTo>
                <a:lnTo>
                  <a:pt x="624730" y="382184"/>
                </a:lnTo>
                <a:cubicBezTo>
                  <a:pt x="611995" y="389704"/>
                  <a:pt x="599398" y="399014"/>
                  <a:pt x="586940" y="410116"/>
                </a:cubicBezTo>
                <a:cubicBezTo>
                  <a:pt x="580953" y="398681"/>
                  <a:pt x="572726" y="388794"/>
                  <a:pt x="562258" y="380455"/>
                </a:cubicBezTo>
                <a:cubicBezTo>
                  <a:pt x="569373" y="373378"/>
                  <a:pt x="574142" y="367351"/>
                  <a:pt x="576563" y="362374"/>
                </a:cubicBezTo>
                <a:cubicBezTo>
                  <a:pt x="578985" y="357397"/>
                  <a:pt x="580196" y="350406"/>
                  <a:pt x="580196" y="341400"/>
                </a:cubicBezTo>
                <a:lnTo>
                  <a:pt x="580196" y="186666"/>
                </a:lnTo>
                <a:cubicBezTo>
                  <a:pt x="580196" y="156043"/>
                  <a:pt x="579151" y="132093"/>
                  <a:pt x="577060" y="114814"/>
                </a:cubicBezTo>
                <a:cubicBezTo>
                  <a:pt x="588080" y="115719"/>
                  <a:pt x="599022" y="116172"/>
                  <a:pt x="609885" y="116172"/>
                </a:cubicBezTo>
                <a:cubicBezTo>
                  <a:pt x="644875" y="116172"/>
                  <a:pt x="683783" y="113801"/>
                  <a:pt x="726607" y="109060"/>
                </a:cubicBezTo>
                <a:cubicBezTo>
                  <a:pt x="769431" y="104319"/>
                  <a:pt x="800383" y="98612"/>
                  <a:pt x="819462" y="91940"/>
                </a:cubicBezTo>
                <a:close/>
                <a:moveTo>
                  <a:pt x="267762" y="58750"/>
                </a:moveTo>
                <a:cubicBezTo>
                  <a:pt x="277910" y="61451"/>
                  <a:pt x="290648" y="62801"/>
                  <a:pt x="305973" y="62801"/>
                </a:cubicBezTo>
                <a:cubicBezTo>
                  <a:pt x="312312" y="62801"/>
                  <a:pt x="315482" y="64884"/>
                  <a:pt x="315482" y="69052"/>
                </a:cubicBezTo>
                <a:cubicBezTo>
                  <a:pt x="315482" y="73219"/>
                  <a:pt x="313911" y="76274"/>
                  <a:pt x="310770" y="78217"/>
                </a:cubicBezTo>
                <a:cubicBezTo>
                  <a:pt x="307630" y="80160"/>
                  <a:pt x="306059" y="83270"/>
                  <a:pt x="306059" y="87547"/>
                </a:cubicBezTo>
                <a:lnTo>
                  <a:pt x="306059" y="220756"/>
                </a:lnTo>
                <a:cubicBezTo>
                  <a:pt x="306059" y="242659"/>
                  <a:pt x="307107" y="267953"/>
                  <a:pt x="309202" y="296637"/>
                </a:cubicBezTo>
                <a:lnTo>
                  <a:pt x="268212" y="296637"/>
                </a:lnTo>
                <a:cubicBezTo>
                  <a:pt x="270302" y="267038"/>
                  <a:pt x="271348" y="241745"/>
                  <a:pt x="271348" y="220756"/>
                </a:cubicBezTo>
                <a:lnTo>
                  <a:pt x="271348" y="122980"/>
                </a:lnTo>
                <a:cubicBezTo>
                  <a:pt x="271348" y="97238"/>
                  <a:pt x="270152" y="75829"/>
                  <a:pt x="267762" y="58750"/>
                </a:cubicBezTo>
                <a:close/>
                <a:moveTo>
                  <a:pt x="8072" y="28254"/>
                </a:moveTo>
                <a:cubicBezTo>
                  <a:pt x="37223" y="30949"/>
                  <a:pt x="78433" y="32297"/>
                  <a:pt x="131702" y="32297"/>
                </a:cubicBezTo>
                <a:cubicBezTo>
                  <a:pt x="184970" y="32297"/>
                  <a:pt x="225897" y="30949"/>
                  <a:pt x="254481" y="28254"/>
                </a:cubicBezTo>
                <a:lnTo>
                  <a:pt x="254481" y="67451"/>
                </a:lnTo>
                <a:cubicBezTo>
                  <a:pt x="225416" y="65056"/>
                  <a:pt x="187154" y="63858"/>
                  <a:pt x="139696" y="63858"/>
                </a:cubicBezTo>
                <a:cubicBezTo>
                  <a:pt x="119426" y="92814"/>
                  <a:pt x="95195" y="121163"/>
                  <a:pt x="67001" y="148904"/>
                </a:cubicBezTo>
                <a:lnTo>
                  <a:pt x="191066" y="143575"/>
                </a:lnTo>
                <a:cubicBezTo>
                  <a:pt x="178079" y="132531"/>
                  <a:pt x="163727" y="119422"/>
                  <a:pt x="148011" y="104249"/>
                </a:cubicBezTo>
                <a:lnTo>
                  <a:pt x="174407" y="82075"/>
                </a:lnTo>
                <a:cubicBezTo>
                  <a:pt x="205773" y="112317"/>
                  <a:pt x="232912" y="143806"/>
                  <a:pt x="255824" y="176544"/>
                </a:cubicBezTo>
                <a:lnTo>
                  <a:pt x="225906" y="197968"/>
                </a:lnTo>
                <a:cubicBezTo>
                  <a:pt x="219948" y="188043"/>
                  <a:pt x="214048" y="179073"/>
                  <a:pt x="208204" y="171057"/>
                </a:cubicBezTo>
                <a:lnTo>
                  <a:pt x="86075" y="180923"/>
                </a:lnTo>
                <a:cubicBezTo>
                  <a:pt x="63581" y="182675"/>
                  <a:pt x="43993" y="185666"/>
                  <a:pt x="27310" y="189895"/>
                </a:cubicBezTo>
                <a:cubicBezTo>
                  <a:pt x="24743" y="175065"/>
                  <a:pt x="20273" y="160482"/>
                  <a:pt x="13901" y="146147"/>
                </a:cubicBezTo>
                <a:cubicBezTo>
                  <a:pt x="22940" y="145685"/>
                  <a:pt x="30393" y="143203"/>
                  <a:pt x="36258" y="138700"/>
                </a:cubicBezTo>
                <a:cubicBezTo>
                  <a:pt x="42123" y="134197"/>
                  <a:pt x="51994" y="123605"/>
                  <a:pt x="65872" y="106924"/>
                </a:cubicBezTo>
                <a:cubicBezTo>
                  <a:pt x="79750" y="90244"/>
                  <a:pt x="90982" y="75888"/>
                  <a:pt x="99569" y="63858"/>
                </a:cubicBezTo>
                <a:cubicBezTo>
                  <a:pt x="61388" y="63858"/>
                  <a:pt x="30889" y="65056"/>
                  <a:pt x="8072" y="67451"/>
                </a:cubicBezTo>
                <a:close/>
                <a:moveTo>
                  <a:pt x="345357" y="1793"/>
                </a:moveTo>
                <a:cubicBezTo>
                  <a:pt x="355758" y="3941"/>
                  <a:pt x="363338" y="5077"/>
                  <a:pt x="368096" y="5201"/>
                </a:cubicBezTo>
                <a:cubicBezTo>
                  <a:pt x="372853" y="5325"/>
                  <a:pt x="378729" y="5387"/>
                  <a:pt x="385723" y="5387"/>
                </a:cubicBezTo>
                <a:cubicBezTo>
                  <a:pt x="392716" y="5387"/>
                  <a:pt x="396213" y="7802"/>
                  <a:pt x="396213" y="12634"/>
                </a:cubicBezTo>
                <a:cubicBezTo>
                  <a:pt x="396213" y="17465"/>
                  <a:pt x="394568" y="20778"/>
                  <a:pt x="391277" y="22571"/>
                </a:cubicBezTo>
                <a:cubicBezTo>
                  <a:pt x="387986" y="24364"/>
                  <a:pt x="386341" y="27334"/>
                  <a:pt x="386341" y="31483"/>
                </a:cubicBezTo>
                <a:lnTo>
                  <a:pt x="386341" y="364724"/>
                </a:lnTo>
                <a:cubicBezTo>
                  <a:pt x="386341" y="376045"/>
                  <a:pt x="384357" y="384896"/>
                  <a:pt x="380390" y="391278"/>
                </a:cubicBezTo>
                <a:cubicBezTo>
                  <a:pt x="376423" y="397659"/>
                  <a:pt x="368773" y="402686"/>
                  <a:pt x="357441" y="406358"/>
                </a:cubicBezTo>
                <a:cubicBezTo>
                  <a:pt x="346108" y="410030"/>
                  <a:pt x="327579" y="413076"/>
                  <a:pt x="301852" y="415495"/>
                </a:cubicBezTo>
                <a:cubicBezTo>
                  <a:pt x="301852" y="400407"/>
                  <a:pt x="296918" y="384503"/>
                  <a:pt x="287050" y="367782"/>
                </a:cubicBezTo>
                <a:cubicBezTo>
                  <a:pt x="307590" y="370778"/>
                  <a:pt x="321737" y="372275"/>
                  <a:pt x="329491" y="372275"/>
                </a:cubicBezTo>
                <a:cubicBezTo>
                  <a:pt x="337244" y="372275"/>
                  <a:pt x="342424" y="371351"/>
                  <a:pt x="345032" y="369504"/>
                </a:cubicBezTo>
                <a:cubicBezTo>
                  <a:pt x="347639" y="367656"/>
                  <a:pt x="348943" y="363074"/>
                  <a:pt x="348943" y="355759"/>
                </a:cubicBezTo>
                <a:lnTo>
                  <a:pt x="348943" y="79917"/>
                </a:lnTo>
                <a:cubicBezTo>
                  <a:pt x="348943" y="49847"/>
                  <a:pt x="347748" y="23805"/>
                  <a:pt x="345357" y="1793"/>
                </a:cubicBezTo>
                <a:close/>
                <a:moveTo>
                  <a:pt x="667107" y="0"/>
                </a:moveTo>
                <a:cubicBezTo>
                  <a:pt x="681156" y="15607"/>
                  <a:pt x="693372" y="32952"/>
                  <a:pt x="703754" y="52035"/>
                </a:cubicBezTo>
                <a:cubicBezTo>
                  <a:pt x="789903" y="52035"/>
                  <a:pt x="841469" y="50537"/>
                  <a:pt x="858452" y="47542"/>
                </a:cubicBezTo>
                <a:lnTo>
                  <a:pt x="858452" y="85389"/>
                </a:lnTo>
                <a:cubicBezTo>
                  <a:pt x="838045" y="83594"/>
                  <a:pt x="797499" y="82696"/>
                  <a:pt x="736815" y="82696"/>
                </a:cubicBezTo>
                <a:lnTo>
                  <a:pt x="548963" y="82696"/>
                </a:lnTo>
                <a:cubicBezTo>
                  <a:pt x="549273" y="107814"/>
                  <a:pt x="549428" y="128266"/>
                  <a:pt x="549428" y="144054"/>
                </a:cubicBezTo>
                <a:cubicBezTo>
                  <a:pt x="549428" y="223516"/>
                  <a:pt x="545786" y="280163"/>
                  <a:pt x="538501" y="313993"/>
                </a:cubicBezTo>
                <a:cubicBezTo>
                  <a:pt x="531217" y="347823"/>
                  <a:pt x="517193" y="381507"/>
                  <a:pt x="496428" y="415045"/>
                </a:cubicBezTo>
                <a:cubicBezTo>
                  <a:pt x="484917" y="408282"/>
                  <a:pt x="472175" y="402927"/>
                  <a:pt x="458202" y="398979"/>
                </a:cubicBezTo>
                <a:cubicBezTo>
                  <a:pt x="478990" y="369970"/>
                  <a:pt x="493531" y="338734"/>
                  <a:pt x="501825" y="305270"/>
                </a:cubicBezTo>
                <a:cubicBezTo>
                  <a:pt x="510119" y="271807"/>
                  <a:pt x="514266" y="228086"/>
                  <a:pt x="514266" y="174108"/>
                </a:cubicBezTo>
                <a:cubicBezTo>
                  <a:pt x="514266" y="139660"/>
                  <a:pt x="512623" y="97472"/>
                  <a:pt x="509337" y="47542"/>
                </a:cubicBezTo>
                <a:cubicBezTo>
                  <a:pt x="525982" y="50537"/>
                  <a:pt x="578007" y="52035"/>
                  <a:pt x="665414" y="52035"/>
                </a:cubicBezTo>
                <a:cubicBezTo>
                  <a:pt x="656393" y="43167"/>
                  <a:pt x="645780" y="31845"/>
                  <a:pt x="633574" y="1806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90E5078-7807-46B0-A9C1-E86BA3DCBB10}"/>
              </a:ext>
            </a:extLst>
          </p:cNvPr>
          <p:cNvSpPr txBox="1"/>
          <p:nvPr/>
        </p:nvSpPr>
        <p:spPr>
          <a:xfrm>
            <a:off x="2030219" y="-1298853"/>
            <a:ext cx="1317555" cy="423567"/>
          </a:xfrm>
          <a:custGeom>
            <a:avLst/>
            <a:gdLst/>
            <a:ahLst/>
            <a:cxnLst/>
            <a:rect l="l" t="t" r="r" b="b"/>
            <a:pathLst>
              <a:path w="1317555" h="423567">
                <a:moveTo>
                  <a:pt x="0" y="200482"/>
                </a:moveTo>
                <a:cubicBezTo>
                  <a:pt x="43148" y="203182"/>
                  <a:pt x="111268" y="204533"/>
                  <a:pt x="204361" y="204533"/>
                </a:cubicBezTo>
                <a:cubicBezTo>
                  <a:pt x="297453" y="204533"/>
                  <a:pt x="365440" y="203182"/>
                  <a:pt x="408322" y="200482"/>
                </a:cubicBezTo>
                <a:lnTo>
                  <a:pt x="408322" y="236987"/>
                </a:lnTo>
                <a:cubicBezTo>
                  <a:pt x="358444" y="234596"/>
                  <a:pt x="297149" y="233400"/>
                  <a:pt x="224435" y="233400"/>
                </a:cubicBezTo>
                <a:lnTo>
                  <a:pt x="224435" y="276742"/>
                </a:lnTo>
                <a:cubicBezTo>
                  <a:pt x="288867" y="276742"/>
                  <a:pt x="333120" y="275244"/>
                  <a:pt x="357194" y="272248"/>
                </a:cubicBezTo>
                <a:lnTo>
                  <a:pt x="357194" y="309646"/>
                </a:lnTo>
                <a:cubicBezTo>
                  <a:pt x="333239" y="307855"/>
                  <a:pt x="288986" y="306960"/>
                  <a:pt x="224435" y="306960"/>
                </a:cubicBezTo>
                <a:lnTo>
                  <a:pt x="224435" y="373889"/>
                </a:lnTo>
                <a:cubicBezTo>
                  <a:pt x="241046" y="376699"/>
                  <a:pt x="264833" y="378104"/>
                  <a:pt x="295794" y="378104"/>
                </a:cubicBezTo>
                <a:cubicBezTo>
                  <a:pt x="326755" y="378104"/>
                  <a:pt x="366807" y="376606"/>
                  <a:pt x="415952" y="373611"/>
                </a:cubicBezTo>
                <a:cubicBezTo>
                  <a:pt x="412027" y="383469"/>
                  <a:pt x="409551" y="389943"/>
                  <a:pt x="408522" y="393031"/>
                </a:cubicBezTo>
                <a:cubicBezTo>
                  <a:pt x="407493" y="396120"/>
                  <a:pt x="406979" y="402522"/>
                  <a:pt x="406979" y="412237"/>
                </a:cubicBezTo>
                <a:cubicBezTo>
                  <a:pt x="382400" y="412913"/>
                  <a:pt x="360692" y="413252"/>
                  <a:pt x="341857" y="413252"/>
                </a:cubicBezTo>
                <a:cubicBezTo>
                  <a:pt x="291793" y="413252"/>
                  <a:pt x="251261" y="411211"/>
                  <a:pt x="220259" y="407129"/>
                </a:cubicBezTo>
                <a:cubicBezTo>
                  <a:pt x="189258" y="403048"/>
                  <a:pt x="162995" y="394212"/>
                  <a:pt x="141471" y="380622"/>
                </a:cubicBezTo>
                <a:cubicBezTo>
                  <a:pt x="119947" y="367033"/>
                  <a:pt x="103967" y="352644"/>
                  <a:pt x="93533" y="337456"/>
                </a:cubicBezTo>
                <a:cubicBezTo>
                  <a:pt x="77359" y="367893"/>
                  <a:pt x="57392" y="395702"/>
                  <a:pt x="33632" y="420881"/>
                </a:cubicBezTo>
                <a:cubicBezTo>
                  <a:pt x="24360" y="411708"/>
                  <a:pt x="14497" y="404191"/>
                  <a:pt x="4043" y="398328"/>
                </a:cubicBezTo>
                <a:cubicBezTo>
                  <a:pt x="49110" y="359295"/>
                  <a:pt x="77790" y="310839"/>
                  <a:pt x="90082" y="252960"/>
                </a:cubicBezTo>
                <a:cubicBezTo>
                  <a:pt x="104941" y="259818"/>
                  <a:pt x="116883" y="264554"/>
                  <a:pt x="125908" y="267169"/>
                </a:cubicBezTo>
                <a:cubicBezTo>
                  <a:pt x="130894" y="269164"/>
                  <a:pt x="133388" y="272165"/>
                  <a:pt x="133388" y="276170"/>
                </a:cubicBezTo>
                <a:cubicBezTo>
                  <a:pt x="133388" y="280175"/>
                  <a:pt x="130956" y="283556"/>
                  <a:pt x="126094" y="286311"/>
                </a:cubicBezTo>
                <a:cubicBezTo>
                  <a:pt x="121231" y="289066"/>
                  <a:pt x="115440" y="296992"/>
                  <a:pt x="108720" y="310089"/>
                </a:cubicBezTo>
                <a:cubicBezTo>
                  <a:pt x="130018" y="337644"/>
                  <a:pt x="156271" y="356278"/>
                  <a:pt x="187480" y="365988"/>
                </a:cubicBezTo>
                <a:lnTo>
                  <a:pt x="187480" y="233400"/>
                </a:lnTo>
                <a:cubicBezTo>
                  <a:pt x="112033" y="233400"/>
                  <a:pt x="49539" y="234596"/>
                  <a:pt x="0" y="236987"/>
                </a:cubicBezTo>
                <a:close/>
                <a:moveTo>
                  <a:pt x="112306" y="126651"/>
                </a:moveTo>
                <a:lnTo>
                  <a:pt x="112306" y="155198"/>
                </a:lnTo>
                <a:lnTo>
                  <a:pt x="295122" y="155198"/>
                </a:lnTo>
                <a:lnTo>
                  <a:pt x="295122" y="126651"/>
                </a:lnTo>
                <a:close/>
                <a:moveTo>
                  <a:pt x="1198890" y="84768"/>
                </a:moveTo>
                <a:cubicBezTo>
                  <a:pt x="1213230" y="91664"/>
                  <a:pt x="1224407" y="96448"/>
                  <a:pt x="1232423" y="99119"/>
                </a:cubicBezTo>
                <a:cubicBezTo>
                  <a:pt x="1240438" y="101791"/>
                  <a:pt x="1244446" y="105769"/>
                  <a:pt x="1244446" y="111053"/>
                </a:cubicBezTo>
                <a:cubicBezTo>
                  <a:pt x="1244446" y="116337"/>
                  <a:pt x="1240912" y="119858"/>
                  <a:pt x="1233844" y="121615"/>
                </a:cubicBezTo>
                <a:cubicBezTo>
                  <a:pt x="1232430" y="122010"/>
                  <a:pt x="1229257" y="124331"/>
                  <a:pt x="1224325" y="128577"/>
                </a:cubicBezTo>
                <a:cubicBezTo>
                  <a:pt x="1219394" y="132822"/>
                  <a:pt x="1215037" y="135562"/>
                  <a:pt x="1211256" y="136796"/>
                </a:cubicBezTo>
                <a:cubicBezTo>
                  <a:pt x="1169503" y="198403"/>
                  <a:pt x="1138648" y="241286"/>
                  <a:pt x="1118691" y="265444"/>
                </a:cubicBezTo>
                <a:cubicBezTo>
                  <a:pt x="1098733" y="289602"/>
                  <a:pt x="1075617" y="312801"/>
                  <a:pt x="1049343" y="335042"/>
                </a:cubicBezTo>
                <a:lnTo>
                  <a:pt x="1243374" y="328219"/>
                </a:lnTo>
                <a:cubicBezTo>
                  <a:pt x="1231430" y="312879"/>
                  <a:pt x="1213339" y="290017"/>
                  <a:pt x="1189103" y="259632"/>
                </a:cubicBezTo>
                <a:lnTo>
                  <a:pt x="1215985" y="240401"/>
                </a:lnTo>
                <a:cubicBezTo>
                  <a:pt x="1254418" y="284964"/>
                  <a:pt x="1288275" y="332727"/>
                  <a:pt x="1317555" y="383691"/>
                </a:cubicBezTo>
                <a:lnTo>
                  <a:pt x="1285236" y="399800"/>
                </a:lnTo>
                <a:lnTo>
                  <a:pt x="1261133" y="360781"/>
                </a:lnTo>
                <a:cubicBezTo>
                  <a:pt x="1172013" y="365848"/>
                  <a:pt x="1109293" y="369801"/>
                  <a:pt x="1072974" y="372639"/>
                </a:cubicBezTo>
                <a:cubicBezTo>
                  <a:pt x="1036655" y="375478"/>
                  <a:pt x="1007673" y="379297"/>
                  <a:pt x="986028" y="384098"/>
                </a:cubicBezTo>
                <a:cubicBezTo>
                  <a:pt x="984532" y="370653"/>
                  <a:pt x="981060" y="357999"/>
                  <a:pt x="975612" y="346136"/>
                </a:cubicBezTo>
                <a:cubicBezTo>
                  <a:pt x="988923" y="340683"/>
                  <a:pt x="1001733" y="333194"/>
                  <a:pt x="1014042" y="323669"/>
                </a:cubicBezTo>
                <a:cubicBezTo>
                  <a:pt x="1026351" y="314144"/>
                  <a:pt x="1045231" y="294657"/>
                  <a:pt x="1070685" y="265208"/>
                </a:cubicBezTo>
                <a:cubicBezTo>
                  <a:pt x="1096138" y="235759"/>
                  <a:pt x="1119799" y="205605"/>
                  <a:pt x="1141669" y="174747"/>
                </a:cubicBezTo>
                <a:cubicBezTo>
                  <a:pt x="1163538" y="143888"/>
                  <a:pt x="1182612" y="113895"/>
                  <a:pt x="1198890" y="84768"/>
                </a:cubicBezTo>
                <a:close/>
                <a:moveTo>
                  <a:pt x="112306" y="64308"/>
                </a:moveTo>
                <a:lnTo>
                  <a:pt x="112306" y="97333"/>
                </a:lnTo>
                <a:lnTo>
                  <a:pt x="295122" y="97333"/>
                </a:lnTo>
                <a:lnTo>
                  <a:pt x="295122" y="64308"/>
                </a:lnTo>
                <a:close/>
                <a:moveTo>
                  <a:pt x="72216" y="31397"/>
                </a:moveTo>
                <a:cubicBezTo>
                  <a:pt x="85355" y="33792"/>
                  <a:pt x="128976" y="34990"/>
                  <a:pt x="203078" y="34990"/>
                </a:cubicBezTo>
                <a:cubicBezTo>
                  <a:pt x="277181" y="34990"/>
                  <a:pt x="321225" y="33792"/>
                  <a:pt x="335213" y="31397"/>
                </a:cubicBezTo>
                <a:cubicBezTo>
                  <a:pt x="333422" y="45436"/>
                  <a:pt x="332527" y="61910"/>
                  <a:pt x="332527" y="80817"/>
                </a:cubicBezTo>
                <a:lnTo>
                  <a:pt x="332527" y="139574"/>
                </a:lnTo>
                <a:cubicBezTo>
                  <a:pt x="332527" y="153410"/>
                  <a:pt x="333422" y="168988"/>
                  <a:pt x="335213" y="186309"/>
                </a:cubicBezTo>
                <a:cubicBezTo>
                  <a:pt x="326797" y="184513"/>
                  <a:pt x="282597" y="183616"/>
                  <a:pt x="202611" y="183616"/>
                </a:cubicBezTo>
                <a:cubicBezTo>
                  <a:pt x="122624" y="183616"/>
                  <a:pt x="79159" y="184213"/>
                  <a:pt x="72216" y="185409"/>
                </a:cubicBezTo>
                <a:cubicBezTo>
                  <a:pt x="73711" y="166011"/>
                  <a:pt x="74459" y="150433"/>
                  <a:pt x="74459" y="138674"/>
                </a:cubicBezTo>
                <a:lnTo>
                  <a:pt x="74459" y="79924"/>
                </a:lnTo>
                <a:cubicBezTo>
                  <a:pt x="74459" y="59564"/>
                  <a:pt x="73711" y="43389"/>
                  <a:pt x="72216" y="31397"/>
                </a:cubicBezTo>
                <a:close/>
                <a:moveTo>
                  <a:pt x="704440" y="3586"/>
                </a:moveTo>
                <a:cubicBezTo>
                  <a:pt x="721918" y="6582"/>
                  <a:pt x="735512" y="8079"/>
                  <a:pt x="745220" y="8079"/>
                </a:cubicBezTo>
                <a:cubicBezTo>
                  <a:pt x="754928" y="8079"/>
                  <a:pt x="759783" y="10094"/>
                  <a:pt x="759783" y="14123"/>
                </a:cubicBezTo>
                <a:cubicBezTo>
                  <a:pt x="759783" y="18152"/>
                  <a:pt x="757689" y="21437"/>
                  <a:pt x="753503" y="23978"/>
                </a:cubicBezTo>
                <a:cubicBezTo>
                  <a:pt x="749317" y="26519"/>
                  <a:pt x="747224" y="36645"/>
                  <a:pt x="747224" y="54357"/>
                </a:cubicBezTo>
                <a:lnTo>
                  <a:pt x="747224" y="149361"/>
                </a:lnTo>
                <a:cubicBezTo>
                  <a:pt x="794154" y="149361"/>
                  <a:pt x="837211" y="147864"/>
                  <a:pt x="876397" y="144868"/>
                </a:cubicBezTo>
                <a:lnTo>
                  <a:pt x="876397" y="184066"/>
                </a:lnTo>
                <a:cubicBezTo>
                  <a:pt x="842879" y="181375"/>
                  <a:pt x="799821" y="180030"/>
                  <a:pt x="747224" y="180030"/>
                </a:cubicBezTo>
                <a:lnTo>
                  <a:pt x="747224" y="338264"/>
                </a:lnTo>
                <a:cubicBezTo>
                  <a:pt x="747224" y="361981"/>
                  <a:pt x="748419" y="390415"/>
                  <a:pt x="750810" y="423567"/>
                </a:cubicBezTo>
                <a:lnTo>
                  <a:pt x="706233" y="423567"/>
                </a:lnTo>
                <a:cubicBezTo>
                  <a:pt x="708624" y="395154"/>
                  <a:pt x="709819" y="366720"/>
                  <a:pt x="709819" y="338264"/>
                </a:cubicBezTo>
                <a:lnTo>
                  <a:pt x="709819" y="180030"/>
                </a:lnTo>
                <a:cubicBezTo>
                  <a:pt x="653903" y="180030"/>
                  <a:pt x="609052" y="181375"/>
                  <a:pt x="575267" y="184066"/>
                </a:cubicBezTo>
                <a:lnTo>
                  <a:pt x="575267" y="144868"/>
                </a:lnTo>
                <a:cubicBezTo>
                  <a:pt x="615591" y="147864"/>
                  <a:pt x="660442" y="149361"/>
                  <a:pt x="709819" y="149361"/>
                </a:cubicBezTo>
                <a:lnTo>
                  <a:pt x="709819" y="76781"/>
                </a:lnTo>
                <a:cubicBezTo>
                  <a:pt x="709819" y="46253"/>
                  <a:pt x="708026" y="21855"/>
                  <a:pt x="704440" y="3586"/>
                </a:cubicBezTo>
                <a:close/>
                <a:moveTo>
                  <a:pt x="1112515" y="2693"/>
                </a:moveTo>
                <a:cubicBezTo>
                  <a:pt x="1124383" y="9580"/>
                  <a:pt x="1136289" y="14626"/>
                  <a:pt x="1148234" y="17831"/>
                </a:cubicBezTo>
                <a:cubicBezTo>
                  <a:pt x="1153768" y="19679"/>
                  <a:pt x="1156535" y="22769"/>
                  <a:pt x="1156535" y="27103"/>
                </a:cubicBezTo>
                <a:cubicBezTo>
                  <a:pt x="1156535" y="31437"/>
                  <a:pt x="1154632" y="34421"/>
                  <a:pt x="1150827" y="36054"/>
                </a:cubicBezTo>
                <a:cubicBezTo>
                  <a:pt x="1147022" y="37688"/>
                  <a:pt x="1142682" y="41011"/>
                  <a:pt x="1137807" y="46023"/>
                </a:cubicBezTo>
                <a:cubicBezTo>
                  <a:pt x="1132933" y="51036"/>
                  <a:pt x="1128860" y="56012"/>
                  <a:pt x="1125588" y="60950"/>
                </a:cubicBezTo>
                <a:cubicBezTo>
                  <a:pt x="1097708" y="105094"/>
                  <a:pt x="1073917" y="139349"/>
                  <a:pt x="1054215" y="163717"/>
                </a:cubicBezTo>
                <a:cubicBezTo>
                  <a:pt x="1034512" y="188084"/>
                  <a:pt x="1007671" y="216844"/>
                  <a:pt x="973690" y="249995"/>
                </a:cubicBezTo>
                <a:cubicBezTo>
                  <a:pt x="962713" y="241932"/>
                  <a:pt x="950647" y="235560"/>
                  <a:pt x="937493" y="230879"/>
                </a:cubicBezTo>
                <a:cubicBezTo>
                  <a:pt x="974421" y="199865"/>
                  <a:pt x="1008695" y="164169"/>
                  <a:pt x="1040313" y="123790"/>
                </a:cubicBezTo>
                <a:cubicBezTo>
                  <a:pt x="1071931" y="83411"/>
                  <a:pt x="1095998" y="43046"/>
                  <a:pt x="1112515" y="2693"/>
                </a:cubicBezTo>
                <a:close/>
                <a:moveTo>
                  <a:pt x="554371" y="0"/>
                </a:moveTo>
                <a:cubicBezTo>
                  <a:pt x="570926" y="7067"/>
                  <a:pt x="582987" y="11289"/>
                  <a:pt x="590554" y="12666"/>
                </a:cubicBezTo>
                <a:cubicBezTo>
                  <a:pt x="598122" y="14042"/>
                  <a:pt x="601906" y="17548"/>
                  <a:pt x="601906" y="23185"/>
                </a:cubicBezTo>
                <a:cubicBezTo>
                  <a:pt x="601906" y="28821"/>
                  <a:pt x="599838" y="32069"/>
                  <a:pt x="595701" y="32929"/>
                </a:cubicBezTo>
                <a:cubicBezTo>
                  <a:pt x="591565" y="33789"/>
                  <a:pt x="587287" y="38017"/>
                  <a:pt x="582868" y="45613"/>
                </a:cubicBezTo>
                <a:cubicBezTo>
                  <a:pt x="578448" y="53209"/>
                  <a:pt x="570890" y="68858"/>
                  <a:pt x="560193" y="92561"/>
                </a:cubicBezTo>
                <a:lnTo>
                  <a:pt x="560193" y="422674"/>
                </a:lnTo>
                <a:lnTo>
                  <a:pt x="517860" y="422674"/>
                </a:lnTo>
                <a:cubicBezTo>
                  <a:pt x="521446" y="390313"/>
                  <a:pt x="523239" y="356644"/>
                  <a:pt x="523239" y="321669"/>
                </a:cubicBezTo>
                <a:lnTo>
                  <a:pt x="523239" y="146390"/>
                </a:lnTo>
                <a:cubicBezTo>
                  <a:pt x="514085" y="168783"/>
                  <a:pt x="501055" y="189862"/>
                  <a:pt x="484148" y="209626"/>
                </a:cubicBezTo>
                <a:cubicBezTo>
                  <a:pt x="473966" y="200696"/>
                  <a:pt x="462776" y="194327"/>
                  <a:pt x="450580" y="190517"/>
                </a:cubicBezTo>
                <a:cubicBezTo>
                  <a:pt x="477669" y="162751"/>
                  <a:pt x="501198" y="129122"/>
                  <a:pt x="521167" y="89629"/>
                </a:cubicBezTo>
                <a:cubicBezTo>
                  <a:pt x="541136" y="50136"/>
                  <a:pt x="552204" y="20260"/>
                  <a:pt x="5543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E5E7CC-1EFB-477F-BC1C-562D6B4547AF}"/>
              </a:ext>
            </a:extLst>
          </p:cNvPr>
          <p:cNvSpPr txBox="1"/>
          <p:nvPr/>
        </p:nvSpPr>
        <p:spPr>
          <a:xfrm>
            <a:off x="-1583094" y="6538326"/>
            <a:ext cx="1314854" cy="420881"/>
          </a:xfrm>
          <a:custGeom>
            <a:avLst/>
            <a:gdLst/>
            <a:ahLst/>
            <a:cxnLst/>
            <a:rect l="l" t="t" r="r" b="b"/>
            <a:pathLst>
              <a:path w="1314854" h="420881">
                <a:moveTo>
                  <a:pt x="538934" y="147561"/>
                </a:moveTo>
                <a:cubicBezTo>
                  <a:pt x="572066" y="149962"/>
                  <a:pt x="617164" y="151162"/>
                  <a:pt x="674225" y="151162"/>
                </a:cubicBezTo>
                <a:cubicBezTo>
                  <a:pt x="731287" y="151162"/>
                  <a:pt x="776399" y="149962"/>
                  <a:pt x="809560" y="147561"/>
                </a:cubicBezTo>
                <a:lnTo>
                  <a:pt x="809560" y="184959"/>
                </a:lnTo>
                <a:cubicBezTo>
                  <a:pt x="777847" y="182868"/>
                  <a:pt x="739275" y="181823"/>
                  <a:pt x="693846" y="181823"/>
                </a:cubicBezTo>
                <a:lnTo>
                  <a:pt x="693846" y="248488"/>
                </a:lnTo>
                <a:cubicBezTo>
                  <a:pt x="767746" y="248488"/>
                  <a:pt x="816933" y="247288"/>
                  <a:pt x="841407" y="244888"/>
                </a:cubicBezTo>
                <a:lnTo>
                  <a:pt x="841407" y="281842"/>
                </a:lnTo>
                <a:cubicBezTo>
                  <a:pt x="821562" y="280047"/>
                  <a:pt x="772375" y="279149"/>
                  <a:pt x="693846" y="279149"/>
                </a:cubicBezTo>
                <a:lnTo>
                  <a:pt x="693846" y="360824"/>
                </a:lnTo>
                <a:cubicBezTo>
                  <a:pt x="712781" y="363676"/>
                  <a:pt x="735234" y="365103"/>
                  <a:pt x="761204" y="365103"/>
                </a:cubicBezTo>
                <a:cubicBezTo>
                  <a:pt x="787174" y="365103"/>
                  <a:pt x="827065" y="363155"/>
                  <a:pt x="880876" y="359259"/>
                </a:cubicBezTo>
                <a:cubicBezTo>
                  <a:pt x="875385" y="374523"/>
                  <a:pt x="871925" y="388763"/>
                  <a:pt x="870496" y="401979"/>
                </a:cubicBezTo>
                <a:cubicBezTo>
                  <a:pt x="848056" y="402322"/>
                  <a:pt x="828910" y="402493"/>
                  <a:pt x="813061" y="402493"/>
                </a:cubicBezTo>
                <a:cubicBezTo>
                  <a:pt x="757911" y="402493"/>
                  <a:pt x="715787" y="400458"/>
                  <a:pt x="686688" y="396389"/>
                </a:cubicBezTo>
                <a:cubicBezTo>
                  <a:pt x="657589" y="392319"/>
                  <a:pt x="632766" y="384917"/>
                  <a:pt x="612218" y="374182"/>
                </a:cubicBezTo>
                <a:cubicBezTo>
                  <a:pt x="591670" y="363448"/>
                  <a:pt x="574271" y="347917"/>
                  <a:pt x="560022" y="327591"/>
                </a:cubicBezTo>
                <a:cubicBezTo>
                  <a:pt x="543920" y="361505"/>
                  <a:pt x="520812" y="391406"/>
                  <a:pt x="490699" y="417295"/>
                </a:cubicBezTo>
                <a:cubicBezTo>
                  <a:pt x="482946" y="407799"/>
                  <a:pt x="472113" y="399840"/>
                  <a:pt x="458202" y="393421"/>
                </a:cubicBezTo>
                <a:cubicBezTo>
                  <a:pt x="517810" y="351020"/>
                  <a:pt x="550864" y="292689"/>
                  <a:pt x="557364" y="218427"/>
                </a:cubicBezTo>
                <a:cubicBezTo>
                  <a:pt x="571633" y="223014"/>
                  <a:pt x="583370" y="225733"/>
                  <a:pt x="592576" y="226585"/>
                </a:cubicBezTo>
                <a:cubicBezTo>
                  <a:pt x="601782" y="227438"/>
                  <a:pt x="606385" y="229786"/>
                  <a:pt x="606385" y="233629"/>
                </a:cubicBezTo>
                <a:cubicBezTo>
                  <a:pt x="606385" y="237473"/>
                  <a:pt x="603920" y="240963"/>
                  <a:pt x="598991" y="244102"/>
                </a:cubicBezTo>
                <a:cubicBezTo>
                  <a:pt x="593262" y="247336"/>
                  <a:pt x="587602" y="258220"/>
                  <a:pt x="582010" y="276756"/>
                </a:cubicBezTo>
                <a:cubicBezTo>
                  <a:pt x="579829" y="284395"/>
                  <a:pt x="577338" y="291308"/>
                  <a:pt x="574538" y="297494"/>
                </a:cubicBezTo>
                <a:cubicBezTo>
                  <a:pt x="596369" y="327384"/>
                  <a:pt x="623970" y="346477"/>
                  <a:pt x="657341" y="354773"/>
                </a:cubicBezTo>
                <a:lnTo>
                  <a:pt x="657341" y="181823"/>
                </a:lnTo>
                <a:cubicBezTo>
                  <a:pt x="610645" y="181823"/>
                  <a:pt x="571176" y="182868"/>
                  <a:pt x="538934" y="184959"/>
                </a:cubicBezTo>
                <a:close/>
                <a:moveTo>
                  <a:pt x="257617" y="119929"/>
                </a:moveTo>
                <a:cubicBezTo>
                  <a:pt x="257617" y="143213"/>
                  <a:pt x="255972" y="173207"/>
                  <a:pt x="252681" y="209912"/>
                </a:cubicBezTo>
                <a:lnTo>
                  <a:pt x="325362" y="209912"/>
                </a:lnTo>
                <a:lnTo>
                  <a:pt x="330105" y="119929"/>
                </a:lnTo>
                <a:close/>
                <a:moveTo>
                  <a:pt x="33018" y="42612"/>
                </a:moveTo>
                <a:cubicBezTo>
                  <a:pt x="63374" y="62820"/>
                  <a:pt x="91147" y="87537"/>
                  <a:pt x="116336" y="116765"/>
                </a:cubicBezTo>
                <a:lnTo>
                  <a:pt x="89096" y="141010"/>
                </a:lnTo>
                <a:cubicBezTo>
                  <a:pt x="69413" y="115341"/>
                  <a:pt x="43300" y="90949"/>
                  <a:pt x="10758" y="67837"/>
                </a:cubicBezTo>
                <a:close/>
                <a:moveTo>
                  <a:pt x="1314854" y="32740"/>
                </a:moveTo>
                <a:lnTo>
                  <a:pt x="1314854" y="67966"/>
                </a:lnTo>
                <a:cubicBezTo>
                  <a:pt x="1303029" y="69042"/>
                  <a:pt x="1285695" y="78000"/>
                  <a:pt x="1262852" y="94840"/>
                </a:cubicBezTo>
                <a:cubicBezTo>
                  <a:pt x="1240008" y="111681"/>
                  <a:pt x="1207110" y="137341"/>
                  <a:pt x="1164157" y="171821"/>
                </a:cubicBezTo>
                <a:lnTo>
                  <a:pt x="1164157" y="371904"/>
                </a:lnTo>
                <a:cubicBezTo>
                  <a:pt x="1164157" y="383991"/>
                  <a:pt x="1161669" y="393381"/>
                  <a:pt x="1156692" y="400075"/>
                </a:cubicBezTo>
                <a:cubicBezTo>
                  <a:pt x="1151715" y="406769"/>
                  <a:pt x="1142328" y="411685"/>
                  <a:pt x="1128531" y="414823"/>
                </a:cubicBezTo>
                <a:cubicBezTo>
                  <a:pt x="1114734" y="417962"/>
                  <a:pt x="1092315" y="419681"/>
                  <a:pt x="1061273" y="419981"/>
                </a:cubicBezTo>
                <a:cubicBezTo>
                  <a:pt x="1062768" y="404322"/>
                  <a:pt x="1059480" y="390211"/>
                  <a:pt x="1051407" y="377647"/>
                </a:cubicBezTo>
                <a:cubicBezTo>
                  <a:pt x="1072824" y="380643"/>
                  <a:pt x="1088573" y="382141"/>
                  <a:pt x="1098652" y="382141"/>
                </a:cubicBezTo>
                <a:cubicBezTo>
                  <a:pt x="1108732" y="382141"/>
                  <a:pt x="1116010" y="380689"/>
                  <a:pt x="1120487" y="377786"/>
                </a:cubicBezTo>
                <a:cubicBezTo>
                  <a:pt x="1124964" y="374884"/>
                  <a:pt x="1127202" y="367241"/>
                  <a:pt x="1127202" y="354859"/>
                </a:cubicBezTo>
                <a:lnTo>
                  <a:pt x="1127202" y="153141"/>
                </a:lnTo>
                <a:cubicBezTo>
                  <a:pt x="1163316" y="130604"/>
                  <a:pt x="1203236" y="102639"/>
                  <a:pt x="1246960" y="69244"/>
                </a:cubicBezTo>
                <a:cubicBezTo>
                  <a:pt x="1174704" y="69244"/>
                  <a:pt x="1119448" y="69692"/>
                  <a:pt x="1081193" y="70587"/>
                </a:cubicBezTo>
                <a:cubicBezTo>
                  <a:pt x="1042938" y="71483"/>
                  <a:pt x="1006247" y="73876"/>
                  <a:pt x="971119" y="77767"/>
                </a:cubicBezTo>
                <a:lnTo>
                  <a:pt x="971119" y="33190"/>
                </a:lnTo>
                <a:cubicBezTo>
                  <a:pt x="1005189" y="35885"/>
                  <a:pt x="1064622" y="37233"/>
                  <a:pt x="1149416" y="37233"/>
                </a:cubicBezTo>
                <a:cubicBezTo>
                  <a:pt x="1234210" y="37233"/>
                  <a:pt x="1289356" y="35735"/>
                  <a:pt x="1314854" y="32740"/>
                </a:cubicBezTo>
                <a:close/>
                <a:moveTo>
                  <a:pt x="217977" y="450"/>
                </a:moveTo>
                <a:cubicBezTo>
                  <a:pt x="229335" y="2550"/>
                  <a:pt x="237736" y="3600"/>
                  <a:pt x="243180" y="3600"/>
                </a:cubicBezTo>
                <a:cubicBezTo>
                  <a:pt x="260877" y="3600"/>
                  <a:pt x="269726" y="5794"/>
                  <a:pt x="269726" y="10180"/>
                </a:cubicBezTo>
                <a:cubicBezTo>
                  <a:pt x="269726" y="14566"/>
                  <a:pt x="267242" y="18621"/>
                  <a:pt x="262275" y="22346"/>
                </a:cubicBezTo>
                <a:cubicBezTo>
                  <a:pt x="259170" y="25041"/>
                  <a:pt x="257617" y="47199"/>
                  <a:pt x="257617" y="88818"/>
                </a:cubicBezTo>
                <a:cubicBezTo>
                  <a:pt x="309329" y="88818"/>
                  <a:pt x="346107" y="87170"/>
                  <a:pt x="367953" y="83875"/>
                </a:cubicBezTo>
                <a:lnTo>
                  <a:pt x="360773" y="209912"/>
                </a:lnTo>
                <a:cubicBezTo>
                  <a:pt x="376970" y="209912"/>
                  <a:pt x="394163" y="208264"/>
                  <a:pt x="412351" y="204968"/>
                </a:cubicBezTo>
                <a:lnTo>
                  <a:pt x="412351" y="244616"/>
                </a:lnTo>
                <a:cubicBezTo>
                  <a:pt x="382314" y="241625"/>
                  <a:pt x="337613" y="240130"/>
                  <a:pt x="278249" y="240130"/>
                </a:cubicBezTo>
                <a:cubicBezTo>
                  <a:pt x="305990" y="302438"/>
                  <a:pt x="352036" y="349536"/>
                  <a:pt x="416387" y="381426"/>
                </a:cubicBezTo>
                <a:cubicBezTo>
                  <a:pt x="406062" y="390099"/>
                  <a:pt x="397485" y="400410"/>
                  <a:pt x="390655" y="412359"/>
                </a:cubicBezTo>
                <a:cubicBezTo>
                  <a:pt x="319023" y="368272"/>
                  <a:pt x="272007" y="310863"/>
                  <a:pt x="249609" y="240130"/>
                </a:cubicBezTo>
                <a:lnTo>
                  <a:pt x="249295" y="240130"/>
                </a:lnTo>
                <a:cubicBezTo>
                  <a:pt x="243628" y="274415"/>
                  <a:pt x="231056" y="305711"/>
                  <a:pt x="211580" y="334017"/>
                </a:cubicBezTo>
                <a:cubicBezTo>
                  <a:pt x="192103" y="362323"/>
                  <a:pt x="161363" y="391277"/>
                  <a:pt x="119357" y="420881"/>
                </a:cubicBezTo>
                <a:cubicBezTo>
                  <a:pt x="110575" y="410818"/>
                  <a:pt x="99493" y="402441"/>
                  <a:pt x="86110" y="395749"/>
                </a:cubicBezTo>
                <a:cubicBezTo>
                  <a:pt x="125882" y="370970"/>
                  <a:pt x="155524" y="346403"/>
                  <a:pt x="175036" y="322047"/>
                </a:cubicBezTo>
                <a:cubicBezTo>
                  <a:pt x="194548" y="297692"/>
                  <a:pt x="207366" y="270386"/>
                  <a:pt x="213491" y="240130"/>
                </a:cubicBezTo>
                <a:cubicBezTo>
                  <a:pt x="175319" y="240721"/>
                  <a:pt x="142277" y="242216"/>
                  <a:pt x="114364" y="244616"/>
                </a:cubicBezTo>
                <a:lnTo>
                  <a:pt x="114364" y="215537"/>
                </a:lnTo>
                <a:lnTo>
                  <a:pt x="37876" y="360331"/>
                </a:lnTo>
                <a:cubicBezTo>
                  <a:pt x="27513" y="353368"/>
                  <a:pt x="14887" y="346655"/>
                  <a:pt x="0" y="340192"/>
                </a:cubicBezTo>
                <a:cubicBezTo>
                  <a:pt x="37633" y="298140"/>
                  <a:pt x="65153" y="247683"/>
                  <a:pt x="82560" y="188824"/>
                </a:cubicBezTo>
                <a:cubicBezTo>
                  <a:pt x="87961" y="193088"/>
                  <a:pt x="93587" y="196924"/>
                  <a:pt x="99441" y="200330"/>
                </a:cubicBezTo>
                <a:lnTo>
                  <a:pt x="114364" y="207639"/>
                </a:lnTo>
                <a:lnTo>
                  <a:pt x="114364" y="204968"/>
                </a:lnTo>
                <a:cubicBezTo>
                  <a:pt x="143429" y="207716"/>
                  <a:pt x="177631" y="209367"/>
                  <a:pt x="216970" y="209919"/>
                </a:cubicBezTo>
                <a:cubicBezTo>
                  <a:pt x="219732" y="179534"/>
                  <a:pt x="221263" y="149538"/>
                  <a:pt x="221563" y="119929"/>
                </a:cubicBezTo>
                <a:cubicBezTo>
                  <a:pt x="180596" y="119929"/>
                  <a:pt x="150247" y="120677"/>
                  <a:pt x="130516" y="122172"/>
                </a:cubicBezTo>
                <a:lnTo>
                  <a:pt x="130516" y="83875"/>
                </a:lnTo>
                <a:cubicBezTo>
                  <a:pt x="152609" y="87170"/>
                  <a:pt x="182808" y="88818"/>
                  <a:pt x="221113" y="88818"/>
                </a:cubicBezTo>
                <a:cubicBezTo>
                  <a:pt x="221113" y="63991"/>
                  <a:pt x="220068" y="34535"/>
                  <a:pt x="217977" y="450"/>
                </a:cubicBezTo>
                <a:close/>
                <a:moveTo>
                  <a:pt x="660977" y="0"/>
                </a:moveTo>
                <a:cubicBezTo>
                  <a:pt x="674417" y="16083"/>
                  <a:pt x="686362" y="36116"/>
                  <a:pt x="696810" y="60100"/>
                </a:cubicBezTo>
                <a:cubicBezTo>
                  <a:pt x="772434" y="60105"/>
                  <a:pt x="825117" y="58760"/>
                  <a:pt x="854859" y="56064"/>
                </a:cubicBezTo>
                <a:lnTo>
                  <a:pt x="854859" y="156255"/>
                </a:lnTo>
                <a:lnTo>
                  <a:pt x="818804" y="156255"/>
                </a:lnTo>
                <a:lnTo>
                  <a:pt x="818804" y="92119"/>
                </a:lnTo>
                <a:lnTo>
                  <a:pt x="523853" y="92119"/>
                </a:lnTo>
                <a:lnTo>
                  <a:pt x="523853" y="157605"/>
                </a:lnTo>
                <a:lnTo>
                  <a:pt x="488249" y="157605"/>
                </a:lnTo>
                <a:lnTo>
                  <a:pt x="488249" y="56064"/>
                </a:lnTo>
                <a:cubicBezTo>
                  <a:pt x="517471" y="59060"/>
                  <a:pt x="574283" y="60558"/>
                  <a:pt x="658684" y="60558"/>
                </a:cubicBezTo>
                <a:cubicBezTo>
                  <a:pt x="650817" y="48713"/>
                  <a:pt x="639456" y="34680"/>
                  <a:pt x="624601" y="184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F066F1B-36EE-4DA1-BD88-76ECC2925AEB}"/>
              </a:ext>
            </a:extLst>
          </p:cNvPr>
          <p:cNvSpPr txBox="1"/>
          <p:nvPr/>
        </p:nvSpPr>
        <p:spPr>
          <a:xfrm>
            <a:off x="6290322" y="-1299753"/>
            <a:ext cx="1330564" cy="424467"/>
          </a:xfrm>
          <a:custGeom>
            <a:avLst/>
            <a:gdLst/>
            <a:ahLst/>
            <a:cxnLst/>
            <a:rect l="l" t="t" r="r" b="b"/>
            <a:pathLst>
              <a:path w="1330564" h="424467">
                <a:moveTo>
                  <a:pt x="0" y="333249"/>
                </a:moveTo>
                <a:cubicBezTo>
                  <a:pt x="42267" y="335944"/>
                  <a:pt x="106324" y="337292"/>
                  <a:pt x="192170" y="337292"/>
                </a:cubicBezTo>
                <a:cubicBezTo>
                  <a:pt x="278017" y="337292"/>
                  <a:pt x="347079" y="335944"/>
                  <a:pt x="399357" y="333249"/>
                </a:cubicBezTo>
                <a:lnTo>
                  <a:pt x="399357" y="374682"/>
                </a:lnTo>
                <a:cubicBezTo>
                  <a:pt x="351841" y="371692"/>
                  <a:pt x="285127" y="370196"/>
                  <a:pt x="199214" y="370196"/>
                </a:cubicBezTo>
                <a:cubicBezTo>
                  <a:pt x="113301" y="370196"/>
                  <a:pt x="46896" y="371692"/>
                  <a:pt x="0" y="374682"/>
                </a:cubicBezTo>
                <a:close/>
                <a:moveTo>
                  <a:pt x="1039928" y="325798"/>
                </a:moveTo>
                <a:lnTo>
                  <a:pt x="1039928" y="363302"/>
                </a:lnTo>
                <a:lnTo>
                  <a:pt x="1241581" y="363302"/>
                </a:lnTo>
                <a:lnTo>
                  <a:pt x="1241581" y="325798"/>
                </a:lnTo>
                <a:close/>
                <a:moveTo>
                  <a:pt x="1039928" y="212319"/>
                </a:moveTo>
                <a:lnTo>
                  <a:pt x="1039928" y="242209"/>
                </a:lnTo>
                <a:lnTo>
                  <a:pt x="1218707" y="242209"/>
                </a:lnTo>
                <a:lnTo>
                  <a:pt x="1218707" y="212319"/>
                </a:lnTo>
                <a:close/>
                <a:moveTo>
                  <a:pt x="1000730" y="179858"/>
                </a:moveTo>
                <a:cubicBezTo>
                  <a:pt x="1040968" y="181358"/>
                  <a:pt x="1084865" y="182108"/>
                  <a:pt x="1132421" y="182108"/>
                </a:cubicBezTo>
                <a:cubicBezTo>
                  <a:pt x="1179977" y="182108"/>
                  <a:pt x="1221205" y="181358"/>
                  <a:pt x="1256105" y="179858"/>
                </a:cubicBezTo>
                <a:cubicBezTo>
                  <a:pt x="1254314" y="194446"/>
                  <a:pt x="1253419" y="210876"/>
                  <a:pt x="1253419" y="229150"/>
                </a:cubicBezTo>
                <a:cubicBezTo>
                  <a:pt x="1253419" y="247424"/>
                  <a:pt x="1254314" y="262447"/>
                  <a:pt x="1256105" y="274220"/>
                </a:cubicBezTo>
                <a:cubicBezTo>
                  <a:pt x="1225977" y="272724"/>
                  <a:pt x="1187527" y="271977"/>
                  <a:pt x="1140754" y="271977"/>
                </a:cubicBezTo>
                <a:lnTo>
                  <a:pt x="1039928" y="271977"/>
                </a:lnTo>
                <a:lnTo>
                  <a:pt x="1039928" y="296030"/>
                </a:lnTo>
                <a:lnTo>
                  <a:pt x="1143448" y="296030"/>
                </a:lnTo>
                <a:cubicBezTo>
                  <a:pt x="1187739" y="296030"/>
                  <a:pt x="1233366" y="295280"/>
                  <a:pt x="1280329" y="293779"/>
                </a:cubicBezTo>
                <a:cubicBezTo>
                  <a:pt x="1278834" y="302114"/>
                  <a:pt x="1278086" y="313803"/>
                  <a:pt x="1278086" y="328848"/>
                </a:cubicBezTo>
                <a:lnTo>
                  <a:pt x="1278086" y="377740"/>
                </a:lnTo>
                <a:cubicBezTo>
                  <a:pt x="1278086" y="388898"/>
                  <a:pt x="1279131" y="402083"/>
                  <a:pt x="1281222" y="417295"/>
                </a:cubicBezTo>
                <a:lnTo>
                  <a:pt x="1241581" y="417295"/>
                </a:lnTo>
                <a:lnTo>
                  <a:pt x="1241581" y="393971"/>
                </a:lnTo>
                <a:lnTo>
                  <a:pt x="1039928" y="393971"/>
                </a:lnTo>
                <a:cubicBezTo>
                  <a:pt x="1040461" y="404229"/>
                  <a:pt x="1041206" y="414395"/>
                  <a:pt x="1042164" y="424467"/>
                </a:cubicBezTo>
                <a:lnTo>
                  <a:pt x="999830" y="424467"/>
                </a:lnTo>
                <a:cubicBezTo>
                  <a:pt x="1002225" y="406055"/>
                  <a:pt x="1003423" y="391225"/>
                  <a:pt x="1003423" y="379976"/>
                </a:cubicBezTo>
                <a:lnTo>
                  <a:pt x="1003423" y="228378"/>
                </a:lnTo>
                <a:cubicBezTo>
                  <a:pt x="1003423" y="206823"/>
                  <a:pt x="1002525" y="190650"/>
                  <a:pt x="1000730" y="179858"/>
                </a:cubicBezTo>
                <a:close/>
                <a:moveTo>
                  <a:pt x="691582" y="68351"/>
                </a:moveTo>
                <a:cubicBezTo>
                  <a:pt x="691142" y="129941"/>
                  <a:pt x="689250" y="178181"/>
                  <a:pt x="685906" y="213070"/>
                </a:cubicBezTo>
                <a:lnTo>
                  <a:pt x="685027" y="221072"/>
                </a:lnTo>
                <a:lnTo>
                  <a:pt x="714192" y="207662"/>
                </a:lnTo>
                <a:cubicBezTo>
                  <a:pt x="728084" y="241423"/>
                  <a:pt x="745855" y="272222"/>
                  <a:pt x="767505" y="300059"/>
                </a:cubicBezTo>
                <a:cubicBezTo>
                  <a:pt x="785946" y="273427"/>
                  <a:pt x="798264" y="238949"/>
                  <a:pt x="804460" y="196624"/>
                </a:cubicBezTo>
                <a:lnTo>
                  <a:pt x="765977" y="196624"/>
                </a:lnTo>
                <a:cubicBezTo>
                  <a:pt x="758376" y="196624"/>
                  <a:pt x="747581" y="197522"/>
                  <a:pt x="733594" y="199318"/>
                </a:cubicBezTo>
                <a:lnTo>
                  <a:pt x="780236" y="68351"/>
                </a:lnTo>
                <a:close/>
                <a:moveTo>
                  <a:pt x="30504" y="66830"/>
                </a:moveTo>
                <a:cubicBezTo>
                  <a:pt x="71585" y="69525"/>
                  <a:pt x="126309" y="70873"/>
                  <a:pt x="194674" y="70873"/>
                </a:cubicBezTo>
                <a:cubicBezTo>
                  <a:pt x="263040" y="70873"/>
                  <a:pt x="317511" y="69525"/>
                  <a:pt x="358087" y="66830"/>
                </a:cubicBezTo>
                <a:lnTo>
                  <a:pt x="358087" y="106027"/>
                </a:lnTo>
                <a:cubicBezTo>
                  <a:pt x="319573" y="104232"/>
                  <a:pt x="268093" y="103334"/>
                  <a:pt x="203647" y="103334"/>
                </a:cubicBezTo>
                <a:cubicBezTo>
                  <a:pt x="139201" y="103334"/>
                  <a:pt x="81486" y="104232"/>
                  <a:pt x="30504" y="106027"/>
                </a:cubicBezTo>
                <a:close/>
                <a:moveTo>
                  <a:pt x="526832" y="1793"/>
                </a:moveTo>
                <a:cubicBezTo>
                  <a:pt x="537667" y="4265"/>
                  <a:pt x="544660" y="5706"/>
                  <a:pt x="547810" y="6118"/>
                </a:cubicBezTo>
                <a:cubicBezTo>
                  <a:pt x="550960" y="6530"/>
                  <a:pt x="556578" y="6736"/>
                  <a:pt x="564662" y="6736"/>
                </a:cubicBezTo>
                <a:cubicBezTo>
                  <a:pt x="572746" y="6736"/>
                  <a:pt x="576789" y="8729"/>
                  <a:pt x="576789" y="12716"/>
                </a:cubicBezTo>
                <a:cubicBezTo>
                  <a:pt x="576789" y="16702"/>
                  <a:pt x="575146" y="20175"/>
                  <a:pt x="571860" y="23135"/>
                </a:cubicBezTo>
                <a:cubicBezTo>
                  <a:pt x="568573" y="26095"/>
                  <a:pt x="566330" y="28832"/>
                  <a:pt x="565130" y="31347"/>
                </a:cubicBezTo>
                <a:cubicBezTo>
                  <a:pt x="563930" y="33861"/>
                  <a:pt x="563330" y="35850"/>
                  <a:pt x="563330" y="37312"/>
                </a:cubicBezTo>
                <a:lnTo>
                  <a:pt x="563330" y="99598"/>
                </a:lnTo>
                <a:cubicBezTo>
                  <a:pt x="588433" y="99336"/>
                  <a:pt x="609364" y="97981"/>
                  <a:pt x="626123" y="95533"/>
                </a:cubicBezTo>
                <a:lnTo>
                  <a:pt x="626123" y="134731"/>
                </a:lnTo>
                <a:cubicBezTo>
                  <a:pt x="605335" y="132631"/>
                  <a:pt x="584404" y="131433"/>
                  <a:pt x="563330" y="131138"/>
                </a:cubicBezTo>
                <a:lnTo>
                  <a:pt x="563330" y="152162"/>
                </a:lnTo>
                <a:cubicBezTo>
                  <a:pt x="586871" y="179236"/>
                  <a:pt x="609147" y="208366"/>
                  <a:pt x="630160" y="239551"/>
                </a:cubicBezTo>
                <a:lnTo>
                  <a:pt x="598184" y="259861"/>
                </a:lnTo>
                <a:cubicBezTo>
                  <a:pt x="586054" y="236372"/>
                  <a:pt x="574436" y="212753"/>
                  <a:pt x="563330" y="189002"/>
                </a:cubicBezTo>
                <a:lnTo>
                  <a:pt x="563330" y="335127"/>
                </a:lnTo>
                <a:cubicBezTo>
                  <a:pt x="563330" y="346615"/>
                  <a:pt x="563704" y="359542"/>
                  <a:pt x="564451" y="373909"/>
                </a:cubicBezTo>
                <a:lnTo>
                  <a:pt x="564461" y="374059"/>
                </a:lnTo>
                <a:lnTo>
                  <a:pt x="614368" y="324155"/>
                </a:lnTo>
                <a:cubicBezTo>
                  <a:pt x="627415" y="306298"/>
                  <a:pt x="636739" y="287352"/>
                  <a:pt x="642340" y="267319"/>
                </a:cubicBezTo>
                <a:cubicBezTo>
                  <a:pt x="653541" y="227252"/>
                  <a:pt x="658273" y="160929"/>
                  <a:pt x="656534" y="68351"/>
                </a:cubicBezTo>
                <a:cubicBezTo>
                  <a:pt x="635784" y="68351"/>
                  <a:pt x="619908" y="68949"/>
                  <a:pt x="608907" y="70144"/>
                </a:cubicBezTo>
                <a:lnTo>
                  <a:pt x="608907" y="34540"/>
                </a:lnTo>
                <a:cubicBezTo>
                  <a:pt x="632905" y="36635"/>
                  <a:pt x="666324" y="37683"/>
                  <a:pt x="709162" y="37683"/>
                </a:cubicBezTo>
                <a:cubicBezTo>
                  <a:pt x="752001" y="37683"/>
                  <a:pt x="791299" y="35290"/>
                  <a:pt x="827056" y="30504"/>
                </a:cubicBezTo>
                <a:lnTo>
                  <a:pt x="777721" y="166406"/>
                </a:lnTo>
                <a:lnTo>
                  <a:pt x="812618" y="166406"/>
                </a:lnTo>
                <a:cubicBezTo>
                  <a:pt x="820486" y="166406"/>
                  <a:pt x="831728" y="165359"/>
                  <a:pt x="846344" y="163263"/>
                </a:cubicBezTo>
                <a:cubicBezTo>
                  <a:pt x="836957" y="211045"/>
                  <a:pt x="828075" y="246053"/>
                  <a:pt x="819698" y="268287"/>
                </a:cubicBezTo>
                <a:cubicBezTo>
                  <a:pt x="811320" y="290521"/>
                  <a:pt x="801067" y="308917"/>
                  <a:pt x="788937" y="323476"/>
                </a:cubicBezTo>
                <a:cubicBezTo>
                  <a:pt x="801471" y="336497"/>
                  <a:pt x="813729" y="347318"/>
                  <a:pt x="825709" y="355941"/>
                </a:cubicBezTo>
                <a:cubicBezTo>
                  <a:pt x="837689" y="364563"/>
                  <a:pt x="855481" y="374642"/>
                  <a:pt x="879084" y="386177"/>
                </a:cubicBezTo>
                <a:cubicBezTo>
                  <a:pt x="868806" y="394944"/>
                  <a:pt x="860624" y="405167"/>
                  <a:pt x="854538" y="416845"/>
                </a:cubicBezTo>
                <a:cubicBezTo>
                  <a:pt x="821291" y="399776"/>
                  <a:pt x="792573" y="376602"/>
                  <a:pt x="768384" y="347322"/>
                </a:cubicBezTo>
                <a:cubicBezTo>
                  <a:pt x="740395" y="376787"/>
                  <a:pt x="699685" y="401607"/>
                  <a:pt x="646254" y="421781"/>
                </a:cubicBezTo>
                <a:cubicBezTo>
                  <a:pt x="641068" y="408894"/>
                  <a:pt x="632955" y="397985"/>
                  <a:pt x="621916" y="389056"/>
                </a:cubicBezTo>
                <a:cubicBezTo>
                  <a:pt x="653224" y="379631"/>
                  <a:pt x="677930" y="370062"/>
                  <a:pt x="696032" y="360348"/>
                </a:cubicBezTo>
                <a:cubicBezTo>
                  <a:pt x="714134" y="350635"/>
                  <a:pt x="731139" y="338187"/>
                  <a:pt x="747046" y="323004"/>
                </a:cubicBezTo>
                <a:cubicBezTo>
                  <a:pt x="731008" y="304984"/>
                  <a:pt x="714721" y="281665"/>
                  <a:pt x="698185" y="253048"/>
                </a:cubicBezTo>
                <a:lnTo>
                  <a:pt x="684303" y="227667"/>
                </a:lnTo>
                <a:lnTo>
                  <a:pt x="684112" y="229402"/>
                </a:lnTo>
                <a:cubicBezTo>
                  <a:pt x="683474" y="234475"/>
                  <a:pt x="682796" y="239177"/>
                  <a:pt x="682077" y="243509"/>
                </a:cubicBezTo>
                <a:cubicBezTo>
                  <a:pt x="676326" y="278161"/>
                  <a:pt x="667349" y="305936"/>
                  <a:pt x="655145" y="326834"/>
                </a:cubicBezTo>
                <a:cubicBezTo>
                  <a:pt x="642941" y="347731"/>
                  <a:pt x="623311" y="370858"/>
                  <a:pt x="596255" y="396214"/>
                </a:cubicBezTo>
                <a:cubicBezTo>
                  <a:pt x="592483" y="391789"/>
                  <a:pt x="587914" y="387764"/>
                  <a:pt x="582548" y="384139"/>
                </a:cubicBezTo>
                <a:lnTo>
                  <a:pt x="564500" y="374692"/>
                </a:lnTo>
                <a:lnTo>
                  <a:pt x="565853" y="396540"/>
                </a:lnTo>
                <a:cubicBezTo>
                  <a:pt x="566414" y="404444"/>
                  <a:pt x="567068" y="412707"/>
                  <a:pt x="567816" y="421331"/>
                </a:cubicBezTo>
                <a:lnTo>
                  <a:pt x="524589" y="421331"/>
                </a:lnTo>
                <a:cubicBezTo>
                  <a:pt x="527575" y="386336"/>
                  <a:pt x="529068" y="357602"/>
                  <a:pt x="529068" y="335127"/>
                </a:cubicBezTo>
                <a:lnTo>
                  <a:pt x="529068" y="196624"/>
                </a:lnTo>
                <a:cubicBezTo>
                  <a:pt x="522315" y="237996"/>
                  <a:pt x="504611" y="279111"/>
                  <a:pt x="475955" y="319968"/>
                </a:cubicBezTo>
                <a:cubicBezTo>
                  <a:pt x="468644" y="310167"/>
                  <a:pt x="459141" y="302783"/>
                  <a:pt x="447444" y="297816"/>
                </a:cubicBezTo>
                <a:cubicBezTo>
                  <a:pt x="471383" y="268483"/>
                  <a:pt x="492672" y="229250"/>
                  <a:pt x="511312" y="180115"/>
                </a:cubicBezTo>
                <a:lnTo>
                  <a:pt x="527877" y="131198"/>
                </a:lnTo>
                <a:lnTo>
                  <a:pt x="458653" y="134731"/>
                </a:lnTo>
                <a:lnTo>
                  <a:pt x="458653" y="95533"/>
                </a:lnTo>
                <a:cubicBezTo>
                  <a:pt x="479712" y="98234"/>
                  <a:pt x="503184" y="99584"/>
                  <a:pt x="529068" y="99584"/>
                </a:cubicBezTo>
                <a:cubicBezTo>
                  <a:pt x="529068" y="42872"/>
                  <a:pt x="528323" y="10275"/>
                  <a:pt x="526832" y="1793"/>
                </a:cubicBezTo>
                <a:close/>
                <a:moveTo>
                  <a:pt x="1006931" y="1350"/>
                </a:moveTo>
                <a:cubicBezTo>
                  <a:pt x="1019813" y="9427"/>
                  <a:pt x="1029206" y="14247"/>
                  <a:pt x="1035109" y="15809"/>
                </a:cubicBezTo>
                <a:cubicBezTo>
                  <a:pt x="1041012" y="17371"/>
                  <a:pt x="1043964" y="20127"/>
                  <a:pt x="1043964" y="24078"/>
                </a:cubicBezTo>
                <a:cubicBezTo>
                  <a:pt x="1043964" y="28028"/>
                  <a:pt x="1042244" y="30730"/>
                  <a:pt x="1038806" y="32182"/>
                </a:cubicBezTo>
                <a:cubicBezTo>
                  <a:pt x="1035367" y="33635"/>
                  <a:pt x="1029162" y="37559"/>
                  <a:pt x="1020189" y="43955"/>
                </a:cubicBezTo>
                <a:cubicBezTo>
                  <a:pt x="1083235" y="43960"/>
                  <a:pt x="1120461" y="42167"/>
                  <a:pt x="1131868" y="38576"/>
                </a:cubicBezTo>
                <a:lnTo>
                  <a:pt x="1131868" y="76424"/>
                </a:lnTo>
                <a:cubicBezTo>
                  <a:pt x="1118795" y="74328"/>
                  <a:pt x="1095323" y="73280"/>
                  <a:pt x="1061452" y="73280"/>
                </a:cubicBezTo>
                <a:cubicBezTo>
                  <a:pt x="1067791" y="82134"/>
                  <a:pt x="1075118" y="97491"/>
                  <a:pt x="1083433" y="119350"/>
                </a:cubicBezTo>
                <a:lnTo>
                  <a:pt x="1044450" y="128902"/>
                </a:lnTo>
                <a:cubicBezTo>
                  <a:pt x="1041659" y="108090"/>
                  <a:pt x="1036982" y="89549"/>
                  <a:pt x="1030419" y="73280"/>
                </a:cubicBezTo>
                <a:lnTo>
                  <a:pt x="1001158" y="73280"/>
                </a:lnTo>
                <a:cubicBezTo>
                  <a:pt x="988838" y="88125"/>
                  <a:pt x="972357" y="104422"/>
                  <a:pt x="951717" y="122172"/>
                </a:cubicBezTo>
                <a:cubicBezTo>
                  <a:pt x="943963" y="113357"/>
                  <a:pt x="935036" y="106449"/>
                  <a:pt x="924935" y="101448"/>
                </a:cubicBezTo>
                <a:cubicBezTo>
                  <a:pt x="960120" y="76421"/>
                  <a:pt x="987452" y="43055"/>
                  <a:pt x="1006931" y="1350"/>
                </a:cubicBezTo>
                <a:close/>
                <a:moveTo>
                  <a:pt x="1189446" y="0"/>
                </a:moveTo>
                <a:cubicBezTo>
                  <a:pt x="1202777" y="6239"/>
                  <a:pt x="1212660" y="10663"/>
                  <a:pt x="1219097" y="13273"/>
                </a:cubicBezTo>
                <a:cubicBezTo>
                  <a:pt x="1225533" y="15883"/>
                  <a:pt x="1228751" y="19027"/>
                  <a:pt x="1228751" y="22706"/>
                </a:cubicBezTo>
                <a:cubicBezTo>
                  <a:pt x="1228751" y="26385"/>
                  <a:pt x="1226407" y="29230"/>
                  <a:pt x="1221718" y="31239"/>
                </a:cubicBezTo>
                <a:cubicBezTo>
                  <a:pt x="1217029" y="33249"/>
                  <a:pt x="1210851" y="38086"/>
                  <a:pt x="1203184" y="45748"/>
                </a:cubicBezTo>
                <a:cubicBezTo>
                  <a:pt x="1272288" y="45758"/>
                  <a:pt x="1314748" y="43515"/>
                  <a:pt x="1330564" y="39019"/>
                </a:cubicBezTo>
                <a:lnTo>
                  <a:pt x="1330564" y="76874"/>
                </a:lnTo>
                <a:cubicBezTo>
                  <a:pt x="1318453" y="75078"/>
                  <a:pt x="1290942" y="74181"/>
                  <a:pt x="1248032" y="74181"/>
                </a:cubicBezTo>
                <a:cubicBezTo>
                  <a:pt x="1258276" y="91083"/>
                  <a:pt x="1265453" y="105184"/>
                  <a:pt x="1269563" y="116486"/>
                </a:cubicBezTo>
                <a:lnTo>
                  <a:pt x="1231637" y="127101"/>
                </a:lnTo>
                <a:cubicBezTo>
                  <a:pt x="1229037" y="111652"/>
                  <a:pt x="1223851" y="94012"/>
                  <a:pt x="1216078" y="74181"/>
                </a:cubicBezTo>
                <a:lnTo>
                  <a:pt x="1189032" y="74181"/>
                </a:lnTo>
                <a:cubicBezTo>
                  <a:pt x="1180474" y="87977"/>
                  <a:pt x="1170553" y="101432"/>
                  <a:pt x="1159271" y="114543"/>
                </a:cubicBezTo>
                <a:cubicBezTo>
                  <a:pt x="1155082" y="110371"/>
                  <a:pt x="1150615" y="106862"/>
                  <a:pt x="1145869" y="104016"/>
                </a:cubicBezTo>
                <a:lnTo>
                  <a:pt x="1133224" y="98524"/>
                </a:lnTo>
                <a:lnTo>
                  <a:pt x="1160257" y="132324"/>
                </a:lnTo>
                <a:cubicBezTo>
                  <a:pt x="1236166" y="132324"/>
                  <a:pt x="1291140" y="131123"/>
                  <a:pt x="1325178" y="128723"/>
                </a:cubicBezTo>
                <a:cubicBezTo>
                  <a:pt x="1323087" y="142382"/>
                  <a:pt x="1322041" y="155684"/>
                  <a:pt x="1322041" y="168628"/>
                </a:cubicBezTo>
                <a:cubicBezTo>
                  <a:pt x="1322041" y="181573"/>
                  <a:pt x="1322789" y="195241"/>
                  <a:pt x="1324285" y="209633"/>
                </a:cubicBezTo>
                <a:lnTo>
                  <a:pt x="1285087" y="209633"/>
                </a:lnTo>
                <a:lnTo>
                  <a:pt x="1285087" y="161191"/>
                </a:lnTo>
                <a:lnTo>
                  <a:pt x="978027" y="161191"/>
                </a:lnTo>
                <a:lnTo>
                  <a:pt x="978027" y="210976"/>
                </a:lnTo>
                <a:lnTo>
                  <a:pt x="938836" y="210976"/>
                </a:lnTo>
                <a:cubicBezTo>
                  <a:pt x="940032" y="197174"/>
                  <a:pt x="940629" y="182627"/>
                  <a:pt x="940629" y="167335"/>
                </a:cubicBezTo>
                <a:cubicBezTo>
                  <a:pt x="940629" y="152043"/>
                  <a:pt x="940032" y="139172"/>
                  <a:pt x="938836" y="128723"/>
                </a:cubicBezTo>
                <a:cubicBezTo>
                  <a:pt x="974841" y="131123"/>
                  <a:pt x="1036884" y="132324"/>
                  <a:pt x="1124967" y="132324"/>
                </a:cubicBezTo>
                <a:cubicBezTo>
                  <a:pt x="1119471" y="126756"/>
                  <a:pt x="1111696" y="119105"/>
                  <a:pt x="1101642" y="109371"/>
                </a:cubicBezTo>
                <a:lnTo>
                  <a:pt x="1125095" y="88361"/>
                </a:lnTo>
                <a:lnTo>
                  <a:pt x="1131564" y="96448"/>
                </a:lnTo>
                <a:lnTo>
                  <a:pt x="1167415" y="48752"/>
                </a:lnTo>
                <a:cubicBezTo>
                  <a:pt x="1177190" y="32507"/>
                  <a:pt x="1184534" y="16257"/>
                  <a:pt x="11894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3290E72-1AD7-4713-B40E-A6A5926ED5D5}"/>
              </a:ext>
            </a:extLst>
          </p:cNvPr>
          <p:cNvSpPr txBox="1"/>
          <p:nvPr/>
        </p:nvSpPr>
        <p:spPr>
          <a:xfrm>
            <a:off x="5110386" y="9377667"/>
            <a:ext cx="2729619" cy="429846"/>
          </a:xfrm>
          <a:custGeom>
            <a:avLst/>
            <a:gdLst/>
            <a:ahLst/>
            <a:cxnLst/>
            <a:rect l="l" t="t" r="r" b="b"/>
            <a:pathLst>
              <a:path w="2729619" h="429846">
                <a:moveTo>
                  <a:pt x="2189830" y="324719"/>
                </a:moveTo>
                <a:cubicBezTo>
                  <a:pt x="2223978" y="348255"/>
                  <a:pt x="2251657" y="372758"/>
                  <a:pt x="2272869" y="398228"/>
                </a:cubicBezTo>
                <a:lnTo>
                  <a:pt x="2248895" y="422224"/>
                </a:lnTo>
                <a:cubicBezTo>
                  <a:pt x="2229754" y="396626"/>
                  <a:pt x="2204049" y="371830"/>
                  <a:pt x="2171778" y="347836"/>
                </a:cubicBezTo>
                <a:close/>
                <a:moveTo>
                  <a:pt x="89875" y="308746"/>
                </a:moveTo>
                <a:lnTo>
                  <a:pt x="89875" y="343107"/>
                </a:lnTo>
                <a:cubicBezTo>
                  <a:pt x="118245" y="338326"/>
                  <a:pt x="141210" y="334418"/>
                  <a:pt x="158769" y="331384"/>
                </a:cubicBezTo>
                <a:lnTo>
                  <a:pt x="158769" y="308746"/>
                </a:lnTo>
                <a:close/>
                <a:moveTo>
                  <a:pt x="615350" y="293944"/>
                </a:moveTo>
                <a:lnTo>
                  <a:pt x="615350" y="330113"/>
                </a:lnTo>
                <a:lnTo>
                  <a:pt x="729550" y="330113"/>
                </a:lnTo>
                <a:lnTo>
                  <a:pt x="729550" y="293944"/>
                </a:lnTo>
                <a:close/>
                <a:moveTo>
                  <a:pt x="577503" y="260582"/>
                </a:moveTo>
                <a:cubicBezTo>
                  <a:pt x="597910" y="262383"/>
                  <a:pt x="629465" y="263283"/>
                  <a:pt x="672168" y="263283"/>
                </a:cubicBezTo>
                <a:cubicBezTo>
                  <a:pt x="714871" y="263283"/>
                  <a:pt x="746167" y="262383"/>
                  <a:pt x="766055" y="260582"/>
                </a:cubicBezTo>
                <a:cubicBezTo>
                  <a:pt x="765155" y="275499"/>
                  <a:pt x="764705" y="292234"/>
                  <a:pt x="764705" y="310789"/>
                </a:cubicBezTo>
                <a:cubicBezTo>
                  <a:pt x="764705" y="329343"/>
                  <a:pt x="765155" y="346603"/>
                  <a:pt x="766055" y="362567"/>
                </a:cubicBezTo>
                <a:cubicBezTo>
                  <a:pt x="747210" y="361371"/>
                  <a:pt x="715869" y="360774"/>
                  <a:pt x="672032" y="360774"/>
                </a:cubicBezTo>
                <a:cubicBezTo>
                  <a:pt x="628196" y="360774"/>
                  <a:pt x="596686" y="361521"/>
                  <a:pt x="577503" y="363017"/>
                </a:cubicBezTo>
                <a:cubicBezTo>
                  <a:pt x="579298" y="345581"/>
                  <a:pt x="580196" y="327597"/>
                  <a:pt x="580196" y="309063"/>
                </a:cubicBezTo>
                <a:cubicBezTo>
                  <a:pt x="580196" y="290530"/>
                  <a:pt x="579298" y="274370"/>
                  <a:pt x="577503" y="260582"/>
                </a:cubicBezTo>
                <a:close/>
                <a:moveTo>
                  <a:pt x="89875" y="252681"/>
                </a:moveTo>
                <a:lnTo>
                  <a:pt x="89875" y="280328"/>
                </a:lnTo>
                <a:lnTo>
                  <a:pt x="158769" y="280328"/>
                </a:lnTo>
                <a:lnTo>
                  <a:pt x="158769" y="252681"/>
                </a:lnTo>
                <a:close/>
                <a:moveTo>
                  <a:pt x="334584" y="244609"/>
                </a:moveTo>
                <a:cubicBezTo>
                  <a:pt x="291979" y="244609"/>
                  <a:pt x="265276" y="244816"/>
                  <a:pt x="254474" y="245231"/>
                </a:cubicBezTo>
                <a:cubicBezTo>
                  <a:pt x="267824" y="276234"/>
                  <a:pt x="282942" y="301235"/>
                  <a:pt x="299830" y="320233"/>
                </a:cubicBezTo>
                <a:cubicBezTo>
                  <a:pt x="316589" y="298263"/>
                  <a:pt x="328174" y="273055"/>
                  <a:pt x="334584" y="244609"/>
                </a:cubicBezTo>
                <a:close/>
                <a:moveTo>
                  <a:pt x="1909931" y="218420"/>
                </a:moveTo>
                <a:cubicBezTo>
                  <a:pt x="1921557" y="224440"/>
                  <a:pt x="1931741" y="229002"/>
                  <a:pt x="1940485" y="232107"/>
                </a:cubicBezTo>
                <a:cubicBezTo>
                  <a:pt x="1946786" y="234808"/>
                  <a:pt x="1949936" y="238131"/>
                  <a:pt x="1949936" y="242077"/>
                </a:cubicBezTo>
                <a:cubicBezTo>
                  <a:pt x="1949936" y="246022"/>
                  <a:pt x="1948057" y="248532"/>
                  <a:pt x="1944300" y="249606"/>
                </a:cubicBezTo>
                <a:cubicBezTo>
                  <a:pt x="1940542" y="250680"/>
                  <a:pt x="1937516" y="252810"/>
                  <a:pt x="1935220" y="255996"/>
                </a:cubicBezTo>
                <a:cubicBezTo>
                  <a:pt x="1932925" y="259182"/>
                  <a:pt x="1928636" y="267357"/>
                  <a:pt x="1922354" y="280521"/>
                </a:cubicBezTo>
                <a:cubicBezTo>
                  <a:pt x="1916072" y="293684"/>
                  <a:pt x="1906293" y="308624"/>
                  <a:pt x="1893015" y="325341"/>
                </a:cubicBezTo>
                <a:cubicBezTo>
                  <a:pt x="1884809" y="319125"/>
                  <a:pt x="1874422" y="314153"/>
                  <a:pt x="1861854" y="310424"/>
                </a:cubicBezTo>
                <a:cubicBezTo>
                  <a:pt x="1886262" y="282921"/>
                  <a:pt x="1902287" y="252253"/>
                  <a:pt x="1909931" y="218420"/>
                </a:cubicBezTo>
                <a:close/>
                <a:moveTo>
                  <a:pt x="499914" y="207662"/>
                </a:moveTo>
                <a:cubicBezTo>
                  <a:pt x="526837" y="210657"/>
                  <a:pt x="586461" y="212155"/>
                  <a:pt x="678787" y="212155"/>
                </a:cubicBezTo>
                <a:cubicBezTo>
                  <a:pt x="771113" y="212155"/>
                  <a:pt x="828158" y="210657"/>
                  <a:pt x="849923" y="207662"/>
                </a:cubicBezTo>
                <a:cubicBezTo>
                  <a:pt x="846936" y="226083"/>
                  <a:pt x="845443" y="250031"/>
                  <a:pt x="845443" y="279506"/>
                </a:cubicBezTo>
                <a:lnTo>
                  <a:pt x="845443" y="368760"/>
                </a:lnTo>
                <a:cubicBezTo>
                  <a:pt x="845443" y="383786"/>
                  <a:pt x="843804" y="394837"/>
                  <a:pt x="840525" y="401914"/>
                </a:cubicBezTo>
                <a:cubicBezTo>
                  <a:pt x="837246" y="408991"/>
                  <a:pt x="830194" y="414065"/>
                  <a:pt x="819369" y="417134"/>
                </a:cubicBezTo>
                <a:cubicBezTo>
                  <a:pt x="808543" y="420204"/>
                  <a:pt x="789705" y="422498"/>
                  <a:pt x="762855" y="424017"/>
                </a:cubicBezTo>
                <a:cubicBezTo>
                  <a:pt x="762507" y="409892"/>
                  <a:pt x="757982" y="395480"/>
                  <a:pt x="749281" y="380783"/>
                </a:cubicBezTo>
                <a:cubicBezTo>
                  <a:pt x="765745" y="382583"/>
                  <a:pt x="778394" y="383484"/>
                  <a:pt x="787229" y="383484"/>
                </a:cubicBezTo>
                <a:cubicBezTo>
                  <a:pt x="796063" y="383484"/>
                  <a:pt x="801665" y="382129"/>
                  <a:pt x="804035" y="379419"/>
                </a:cubicBezTo>
                <a:cubicBezTo>
                  <a:pt x="806404" y="376709"/>
                  <a:pt x="807589" y="370913"/>
                  <a:pt x="807589" y="362031"/>
                </a:cubicBezTo>
                <a:lnTo>
                  <a:pt x="807589" y="243266"/>
                </a:lnTo>
                <a:lnTo>
                  <a:pt x="540898" y="243266"/>
                </a:lnTo>
                <a:lnTo>
                  <a:pt x="540898" y="419531"/>
                </a:lnTo>
                <a:lnTo>
                  <a:pt x="497221" y="419531"/>
                </a:lnTo>
                <a:cubicBezTo>
                  <a:pt x="501408" y="394128"/>
                  <a:pt x="503501" y="366589"/>
                  <a:pt x="503501" y="336913"/>
                </a:cubicBezTo>
                <a:lnTo>
                  <a:pt x="503501" y="279506"/>
                </a:lnTo>
                <a:cubicBezTo>
                  <a:pt x="503501" y="253322"/>
                  <a:pt x="502305" y="229374"/>
                  <a:pt x="499914" y="207662"/>
                </a:cubicBezTo>
                <a:close/>
                <a:moveTo>
                  <a:pt x="1955594" y="197339"/>
                </a:moveTo>
                <a:cubicBezTo>
                  <a:pt x="1973596" y="198891"/>
                  <a:pt x="1986199" y="199759"/>
                  <a:pt x="1993402" y="199943"/>
                </a:cubicBezTo>
                <a:cubicBezTo>
                  <a:pt x="2000606" y="200126"/>
                  <a:pt x="2004207" y="202875"/>
                  <a:pt x="2004207" y="208190"/>
                </a:cubicBezTo>
                <a:cubicBezTo>
                  <a:pt x="2004207" y="211586"/>
                  <a:pt x="2002564" y="214110"/>
                  <a:pt x="1999278" y="215763"/>
                </a:cubicBezTo>
                <a:cubicBezTo>
                  <a:pt x="1995987" y="217201"/>
                  <a:pt x="1994342" y="221854"/>
                  <a:pt x="1994342" y="229721"/>
                </a:cubicBezTo>
                <a:lnTo>
                  <a:pt x="1994342" y="312610"/>
                </a:lnTo>
                <a:cubicBezTo>
                  <a:pt x="2008443" y="289150"/>
                  <a:pt x="2020026" y="260594"/>
                  <a:pt x="2029089" y="226943"/>
                </a:cubicBezTo>
                <a:cubicBezTo>
                  <a:pt x="2040766" y="233786"/>
                  <a:pt x="2050080" y="238056"/>
                  <a:pt x="2057028" y="239751"/>
                </a:cubicBezTo>
                <a:cubicBezTo>
                  <a:pt x="2063977" y="241447"/>
                  <a:pt x="2067451" y="244532"/>
                  <a:pt x="2067451" y="249006"/>
                </a:cubicBezTo>
                <a:cubicBezTo>
                  <a:pt x="2067451" y="253480"/>
                  <a:pt x="2066001" y="256533"/>
                  <a:pt x="2063100" y="258164"/>
                </a:cubicBezTo>
                <a:cubicBezTo>
                  <a:pt x="2060200" y="259795"/>
                  <a:pt x="2056558" y="263439"/>
                  <a:pt x="2052174" y="269094"/>
                </a:cubicBezTo>
                <a:cubicBezTo>
                  <a:pt x="2047790" y="274750"/>
                  <a:pt x="2043745" y="281428"/>
                  <a:pt x="2040040" y="289129"/>
                </a:cubicBezTo>
                <a:cubicBezTo>
                  <a:pt x="2023571" y="323590"/>
                  <a:pt x="2002476" y="351019"/>
                  <a:pt x="1976754" y="371414"/>
                </a:cubicBezTo>
                <a:cubicBezTo>
                  <a:pt x="1951032" y="391810"/>
                  <a:pt x="1917523" y="408446"/>
                  <a:pt x="1876227" y="421324"/>
                </a:cubicBezTo>
                <a:cubicBezTo>
                  <a:pt x="1873012" y="409708"/>
                  <a:pt x="1866728" y="399290"/>
                  <a:pt x="1857375" y="390070"/>
                </a:cubicBezTo>
                <a:cubicBezTo>
                  <a:pt x="1903976" y="377059"/>
                  <a:pt x="1937913" y="361736"/>
                  <a:pt x="1959187" y="344100"/>
                </a:cubicBezTo>
                <a:lnTo>
                  <a:pt x="1959187" y="251703"/>
                </a:lnTo>
                <a:cubicBezTo>
                  <a:pt x="1959187" y="230314"/>
                  <a:pt x="1957990" y="212193"/>
                  <a:pt x="1955594" y="197339"/>
                </a:cubicBezTo>
                <a:close/>
                <a:moveTo>
                  <a:pt x="89875" y="195274"/>
                </a:moveTo>
                <a:lnTo>
                  <a:pt x="89875" y="224714"/>
                </a:lnTo>
                <a:lnTo>
                  <a:pt x="158769" y="224714"/>
                </a:lnTo>
                <a:lnTo>
                  <a:pt x="158769" y="195274"/>
                </a:lnTo>
                <a:close/>
                <a:moveTo>
                  <a:pt x="2627256" y="190166"/>
                </a:moveTo>
                <a:cubicBezTo>
                  <a:pt x="2657036" y="209988"/>
                  <a:pt x="2684431" y="232708"/>
                  <a:pt x="2709438" y="258325"/>
                </a:cubicBezTo>
                <a:lnTo>
                  <a:pt x="2684206" y="280492"/>
                </a:lnTo>
                <a:cubicBezTo>
                  <a:pt x="2666009" y="260618"/>
                  <a:pt x="2640572" y="238651"/>
                  <a:pt x="2607897" y="214591"/>
                </a:cubicBezTo>
                <a:close/>
                <a:moveTo>
                  <a:pt x="2427296" y="181644"/>
                </a:moveTo>
                <a:cubicBezTo>
                  <a:pt x="2431735" y="192750"/>
                  <a:pt x="2438023" y="201978"/>
                  <a:pt x="2446163" y="209326"/>
                </a:cubicBezTo>
                <a:cubicBezTo>
                  <a:pt x="2424369" y="226504"/>
                  <a:pt x="2392930" y="252617"/>
                  <a:pt x="2351844" y="287664"/>
                </a:cubicBezTo>
                <a:cubicBezTo>
                  <a:pt x="2345195" y="276601"/>
                  <a:pt x="2336658" y="268393"/>
                  <a:pt x="2326233" y="263040"/>
                </a:cubicBezTo>
                <a:cubicBezTo>
                  <a:pt x="2367805" y="237327"/>
                  <a:pt x="2401493" y="210195"/>
                  <a:pt x="2427296" y="181644"/>
                </a:cubicBezTo>
                <a:close/>
                <a:moveTo>
                  <a:pt x="2142624" y="177608"/>
                </a:moveTo>
                <a:cubicBezTo>
                  <a:pt x="2154716" y="179108"/>
                  <a:pt x="2168202" y="179858"/>
                  <a:pt x="2183080" y="179858"/>
                </a:cubicBezTo>
                <a:cubicBezTo>
                  <a:pt x="2188218" y="179858"/>
                  <a:pt x="2190788" y="181951"/>
                  <a:pt x="2190788" y="186137"/>
                </a:cubicBezTo>
                <a:cubicBezTo>
                  <a:pt x="2190788" y="190324"/>
                  <a:pt x="2189838" y="193195"/>
                  <a:pt x="2187937" y="194753"/>
                </a:cubicBezTo>
                <a:cubicBezTo>
                  <a:pt x="2186037" y="196310"/>
                  <a:pt x="2184169" y="199318"/>
                  <a:pt x="2182333" y="203775"/>
                </a:cubicBezTo>
                <a:cubicBezTo>
                  <a:pt x="2180497" y="208233"/>
                  <a:pt x="2179579" y="210848"/>
                  <a:pt x="2179579" y="211619"/>
                </a:cubicBezTo>
                <a:cubicBezTo>
                  <a:pt x="2178622" y="257787"/>
                  <a:pt x="2175845" y="290366"/>
                  <a:pt x="2171249" y="309356"/>
                </a:cubicBezTo>
                <a:cubicBezTo>
                  <a:pt x="2166654" y="328347"/>
                  <a:pt x="2155254" y="347787"/>
                  <a:pt x="2137049" y="367678"/>
                </a:cubicBezTo>
                <a:cubicBezTo>
                  <a:pt x="2118844" y="387569"/>
                  <a:pt x="2091806" y="407244"/>
                  <a:pt x="2055935" y="426703"/>
                </a:cubicBezTo>
                <a:cubicBezTo>
                  <a:pt x="2053368" y="418531"/>
                  <a:pt x="2046534" y="408706"/>
                  <a:pt x="2035432" y="397228"/>
                </a:cubicBezTo>
                <a:cubicBezTo>
                  <a:pt x="2063050" y="385517"/>
                  <a:pt x="2084926" y="372175"/>
                  <a:pt x="2101059" y="357202"/>
                </a:cubicBezTo>
                <a:cubicBezTo>
                  <a:pt x="2117192" y="342228"/>
                  <a:pt x="2128601" y="326022"/>
                  <a:pt x="2135288" y="308581"/>
                </a:cubicBezTo>
                <a:cubicBezTo>
                  <a:pt x="2141974" y="291141"/>
                  <a:pt x="2145318" y="264407"/>
                  <a:pt x="2145318" y="228378"/>
                </a:cubicBezTo>
                <a:cubicBezTo>
                  <a:pt x="2145318" y="213510"/>
                  <a:pt x="2144420" y="196586"/>
                  <a:pt x="2142624" y="177608"/>
                </a:cubicBezTo>
                <a:close/>
                <a:moveTo>
                  <a:pt x="0" y="161463"/>
                </a:moveTo>
                <a:cubicBezTo>
                  <a:pt x="29913" y="164759"/>
                  <a:pt x="98476" y="166406"/>
                  <a:pt x="205690" y="166406"/>
                </a:cubicBezTo>
                <a:cubicBezTo>
                  <a:pt x="312903" y="166406"/>
                  <a:pt x="381192" y="164759"/>
                  <a:pt x="410558" y="161463"/>
                </a:cubicBezTo>
                <a:lnTo>
                  <a:pt x="410558" y="198860"/>
                </a:lnTo>
                <a:cubicBezTo>
                  <a:pt x="389141" y="196470"/>
                  <a:pt x="316632" y="195274"/>
                  <a:pt x="193031" y="195274"/>
                </a:cubicBezTo>
                <a:lnTo>
                  <a:pt x="193031" y="325169"/>
                </a:lnTo>
                <a:lnTo>
                  <a:pt x="230257" y="317097"/>
                </a:lnTo>
                <a:cubicBezTo>
                  <a:pt x="229957" y="324393"/>
                  <a:pt x="229807" y="330529"/>
                  <a:pt x="229807" y="335506"/>
                </a:cubicBezTo>
                <a:cubicBezTo>
                  <a:pt x="229807" y="340483"/>
                  <a:pt x="229957" y="346019"/>
                  <a:pt x="230257" y="352115"/>
                </a:cubicBezTo>
                <a:cubicBezTo>
                  <a:pt x="219508" y="353620"/>
                  <a:pt x="207099" y="355544"/>
                  <a:pt x="193031" y="357887"/>
                </a:cubicBezTo>
                <a:lnTo>
                  <a:pt x="195504" y="397553"/>
                </a:lnTo>
                <a:lnTo>
                  <a:pt x="239730" y="374022"/>
                </a:lnTo>
                <a:cubicBezTo>
                  <a:pt x="254081" y="364639"/>
                  <a:pt x="267012" y="354268"/>
                  <a:pt x="278520" y="342907"/>
                </a:cubicBezTo>
                <a:cubicBezTo>
                  <a:pt x="260665" y="325614"/>
                  <a:pt x="242039" y="293446"/>
                  <a:pt x="222642" y="246402"/>
                </a:cubicBezTo>
                <a:lnTo>
                  <a:pt x="208104" y="247302"/>
                </a:lnTo>
                <a:lnTo>
                  <a:pt x="208104" y="212591"/>
                </a:lnTo>
                <a:cubicBezTo>
                  <a:pt x="228569" y="215286"/>
                  <a:pt x="256842" y="216634"/>
                  <a:pt x="292925" y="216634"/>
                </a:cubicBezTo>
                <a:cubicBezTo>
                  <a:pt x="329009" y="216634"/>
                  <a:pt x="357156" y="215286"/>
                  <a:pt x="377368" y="212591"/>
                </a:cubicBezTo>
                <a:cubicBezTo>
                  <a:pt x="364228" y="266026"/>
                  <a:pt x="345540" y="308824"/>
                  <a:pt x="321304" y="340985"/>
                </a:cubicBezTo>
                <a:cubicBezTo>
                  <a:pt x="342378" y="359011"/>
                  <a:pt x="373327" y="376990"/>
                  <a:pt x="414151" y="394921"/>
                </a:cubicBezTo>
                <a:cubicBezTo>
                  <a:pt x="404469" y="402141"/>
                  <a:pt x="396473" y="412437"/>
                  <a:pt x="390163" y="425810"/>
                </a:cubicBezTo>
                <a:cubicBezTo>
                  <a:pt x="346576" y="401969"/>
                  <a:pt x="316880" y="381338"/>
                  <a:pt x="301073" y="363917"/>
                </a:cubicBezTo>
                <a:cubicBezTo>
                  <a:pt x="283847" y="383572"/>
                  <a:pt x="256853" y="404500"/>
                  <a:pt x="220091" y="426703"/>
                </a:cubicBezTo>
                <a:cubicBezTo>
                  <a:pt x="216939" y="420586"/>
                  <a:pt x="213055" y="415235"/>
                  <a:pt x="208442" y="410651"/>
                </a:cubicBezTo>
                <a:lnTo>
                  <a:pt x="195755" y="401590"/>
                </a:lnTo>
                <a:lnTo>
                  <a:pt x="197517" y="429846"/>
                </a:lnTo>
                <a:lnTo>
                  <a:pt x="156526" y="429846"/>
                </a:lnTo>
                <a:cubicBezTo>
                  <a:pt x="158022" y="410449"/>
                  <a:pt x="158769" y="387875"/>
                  <a:pt x="158769" y="362124"/>
                </a:cubicBezTo>
                <a:cubicBezTo>
                  <a:pt x="87956" y="374382"/>
                  <a:pt x="39843" y="383500"/>
                  <a:pt x="14430" y="389477"/>
                </a:cubicBezTo>
                <a:cubicBezTo>
                  <a:pt x="13244" y="378390"/>
                  <a:pt x="9927" y="365779"/>
                  <a:pt x="4479" y="351644"/>
                </a:cubicBezTo>
                <a:cubicBezTo>
                  <a:pt x="22829" y="350510"/>
                  <a:pt x="39574" y="349174"/>
                  <a:pt x="54714" y="347636"/>
                </a:cubicBezTo>
                <a:lnTo>
                  <a:pt x="54714" y="195724"/>
                </a:lnTo>
                <a:cubicBezTo>
                  <a:pt x="48132" y="195724"/>
                  <a:pt x="29894" y="196770"/>
                  <a:pt x="0" y="198860"/>
                </a:cubicBezTo>
                <a:close/>
                <a:moveTo>
                  <a:pt x="589340" y="135174"/>
                </a:moveTo>
                <a:lnTo>
                  <a:pt x="589340" y="163263"/>
                </a:lnTo>
                <a:lnTo>
                  <a:pt x="751975" y="163263"/>
                </a:lnTo>
                <a:lnTo>
                  <a:pt x="751975" y="135174"/>
                </a:lnTo>
                <a:close/>
                <a:moveTo>
                  <a:pt x="107363" y="109156"/>
                </a:moveTo>
                <a:lnTo>
                  <a:pt x="107363" y="126037"/>
                </a:lnTo>
                <a:lnTo>
                  <a:pt x="305881" y="126037"/>
                </a:lnTo>
                <a:lnTo>
                  <a:pt x="305881" y="109156"/>
                </a:lnTo>
                <a:close/>
                <a:moveTo>
                  <a:pt x="551942" y="102706"/>
                </a:moveTo>
                <a:cubicBezTo>
                  <a:pt x="579593" y="104206"/>
                  <a:pt x="619140" y="104956"/>
                  <a:pt x="670582" y="104956"/>
                </a:cubicBezTo>
                <a:cubicBezTo>
                  <a:pt x="722024" y="104956"/>
                  <a:pt x="761473" y="104206"/>
                  <a:pt x="788929" y="102706"/>
                </a:cubicBezTo>
                <a:cubicBezTo>
                  <a:pt x="788029" y="117045"/>
                  <a:pt x="787579" y="132138"/>
                  <a:pt x="787579" y="147983"/>
                </a:cubicBezTo>
                <a:cubicBezTo>
                  <a:pt x="787579" y="163827"/>
                  <a:pt x="788029" y="179591"/>
                  <a:pt x="788929" y="195274"/>
                </a:cubicBezTo>
                <a:cubicBezTo>
                  <a:pt x="757625" y="194379"/>
                  <a:pt x="717228" y="193931"/>
                  <a:pt x="667739" y="193931"/>
                </a:cubicBezTo>
                <a:cubicBezTo>
                  <a:pt x="618249" y="193931"/>
                  <a:pt x="579651" y="194529"/>
                  <a:pt x="551942" y="195724"/>
                </a:cubicBezTo>
                <a:cubicBezTo>
                  <a:pt x="553733" y="178860"/>
                  <a:pt x="554628" y="162588"/>
                  <a:pt x="554628" y="146908"/>
                </a:cubicBezTo>
                <a:cubicBezTo>
                  <a:pt x="554628" y="131227"/>
                  <a:pt x="553733" y="116493"/>
                  <a:pt x="551942" y="102706"/>
                </a:cubicBezTo>
                <a:close/>
                <a:moveTo>
                  <a:pt x="2653046" y="93733"/>
                </a:moveTo>
                <a:cubicBezTo>
                  <a:pt x="2665776" y="103487"/>
                  <a:pt x="2674619" y="109851"/>
                  <a:pt x="2679577" y="112825"/>
                </a:cubicBezTo>
                <a:cubicBezTo>
                  <a:pt x="2684535" y="115799"/>
                  <a:pt x="2687014" y="119034"/>
                  <a:pt x="2687014" y="122529"/>
                </a:cubicBezTo>
                <a:cubicBezTo>
                  <a:pt x="2687014" y="128268"/>
                  <a:pt x="2684643" y="131138"/>
                  <a:pt x="2679902" y="131138"/>
                </a:cubicBezTo>
                <a:cubicBezTo>
                  <a:pt x="2675161" y="131138"/>
                  <a:pt x="2670109" y="133131"/>
                  <a:pt x="2664747" y="137117"/>
                </a:cubicBezTo>
                <a:cubicBezTo>
                  <a:pt x="2659384" y="141103"/>
                  <a:pt x="2652111" y="147305"/>
                  <a:pt x="2642926" y="155723"/>
                </a:cubicBezTo>
                <a:cubicBezTo>
                  <a:pt x="2633742" y="164141"/>
                  <a:pt x="2623216" y="173288"/>
                  <a:pt x="2611347" y="183166"/>
                </a:cubicBezTo>
                <a:cubicBezTo>
                  <a:pt x="2605970" y="175831"/>
                  <a:pt x="2598541" y="169023"/>
                  <a:pt x="2589059" y="162742"/>
                </a:cubicBezTo>
                <a:cubicBezTo>
                  <a:pt x="2614852" y="143420"/>
                  <a:pt x="2636181" y="120417"/>
                  <a:pt x="2653046" y="93733"/>
                </a:cubicBezTo>
                <a:close/>
                <a:moveTo>
                  <a:pt x="107363" y="61615"/>
                </a:moveTo>
                <a:lnTo>
                  <a:pt x="107363" y="81189"/>
                </a:lnTo>
                <a:lnTo>
                  <a:pt x="305881" y="81189"/>
                </a:lnTo>
                <a:lnTo>
                  <a:pt x="305881" y="61615"/>
                </a:lnTo>
                <a:close/>
                <a:moveTo>
                  <a:pt x="975155" y="53371"/>
                </a:moveTo>
                <a:cubicBezTo>
                  <a:pt x="1026204" y="55471"/>
                  <a:pt x="1082442" y="56521"/>
                  <a:pt x="1143869" y="56521"/>
                </a:cubicBezTo>
                <a:cubicBezTo>
                  <a:pt x="1205295" y="56521"/>
                  <a:pt x="1261245" y="55471"/>
                  <a:pt x="1311718" y="53371"/>
                </a:cubicBezTo>
                <a:lnTo>
                  <a:pt x="1311718" y="90318"/>
                </a:lnTo>
                <a:cubicBezTo>
                  <a:pt x="1264541" y="89123"/>
                  <a:pt x="1215354" y="88525"/>
                  <a:pt x="1164157" y="88525"/>
                </a:cubicBezTo>
                <a:lnTo>
                  <a:pt x="1164157" y="351637"/>
                </a:lnTo>
                <a:cubicBezTo>
                  <a:pt x="1242510" y="351637"/>
                  <a:pt x="1300069" y="350289"/>
                  <a:pt x="1336836" y="347593"/>
                </a:cubicBezTo>
                <a:lnTo>
                  <a:pt x="1336836" y="389927"/>
                </a:lnTo>
                <a:cubicBezTo>
                  <a:pt x="1299845" y="387836"/>
                  <a:pt x="1256459" y="386791"/>
                  <a:pt x="1206677" y="386791"/>
                </a:cubicBezTo>
                <a:lnTo>
                  <a:pt x="1076610" y="386791"/>
                </a:lnTo>
                <a:cubicBezTo>
                  <a:pt x="1024723" y="386791"/>
                  <a:pt x="979693" y="387836"/>
                  <a:pt x="941522" y="389927"/>
                </a:cubicBezTo>
                <a:lnTo>
                  <a:pt x="941522" y="347593"/>
                </a:lnTo>
                <a:cubicBezTo>
                  <a:pt x="973283" y="350289"/>
                  <a:pt x="1034429" y="351637"/>
                  <a:pt x="1124959" y="351637"/>
                </a:cubicBezTo>
                <a:lnTo>
                  <a:pt x="1124959" y="88525"/>
                </a:lnTo>
                <a:cubicBezTo>
                  <a:pt x="1053398" y="88525"/>
                  <a:pt x="1003463" y="89123"/>
                  <a:pt x="975155" y="90318"/>
                </a:cubicBezTo>
                <a:close/>
                <a:moveTo>
                  <a:pt x="2064586" y="36326"/>
                </a:moveTo>
                <a:cubicBezTo>
                  <a:pt x="2092842" y="39021"/>
                  <a:pt x="2127005" y="40369"/>
                  <a:pt x="2167074" y="40369"/>
                </a:cubicBezTo>
                <a:cubicBezTo>
                  <a:pt x="2207143" y="40369"/>
                  <a:pt x="2240613" y="39021"/>
                  <a:pt x="2267483" y="36326"/>
                </a:cubicBezTo>
                <a:lnTo>
                  <a:pt x="2267483" y="74173"/>
                </a:lnTo>
                <a:cubicBezTo>
                  <a:pt x="2245456" y="71783"/>
                  <a:pt x="2215998" y="70587"/>
                  <a:pt x="2179108" y="70587"/>
                </a:cubicBezTo>
                <a:cubicBezTo>
                  <a:pt x="2175369" y="87656"/>
                  <a:pt x="2169397" y="105839"/>
                  <a:pt x="2161191" y="125137"/>
                </a:cubicBezTo>
                <a:cubicBezTo>
                  <a:pt x="2199158" y="125137"/>
                  <a:pt x="2227711" y="124387"/>
                  <a:pt x="2246852" y="122887"/>
                </a:cubicBezTo>
                <a:cubicBezTo>
                  <a:pt x="2246256" y="148223"/>
                  <a:pt x="2245959" y="168138"/>
                  <a:pt x="2245959" y="182630"/>
                </a:cubicBezTo>
                <a:lnTo>
                  <a:pt x="2245959" y="262461"/>
                </a:lnTo>
                <a:cubicBezTo>
                  <a:pt x="2245959" y="279559"/>
                  <a:pt x="2246256" y="300518"/>
                  <a:pt x="2246852" y="325341"/>
                </a:cubicBezTo>
                <a:lnTo>
                  <a:pt x="2209904" y="325341"/>
                </a:lnTo>
                <a:lnTo>
                  <a:pt x="2209904" y="154462"/>
                </a:lnTo>
                <a:lnTo>
                  <a:pt x="2112749" y="154462"/>
                </a:lnTo>
                <a:lnTo>
                  <a:pt x="2112749" y="328484"/>
                </a:lnTo>
                <a:lnTo>
                  <a:pt x="2075795" y="328484"/>
                </a:lnTo>
                <a:cubicBezTo>
                  <a:pt x="2076695" y="306795"/>
                  <a:pt x="2077145" y="285686"/>
                  <a:pt x="2077145" y="265154"/>
                </a:cubicBezTo>
                <a:lnTo>
                  <a:pt x="2077145" y="182630"/>
                </a:lnTo>
                <a:cubicBezTo>
                  <a:pt x="2077145" y="156098"/>
                  <a:pt x="2076547" y="136184"/>
                  <a:pt x="2075352" y="122887"/>
                </a:cubicBezTo>
                <a:cubicBezTo>
                  <a:pt x="2093083" y="124092"/>
                  <a:pt x="2110728" y="124694"/>
                  <a:pt x="2128287" y="124694"/>
                </a:cubicBezTo>
                <a:cubicBezTo>
                  <a:pt x="2135497" y="107335"/>
                  <a:pt x="2141024" y="89299"/>
                  <a:pt x="2144868" y="70587"/>
                </a:cubicBezTo>
                <a:cubicBezTo>
                  <a:pt x="2116254" y="70587"/>
                  <a:pt x="2089494" y="71783"/>
                  <a:pt x="2064586" y="74173"/>
                </a:cubicBezTo>
                <a:close/>
                <a:moveTo>
                  <a:pt x="68622" y="30947"/>
                </a:moveTo>
                <a:cubicBezTo>
                  <a:pt x="86925" y="32147"/>
                  <a:pt x="130568" y="32747"/>
                  <a:pt x="199553" y="32747"/>
                </a:cubicBezTo>
                <a:cubicBezTo>
                  <a:pt x="268538" y="32747"/>
                  <a:pt x="316299" y="32147"/>
                  <a:pt x="342835" y="30947"/>
                </a:cubicBezTo>
                <a:cubicBezTo>
                  <a:pt x="341935" y="49454"/>
                  <a:pt x="341485" y="69147"/>
                  <a:pt x="341485" y="90025"/>
                </a:cubicBezTo>
                <a:cubicBezTo>
                  <a:pt x="341485" y="110904"/>
                  <a:pt x="341935" y="132681"/>
                  <a:pt x="342835" y="155355"/>
                </a:cubicBezTo>
                <a:cubicBezTo>
                  <a:pt x="315370" y="154160"/>
                  <a:pt x="266389" y="153562"/>
                  <a:pt x="195892" y="153562"/>
                </a:cubicBezTo>
                <a:cubicBezTo>
                  <a:pt x="125395" y="153562"/>
                  <a:pt x="83119" y="154010"/>
                  <a:pt x="69065" y="154905"/>
                </a:cubicBezTo>
                <a:cubicBezTo>
                  <a:pt x="70561" y="128992"/>
                  <a:pt x="71309" y="107695"/>
                  <a:pt x="71309" y="91015"/>
                </a:cubicBezTo>
                <a:cubicBezTo>
                  <a:pt x="71309" y="74334"/>
                  <a:pt x="70413" y="54311"/>
                  <a:pt x="68622" y="30947"/>
                </a:cubicBezTo>
                <a:close/>
                <a:moveTo>
                  <a:pt x="1961423" y="12551"/>
                </a:moveTo>
                <a:cubicBezTo>
                  <a:pt x="1980030" y="14104"/>
                  <a:pt x="1993084" y="14971"/>
                  <a:pt x="2000585" y="15152"/>
                </a:cubicBezTo>
                <a:cubicBezTo>
                  <a:pt x="2008086" y="15333"/>
                  <a:pt x="2011837" y="17603"/>
                  <a:pt x="2011837" y="21963"/>
                </a:cubicBezTo>
                <a:cubicBezTo>
                  <a:pt x="2011837" y="26323"/>
                  <a:pt x="2010003" y="29813"/>
                  <a:pt x="2006336" y="32432"/>
                </a:cubicBezTo>
                <a:cubicBezTo>
                  <a:pt x="2003126" y="35042"/>
                  <a:pt x="2001521" y="40107"/>
                  <a:pt x="2001521" y="47627"/>
                </a:cubicBezTo>
                <a:lnTo>
                  <a:pt x="2001521" y="81632"/>
                </a:lnTo>
                <a:lnTo>
                  <a:pt x="2034175" y="81632"/>
                </a:lnTo>
                <a:cubicBezTo>
                  <a:pt x="2045662" y="81632"/>
                  <a:pt x="2056904" y="80734"/>
                  <a:pt x="2067901" y="78938"/>
                </a:cubicBezTo>
                <a:lnTo>
                  <a:pt x="2067901" y="114093"/>
                </a:lnTo>
                <a:cubicBezTo>
                  <a:pt x="2056704" y="112597"/>
                  <a:pt x="2045462" y="111850"/>
                  <a:pt x="2034175" y="111850"/>
                </a:cubicBezTo>
                <a:lnTo>
                  <a:pt x="2001521" y="111850"/>
                </a:lnTo>
                <a:lnTo>
                  <a:pt x="2001521" y="157455"/>
                </a:lnTo>
                <a:cubicBezTo>
                  <a:pt x="2031077" y="157184"/>
                  <a:pt x="2054399" y="156277"/>
                  <a:pt x="2071487" y="154733"/>
                </a:cubicBezTo>
                <a:lnTo>
                  <a:pt x="2071487" y="190788"/>
                </a:lnTo>
                <a:cubicBezTo>
                  <a:pt x="2055814" y="188397"/>
                  <a:pt x="2020678" y="187202"/>
                  <a:pt x="1966081" y="187202"/>
                </a:cubicBezTo>
                <a:cubicBezTo>
                  <a:pt x="1911484" y="187202"/>
                  <a:pt x="1875396" y="188397"/>
                  <a:pt x="1857818" y="190788"/>
                </a:cubicBezTo>
                <a:lnTo>
                  <a:pt x="1857818" y="154733"/>
                </a:lnTo>
                <a:cubicBezTo>
                  <a:pt x="1877253" y="156281"/>
                  <a:pt x="1891607" y="157029"/>
                  <a:pt x="1900880" y="156977"/>
                </a:cubicBezTo>
                <a:cubicBezTo>
                  <a:pt x="1900880" y="115962"/>
                  <a:pt x="1900584" y="90227"/>
                  <a:pt x="1899991" y="79771"/>
                </a:cubicBezTo>
                <a:cubicBezTo>
                  <a:pt x="1899398" y="69314"/>
                  <a:pt x="1898349" y="59467"/>
                  <a:pt x="1896844" y="50228"/>
                </a:cubicBezTo>
                <a:cubicBezTo>
                  <a:pt x="1908912" y="52628"/>
                  <a:pt x="1921797" y="53828"/>
                  <a:pt x="1935499" y="53828"/>
                </a:cubicBezTo>
                <a:cubicBezTo>
                  <a:pt x="1942138" y="53828"/>
                  <a:pt x="1945457" y="56037"/>
                  <a:pt x="1945457" y="60454"/>
                </a:cubicBezTo>
                <a:cubicBezTo>
                  <a:pt x="1945457" y="64871"/>
                  <a:pt x="1944228" y="67693"/>
                  <a:pt x="1941771" y="68919"/>
                </a:cubicBezTo>
                <a:cubicBezTo>
                  <a:pt x="1939313" y="70146"/>
                  <a:pt x="1937594" y="71904"/>
                  <a:pt x="1936613" y="74195"/>
                </a:cubicBezTo>
                <a:cubicBezTo>
                  <a:pt x="1935632" y="76486"/>
                  <a:pt x="1935142" y="78543"/>
                  <a:pt x="1935142" y="80367"/>
                </a:cubicBezTo>
                <a:lnTo>
                  <a:pt x="1935142" y="157434"/>
                </a:lnTo>
                <a:lnTo>
                  <a:pt x="1965017" y="157434"/>
                </a:lnTo>
                <a:lnTo>
                  <a:pt x="1965017" y="66915"/>
                </a:lnTo>
                <a:cubicBezTo>
                  <a:pt x="1965017" y="45232"/>
                  <a:pt x="1963819" y="27110"/>
                  <a:pt x="1961423" y="12551"/>
                </a:cubicBezTo>
                <a:close/>
                <a:moveTo>
                  <a:pt x="1624003" y="4929"/>
                </a:moveTo>
                <a:cubicBezTo>
                  <a:pt x="1634771" y="10058"/>
                  <a:pt x="1642144" y="13286"/>
                  <a:pt x="1646123" y="14612"/>
                </a:cubicBezTo>
                <a:cubicBezTo>
                  <a:pt x="1650102" y="15939"/>
                  <a:pt x="1655584" y="16602"/>
                  <a:pt x="1662568" y="16602"/>
                </a:cubicBezTo>
                <a:cubicBezTo>
                  <a:pt x="1669552" y="16602"/>
                  <a:pt x="1673044" y="19682"/>
                  <a:pt x="1673044" y="25842"/>
                </a:cubicBezTo>
                <a:cubicBezTo>
                  <a:pt x="1673044" y="32003"/>
                  <a:pt x="1669756" y="36319"/>
                  <a:pt x="1663179" y="38790"/>
                </a:cubicBezTo>
                <a:cubicBezTo>
                  <a:pt x="1661326" y="39614"/>
                  <a:pt x="1659087" y="42190"/>
                  <a:pt x="1656460" y="46516"/>
                </a:cubicBezTo>
                <a:cubicBezTo>
                  <a:pt x="1653834" y="50843"/>
                  <a:pt x="1649456" y="59585"/>
                  <a:pt x="1643326" y="72741"/>
                </a:cubicBezTo>
                <a:cubicBezTo>
                  <a:pt x="1637197" y="85898"/>
                  <a:pt x="1632151" y="93795"/>
                  <a:pt x="1628189" y="96433"/>
                </a:cubicBezTo>
                <a:lnTo>
                  <a:pt x="1736645" y="96433"/>
                </a:lnTo>
                <a:cubicBezTo>
                  <a:pt x="1762353" y="96433"/>
                  <a:pt x="1787199" y="95086"/>
                  <a:pt x="1811183" y="92390"/>
                </a:cubicBezTo>
                <a:lnTo>
                  <a:pt x="1811183" y="131138"/>
                </a:lnTo>
                <a:cubicBezTo>
                  <a:pt x="1780351" y="128747"/>
                  <a:pt x="1755505" y="127552"/>
                  <a:pt x="1736645" y="127552"/>
                </a:cubicBezTo>
                <a:lnTo>
                  <a:pt x="1661829" y="127552"/>
                </a:lnTo>
                <a:lnTo>
                  <a:pt x="1661829" y="190174"/>
                </a:lnTo>
                <a:lnTo>
                  <a:pt x="1702555" y="190174"/>
                </a:lnTo>
                <a:cubicBezTo>
                  <a:pt x="1731564" y="190174"/>
                  <a:pt x="1761046" y="188526"/>
                  <a:pt x="1791002" y="185230"/>
                </a:cubicBezTo>
                <a:lnTo>
                  <a:pt x="1791002" y="223528"/>
                </a:lnTo>
                <a:cubicBezTo>
                  <a:pt x="1763346" y="220837"/>
                  <a:pt x="1734014" y="219492"/>
                  <a:pt x="1703005" y="219492"/>
                </a:cubicBezTo>
                <a:lnTo>
                  <a:pt x="1661829" y="219492"/>
                </a:lnTo>
                <a:lnTo>
                  <a:pt x="1661829" y="282121"/>
                </a:lnTo>
                <a:lnTo>
                  <a:pt x="1713321" y="282121"/>
                </a:lnTo>
                <a:cubicBezTo>
                  <a:pt x="1740119" y="282121"/>
                  <a:pt x="1771395" y="280473"/>
                  <a:pt x="1807147" y="277177"/>
                </a:cubicBezTo>
                <a:lnTo>
                  <a:pt x="1807147" y="316818"/>
                </a:lnTo>
                <a:cubicBezTo>
                  <a:pt x="1774786" y="314127"/>
                  <a:pt x="1743660" y="312782"/>
                  <a:pt x="1713771" y="312782"/>
                </a:cubicBezTo>
                <a:lnTo>
                  <a:pt x="1661829" y="312782"/>
                </a:lnTo>
                <a:lnTo>
                  <a:pt x="1661829" y="344093"/>
                </a:lnTo>
                <a:cubicBezTo>
                  <a:pt x="1661829" y="369239"/>
                  <a:pt x="1663024" y="396776"/>
                  <a:pt x="1665415" y="426703"/>
                </a:cubicBezTo>
                <a:lnTo>
                  <a:pt x="1619495" y="426703"/>
                </a:lnTo>
                <a:cubicBezTo>
                  <a:pt x="1622186" y="391437"/>
                  <a:pt x="1623531" y="363900"/>
                  <a:pt x="1623531" y="344093"/>
                </a:cubicBezTo>
                <a:lnTo>
                  <a:pt x="1623531" y="127552"/>
                </a:lnTo>
                <a:lnTo>
                  <a:pt x="1612615" y="127552"/>
                </a:lnTo>
                <a:cubicBezTo>
                  <a:pt x="1593313" y="157512"/>
                  <a:pt x="1570565" y="185021"/>
                  <a:pt x="1544371" y="210076"/>
                </a:cubicBezTo>
                <a:cubicBezTo>
                  <a:pt x="1536708" y="200223"/>
                  <a:pt x="1524073" y="193203"/>
                  <a:pt x="1506466" y="189016"/>
                </a:cubicBezTo>
                <a:cubicBezTo>
                  <a:pt x="1534737" y="169971"/>
                  <a:pt x="1560877" y="142403"/>
                  <a:pt x="1584887" y="106313"/>
                </a:cubicBezTo>
                <a:cubicBezTo>
                  <a:pt x="1608897" y="70223"/>
                  <a:pt x="1621936" y="36428"/>
                  <a:pt x="1624003" y="4929"/>
                </a:cubicBezTo>
                <a:close/>
                <a:moveTo>
                  <a:pt x="668814" y="4036"/>
                </a:moveTo>
                <a:cubicBezTo>
                  <a:pt x="679020" y="24381"/>
                  <a:pt x="686257" y="42024"/>
                  <a:pt x="690524" y="56964"/>
                </a:cubicBezTo>
                <a:cubicBezTo>
                  <a:pt x="768048" y="56964"/>
                  <a:pt x="827610" y="55316"/>
                  <a:pt x="869211" y="52021"/>
                </a:cubicBezTo>
                <a:lnTo>
                  <a:pt x="869211" y="92119"/>
                </a:lnTo>
                <a:cubicBezTo>
                  <a:pt x="824334" y="89128"/>
                  <a:pt x="757394" y="87632"/>
                  <a:pt x="668393" y="87632"/>
                </a:cubicBezTo>
                <a:cubicBezTo>
                  <a:pt x="579391" y="87632"/>
                  <a:pt x="515457" y="89128"/>
                  <a:pt x="476590" y="92119"/>
                </a:cubicBezTo>
                <a:lnTo>
                  <a:pt x="476590" y="52021"/>
                </a:lnTo>
                <a:cubicBezTo>
                  <a:pt x="519910" y="55316"/>
                  <a:pt x="578217" y="56964"/>
                  <a:pt x="651512" y="56964"/>
                </a:cubicBezTo>
                <a:cubicBezTo>
                  <a:pt x="646402" y="47953"/>
                  <a:pt x="638777" y="34902"/>
                  <a:pt x="628638" y="17809"/>
                </a:cubicBezTo>
                <a:close/>
                <a:moveTo>
                  <a:pt x="2503848" y="0"/>
                </a:moveTo>
                <a:cubicBezTo>
                  <a:pt x="2517907" y="15154"/>
                  <a:pt x="2530268" y="33395"/>
                  <a:pt x="2540931" y="54721"/>
                </a:cubicBezTo>
                <a:cubicBezTo>
                  <a:pt x="2614231" y="54721"/>
                  <a:pt x="2668905" y="53076"/>
                  <a:pt x="2704952" y="49785"/>
                </a:cubicBezTo>
                <a:lnTo>
                  <a:pt x="2704952" y="88082"/>
                </a:lnTo>
                <a:cubicBezTo>
                  <a:pt x="2686550" y="86587"/>
                  <a:pt x="2661351" y="85465"/>
                  <a:pt x="2629357" y="84718"/>
                </a:cubicBezTo>
                <a:lnTo>
                  <a:pt x="2521736" y="83680"/>
                </a:lnTo>
                <a:lnTo>
                  <a:pt x="2528508" y="85689"/>
                </a:lnTo>
                <a:cubicBezTo>
                  <a:pt x="2534309" y="88247"/>
                  <a:pt x="2537210" y="91811"/>
                  <a:pt x="2537210" y="96383"/>
                </a:cubicBezTo>
                <a:cubicBezTo>
                  <a:pt x="2537210" y="100955"/>
                  <a:pt x="2534606" y="103589"/>
                  <a:pt x="2529398" y="104284"/>
                </a:cubicBezTo>
                <a:cubicBezTo>
                  <a:pt x="2524190" y="104980"/>
                  <a:pt x="2517550" y="110428"/>
                  <a:pt x="2509478" y="120629"/>
                </a:cubicBezTo>
                <a:cubicBezTo>
                  <a:pt x="2501405" y="130831"/>
                  <a:pt x="2492856" y="138910"/>
                  <a:pt x="2483831" y="144868"/>
                </a:cubicBezTo>
                <a:lnTo>
                  <a:pt x="2533288" y="143239"/>
                </a:lnTo>
                <a:cubicBezTo>
                  <a:pt x="2543880" y="129928"/>
                  <a:pt x="2552790" y="116119"/>
                  <a:pt x="2560020" y="101813"/>
                </a:cubicBezTo>
                <a:cubicBezTo>
                  <a:pt x="2574464" y="112371"/>
                  <a:pt x="2584514" y="118593"/>
                  <a:pt x="2590170" y="120479"/>
                </a:cubicBezTo>
                <a:cubicBezTo>
                  <a:pt x="2595825" y="122365"/>
                  <a:pt x="2598653" y="125806"/>
                  <a:pt x="2598653" y="130802"/>
                </a:cubicBezTo>
                <a:cubicBezTo>
                  <a:pt x="2598653" y="135798"/>
                  <a:pt x="2595646" y="138639"/>
                  <a:pt x="2589634" y="139324"/>
                </a:cubicBezTo>
                <a:cubicBezTo>
                  <a:pt x="2583621" y="140010"/>
                  <a:pt x="2567642" y="153745"/>
                  <a:pt x="2541696" y="180530"/>
                </a:cubicBezTo>
                <a:cubicBezTo>
                  <a:pt x="2521617" y="203271"/>
                  <a:pt x="2502329" y="220537"/>
                  <a:pt x="2483831" y="232329"/>
                </a:cubicBezTo>
                <a:lnTo>
                  <a:pt x="2566185" y="227535"/>
                </a:lnTo>
                <a:cubicBezTo>
                  <a:pt x="2560751" y="223921"/>
                  <a:pt x="2552528" y="214724"/>
                  <a:pt x="2541517" y="199946"/>
                </a:cubicBezTo>
                <a:lnTo>
                  <a:pt x="2565670" y="182544"/>
                </a:lnTo>
                <a:cubicBezTo>
                  <a:pt x="2590830" y="211448"/>
                  <a:pt x="2610945" y="239713"/>
                  <a:pt x="2626013" y="267340"/>
                </a:cubicBezTo>
                <a:lnTo>
                  <a:pt x="2595796" y="283628"/>
                </a:lnTo>
                <a:cubicBezTo>
                  <a:pt x="2590399" y="271503"/>
                  <a:pt x="2585258" y="261337"/>
                  <a:pt x="2580372" y="253132"/>
                </a:cubicBezTo>
                <a:lnTo>
                  <a:pt x="2535859" y="256832"/>
                </a:lnTo>
                <a:lnTo>
                  <a:pt x="2535859" y="302302"/>
                </a:lnTo>
                <a:cubicBezTo>
                  <a:pt x="2630704" y="302302"/>
                  <a:pt x="2695291" y="300654"/>
                  <a:pt x="2729619" y="297358"/>
                </a:cubicBezTo>
                <a:lnTo>
                  <a:pt x="2729619" y="335656"/>
                </a:lnTo>
                <a:cubicBezTo>
                  <a:pt x="2687152" y="332665"/>
                  <a:pt x="2622565" y="331170"/>
                  <a:pt x="2535859" y="331170"/>
                </a:cubicBezTo>
                <a:lnTo>
                  <a:pt x="2535859" y="345436"/>
                </a:lnTo>
                <a:cubicBezTo>
                  <a:pt x="2535859" y="371382"/>
                  <a:pt x="2537205" y="399519"/>
                  <a:pt x="2539896" y="429846"/>
                </a:cubicBezTo>
                <a:lnTo>
                  <a:pt x="2496669" y="429846"/>
                </a:lnTo>
                <a:cubicBezTo>
                  <a:pt x="2499360" y="394275"/>
                  <a:pt x="2500705" y="366138"/>
                  <a:pt x="2500705" y="345436"/>
                </a:cubicBezTo>
                <a:lnTo>
                  <a:pt x="2500705" y="331170"/>
                </a:lnTo>
                <a:cubicBezTo>
                  <a:pt x="2411894" y="331170"/>
                  <a:pt x="2349103" y="332665"/>
                  <a:pt x="2312331" y="335656"/>
                </a:cubicBezTo>
                <a:lnTo>
                  <a:pt x="2312331" y="297358"/>
                </a:lnTo>
                <a:cubicBezTo>
                  <a:pt x="2348060" y="300654"/>
                  <a:pt x="2410851" y="302302"/>
                  <a:pt x="2500705" y="302302"/>
                </a:cubicBezTo>
                <a:lnTo>
                  <a:pt x="2500705" y="259411"/>
                </a:lnTo>
                <a:cubicBezTo>
                  <a:pt x="2475935" y="261468"/>
                  <a:pt x="2454840" y="264607"/>
                  <a:pt x="2437419" y="268826"/>
                </a:cubicBezTo>
                <a:cubicBezTo>
                  <a:pt x="2435447" y="257877"/>
                  <a:pt x="2431725" y="246919"/>
                  <a:pt x="2426253" y="235951"/>
                </a:cubicBezTo>
                <a:cubicBezTo>
                  <a:pt x="2441150" y="231193"/>
                  <a:pt x="2454597" y="223610"/>
                  <a:pt x="2466594" y="213202"/>
                </a:cubicBezTo>
                <a:cubicBezTo>
                  <a:pt x="2478590" y="202793"/>
                  <a:pt x="2494595" y="188595"/>
                  <a:pt x="2514607" y="170607"/>
                </a:cubicBezTo>
                <a:lnTo>
                  <a:pt x="2476202" y="175479"/>
                </a:lnTo>
                <a:cubicBezTo>
                  <a:pt x="2462886" y="176670"/>
                  <a:pt x="2449825" y="178932"/>
                  <a:pt x="2437019" y="182266"/>
                </a:cubicBezTo>
                <a:cubicBezTo>
                  <a:pt x="2437019" y="176982"/>
                  <a:pt x="2436420" y="171998"/>
                  <a:pt x="2435224" y="167314"/>
                </a:cubicBezTo>
                <a:lnTo>
                  <a:pt x="2430782" y="156465"/>
                </a:lnTo>
                <a:lnTo>
                  <a:pt x="2405900" y="177779"/>
                </a:lnTo>
                <a:cubicBezTo>
                  <a:pt x="2391798" y="160687"/>
                  <a:pt x="2370474" y="142677"/>
                  <a:pt x="2341928" y="123751"/>
                </a:cubicBezTo>
                <a:lnTo>
                  <a:pt x="2361395" y="99569"/>
                </a:lnTo>
                <a:lnTo>
                  <a:pt x="2430194" y="155029"/>
                </a:lnTo>
                <a:lnTo>
                  <a:pt x="2429839" y="154162"/>
                </a:lnTo>
                <a:cubicBezTo>
                  <a:pt x="2451627" y="146990"/>
                  <a:pt x="2474054" y="123468"/>
                  <a:pt x="2497119" y="83596"/>
                </a:cubicBezTo>
                <a:cubicBezTo>
                  <a:pt x="2428344" y="83596"/>
                  <a:pt x="2375718" y="85091"/>
                  <a:pt x="2339242" y="88082"/>
                </a:cubicBezTo>
                <a:lnTo>
                  <a:pt x="2339242" y="49785"/>
                </a:lnTo>
                <a:cubicBezTo>
                  <a:pt x="2373832" y="53076"/>
                  <a:pt x="2429446" y="54721"/>
                  <a:pt x="2506084" y="54721"/>
                </a:cubicBezTo>
                <a:cubicBezTo>
                  <a:pt x="2498374" y="45720"/>
                  <a:pt x="2487311" y="34280"/>
                  <a:pt x="2472894" y="20402"/>
                </a:cubicBezTo>
                <a:close/>
                <a:moveTo>
                  <a:pt x="1500023" y="0"/>
                </a:moveTo>
                <a:cubicBezTo>
                  <a:pt x="1514877" y="7391"/>
                  <a:pt x="1526421" y="12011"/>
                  <a:pt x="1534656" y="13859"/>
                </a:cubicBezTo>
                <a:cubicBezTo>
                  <a:pt x="1542890" y="15707"/>
                  <a:pt x="1547007" y="19434"/>
                  <a:pt x="1547007" y="25042"/>
                </a:cubicBezTo>
                <a:cubicBezTo>
                  <a:pt x="1547007" y="30650"/>
                  <a:pt x="1544387" y="34299"/>
                  <a:pt x="1539146" y="35990"/>
                </a:cubicBezTo>
                <a:cubicBezTo>
                  <a:pt x="1533904" y="37681"/>
                  <a:pt x="1529048" y="41391"/>
                  <a:pt x="1524576" y="47120"/>
                </a:cubicBezTo>
                <a:cubicBezTo>
                  <a:pt x="1520104" y="52849"/>
                  <a:pt x="1512034" y="65394"/>
                  <a:pt x="1500366" y="84753"/>
                </a:cubicBezTo>
                <a:lnTo>
                  <a:pt x="1500366" y="426703"/>
                </a:lnTo>
                <a:lnTo>
                  <a:pt x="1457582" y="426703"/>
                </a:lnTo>
                <a:cubicBezTo>
                  <a:pt x="1460873" y="391389"/>
                  <a:pt x="1462518" y="358769"/>
                  <a:pt x="1462518" y="328841"/>
                </a:cubicBezTo>
                <a:lnTo>
                  <a:pt x="1462518" y="136517"/>
                </a:lnTo>
                <a:cubicBezTo>
                  <a:pt x="1455389" y="156286"/>
                  <a:pt x="1443006" y="175722"/>
                  <a:pt x="1425371" y="194824"/>
                </a:cubicBezTo>
                <a:cubicBezTo>
                  <a:pt x="1415169" y="184861"/>
                  <a:pt x="1403182" y="179189"/>
                  <a:pt x="1389409" y="177808"/>
                </a:cubicBezTo>
                <a:cubicBezTo>
                  <a:pt x="1406845" y="161296"/>
                  <a:pt x="1427251" y="136174"/>
                  <a:pt x="1450627" y="102441"/>
                </a:cubicBezTo>
                <a:cubicBezTo>
                  <a:pt x="1474004" y="68708"/>
                  <a:pt x="1490469" y="34561"/>
                  <a:pt x="15000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F0C5064-57C2-45AC-BAC8-3006C1BE92F8}"/>
              </a:ext>
            </a:extLst>
          </p:cNvPr>
          <p:cNvSpPr txBox="1"/>
          <p:nvPr/>
        </p:nvSpPr>
        <p:spPr>
          <a:xfrm>
            <a:off x="6105449" y="7437310"/>
            <a:ext cx="369747" cy="417738"/>
          </a:xfrm>
          <a:custGeom>
            <a:avLst/>
            <a:gdLst/>
            <a:ahLst/>
            <a:cxnLst/>
            <a:rect l="l" t="t" r="r" b="b"/>
            <a:pathLst>
              <a:path w="369747" h="417738">
                <a:moveTo>
                  <a:pt x="40534" y="247303"/>
                </a:moveTo>
                <a:lnTo>
                  <a:pt x="40534" y="342672"/>
                </a:lnTo>
                <a:lnTo>
                  <a:pt x="126481" y="342672"/>
                </a:lnTo>
                <a:lnTo>
                  <a:pt x="126481" y="247303"/>
                </a:lnTo>
                <a:close/>
                <a:moveTo>
                  <a:pt x="241909" y="174472"/>
                </a:moveTo>
                <a:cubicBezTo>
                  <a:pt x="260726" y="204157"/>
                  <a:pt x="278819" y="240285"/>
                  <a:pt x="296187" y="282857"/>
                </a:cubicBezTo>
                <a:lnTo>
                  <a:pt x="264234" y="300224"/>
                </a:lnTo>
                <a:cubicBezTo>
                  <a:pt x="245345" y="255861"/>
                  <a:pt x="227684" y="220685"/>
                  <a:pt x="211248" y="194696"/>
                </a:cubicBezTo>
                <a:close/>
                <a:moveTo>
                  <a:pt x="40534" y="120373"/>
                </a:moveTo>
                <a:lnTo>
                  <a:pt x="40534" y="216192"/>
                </a:lnTo>
                <a:lnTo>
                  <a:pt x="126481" y="216192"/>
                </a:lnTo>
                <a:lnTo>
                  <a:pt x="126481" y="120373"/>
                </a:lnTo>
                <a:close/>
                <a:moveTo>
                  <a:pt x="66180" y="0"/>
                </a:moveTo>
                <a:cubicBezTo>
                  <a:pt x="81611" y="4339"/>
                  <a:pt x="95136" y="7673"/>
                  <a:pt x="106757" y="10001"/>
                </a:cubicBezTo>
                <a:cubicBezTo>
                  <a:pt x="112543" y="11063"/>
                  <a:pt x="115436" y="13436"/>
                  <a:pt x="115436" y="17120"/>
                </a:cubicBezTo>
                <a:cubicBezTo>
                  <a:pt x="115436" y="20804"/>
                  <a:pt x="113788" y="24294"/>
                  <a:pt x="110493" y="27589"/>
                </a:cubicBezTo>
                <a:cubicBezTo>
                  <a:pt x="102963" y="35119"/>
                  <a:pt x="93848" y="55376"/>
                  <a:pt x="83147" y="88361"/>
                </a:cubicBezTo>
                <a:cubicBezTo>
                  <a:pt x="112765" y="88361"/>
                  <a:pt x="140423" y="87014"/>
                  <a:pt x="166121" y="84318"/>
                </a:cubicBezTo>
                <a:cubicBezTo>
                  <a:pt x="164026" y="99082"/>
                  <a:pt x="162978" y="114210"/>
                  <a:pt x="162978" y="129702"/>
                </a:cubicBezTo>
                <a:lnTo>
                  <a:pt x="162978" y="179752"/>
                </a:lnTo>
                <a:lnTo>
                  <a:pt x="175376" y="159521"/>
                </a:lnTo>
                <a:cubicBezTo>
                  <a:pt x="188240" y="137392"/>
                  <a:pt x="197954" y="116979"/>
                  <a:pt x="204519" y="98284"/>
                </a:cubicBezTo>
                <a:cubicBezTo>
                  <a:pt x="213272" y="73357"/>
                  <a:pt x="221745" y="41791"/>
                  <a:pt x="229936" y="3586"/>
                </a:cubicBezTo>
                <a:cubicBezTo>
                  <a:pt x="244800" y="9687"/>
                  <a:pt x="257235" y="13326"/>
                  <a:pt x="267241" y="14502"/>
                </a:cubicBezTo>
                <a:cubicBezTo>
                  <a:pt x="273685" y="15426"/>
                  <a:pt x="276906" y="17891"/>
                  <a:pt x="276906" y="21896"/>
                </a:cubicBezTo>
                <a:cubicBezTo>
                  <a:pt x="276906" y="25901"/>
                  <a:pt x="274765" y="29569"/>
                  <a:pt x="270481" y="32901"/>
                </a:cubicBezTo>
                <a:cubicBezTo>
                  <a:pt x="266197" y="36232"/>
                  <a:pt x="258919" y="52328"/>
                  <a:pt x="248646" y="81189"/>
                </a:cubicBezTo>
                <a:lnTo>
                  <a:pt x="315390" y="81189"/>
                </a:lnTo>
                <a:cubicBezTo>
                  <a:pt x="332540" y="81189"/>
                  <a:pt x="350659" y="79839"/>
                  <a:pt x="369747" y="77139"/>
                </a:cubicBezTo>
                <a:cubicBezTo>
                  <a:pt x="367894" y="93845"/>
                  <a:pt x="366823" y="110219"/>
                  <a:pt x="366532" y="126259"/>
                </a:cubicBezTo>
                <a:lnTo>
                  <a:pt x="362053" y="354930"/>
                </a:lnTo>
                <a:cubicBezTo>
                  <a:pt x="361724" y="378162"/>
                  <a:pt x="352603" y="393615"/>
                  <a:pt x="334689" y="401290"/>
                </a:cubicBezTo>
                <a:cubicBezTo>
                  <a:pt x="316775" y="408964"/>
                  <a:pt x="290089" y="412802"/>
                  <a:pt x="254632" y="412802"/>
                </a:cubicBezTo>
                <a:cubicBezTo>
                  <a:pt x="253585" y="399500"/>
                  <a:pt x="248991" y="384791"/>
                  <a:pt x="240852" y="368675"/>
                </a:cubicBezTo>
                <a:cubicBezTo>
                  <a:pt x="256216" y="369580"/>
                  <a:pt x="269775" y="370032"/>
                  <a:pt x="281528" y="370032"/>
                </a:cubicBezTo>
                <a:cubicBezTo>
                  <a:pt x="293282" y="370032"/>
                  <a:pt x="302256" y="368679"/>
                  <a:pt x="308450" y="365971"/>
                </a:cubicBezTo>
                <a:cubicBezTo>
                  <a:pt x="314643" y="363264"/>
                  <a:pt x="318756" y="358384"/>
                  <a:pt x="320787" y="351334"/>
                </a:cubicBezTo>
                <a:cubicBezTo>
                  <a:pt x="322818" y="344283"/>
                  <a:pt x="323979" y="332301"/>
                  <a:pt x="324270" y="315390"/>
                </a:cubicBezTo>
                <a:lnTo>
                  <a:pt x="326513" y="114093"/>
                </a:lnTo>
                <a:lnTo>
                  <a:pt x="238973" y="114093"/>
                </a:lnTo>
                <a:cubicBezTo>
                  <a:pt x="226081" y="144754"/>
                  <a:pt x="211489" y="172412"/>
                  <a:pt x="195196" y="197068"/>
                </a:cubicBezTo>
                <a:lnTo>
                  <a:pt x="162978" y="182890"/>
                </a:lnTo>
                <a:lnTo>
                  <a:pt x="162978" y="344093"/>
                </a:lnTo>
                <a:cubicBezTo>
                  <a:pt x="162978" y="368501"/>
                  <a:pt x="164026" y="391854"/>
                  <a:pt x="166121" y="414152"/>
                </a:cubicBezTo>
                <a:lnTo>
                  <a:pt x="126481" y="414152"/>
                </a:lnTo>
                <a:lnTo>
                  <a:pt x="126481" y="372883"/>
                </a:lnTo>
                <a:lnTo>
                  <a:pt x="40534" y="372883"/>
                </a:lnTo>
                <a:lnTo>
                  <a:pt x="40534" y="417738"/>
                </a:lnTo>
                <a:lnTo>
                  <a:pt x="0" y="417738"/>
                </a:lnTo>
                <a:cubicBezTo>
                  <a:pt x="2391" y="391692"/>
                  <a:pt x="3587" y="368339"/>
                  <a:pt x="3587" y="347679"/>
                </a:cubicBezTo>
                <a:lnTo>
                  <a:pt x="3587" y="129702"/>
                </a:lnTo>
                <a:cubicBezTo>
                  <a:pt x="3587" y="116424"/>
                  <a:pt x="2539" y="101296"/>
                  <a:pt x="443" y="84318"/>
                </a:cubicBezTo>
                <a:cubicBezTo>
                  <a:pt x="16864" y="86771"/>
                  <a:pt x="33398" y="88123"/>
                  <a:pt x="50042" y="88376"/>
                </a:cubicBezTo>
                <a:cubicBezTo>
                  <a:pt x="59453" y="59591"/>
                  <a:pt x="64832" y="30133"/>
                  <a:pt x="66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AD1EFB8C-069A-4431-ACEF-2290EFD4B3E1}"/>
              </a:ext>
            </a:extLst>
          </p:cNvPr>
          <p:cNvGrpSpPr/>
          <p:nvPr/>
        </p:nvGrpSpPr>
        <p:grpSpPr>
          <a:xfrm rot="5400000">
            <a:off x="4277821" y="7647595"/>
            <a:ext cx="1012501" cy="1937526"/>
            <a:chOff x="3043238" y="1138940"/>
            <a:chExt cx="196850" cy="376693"/>
          </a:xfrm>
        </p:grpSpPr>
        <p:sp>
          <p:nvSpPr>
            <p:cNvPr id="103" name="等腰三角形 102">
              <a:extLst>
                <a:ext uri="{FF2B5EF4-FFF2-40B4-BE49-F238E27FC236}">
                  <a16:creationId xmlns:a16="http://schemas.microsoft.com/office/drawing/2014/main" id="{99A2ABC8-3D94-4CD7-88C6-1C1B1B94BB51}"/>
                </a:ext>
              </a:extLst>
            </p:cNvPr>
            <p:cNvSpPr/>
            <p:nvPr/>
          </p:nvSpPr>
          <p:spPr>
            <a:xfrm>
              <a:off x="3045101" y="1250496"/>
              <a:ext cx="193399" cy="153581"/>
            </a:xfrm>
            <a:prstGeom prst="triangle">
              <a:avLst/>
            </a:prstGeom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4EF91FAC-0A5D-4E34-AC00-EE74AF8E3C4F}"/>
                </a:ext>
              </a:extLst>
            </p:cNvPr>
            <p:cNvCxnSpPr/>
            <p:nvPr/>
          </p:nvCxnSpPr>
          <p:spPr>
            <a:xfrm>
              <a:off x="3043238" y="1245734"/>
              <a:ext cx="19685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6955DA94-873F-4139-B4CF-AC082230429A}"/>
                </a:ext>
              </a:extLst>
            </p:cNvPr>
            <p:cNvCxnSpPr>
              <a:endCxn id="103" idx="0"/>
            </p:cNvCxnSpPr>
            <p:nvPr/>
          </p:nvCxnSpPr>
          <p:spPr>
            <a:xfrm>
              <a:off x="3138625" y="1138940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E715886E-8346-4940-ADF1-2E748581D889}"/>
                </a:ext>
              </a:extLst>
            </p:cNvPr>
            <p:cNvCxnSpPr/>
            <p:nvPr/>
          </p:nvCxnSpPr>
          <p:spPr>
            <a:xfrm>
              <a:off x="3138625" y="1404077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2" name="图片 111">
            <a:extLst>
              <a:ext uri="{FF2B5EF4-FFF2-40B4-BE49-F238E27FC236}">
                <a16:creationId xmlns:a16="http://schemas.microsoft.com/office/drawing/2014/main" id="{CBA3D734-F64B-4FF6-93F6-C42EDA659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94" b="89963" l="6333" r="93520">
                        <a14:foregroundMark x1="24448" y1="51301" x2="24448" y2="51301"/>
                        <a14:foregroundMark x1="6480" y1="69517" x2="6480" y2="69517"/>
                        <a14:foregroundMark x1="11487" y1="73606" x2="11487" y2="73606"/>
                        <a14:foregroundMark x1="10751" y1="76952" x2="10751" y2="76952"/>
                        <a14:foregroundMark x1="12960" y1="81413" x2="12960" y2="81413"/>
                        <a14:foregroundMark x1="67599" y1="59480" x2="67599" y2="59480"/>
                        <a14:foregroundMark x1="93520" y1="51301" x2="93520" y2="51301"/>
                        <a14:foregroundMark x1="38144" y1="34944" x2="38144" y2="34944"/>
                        <a14:foregroundMark x1="33137" y1="21190" x2="33137" y2="21190"/>
                        <a14:foregroundMark x1="33432" y1="19703" x2="33432" y2="19703"/>
                        <a14:foregroundMark x1="34168" y1="19703" x2="34168" y2="19703"/>
                        <a14:foregroundMark x1="33284" y1="18216" x2="33284" y2="18216"/>
                        <a14:foregroundMark x1="32401" y1="17472" x2="32401" y2="17472"/>
                        <a14:foregroundMark x1="79971" y1="16729" x2="79971" y2="16729"/>
                        <a14:foregroundMark x1="82327" y1="12639" x2="83652" y2="17844"/>
                        <a14:foregroundMark x1="82180" y1="11524" x2="82180" y2="11524"/>
                        <a14:foregroundMark x1="82327" y1="9665" x2="82327" y2="9665"/>
                        <a14:foregroundMark x1="82327" y1="10037" x2="82327" y2="10037"/>
                        <a14:backgroundMark x1="10015" y1="26766" x2="10015" y2="26766"/>
                        <a14:backgroundMark x1="7953" y1="33457" x2="18704" y2="24535"/>
                        <a14:backgroundMark x1="33284" y1="13011" x2="33579" y2="13011"/>
                        <a14:backgroundMark x1="32548" y1="13383" x2="39470" y2="18959"/>
                        <a14:backgroundMark x1="94109" y1="17472" x2="95582" y2="20446"/>
                        <a14:backgroundMark x1="92636" y1="13011" x2="97349" y2="28996"/>
                        <a14:backgroundMark x1="59057" y1="38662" x2="74374" y2="21561"/>
                        <a14:backgroundMark x1="32695" y1="17472" x2="32695" y2="17472"/>
                        <a14:backgroundMark x1="33284" y1="18959" x2="33284" y2="18959"/>
                        <a14:backgroundMark x1="32401" y1="17472" x2="32401" y2="17472"/>
                        <a14:backgroundMark x1="33284" y1="19703" x2="33284" y2="19703"/>
                        <a14:backgroundMark x1="33284" y1="18216" x2="33284" y2="18216"/>
                        <a14:backgroundMark x1="87334" y1="9294" x2="87334" y2="9294"/>
                        <a14:backgroundMark x1="86745" y1="8550" x2="86745" y2="8550"/>
                        <a14:backgroundMark x1="83505" y1="9665" x2="84094" y2="9665"/>
                        <a14:backgroundMark x1="84389" y1="9665" x2="84389" y2="9665"/>
                        <a14:backgroundMark x1="84831" y1="9665" x2="84831" y2="9665"/>
                        <a14:backgroundMark x1="82622" y1="9294" x2="82622" y2="9294"/>
                        <a14:backgroundMark x1="81885" y1="8922" x2="81885" y2="8922"/>
                        <a14:backgroundMark x1="82327" y1="9294" x2="82327" y2="92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883" y="-4072732"/>
            <a:ext cx="3385187" cy="134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53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文本框 90">
            <a:extLst>
              <a:ext uri="{FF2B5EF4-FFF2-40B4-BE49-F238E27FC236}">
                <a16:creationId xmlns:a16="http://schemas.microsoft.com/office/drawing/2014/main" id="{FB0D512B-1B65-48C7-9620-DAC27673B990}"/>
              </a:ext>
            </a:extLst>
          </p:cNvPr>
          <p:cNvSpPr txBox="1"/>
          <p:nvPr/>
        </p:nvSpPr>
        <p:spPr>
          <a:xfrm>
            <a:off x="-1803407" y="2675672"/>
            <a:ext cx="877740" cy="415495"/>
          </a:xfrm>
          <a:custGeom>
            <a:avLst/>
            <a:gdLst/>
            <a:ahLst/>
            <a:cxnLst/>
            <a:rect l="l" t="t" r="r" b="b"/>
            <a:pathLst>
              <a:path w="877740" h="415495">
                <a:moveTo>
                  <a:pt x="107642" y="181194"/>
                </a:moveTo>
                <a:cubicBezTo>
                  <a:pt x="120219" y="183895"/>
                  <a:pt x="133404" y="185245"/>
                  <a:pt x="147197" y="185245"/>
                </a:cubicBezTo>
                <a:cubicBezTo>
                  <a:pt x="154731" y="185245"/>
                  <a:pt x="158498" y="187287"/>
                  <a:pt x="158498" y="191371"/>
                </a:cubicBezTo>
                <a:cubicBezTo>
                  <a:pt x="158498" y="195454"/>
                  <a:pt x="156704" y="198468"/>
                  <a:pt x="153115" y="200411"/>
                </a:cubicBezTo>
                <a:cubicBezTo>
                  <a:pt x="149527" y="202354"/>
                  <a:pt x="147732" y="204950"/>
                  <a:pt x="147732" y="208198"/>
                </a:cubicBezTo>
                <a:lnTo>
                  <a:pt x="147732" y="243552"/>
                </a:lnTo>
                <a:cubicBezTo>
                  <a:pt x="182846" y="243552"/>
                  <a:pt x="212898" y="241904"/>
                  <a:pt x="237886" y="238609"/>
                </a:cubicBezTo>
                <a:lnTo>
                  <a:pt x="237886" y="280042"/>
                </a:lnTo>
                <a:cubicBezTo>
                  <a:pt x="212593" y="277052"/>
                  <a:pt x="182541" y="275556"/>
                  <a:pt x="147732" y="275556"/>
                </a:cubicBezTo>
                <a:lnTo>
                  <a:pt x="147732" y="338628"/>
                </a:lnTo>
                <a:cubicBezTo>
                  <a:pt x="184889" y="333037"/>
                  <a:pt x="218977" y="326608"/>
                  <a:pt x="249995" y="319340"/>
                </a:cubicBezTo>
                <a:cubicBezTo>
                  <a:pt x="247304" y="330889"/>
                  <a:pt x="245959" y="339193"/>
                  <a:pt x="245959" y="344250"/>
                </a:cubicBezTo>
                <a:cubicBezTo>
                  <a:pt x="245959" y="349308"/>
                  <a:pt x="246109" y="354378"/>
                  <a:pt x="246409" y="359459"/>
                </a:cubicBezTo>
                <a:cubicBezTo>
                  <a:pt x="154250" y="367780"/>
                  <a:pt x="76133" y="380626"/>
                  <a:pt x="12058" y="398000"/>
                </a:cubicBezTo>
                <a:cubicBezTo>
                  <a:pt x="10948" y="383093"/>
                  <a:pt x="6929" y="368220"/>
                  <a:pt x="0" y="353380"/>
                </a:cubicBezTo>
                <a:cubicBezTo>
                  <a:pt x="36247" y="351685"/>
                  <a:pt x="73325" y="348310"/>
                  <a:pt x="111235" y="343257"/>
                </a:cubicBezTo>
                <a:lnTo>
                  <a:pt x="111235" y="275556"/>
                </a:lnTo>
                <a:cubicBezTo>
                  <a:pt x="74297" y="275556"/>
                  <a:pt x="43198" y="277052"/>
                  <a:pt x="17937" y="280042"/>
                </a:cubicBezTo>
                <a:lnTo>
                  <a:pt x="17937" y="238609"/>
                </a:lnTo>
                <a:cubicBezTo>
                  <a:pt x="42888" y="241904"/>
                  <a:pt x="73987" y="243552"/>
                  <a:pt x="111235" y="243552"/>
                </a:cubicBezTo>
                <a:cubicBezTo>
                  <a:pt x="110940" y="217592"/>
                  <a:pt x="109742" y="196806"/>
                  <a:pt x="107642" y="181194"/>
                </a:cubicBezTo>
                <a:close/>
                <a:moveTo>
                  <a:pt x="698768" y="144590"/>
                </a:moveTo>
                <a:cubicBezTo>
                  <a:pt x="673336" y="147271"/>
                  <a:pt x="645233" y="149026"/>
                  <a:pt x="614457" y="149855"/>
                </a:cubicBezTo>
                <a:lnTo>
                  <a:pt x="614457" y="215291"/>
                </a:lnTo>
                <a:lnTo>
                  <a:pt x="705783" y="215291"/>
                </a:lnTo>
                <a:cubicBezTo>
                  <a:pt x="701911" y="192284"/>
                  <a:pt x="699573" y="168716"/>
                  <a:pt x="698768" y="144590"/>
                </a:cubicBezTo>
                <a:close/>
                <a:moveTo>
                  <a:pt x="819462" y="91940"/>
                </a:moveTo>
                <a:cubicBezTo>
                  <a:pt x="824767" y="106185"/>
                  <a:pt x="830384" y="116405"/>
                  <a:pt x="836314" y="122601"/>
                </a:cubicBezTo>
                <a:cubicBezTo>
                  <a:pt x="839114" y="125873"/>
                  <a:pt x="840514" y="129384"/>
                  <a:pt x="840514" y="133135"/>
                </a:cubicBezTo>
                <a:cubicBezTo>
                  <a:pt x="840514" y="136885"/>
                  <a:pt x="838539" y="138760"/>
                  <a:pt x="834588" y="138760"/>
                </a:cubicBezTo>
                <a:cubicBezTo>
                  <a:pt x="830638" y="138760"/>
                  <a:pt x="827167" y="138163"/>
                  <a:pt x="824176" y="136967"/>
                </a:cubicBezTo>
                <a:cubicBezTo>
                  <a:pt x="821185" y="135772"/>
                  <a:pt x="815144" y="135174"/>
                  <a:pt x="806053" y="135174"/>
                </a:cubicBezTo>
                <a:cubicBezTo>
                  <a:pt x="796961" y="135174"/>
                  <a:pt x="773015" y="137267"/>
                  <a:pt x="734215" y="141454"/>
                </a:cubicBezTo>
                <a:cubicBezTo>
                  <a:pt x="734215" y="165247"/>
                  <a:pt x="736108" y="189860"/>
                  <a:pt x="739894" y="215291"/>
                </a:cubicBezTo>
                <a:cubicBezTo>
                  <a:pt x="787367" y="215291"/>
                  <a:pt x="824045" y="214094"/>
                  <a:pt x="849930" y="211698"/>
                </a:cubicBezTo>
                <a:lnTo>
                  <a:pt x="849930" y="247302"/>
                </a:lnTo>
                <a:cubicBezTo>
                  <a:pt x="821464" y="246702"/>
                  <a:pt x="786331" y="246402"/>
                  <a:pt x="744531" y="246402"/>
                </a:cubicBezTo>
                <a:cubicBezTo>
                  <a:pt x="754156" y="283993"/>
                  <a:pt x="768787" y="313547"/>
                  <a:pt x="788425" y="335064"/>
                </a:cubicBezTo>
                <a:cubicBezTo>
                  <a:pt x="808064" y="356580"/>
                  <a:pt x="821209" y="367339"/>
                  <a:pt x="827863" y="367339"/>
                </a:cubicBezTo>
                <a:cubicBezTo>
                  <a:pt x="830268" y="367339"/>
                  <a:pt x="832430" y="363947"/>
                  <a:pt x="834349" y="357163"/>
                </a:cubicBezTo>
                <a:cubicBezTo>
                  <a:pt x="836268" y="350379"/>
                  <a:pt x="838078" y="337173"/>
                  <a:pt x="839778" y="317547"/>
                </a:cubicBezTo>
                <a:cubicBezTo>
                  <a:pt x="853194" y="329377"/>
                  <a:pt x="865848" y="335828"/>
                  <a:pt x="877740" y="336899"/>
                </a:cubicBezTo>
                <a:cubicBezTo>
                  <a:pt x="872449" y="362007"/>
                  <a:pt x="866303" y="380262"/>
                  <a:pt x="859302" y="391663"/>
                </a:cubicBezTo>
                <a:cubicBezTo>
                  <a:pt x="852301" y="403065"/>
                  <a:pt x="843467" y="408766"/>
                  <a:pt x="832799" y="408766"/>
                </a:cubicBezTo>
                <a:cubicBezTo>
                  <a:pt x="816430" y="408766"/>
                  <a:pt x="794665" y="393882"/>
                  <a:pt x="767505" y="364114"/>
                </a:cubicBezTo>
                <a:cubicBezTo>
                  <a:pt x="740344" y="334346"/>
                  <a:pt x="721402" y="295109"/>
                  <a:pt x="710676" y="246402"/>
                </a:cubicBezTo>
                <a:lnTo>
                  <a:pt x="614457" y="246402"/>
                </a:lnTo>
                <a:lnTo>
                  <a:pt x="614457" y="351187"/>
                </a:lnTo>
                <a:lnTo>
                  <a:pt x="700575" y="298259"/>
                </a:lnTo>
                <a:cubicBezTo>
                  <a:pt x="699680" y="312532"/>
                  <a:pt x="700875" y="324591"/>
                  <a:pt x="704161" y="334435"/>
                </a:cubicBezTo>
                <a:lnTo>
                  <a:pt x="698359" y="337923"/>
                </a:lnTo>
                <a:lnTo>
                  <a:pt x="729516" y="358570"/>
                </a:lnTo>
                <a:cubicBezTo>
                  <a:pt x="739616" y="366123"/>
                  <a:pt x="748657" y="373835"/>
                  <a:pt x="756639" y="381705"/>
                </a:cubicBezTo>
                <a:lnTo>
                  <a:pt x="732886" y="406522"/>
                </a:lnTo>
                <a:cubicBezTo>
                  <a:pt x="720861" y="392959"/>
                  <a:pt x="701511" y="377600"/>
                  <a:pt x="674836" y="360445"/>
                </a:cubicBezTo>
                <a:lnTo>
                  <a:pt x="690544" y="342621"/>
                </a:lnTo>
                <a:lnTo>
                  <a:pt x="624730" y="382184"/>
                </a:lnTo>
                <a:cubicBezTo>
                  <a:pt x="611995" y="389704"/>
                  <a:pt x="599398" y="399014"/>
                  <a:pt x="586940" y="410116"/>
                </a:cubicBezTo>
                <a:cubicBezTo>
                  <a:pt x="580953" y="398681"/>
                  <a:pt x="572726" y="388794"/>
                  <a:pt x="562258" y="380455"/>
                </a:cubicBezTo>
                <a:cubicBezTo>
                  <a:pt x="569373" y="373378"/>
                  <a:pt x="574142" y="367351"/>
                  <a:pt x="576563" y="362374"/>
                </a:cubicBezTo>
                <a:cubicBezTo>
                  <a:pt x="578985" y="357397"/>
                  <a:pt x="580196" y="350406"/>
                  <a:pt x="580196" y="341400"/>
                </a:cubicBezTo>
                <a:lnTo>
                  <a:pt x="580196" y="186666"/>
                </a:lnTo>
                <a:cubicBezTo>
                  <a:pt x="580196" y="156043"/>
                  <a:pt x="579151" y="132093"/>
                  <a:pt x="577060" y="114814"/>
                </a:cubicBezTo>
                <a:cubicBezTo>
                  <a:pt x="588080" y="115719"/>
                  <a:pt x="599022" y="116172"/>
                  <a:pt x="609885" y="116172"/>
                </a:cubicBezTo>
                <a:cubicBezTo>
                  <a:pt x="644875" y="116172"/>
                  <a:pt x="683783" y="113801"/>
                  <a:pt x="726607" y="109060"/>
                </a:cubicBezTo>
                <a:cubicBezTo>
                  <a:pt x="769431" y="104319"/>
                  <a:pt x="800383" y="98612"/>
                  <a:pt x="819462" y="91940"/>
                </a:cubicBezTo>
                <a:close/>
                <a:moveTo>
                  <a:pt x="267762" y="58750"/>
                </a:moveTo>
                <a:cubicBezTo>
                  <a:pt x="277910" y="61451"/>
                  <a:pt x="290648" y="62801"/>
                  <a:pt x="305973" y="62801"/>
                </a:cubicBezTo>
                <a:cubicBezTo>
                  <a:pt x="312312" y="62801"/>
                  <a:pt x="315482" y="64884"/>
                  <a:pt x="315482" y="69052"/>
                </a:cubicBezTo>
                <a:cubicBezTo>
                  <a:pt x="315482" y="73219"/>
                  <a:pt x="313911" y="76274"/>
                  <a:pt x="310770" y="78217"/>
                </a:cubicBezTo>
                <a:cubicBezTo>
                  <a:pt x="307630" y="80160"/>
                  <a:pt x="306059" y="83270"/>
                  <a:pt x="306059" y="87547"/>
                </a:cubicBezTo>
                <a:lnTo>
                  <a:pt x="306059" y="220756"/>
                </a:lnTo>
                <a:cubicBezTo>
                  <a:pt x="306059" y="242659"/>
                  <a:pt x="307107" y="267953"/>
                  <a:pt x="309202" y="296637"/>
                </a:cubicBezTo>
                <a:lnTo>
                  <a:pt x="268212" y="296637"/>
                </a:lnTo>
                <a:cubicBezTo>
                  <a:pt x="270302" y="267038"/>
                  <a:pt x="271348" y="241745"/>
                  <a:pt x="271348" y="220756"/>
                </a:cubicBezTo>
                <a:lnTo>
                  <a:pt x="271348" y="122980"/>
                </a:lnTo>
                <a:cubicBezTo>
                  <a:pt x="271348" y="97238"/>
                  <a:pt x="270152" y="75829"/>
                  <a:pt x="267762" y="58750"/>
                </a:cubicBezTo>
                <a:close/>
                <a:moveTo>
                  <a:pt x="8072" y="28254"/>
                </a:moveTo>
                <a:cubicBezTo>
                  <a:pt x="37223" y="30949"/>
                  <a:pt x="78433" y="32297"/>
                  <a:pt x="131702" y="32297"/>
                </a:cubicBezTo>
                <a:cubicBezTo>
                  <a:pt x="184970" y="32297"/>
                  <a:pt x="225897" y="30949"/>
                  <a:pt x="254481" y="28254"/>
                </a:cubicBezTo>
                <a:lnTo>
                  <a:pt x="254481" y="67451"/>
                </a:lnTo>
                <a:cubicBezTo>
                  <a:pt x="225416" y="65056"/>
                  <a:pt x="187154" y="63858"/>
                  <a:pt x="139696" y="63858"/>
                </a:cubicBezTo>
                <a:cubicBezTo>
                  <a:pt x="119426" y="92814"/>
                  <a:pt x="95195" y="121163"/>
                  <a:pt x="67001" y="148904"/>
                </a:cubicBezTo>
                <a:lnTo>
                  <a:pt x="191066" y="143575"/>
                </a:lnTo>
                <a:cubicBezTo>
                  <a:pt x="178079" y="132531"/>
                  <a:pt x="163727" y="119422"/>
                  <a:pt x="148011" y="104249"/>
                </a:cubicBezTo>
                <a:lnTo>
                  <a:pt x="174407" y="82075"/>
                </a:lnTo>
                <a:cubicBezTo>
                  <a:pt x="205773" y="112317"/>
                  <a:pt x="232912" y="143806"/>
                  <a:pt x="255824" y="176544"/>
                </a:cubicBezTo>
                <a:lnTo>
                  <a:pt x="225906" y="197968"/>
                </a:lnTo>
                <a:cubicBezTo>
                  <a:pt x="219948" y="188043"/>
                  <a:pt x="214048" y="179073"/>
                  <a:pt x="208204" y="171057"/>
                </a:cubicBezTo>
                <a:lnTo>
                  <a:pt x="86075" y="180923"/>
                </a:lnTo>
                <a:cubicBezTo>
                  <a:pt x="63581" y="182675"/>
                  <a:pt x="43993" y="185666"/>
                  <a:pt x="27310" y="189895"/>
                </a:cubicBezTo>
                <a:cubicBezTo>
                  <a:pt x="24743" y="175065"/>
                  <a:pt x="20273" y="160482"/>
                  <a:pt x="13901" y="146147"/>
                </a:cubicBezTo>
                <a:cubicBezTo>
                  <a:pt x="22940" y="145685"/>
                  <a:pt x="30393" y="143203"/>
                  <a:pt x="36258" y="138700"/>
                </a:cubicBezTo>
                <a:cubicBezTo>
                  <a:pt x="42123" y="134197"/>
                  <a:pt x="51994" y="123605"/>
                  <a:pt x="65872" y="106924"/>
                </a:cubicBezTo>
                <a:cubicBezTo>
                  <a:pt x="79750" y="90244"/>
                  <a:pt x="90982" y="75888"/>
                  <a:pt x="99569" y="63858"/>
                </a:cubicBezTo>
                <a:cubicBezTo>
                  <a:pt x="61388" y="63858"/>
                  <a:pt x="30889" y="65056"/>
                  <a:pt x="8072" y="67451"/>
                </a:cubicBezTo>
                <a:close/>
                <a:moveTo>
                  <a:pt x="345357" y="1793"/>
                </a:moveTo>
                <a:cubicBezTo>
                  <a:pt x="355758" y="3941"/>
                  <a:pt x="363338" y="5077"/>
                  <a:pt x="368096" y="5201"/>
                </a:cubicBezTo>
                <a:cubicBezTo>
                  <a:pt x="372853" y="5325"/>
                  <a:pt x="378729" y="5387"/>
                  <a:pt x="385723" y="5387"/>
                </a:cubicBezTo>
                <a:cubicBezTo>
                  <a:pt x="392716" y="5387"/>
                  <a:pt x="396213" y="7802"/>
                  <a:pt x="396213" y="12634"/>
                </a:cubicBezTo>
                <a:cubicBezTo>
                  <a:pt x="396213" y="17465"/>
                  <a:pt x="394568" y="20778"/>
                  <a:pt x="391277" y="22571"/>
                </a:cubicBezTo>
                <a:cubicBezTo>
                  <a:pt x="387986" y="24364"/>
                  <a:pt x="386341" y="27334"/>
                  <a:pt x="386341" y="31483"/>
                </a:cubicBezTo>
                <a:lnTo>
                  <a:pt x="386341" y="364724"/>
                </a:lnTo>
                <a:cubicBezTo>
                  <a:pt x="386341" y="376045"/>
                  <a:pt x="384357" y="384896"/>
                  <a:pt x="380390" y="391278"/>
                </a:cubicBezTo>
                <a:cubicBezTo>
                  <a:pt x="376423" y="397659"/>
                  <a:pt x="368773" y="402686"/>
                  <a:pt x="357441" y="406358"/>
                </a:cubicBezTo>
                <a:cubicBezTo>
                  <a:pt x="346108" y="410030"/>
                  <a:pt x="327579" y="413076"/>
                  <a:pt x="301852" y="415495"/>
                </a:cubicBezTo>
                <a:cubicBezTo>
                  <a:pt x="301852" y="400407"/>
                  <a:pt x="296918" y="384503"/>
                  <a:pt x="287050" y="367782"/>
                </a:cubicBezTo>
                <a:cubicBezTo>
                  <a:pt x="307590" y="370778"/>
                  <a:pt x="321737" y="372275"/>
                  <a:pt x="329491" y="372275"/>
                </a:cubicBezTo>
                <a:cubicBezTo>
                  <a:pt x="337244" y="372275"/>
                  <a:pt x="342424" y="371351"/>
                  <a:pt x="345032" y="369504"/>
                </a:cubicBezTo>
                <a:cubicBezTo>
                  <a:pt x="347639" y="367656"/>
                  <a:pt x="348943" y="363074"/>
                  <a:pt x="348943" y="355759"/>
                </a:cubicBezTo>
                <a:lnTo>
                  <a:pt x="348943" y="79917"/>
                </a:lnTo>
                <a:cubicBezTo>
                  <a:pt x="348943" y="49847"/>
                  <a:pt x="347748" y="23805"/>
                  <a:pt x="345357" y="1793"/>
                </a:cubicBezTo>
                <a:close/>
                <a:moveTo>
                  <a:pt x="667107" y="0"/>
                </a:moveTo>
                <a:cubicBezTo>
                  <a:pt x="681156" y="15607"/>
                  <a:pt x="693372" y="32952"/>
                  <a:pt x="703754" y="52035"/>
                </a:cubicBezTo>
                <a:cubicBezTo>
                  <a:pt x="789903" y="52035"/>
                  <a:pt x="841469" y="50537"/>
                  <a:pt x="858452" y="47542"/>
                </a:cubicBezTo>
                <a:lnTo>
                  <a:pt x="858452" y="85389"/>
                </a:lnTo>
                <a:cubicBezTo>
                  <a:pt x="838045" y="83594"/>
                  <a:pt x="797499" y="82696"/>
                  <a:pt x="736815" y="82696"/>
                </a:cubicBezTo>
                <a:lnTo>
                  <a:pt x="548963" y="82696"/>
                </a:lnTo>
                <a:cubicBezTo>
                  <a:pt x="549273" y="107814"/>
                  <a:pt x="549428" y="128266"/>
                  <a:pt x="549428" y="144054"/>
                </a:cubicBezTo>
                <a:cubicBezTo>
                  <a:pt x="549428" y="223516"/>
                  <a:pt x="545786" y="280163"/>
                  <a:pt x="538501" y="313993"/>
                </a:cubicBezTo>
                <a:cubicBezTo>
                  <a:pt x="531217" y="347823"/>
                  <a:pt x="517193" y="381507"/>
                  <a:pt x="496428" y="415045"/>
                </a:cubicBezTo>
                <a:cubicBezTo>
                  <a:pt x="484917" y="408282"/>
                  <a:pt x="472175" y="402927"/>
                  <a:pt x="458202" y="398979"/>
                </a:cubicBezTo>
                <a:cubicBezTo>
                  <a:pt x="478990" y="369970"/>
                  <a:pt x="493531" y="338734"/>
                  <a:pt x="501825" y="305270"/>
                </a:cubicBezTo>
                <a:cubicBezTo>
                  <a:pt x="510119" y="271807"/>
                  <a:pt x="514266" y="228086"/>
                  <a:pt x="514266" y="174108"/>
                </a:cubicBezTo>
                <a:cubicBezTo>
                  <a:pt x="514266" y="139660"/>
                  <a:pt x="512623" y="97472"/>
                  <a:pt x="509337" y="47542"/>
                </a:cubicBezTo>
                <a:cubicBezTo>
                  <a:pt x="525982" y="50537"/>
                  <a:pt x="578007" y="52035"/>
                  <a:pt x="665414" y="52035"/>
                </a:cubicBezTo>
                <a:cubicBezTo>
                  <a:pt x="656393" y="43167"/>
                  <a:pt x="645780" y="31845"/>
                  <a:pt x="633574" y="1806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90E5078-7807-46B0-A9C1-E86BA3DCBB10}"/>
              </a:ext>
            </a:extLst>
          </p:cNvPr>
          <p:cNvSpPr txBox="1"/>
          <p:nvPr/>
        </p:nvSpPr>
        <p:spPr>
          <a:xfrm>
            <a:off x="2030219" y="-1298853"/>
            <a:ext cx="1317555" cy="423567"/>
          </a:xfrm>
          <a:custGeom>
            <a:avLst/>
            <a:gdLst/>
            <a:ahLst/>
            <a:cxnLst/>
            <a:rect l="l" t="t" r="r" b="b"/>
            <a:pathLst>
              <a:path w="1317555" h="423567">
                <a:moveTo>
                  <a:pt x="0" y="200482"/>
                </a:moveTo>
                <a:cubicBezTo>
                  <a:pt x="43148" y="203182"/>
                  <a:pt x="111268" y="204533"/>
                  <a:pt x="204361" y="204533"/>
                </a:cubicBezTo>
                <a:cubicBezTo>
                  <a:pt x="297453" y="204533"/>
                  <a:pt x="365440" y="203182"/>
                  <a:pt x="408322" y="200482"/>
                </a:cubicBezTo>
                <a:lnTo>
                  <a:pt x="408322" y="236987"/>
                </a:lnTo>
                <a:cubicBezTo>
                  <a:pt x="358444" y="234596"/>
                  <a:pt x="297149" y="233400"/>
                  <a:pt x="224435" y="233400"/>
                </a:cubicBezTo>
                <a:lnTo>
                  <a:pt x="224435" y="276742"/>
                </a:lnTo>
                <a:cubicBezTo>
                  <a:pt x="288867" y="276742"/>
                  <a:pt x="333120" y="275244"/>
                  <a:pt x="357194" y="272248"/>
                </a:cubicBezTo>
                <a:lnTo>
                  <a:pt x="357194" y="309646"/>
                </a:lnTo>
                <a:cubicBezTo>
                  <a:pt x="333239" y="307855"/>
                  <a:pt x="288986" y="306960"/>
                  <a:pt x="224435" y="306960"/>
                </a:cubicBezTo>
                <a:lnTo>
                  <a:pt x="224435" y="373889"/>
                </a:lnTo>
                <a:cubicBezTo>
                  <a:pt x="241046" y="376699"/>
                  <a:pt x="264833" y="378104"/>
                  <a:pt x="295794" y="378104"/>
                </a:cubicBezTo>
                <a:cubicBezTo>
                  <a:pt x="326755" y="378104"/>
                  <a:pt x="366807" y="376606"/>
                  <a:pt x="415952" y="373611"/>
                </a:cubicBezTo>
                <a:cubicBezTo>
                  <a:pt x="412027" y="383469"/>
                  <a:pt x="409551" y="389943"/>
                  <a:pt x="408522" y="393031"/>
                </a:cubicBezTo>
                <a:cubicBezTo>
                  <a:pt x="407493" y="396120"/>
                  <a:pt x="406979" y="402522"/>
                  <a:pt x="406979" y="412237"/>
                </a:cubicBezTo>
                <a:cubicBezTo>
                  <a:pt x="382400" y="412913"/>
                  <a:pt x="360692" y="413252"/>
                  <a:pt x="341857" y="413252"/>
                </a:cubicBezTo>
                <a:cubicBezTo>
                  <a:pt x="291793" y="413252"/>
                  <a:pt x="251261" y="411211"/>
                  <a:pt x="220259" y="407129"/>
                </a:cubicBezTo>
                <a:cubicBezTo>
                  <a:pt x="189258" y="403048"/>
                  <a:pt x="162995" y="394212"/>
                  <a:pt x="141471" y="380622"/>
                </a:cubicBezTo>
                <a:cubicBezTo>
                  <a:pt x="119947" y="367033"/>
                  <a:pt x="103967" y="352644"/>
                  <a:pt x="93533" y="337456"/>
                </a:cubicBezTo>
                <a:cubicBezTo>
                  <a:pt x="77359" y="367893"/>
                  <a:pt x="57392" y="395702"/>
                  <a:pt x="33632" y="420881"/>
                </a:cubicBezTo>
                <a:cubicBezTo>
                  <a:pt x="24360" y="411708"/>
                  <a:pt x="14497" y="404191"/>
                  <a:pt x="4043" y="398328"/>
                </a:cubicBezTo>
                <a:cubicBezTo>
                  <a:pt x="49110" y="359295"/>
                  <a:pt x="77790" y="310839"/>
                  <a:pt x="90082" y="252960"/>
                </a:cubicBezTo>
                <a:cubicBezTo>
                  <a:pt x="104941" y="259818"/>
                  <a:pt x="116883" y="264554"/>
                  <a:pt x="125908" y="267169"/>
                </a:cubicBezTo>
                <a:cubicBezTo>
                  <a:pt x="130894" y="269164"/>
                  <a:pt x="133388" y="272165"/>
                  <a:pt x="133388" y="276170"/>
                </a:cubicBezTo>
                <a:cubicBezTo>
                  <a:pt x="133388" y="280175"/>
                  <a:pt x="130956" y="283556"/>
                  <a:pt x="126094" y="286311"/>
                </a:cubicBezTo>
                <a:cubicBezTo>
                  <a:pt x="121231" y="289066"/>
                  <a:pt x="115440" y="296992"/>
                  <a:pt x="108720" y="310089"/>
                </a:cubicBezTo>
                <a:cubicBezTo>
                  <a:pt x="130018" y="337644"/>
                  <a:pt x="156271" y="356278"/>
                  <a:pt x="187480" y="365988"/>
                </a:cubicBezTo>
                <a:lnTo>
                  <a:pt x="187480" y="233400"/>
                </a:lnTo>
                <a:cubicBezTo>
                  <a:pt x="112033" y="233400"/>
                  <a:pt x="49539" y="234596"/>
                  <a:pt x="0" y="236987"/>
                </a:cubicBezTo>
                <a:close/>
                <a:moveTo>
                  <a:pt x="112306" y="126651"/>
                </a:moveTo>
                <a:lnTo>
                  <a:pt x="112306" y="155198"/>
                </a:lnTo>
                <a:lnTo>
                  <a:pt x="295122" y="155198"/>
                </a:lnTo>
                <a:lnTo>
                  <a:pt x="295122" y="126651"/>
                </a:lnTo>
                <a:close/>
                <a:moveTo>
                  <a:pt x="1198890" y="84768"/>
                </a:moveTo>
                <a:cubicBezTo>
                  <a:pt x="1213230" y="91664"/>
                  <a:pt x="1224407" y="96448"/>
                  <a:pt x="1232423" y="99119"/>
                </a:cubicBezTo>
                <a:cubicBezTo>
                  <a:pt x="1240438" y="101791"/>
                  <a:pt x="1244446" y="105769"/>
                  <a:pt x="1244446" y="111053"/>
                </a:cubicBezTo>
                <a:cubicBezTo>
                  <a:pt x="1244446" y="116337"/>
                  <a:pt x="1240912" y="119858"/>
                  <a:pt x="1233844" y="121615"/>
                </a:cubicBezTo>
                <a:cubicBezTo>
                  <a:pt x="1232430" y="122010"/>
                  <a:pt x="1229257" y="124331"/>
                  <a:pt x="1224325" y="128577"/>
                </a:cubicBezTo>
                <a:cubicBezTo>
                  <a:pt x="1219394" y="132822"/>
                  <a:pt x="1215037" y="135562"/>
                  <a:pt x="1211256" y="136796"/>
                </a:cubicBezTo>
                <a:cubicBezTo>
                  <a:pt x="1169503" y="198403"/>
                  <a:pt x="1138648" y="241286"/>
                  <a:pt x="1118691" y="265444"/>
                </a:cubicBezTo>
                <a:cubicBezTo>
                  <a:pt x="1098733" y="289602"/>
                  <a:pt x="1075617" y="312801"/>
                  <a:pt x="1049343" y="335042"/>
                </a:cubicBezTo>
                <a:lnTo>
                  <a:pt x="1243374" y="328219"/>
                </a:lnTo>
                <a:cubicBezTo>
                  <a:pt x="1231430" y="312879"/>
                  <a:pt x="1213339" y="290017"/>
                  <a:pt x="1189103" y="259632"/>
                </a:cubicBezTo>
                <a:lnTo>
                  <a:pt x="1215985" y="240401"/>
                </a:lnTo>
                <a:cubicBezTo>
                  <a:pt x="1254418" y="284964"/>
                  <a:pt x="1288275" y="332727"/>
                  <a:pt x="1317555" y="383691"/>
                </a:cubicBezTo>
                <a:lnTo>
                  <a:pt x="1285236" y="399800"/>
                </a:lnTo>
                <a:lnTo>
                  <a:pt x="1261133" y="360781"/>
                </a:lnTo>
                <a:cubicBezTo>
                  <a:pt x="1172013" y="365848"/>
                  <a:pt x="1109293" y="369801"/>
                  <a:pt x="1072974" y="372639"/>
                </a:cubicBezTo>
                <a:cubicBezTo>
                  <a:pt x="1036655" y="375478"/>
                  <a:pt x="1007673" y="379297"/>
                  <a:pt x="986028" y="384098"/>
                </a:cubicBezTo>
                <a:cubicBezTo>
                  <a:pt x="984532" y="370653"/>
                  <a:pt x="981060" y="357999"/>
                  <a:pt x="975612" y="346136"/>
                </a:cubicBezTo>
                <a:cubicBezTo>
                  <a:pt x="988923" y="340683"/>
                  <a:pt x="1001733" y="333194"/>
                  <a:pt x="1014042" y="323669"/>
                </a:cubicBezTo>
                <a:cubicBezTo>
                  <a:pt x="1026351" y="314144"/>
                  <a:pt x="1045231" y="294657"/>
                  <a:pt x="1070685" y="265208"/>
                </a:cubicBezTo>
                <a:cubicBezTo>
                  <a:pt x="1096138" y="235759"/>
                  <a:pt x="1119799" y="205605"/>
                  <a:pt x="1141669" y="174747"/>
                </a:cubicBezTo>
                <a:cubicBezTo>
                  <a:pt x="1163538" y="143888"/>
                  <a:pt x="1182612" y="113895"/>
                  <a:pt x="1198890" y="84768"/>
                </a:cubicBezTo>
                <a:close/>
                <a:moveTo>
                  <a:pt x="112306" y="64308"/>
                </a:moveTo>
                <a:lnTo>
                  <a:pt x="112306" y="97333"/>
                </a:lnTo>
                <a:lnTo>
                  <a:pt x="295122" y="97333"/>
                </a:lnTo>
                <a:lnTo>
                  <a:pt x="295122" y="64308"/>
                </a:lnTo>
                <a:close/>
                <a:moveTo>
                  <a:pt x="72216" y="31397"/>
                </a:moveTo>
                <a:cubicBezTo>
                  <a:pt x="85355" y="33792"/>
                  <a:pt x="128976" y="34990"/>
                  <a:pt x="203078" y="34990"/>
                </a:cubicBezTo>
                <a:cubicBezTo>
                  <a:pt x="277181" y="34990"/>
                  <a:pt x="321225" y="33792"/>
                  <a:pt x="335213" y="31397"/>
                </a:cubicBezTo>
                <a:cubicBezTo>
                  <a:pt x="333422" y="45436"/>
                  <a:pt x="332527" y="61910"/>
                  <a:pt x="332527" y="80817"/>
                </a:cubicBezTo>
                <a:lnTo>
                  <a:pt x="332527" y="139574"/>
                </a:lnTo>
                <a:cubicBezTo>
                  <a:pt x="332527" y="153410"/>
                  <a:pt x="333422" y="168988"/>
                  <a:pt x="335213" y="186309"/>
                </a:cubicBezTo>
                <a:cubicBezTo>
                  <a:pt x="326797" y="184513"/>
                  <a:pt x="282597" y="183616"/>
                  <a:pt x="202611" y="183616"/>
                </a:cubicBezTo>
                <a:cubicBezTo>
                  <a:pt x="122624" y="183616"/>
                  <a:pt x="79159" y="184213"/>
                  <a:pt x="72216" y="185409"/>
                </a:cubicBezTo>
                <a:cubicBezTo>
                  <a:pt x="73711" y="166011"/>
                  <a:pt x="74459" y="150433"/>
                  <a:pt x="74459" y="138674"/>
                </a:cubicBezTo>
                <a:lnTo>
                  <a:pt x="74459" y="79924"/>
                </a:lnTo>
                <a:cubicBezTo>
                  <a:pt x="74459" y="59564"/>
                  <a:pt x="73711" y="43389"/>
                  <a:pt x="72216" y="31397"/>
                </a:cubicBezTo>
                <a:close/>
                <a:moveTo>
                  <a:pt x="704440" y="3586"/>
                </a:moveTo>
                <a:cubicBezTo>
                  <a:pt x="721918" y="6582"/>
                  <a:pt x="735512" y="8079"/>
                  <a:pt x="745220" y="8079"/>
                </a:cubicBezTo>
                <a:cubicBezTo>
                  <a:pt x="754928" y="8079"/>
                  <a:pt x="759783" y="10094"/>
                  <a:pt x="759783" y="14123"/>
                </a:cubicBezTo>
                <a:cubicBezTo>
                  <a:pt x="759783" y="18152"/>
                  <a:pt x="757689" y="21437"/>
                  <a:pt x="753503" y="23978"/>
                </a:cubicBezTo>
                <a:cubicBezTo>
                  <a:pt x="749317" y="26519"/>
                  <a:pt x="747224" y="36645"/>
                  <a:pt x="747224" y="54357"/>
                </a:cubicBezTo>
                <a:lnTo>
                  <a:pt x="747224" y="149361"/>
                </a:lnTo>
                <a:cubicBezTo>
                  <a:pt x="794154" y="149361"/>
                  <a:pt x="837211" y="147864"/>
                  <a:pt x="876397" y="144868"/>
                </a:cubicBezTo>
                <a:lnTo>
                  <a:pt x="876397" y="184066"/>
                </a:lnTo>
                <a:cubicBezTo>
                  <a:pt x="842879" y="181375"/>
                  <a:pt x="799821" y="180030"/>
                  <a:pt x="747224" y="180030"/>
                </a:cubicBezTo>
                <a:lnTo>
                  <a:pt x="747224" y="338264"/>
                </a:lnTo>
                <a:cubicBezTo>
                  <a:pt x="747224" y="361981"/>
                  <a:pt x="748419" y="390415"/>
                  <a:pt x="750810" y="423567"/>
                </a:cubicBezTo>
                <a:lnTo>
                  <a:pt x="706233" y="423567"/>
                </a:lnTo>
                <a:cubicBezTo>
                  <a:pt x="708624" y="395154"/>
                  <a:pt x="709819" y="366720"/>
                  <a:pt x="709819" y="338264"/>
                </a:cubicBezTo>
                <a:lnTo>
                  <a:pt x="709819" y="180030"/>
                </a:lnTo>
                <a:cubicBezTo>
                  <a:pt x="653903" y="180030"/>
                  <a:pt x="609052" y="181375"/>
                  <a:pt x="575267" y="184066"/>
                </a:cubicBezTo>
                <a:lnTo>
                  <a:pt x="575267" y="144868"/>
                </a:lnTo>
                <a:cubicBezTo>
                  <a:pt x="615591" y="147864"/>
                  <a:pt x="660442" y="149361"/>
                  <a:pt x="709819" y="149361"/>
                </a:cubicBezTo>
                <a:lnTo>
                  <a:pt x="709819" y="76781"/>
                </a:lnTo>
                <a:cubicBezTo>
                  <a:pt x="709819" y="46253"/>
                  <a:pt x="708026" y="21855"/>
                  <a:pt x="704440" y="3586"/>
                </a:cubicBezTo>
                <a:close/>
                <a:moveTo>
                  <a:pt x="1112515" y="2693"/>
                </a:moveTo>
                <a:cubicBezTo>
                  <a:pt x="1124383" y="9580"/>
                  <a:pt x="1136289" y="14626"/>
                  <a:pt x="1148234" y="17831"/>
                </a:cubicBezTo>
                <a:cubicBezTo>
                  <a:pt x="1153768" y="19679"/>
                  <a:pt x="1156535" y="22769"/>
                  <a:pt x="1156535" y="27103"/>
                </a:cubicBezTo>
                <a:cubicBezTo>
                  <a:pt x="1156535" y="31437"/>
                  <a:pt x="1154632" y="34421"/>
                  <a:pt x="1150827" y="36054"/>
                </a:cubicBezTo>
                <a:cubicBezTo>
                  <a:pt x="1147022" y="37688"/>
                  <a:pt x="1142682" y="41011"/>
                  <a:pt x="1137807" y="46023"/>
                </a:cubicBezTo>
                <a:cubicBezTo>
                  <a:pt x="1132933" y="51036"/>
                  <a:pt x="1128860" y="56012"/>
                  <a:pt x="1125588" y="60950"/>
                </a:cubicBezTo>
                <a:cubicBezTo>
                  <a:pt x="1097708" y="105094"/>
                  <a:pt x="1073917" y="139349"/>
                  <a:pt x="1054215" y="163717"/>
                </a:cubicBezTo>
                <a:cubicBezTo>
                  <a:pt x="1034512" y="188084"/>
                  <a:pt x="1007671" y="216844"/>
                  <a:pt x="973690" y="249995"/>
                </a:cubicBezTo>
                <a:cubicBezTo>
                  <a:pt x="962713" y="241932"/>
                  <a:pt x="950647" y="235560"/>
                  <a:pt x="937493" y="230879"/>
                </a:cubicBezTo>
                <a:cubicBezTo>
                  <a:pt x="974421" y="199865"/>
                  <a:pt x="1008695" y="164169"/>
                  <a:pt x="1040313" y="123790"/>
                </a:cubicBezTo>
                <a:cubicBezTo>
                  <a:pt x="1071931" y="83411"/>
                  <a:pt x="1095998" y="43046"/>
                  <a:pt x="1112515" y="2693"/>
                </a:cubicBezTo>
                <a:close/>
                <a:moveTo>
                  <a:pt x="554371" y="0"/>
                </a:moveTo>
                <a:cubicBezTo>
                  <a:pt x="570926" y="7067"/>
                  <a:pt x="582987" y="11289"/>
                  <a:pt x="590554" y="12666"/>
                </a:cubicBezTo>
                <a:cubicBezTo>
                  <a:pt x="598122" y="14042"/>
                  <a:pt x="601906" y="17548"/>
                  <a:pt x="601906" y="23185"/>
                </a:cubicBezTo>
                <a:cubicBezTo>
                  <a:pt x="601906" y="28821"/>
                  <a:pt x="599838" y="32069"/>
                  <a:pt x="595701" y="32929"/>
                </a:cubicBezTo>
                <a:cubicBezTo>
                  <a:pt x="591565" y="33789"/>
                  <a:pt x="587287" y="38017"/>
                  <a:pt x="582868" y="45613"/>
                </a:cubicBezTo>
                <a:cubicBezTo>
                  <a:pt x="578448" y="53209"/>
                  <a:pt x="570890" y="68858"/>
                  <a:pt x="560193" y="92561"/>
                </a:cubicBezTo>
                <a:lnTo>
                  <a:pt x="560193" y="422674"/>
                </a:lnTo>
                <a:lnTo>
                  <a:pt x="517860" y="422674"/>
                </a:lnTo>
                <a:cubicBezTo>
                  <a:pt x="521446" y="390313"/>
                  <a:pt x="523239" y="356644"/>
                  <a:pt x="523239" y="321669"/>
                </a:cubicBezTo>
                <a:lnTo>
                  <a:pt x="523239" y="146390"/>
                </a:lnTo>
                <a:cubicBezTo>
                  <a:pt x="514085" y="168783"/>
                  <a:pt x="501055" y="189862"/>
                  <a:pt x="484148" y="209626"/>
                </a:cubicBezTo>
                <a:cubicBezTo>
                  <a:pt x="473966" y="200696"/>
                  <a:pt x="462776" y="194327"/>
                  <a:pt x="450580" y="190517"/>
                </a:cubicBezTo>
                <a:cubicBezTo>
                  <a:pt x="477669" y="162751"/>
                  <a:pt x="501198" y="129122"/>
                  <a:pt x="521167" y="89629"/>
                </a:cubicBezTo>
                <a:cubicBezTo>
                  <a:pt x="541136" y="50136"/>
                  <a:pt x="552204" y="20260"/>
                  <a:pt x="5543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E5E7CC-1EFB-477F-BC1C-562D6B4547AF}"/>
              </a:ext>
            </a:extLst>
          </p:cNvPr>
          <p:cNvSpPr txBox="1"/>
          <p:nvPr/>
        </p:nvSpPr>
        <p:spPr>
          <a:xfrm>
            <a:off x="-1583094" y="6538326"/>
            <a:ext cx="1314854" cy="420881"/>
          </a:xfrm>
          <a:custGeom>
            <a:avLst/>
            <a:gdLst/>
            <a:ahLst/>
            <a:cxnLst/>
            <a:rect l="l" t="t" r="r" b="b"/>
            <a:pathLst>
              <a:path w="1314854" h="420881">
                <a:moveTo>
                  <a:pt x="538934" y="147561"/>
                </a:moveTo>
                <a:cubicBezTo>
                  <a:pt x="572066" y="149962"/>
                  <a:pt x="617164" y="151162"/>
                  <a:pt x="674225" y="151162"/>
                </a:cubicBezTo>
                <a:cubicBezTo>
                  <a:pt x="731287" y="151162"/>
                  <a:pt x="776399" y="149962"/>
                  <a:pt x="809560" y="147561"/>
                </a:cubicBezTo>
                <a:lnTo>
                  <a:pt x="809560" y="184959"/>
                </a:lnTo>
                <a:cubicBezTo>
                  <a:pt x="777847" y="182868"/>
                  <a:pt x="739275" y="181823"/>
                  <a:pt x="693846" y="181823"/>
                </a:cubicBezTo>
                <a:lnTo>
                  <a:pt x="693846" y="248488"/>
                </a:lnTo>
                <a:cubicBezTo>
                  <a:pt x="767746" y="248488"/>
                  <a:pt x="816933" y="247288"/>
                  <a:pt x="841407" y="244888"/>
                </a:cubicBezTo>
                <a:lnTo>
                  <a:pt x="841407" y="281842"/>
                </a:lnTo>
                <a:cubicBezTo>
                  <a:pt x="821562" y="280047"/>
                  <a:pt x="772375" y="279149"/>
                  <a:pt x="693846" y="279149"/>
                </a:cubicBezTo>
                <a:lnTo>
                  <a:pt x="693846" y="360824"/>
                </a:lnTo>
                <a:cubicBezTo>
                  <a:pt x="712781" y="363676"/>
                  <a:pt x="735234" y="365103"/>
                  <a:pt x="761204" y="365103"/>
                </a:cubicBezTo>
                <a:cubicBezTo>
                  <a:pt x="787174" y="365103"/>
                  <a:pt x="827065" y="363155"/>
                  <a:pt x="880876" y="359259"/>
                </a:cubicBezTo>
                <a:cubicBezTo>
                  <a:pt x="875385" y="374523"/>
                  <a:pt x="871925" y="388763"/>
                  <a:pt x="870496" y="401979"/>
                </a:cubicBezTo>
                <a:cubicBezTo>
                  <a:pt x="848056" y="402322"/>
                  <a:pt x="828910" y="402493"/>
                  <a:pt x="813061" y="402493"/>
                </a:cubicBezTo>
                <a:cubicBezTo>
                  <a:pt x="757911" y="402493"/>
                  <a:pt x="715787" y="400458"/>
                  <a:pt x="686688" y="396389"/>
                </a:cubicBezTo>
                <a:cubicBezTo>
                  <a:pt x="657589" y="392319"/>
                  <a:pt x="632766" y="384917"/>
                  <a:pt x="612218" y="374182"/>
                </a:cubicBezTo>
                <a:cubicBezTo>
                  <a:pt x="591670" y="363448"/>
                  <a:pt x="574271" y="347917"/>
                  <a:pt x="560022" y="327591"/>
                </a:cubicBezTo>
                <a:cubicBezTo>
                  <a:pt x="543920" y="361505"/>
                  <a:pt x="520812" y="391406"/>
                  <a:pt x="490699" y="417295"/>
                </a:cubicBezTo>
                <a:cubicBezTo>
                  <a:pt x="482946" y="407799"/>
                  <a:pt x="472113" y="399840"/>
                  <a:pt x="458202" y="393421"/>
                </a:cubicBezTo>
                <a:cubicBezTo>
                  <a:pt x="517810" y="351020"/>
                  <a:pt x="550864" y="292689"/>
                  <a:pt x="557364" y="218427"/>
                </a:cubicBezTo>
                <a:cubicBezTo>
                  <a:pt x="571633" y="223014"/>
                  <a:pt x="583370" y="225733"/>
                  <a:pt x="592576" y="226585"/>
                </a:cubicBezTo>
                <a:cubicBezTo>
                  <a:pt x="601782" y="227438"/>
                  <a:pt x="606385" y="229786"/>
                  <a:pt x="606385" y="233629"/>
                </a:cubicBezTo>
                <a:cubicBezTo>
                  <a:pt x="606385" y="237473"/>
                  <a:pt x="603920" y="240963"/>
                  <a:pt x="598991" y="244102"/>
                </a:cubicBezTo>
                <a:cubicBezTo>
                  <a:pt x="593262" y="247336"/>
                  <a:pt x="587602" y="258220"/>
                  <a:pt x="582010" y="276756"/>
                </a:cubicBezTo>
                <a:cubicBezTo>
                  <a:pt x="579829" y="284395"/>
                  <a:pt x="577338" y="291308"/>
                  <a:pt x="574538" y="297494"/>
                </a:cubicBezTo>
                <a:cubicBezTo>
                  <a:pt x="596369" y="327384"/>
                  <a:pt x="623970" y="346477"/>
                  <a:pt x="657341" y="354773"/>
                </a:cubicBezTo>
                <a:lnTo>
                  <a:pt x="657341" y="181823"/>
                </a:lnTo>
                <a:cubicBezTo>
                  <a:pt x="610645" y="181823"/>
                  <a:pt x="571176" y="182868"/>
                  <a:pt x="538934" y="184959"/>
                </a:cubicBezTo>
                <a:close/>
                <a:moveTo>
                  <a:pt x="257617" y="119929"/>
                </a:moveTo>
                <a:cubicBezTo>
                  <a:pt x="257617" y="143213"/>
                  <a:pt x="255972" y="173207"/>
                  <a:pt x="252681" y="209912"/>
                </a:cubicBezTo>
                <a:lnTo>
                  <a:pt x="325362" y="209912"/>
                </a:lnTo>
                <a:lnTo>
                  <a:pt x="330105" y="119929"/>
                </a:lnTo>
                <a:close/>
                <a:moveTo>
                  <a:pt x="33018" y="42612"/>
                </a:moveTo>
                <a:cubicBezTo>
                  <a:pt x="63374" y="62820"/>
                  <a:pt x="91147" y="87537"/>
                  <a:pt x="116336" y="116765"/>
                </a:cubicBezTo>
                <a:lnTo>
                  <a:pt x="89096" y="141010"/>
                </a:lnTo>
                <a:cubicBezTo>
                  <a:pt x="69413" y="115341"/>
                  <a:pt x="43300" y="90949"/>
                  <a:pt x="10758" y="67837"/>
                </a:cubicBezTo>
                <a:close/>
                <a:moveTo>
                  <a:pt x="1314854" y="32740"/>
                </a:moveTo>
                <a:lnTo>
                  <a:pt x="1314854" y="67966"/>
                </a:lnTo>
                <a:cubicBezTo>
                  <a:pt x="1303029" y="69042"/>
                  <a:pt x="1285695" y="78000"/>
                  <a:pt x="1262852" y="94840"/>
                </a:cubicBezTo>
                <a:cubicBezTo>
                  <a:pt x="1240008" y="111681"/>
                  <a:pt x="1207110" y="137341"/>
                  <a:pt x="1164157" y="171821"/>
                </a:cubicBezTo>
                <a:lnTo>
                  <a:pt x="1164157" y="371904"/>
                </a:lnTo>
                <a:cubicBezTo>
                  <a:pt x="1164157" y="383991"/>
                  <a:pt x="1161669" y="393381"/>
                  <a:pt x="1156692" y="400075"/>
                </a:cubicBezTo>
                <a:cubicBezTo>
                  <a:pt x="1151715" y="406769"/>
                  <a:pt x="1142328" y="411685"/>
                  <a:pt x="1128531" y="414823"/>
                </a:cubicBezTo>
                <a:cubicBezTo>
                  <a:pt x="1114734" y="417962"/>
                  <a:pt x="1092315" y="419681"/>
                  <a:pt x="1061273" y="419981"/>
                </a:cubicBezTo>
                <a:cubicBezTo>
                  <a:pt x="1062768" y="404322"/>
                  <a:pt x="1059480" y="390211"/>
                  <a:pt x="1051407" y="377647"/>
                </a:cubicBezTo>
                <a:cubicBezTo>
                  <a:pt x="1072824" y="380643"/>
                  <a:pt x="1088573" y="382141"/>
                  <a:pt x="1098652" y="382141"/>
                </a:cubicBezTo>
                <a:cubicBezTo>
                  <a:pt x="1108732" y="382141"/>
                  <a:pt x="1116010" y="380689"/>
                  <a:pt x="1120487" y="377786"/>
                </a:cubicBezTo>
                <a:cubicBezTo>
                  <a:pt x="1124964" y="374884"/>
                  <a:pt x="1127202" y="367241"/>
                  <a:pt x="1127202" y="354859"/>
                </a:cubicBezTo>
                <a:lnTo>
                  <a:pt x="1127202" y="153141"/>
                </a:lnTo>
                <a:cubicBezTo>
                  <a:pt x="1163316" y="130604"/>
                  <a:pt x="1203236" y="102639"/>
                  <a:pt x="1246960" y="69244"/>
                </a:cubicBezTo>
                <a:cubicBezTo>
                  <a:pt x="1174704" y="69244"/>
                  <a:pt x="1119448" y="69692"/>
                  <a:pt x="1081193" y="70587"/>
                </a:cubicBezTo>
                <a:cubicBezTo>
                  <a:pt x="1042938" y="71483"/>
                  <a:pt x="1006247" y="73876"/>
                  <a:pt x="971119" y="77767"/>
                </a:cubicBezTo>
                <a:lnTo>
                  <a:pt x="971119" y="33190"/>
                </a:lnTo>
                <a:cubicBezTo>
                  <a:pt x="1005189" y="35885"/>
                  <a:pt x="1064622" y="37233"/>
                  <a:pt x="1149416" y="37233"/>
                </a:cubicBezTo>
                <a:cubicBezTo>
                  <a:pt x="1234210" y="37233"/>
                  <a:pt x="1289356" y="35735"/>
                  <a:pt x="1314854" y="32740"/>
                </a:cubicBezTo>
                <a:close/>
                <a:moveTo>
                  <a:pt x="217977" y="450"/>
                </a:moveTo>
                <a:cubicBezTo>
                  <a:pt x="229335" y="2550"/>
                  <a:pt x="237736" y="3600"/>
                  <a:pt x="243180" y="3600"/>
                </a:cubicBezTo>
                <a:cubicBezTo>
                  <a:pt x="260877" y="3600"/>
                  <a:pt x="269726" y="5794"/>
                  <a:pt x="269726" y="10180"/>
                </a:cubicBezTo>
                <a:cubicBezTo>
                  <a:pt x="269726" y="14566"/>
                  <a:pt x="267242" y="18621"/>
                  <a:pt x="262275" y="22346"/>
                </a:cubicBezTo>
                <a:cubicBezTo>
                  <a:pt x="259170" y="25041"/>
                  <a:pt x="257617" y="47199"/>
                  <a:pt x="257617" y="88818"/>
                </a:cubicBezTo>
                <a:cubicBezTo>
                  <a:pt x="309329" y="88818"/>
                  <a:pt x="346107" y="87170"/>
                  <a:pt x="367953" y="83875"/>
                </a:cubicBezTo>
                <a:lnTo>
                  <a:pt x="360773" y="209912"/>
                </a:lnTo>
                <a:cubicBezTo>
                  <a:pt x="376970" y="209912"/>
                  <a:pt x="394163" y="208264"/>
                  <a:pt x="412351" y="204968"/>
                </a:cubicBezTo>
                <a:lnTo>
                  <a:pt x="412351" y="244616"/>
                </a:lnTo>
                <a:cubicBezTo>
                  <a:pt x="382314" y="241625"/>
                  <a:pt x="337613" y="240130"/>
                  <a:pt x="278249" y="240130"/>
                </a:cubicBezTo>
                <a:cubicBezTo>
                  <a:pt x="305990" y="302438"/>
                  <a:pt x="352036" y="349536"/>
                  <a:pt x="416387" y="381426"/>
                </a:cubicBezTo>
                <a:cubicBezTo>
                  <a:pt x="406062" y="390099"/>
                  <a:pt x="397485" y="400410"/>
                  <a:pt x="390655" y="412359"/>
                </a:cubicBezTo>
                <a:cubicBezTo>
                  <a:pt x="319023" y="368272"/>
                  <a:pt x="272007" y="310863"/>
                  <a:pt x="249609" y="240130"/>
                </a:cubicBezTo>
                <a:lnTo>
                  <a:pt x="249295" y="240130"/>
                </a:lnTo>
                <a:cubicBezTo>
                  <a:pt x="243628" y="274415"/>
                  <a:pt x="231056" y="305711"/>
                  <a:pt x="211580" y="334017"/>
                </a:cubicBezTo>
                <a:cubicBezTo>
                  <a:pt x="192103" y="362323"/>
                  <a:pt x="161363" y="391277"/>
                  <a:pt x="119357" y="420881"/>
                </a:cubicBezTo>
                <a:cubicBezTo>
                  <a:pt x="110575" y="410818"/>
                  <a:pt x="99493" y="402441"/>
                  <a:pt x="86110" y="395749"/>
                </a:cubicBezTo>
                <a:cubicBezTo>
                  <a:pt x="125882" y="370970"/>
                  <a:pt x="155524" y="346403"/>
                  <a:pt x="175036" y="322047"/>
                </a:cubicBezTo>
                <a:cubicBezTo>
                  <a:pt x="194548" y="297692"/>
                  <a:pt x="207366" y="270386"/>
                  <a:pt x="213491" y="240130"/>
                </a:cubicBezTo>
                <a:cubicBezTo>
                  <a:pt x="175319" y="240721"/>
                  <a:pt x="142277" y="242216"/>
                  <a:pt x="114364" y="244616"/>
                </a:cubicBezTo>
                <a:lnTo>
                  <a:pt x="114364" y="215537"/>
                </a:lnTo>
                <a:lnTo>
                  <a:pt x="37876" y="360331"/>
                </a:lnTo>
                <a:cubicBezTo>
                  <a:pt x="27513" y="353368"/>
                  <a:pt x="14887" y="346655"/>
                  <a:pt x="0" y="340192"/>
                </a:cubicBezTo>
                <a:cubicBezTo>
                  <a:pt x="37633" y="298140"/>
                  <a:pt x="65153" y="247683"/>
                  <a:pt x="82560" y="188824"/>
                </a:cubicBezTo>
                <a:cubicBezTo>
                  <a:pt x="87961" y="193088"/>
                  <a:pt x="93587" y="196924"/>
                  <a:pt x="99441" y="200330"/>
                </a:cubicBezTo>
                <a:lnTo>
                  <a:pt x="114364" y="207639"/>
                </a:lnTo>
                <a:lnTo>
                  <a:pt x="114364" y="204968"/>
                </a:lnTo>
                <a:cubicBezTo>
                  <a:pt x="143429" y="207716"/>
                  <a:pt x="177631" y="209367"/>
                  <a:pt x="216970" y="209919"/>
                </a:cubicBezTo>
                <a:cubicBezTo>
                  <a:pt x="219732" y="179534"/>
                  <a:pt x="221263" y="149538"/>
                  <a:pt x="221563" y="119929"/>
                </a:cubicBezTo>
                <a:cubicBezTo>
                  <a:pt x="180596" y="119929"/>
                  <a:pt x="150247" y="120677"/>
                  <a:pt x="130516" y="122172"/>
                </a:cubicBezTo>
                <a:lnTo>
                  <a:pt x="130516" y="83875"/>
                </a:lnTo>
                <a:cubicBezTo>
                  <a:pt x="152609" y="87170"/>
                  <a:pt x="182808" y="88818"/>
                  <a:pt x="221113" y="88818"/>
                </a:cubicBezTo>
                <a:cubicBezTo>
                  <a:pt x="221113" y="63991"/>
                  <a:pt x="220068" y="34535"/>
                  <a:pt x="217977" y="450"/>
                </a:cubicBezTo>
                <a:close/>
                <a:moveTo>
                  <a:pt x="660977" y="0"/>
                </a:moveTo>
                <a:cubicBezTo>
                  <a:pt x="674417" y="16083"/>
                  <a:pt x="686362" y="36116"/>
                  <a:pt x="696810" y="60100"/>
                </a:cubicBezTo>
                <a:cubicBezTo>
                  <a:pt x="772434" y="60105"/>
                  <a:pt x="825117" y="58760"/>
                  <a:pt x="854859" y="56064"/>
                </a:cubicBezTo>
                <a:lnTo>
                  <a:pt x="854859" y="156255"/>
                </a:lnTo>
                <a:lnTo>
                  <a:pt x="818804" y="156255"/>
                </a:lnTo>
                <a:lnTo>
                  <a:pt x="818804" y="92119"/>
                </a:lnTo>
                <a:lnTo>
                  <a:pt x="523853" y="92119"/>
                </a:lnTo>
                <a:lnTo>
                  <a:pt x="523853" y="157605"/>
                </a:lnTo>
                <a:lnTo>
                  <a:pt x="488249" y="157605"/>
                </a:lnTo>
                <a:lnTo>
                  <a:pt x="488249" y="56064"/>
                </a:lnTo>
                <a:cubicBezTo>
                  <a:pt x="517471" y="59060"/>
                  <a:pt x="574283" y="60558"/>
                  <a:pt x="658684" y="60558"/>
                </a:cubicBezTo>
                <a:cubicBezTo>
                  <a:pt x="650817" y="48713"/>
                  <a:pt x="639456" y="34680"/>
                  <a:pt x="624601" y="184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F066F1B-36EE-4DA1-BD88-76ECC2925AEB}"/>
              </a:ext>
            </a:extLst>
          </p:cNvPr>
          <p:cNvSpPr txBox="1"/>
          <p:nvPr/>
        </p:nvSpPr>
        <p:spPr>
          <a:xfrm>
            <a:off x="6290322" y="-1299753"/>
            <a:ext cx="1330564" cy="424467"/>
          </a:xfrm>
          <a:custGeom>
            <a:avLst/>
            <a:gdLst/>
            <a:ahLst/>
            <a:cxnLst/>
            <a:rect l="l" t="t" r="r" b="b"/>
            <a:pathLst>
              <a:path w="1330564" h="424467">
                <a:moveTo>
                  <a:pt x="0" y="333249"/>
                </a:moveTo>
                <a:cubicBezTo>
                  <a:pt x="42267" y="335944"/>
                  <a:pt x="106324" y="337292"/>
                  <a:pt x="192170" y="337292"/>
                </a:cubicBezTo>
                <a:cubicBezTo>
                  <a:pt x="278017" y="337292"/>
                  <a:pt x="347079" y="335944"/>
                  <a:pt x="399357" y="333249"/>
                </a:cubicBezTo>
                <a:lnTo>
                  <a:pt x="399357" y="374682"/>
                </a:lnTo>
                <a:cubicBezTo>
                  <a:pt x="351841" y="371692"/>
                  <a:pt x="285127" y="370196"/>
                  <a:pt x="199214" y="370196"/>
                </a:cubicBezTo>
                <a:cubicBezTo>
                  <a:pt x="113301" y="370196"/>
                  <a:pt x="46896" y="371692"/>
                  <a:pt x="0" y="374682"/>
                </a:cubicBezTo>
                <a:close/>
                <a:moveTo>
                  <a:pt x="1039928" y="325798"/>
                </a:moveTo>
                <a:lnTo>
                  <a:pt x="1039928" y="363302"/>
                </a:lnTo>
                <a:lnTo>
                  <a:pt x="1241581" y="363302"/>
                </a:lnTo>
                <a:lnTo>
                  <a:pt x="1241581" y="325798"/>
                </a:lnTo>
                <a:close/>
                <a:moveTo>
                  <a:pt x="1039928" y="212319"/>
                </a:moveTo>
                <a:lnTo>
                  <a:pt x="1039928" y="242209"/>
                </a:lnTo>
                <a:lnTo>
                  <a:pt x="1218707" y="242209"/>
                </a:lnTo>
                <a:lnTo>
                  <a:pt x="1218707" y="212319"/>
                </a:lnTo>
                <a:close/>
                <a:moveTo>
                  <a:pt x="1000730" y="179858"/>
                </a:moveTo>
                <a:cubicBezTo>
                  <a:pt x="1040968" y="181358"/>
                  <a:pt x="1084865" y="182108"/>
                  <a:pt x="1132421" y="182108"/>
                </a:cubicBezTo>
                <a:cubicBezTo>
                  <a:pt x="1179977" y="182108"/>
                  <a:pt x="1221205" y="181358"/>
                  <a:pt x="1256105" y="179858"/>
                </a:cubicBezTo>
                <a:cubicBezTo>
                  <a:pt x="1254314" y="194446"/>
                  <a:pt x="1253419" y="210876"/>
                  <a:pt x="1253419" y="229150"/>
                </a:cubicBezTo>
                <a:cubicBezTo>
                  <a:pt x="1253419" y="247424"/>
                  <a:pt x="1254314" y="262447"/>
                  <a:pt x="1256105" y="274220"/>
                </a:cubicBezTo>
                <a:cubicBezTo>
                  <a:pt x="1225977" y="272724"/>
                  <a:pt x="1187527" y="271977"/>
                  <a:pt x="1140754" y="271977"/>
                </a:cubicBezTo>
                <a:lnTo>
                  <a:pt x="1039928" y="271977"/>
                </a:lnTo>
                <a:lnTo>
                  <a:pt x="1039928" y="296030"/>
                </a:lnTo>
                <a:lnTo>
                  <a:pt x="1143448" y="296030"/>
                </a:lnTo>
                <a:cubicBezTo>
                  <a:pt x="1187739" y="296030"/>
                  <a:pt x="1233366" y="295280"/>
                  <a:pt x="1280329" y="293779"/>
                </a:cubicBezTo>
                <a:cubicBezTo>
                  <a:pt x="1278834" y="302114"/>
                  <a:pt x="1278086" y="313803"/>
                  <a:pt x="1278086" y="328848"/>
                </a:cubicBezTo>
                <a:lnTo>
                  <a:pt x="1278086" y="377740"/>
                </a:lnTo>
                <a:cubicBezTo>
                  <a:pt x="1278086" y="388898"/>
                  <a:pt x="1279131" y="402083"/>
                  <a:pt x="1281222" y="417295"/>
                </a:cubicBezTo>
                <a:lnTo>
                  <a:pt x="1241581" y="417295"/>
                </a:lnTo>
                <a:lnTo>
                  <a:pt x="1241581" y="393971"/>
                </a:lnTo>
                <a:lnTo>
                  <a:pt x="1039928" y="393971"/>
                </a:lnTo>
                <a:cubicBezTo>
                  <a:pt x="1040461" y="404229"/>
                  <a:pt x="1041206" y="414395"/>
                  <a:pt x="1042164" y="424467"/>
                </a:cubicBezTo>
                <a:lnTo>
                  <a:pt x="999830" y="424467"/>
                </a:lnTo>
                <a:cubicBezTo>
                  <a:pt x="1002225" y="406055"/>
                  <a:pt x="1003423" y="391225"/>
                  <a:pt x="1003423" y="379976"/>
                </a:cubicBezTo>
                <a:lnTo>
                  <a:pt x="1003423" y="228378"/>
                </a:lnTo>
                <a:cubicBezTo>
                  <a:pt x="1003423" y="206823"/>
                  <a:pt x="1002525" y="190650"/>
                  <a:pt x="1000730" y="179858"/>
                </a:cubicBezTo>
                <a:close/>
                <a:moveTo>
                  <a:pt x="691582" y="68351"/>
                </a:moveTo>
                <a:cubicBezTo>
                  <a:pt x="691142" y="129941"/>
                  <a:pt x="689250" y="178181"/>
                  <a:pt x="685906" y="213070"/>
                </a:cubicBezTo>
                <a:lnTo>
                  <a:pt x="685027" y="221072"/>
                </a:lnTo>
                <a:lnTo>
                  <a:pt x="714192" y="207662"/>
                </a:lnTo>
                <a:cubicBezTo>
                  <a:pt x="728084" y="241423"/>
                  <a:pt x="745855" y="272222"/>
                  <a:pt x="767505" y="300059"/>
                </a:cubicBezTo>
                <a:cubicBezTo>
                  <a:pt x="785946" y="273427"/>
                  <a:pt x="798264" y="238949"/>
                  <a:pt x="804460" y="196624"/>
                </a:cubicBezTo>
                <a:lnTo>
                  <a:pt x="765977" y="196624"/>
                </a:lnTo>
                <a:cubicBezTo>
                  <a:pt x="758376" y="196624"/>
                  <a:pt x="747581" y="197522"/>
                  <a:pt x="733594" y="199318"/>
                </a:cubicBezTo>
                <a:lnTo>
                  <a:pt x="780236" y="68351"/>
                </a:lnTo>
                <a:close/>
                <a:moveTo>
                  <a:pt x="30504" y="66830"/>
                </a:moveTo>
                <a:cubicBezTo>
                  <a:pt x="71585" y="69525"/>
                  <a:pt x="126309" y="70873"/>
                  <a:pt x="194674" y="70873"/>
                </a:cubicBezTo>
                <a:cubicBezTo>
                  <a:pt x="263040" y="70873"/>
                  <a:pt x="317511" y="69525"/>
                  <a:pt x="358087" y="66830"/>
                </a:cubicBezTo>
                <a:lnTo>
                  <a:pt x="358087" y="106027"/>
                </a:lnTo>
                <a:cubicBezTo>
                  <a:pt x="319573" y="104232"/>
                  <a:pt x="268093" y="103334"/>
                  <a:pt x="203647" y="103334"/>
                </a:cubicBezTo>
                <a:cubicBezTo>
                  <a:pt x="139201" y="103334"/>
                  <a:pt x="81486" y="104232"/>
                  <a:pt x="30504" y="106027"/>
                </a:cubicBezTo>
                <a:close/>
                <a:moveTo>
                  <a:pt x="526832" y="1793"/>
                </a:moveTo>
                <a:cubicBezTo>
                  <a:pt x="537667" y="4265"/>
                  <a:pt x="544660" y="5706"/>
                  <a:pt x="547810" y="6118"/>
                </a:cubicBezTo>
                <a:cubicBezTo>
                  <a:pt x="550960" y="6530"/>
                  <a:pt x="556578" y="6736"/>
                  <a:pt x="564662" y="6736"/>
                </a:cubicBezTo>
                <a:cubicBezTo>
                  <a:pt x="572746" y="6736"/>
                  <a:pt x="576789" y="8729"/>
                  <a:pt x="576789" y="12716"/>
                </a:cubicBezTo>
                <a:cubicBezTo>
                  <a:pt x="576789" y="16702"/>
                  <a:pt x="575146" y="20175"/>
                  <a:pt x="571860" y="23135"/>
                </a:cubicBezTo>
                <a:cubicBezTo>
                  <a:pt x="568573" y="26095"/>
                  <a:pt x="566330" y="28832"/>
                  <a:pt x="565130" y="31347"/>
                </a:cubicBezTo>
                <a:cubicBezTo>
                  <a:pt x="563930" y="33861"/>
                  <a:pt x="563330" y="35850"/>
                  <a:pt x="563330" y="37312"/>
                </a:cubicBezTo>
                <a:lnTo>
                  <a:pt x="563330" y="99598"/>
                </a:lnTo>
                <a:cubicBezTo>
                  <a:pt x="588433" y="99336"/>
                  <a:pt x="609364" y="97981"/>
                  <a:pt x="626123" y="95533"/>
                </a:cubicBezTo>
                <a:lnTo>
                  <a:pt x="626123" y="134731"/>
                </a:lnTo>
                <a:cubicBezTo>
                  <a:pt x="605335" y="132631"/>
                  <a:pt x="584404" y="131433"/>
                  <a:pt x="563330" y="131138"/>
                </a:cubicBezTo>
                <a:lnTo>
                  <a:pt x="563330" y="152162"/>
                </a:lnTo>
                <a:cubicBezTo>
                  <a:pt x="586871" y="179236"/>
                  <a:pt x="609147" y="208366"/>
                  <a:pt x="630160" y="239551"/>
                </a:cubicBezTo>
                <a:lnTo>
                  <a:pt x="598184" y="259861"/>
                </a:lnTo>
                <a:cubicBezTo>
                  <a:pt x="586054" y="236372"/>
                  <a:pt x="574436" y="212753"/>
                  <a:pt x="563330" y="189002"/>
                </a:cubicBezTo>
                <a:lnTo>
                  <a:pt x="563330" y="335127"/>
                </a:lnTo>
                <a:cubicBezTo>
                  <a:pt x="563330" y="346615"/>
                  <a:pt x="563704" y="359542"/>
                  <a:pt x="564451" y="373909"/>
                </a:cubicBezTo>
                <a:lnTo>
                  <a:pt x="564461" y="374059"/>
                </a:lnTo>
                <a:lnTo>
                  <a:pt x="614368" y="324155"/>
                </a:lnTo>
                <a:cubicBezTo>
                  <a:pt x="627415" y="306298"/>
                  <a:pt x="636739" y="287352"/>
                  <a:pt x="642340" y="267319"/>
                </a:cubicBezTo>
                <a:cubicBezTo>
                  <a:pt x="653541" y="227252"/>
                  <a:pt x="658273" y="160929"/>
                  <a:pt x="656534" y="68351"/>
                </a:cubicBezTo>
                <a:cubicBezTo>
                  <a:pt x="635784" y="68351"/>
                  <a:pt x="619908" y="68949"/>
                  <a:pt x="608907" y="70144"/>
                </a:cubicBezTo>
                <a:lnTo>
                  <a:pt x="608907" y="34540"/>
                </a:lnTo>
                <a:cubicBezTo>
                  <a:pt x="632905" y="36635"/>
                  <a:pt x="666324" y="37683"/>
                  <a:pt x="709162" y="37683"/>
                </a:cubicBezTo>
                <a:cubicBezTo>
                  <a:pt x="752001" y="37683"/>
                  <a:pt x="791299" y="35290"/>
                  <a:pt x="827056" y="30504"/>
                </a:cubicBezTo>
                <a:lnTo>
                  <a:pt x="777721" y="166406"/>
                </a:lnTo>
                <a:lnTo>
                  <a:pt x="812618" y="166406"/>
                </a:lnTo>
                <a:cubicBezTo>
                  <a:pt x="820486" y="166406"/>
                  <a:pt x="831728" y="165359"/>
                  <a:pt x="846344" y="163263"/>
                </a:cubicBezTo>
                <a:cubicBezTo>
                  <a:pt x="836957" y="211045"/>
                  <a:pt x="828075" y="246053"/>
                  <a:pt x="819698" y="268287"/>
                </a:cubicBezTo>
                <a:cubicBezTo>
                  <a:pt x="811320" y="290521"/>
                  <a:pt x="801067" y="308917"/>
                  <a:pt x="788937" y="323476"/>
                </a:cubicBezTo>
                <a:cubicBezTo>
                  <a:pt x="801471" y="336497"/>
                  <a:pt x="813729" y="347318"/>
                  <a:pt x="825709" y="355941"/>
                </a:cubicBezTo>
                <a:cubicBezTo>
                  <a:pt x="837689" y="364563"/>
                  <a:pt x="855481" y="374642"/>
                  <a:pt x="879084" y="386177"/>
                </a:cubicBezTo>
                <a:cubicBezTo>
                  <a:pt x="868806" y="394944"/>
                  <a:pt x="860624" y="405167"/>
                  <a:pt x="854538" y="416845"/>
                </a:cubicBezTo>
                <a:cubicBezTo>
                  <a:pt x="821291" y="399776"/>
                  <a:pt x="792573" y="376602"/>
                  <a:pt x="768384" y="347322"/>
                </a:cubicBezTo>
                <a:cubicBezTo>
                  <a:pt x="740395" y="376787"/>
                  <a:pt x="699685" y="401607"/>
                  <a:pt x="646254" y="421781"/>
                </a:cubicBezTo>
                <a:cubicBezTo>
                  <a:pt x="641068" y="408894"/>
                  <a:pt x="632955" y="397985"/>
                  <a:pt x="621916" y="389056"/>
                </a:cubicBezTo>
                <a:cubicBezTo>
                  <a:pt x="653224" y="379631"/>
                  <a:pt x="677930" y="370062"/>
                  <a:pt x="696032" y="360348"/>
                </a:cubicBezTo>
                <a:cubicBezTo>
                  <a:pt x="714134" y="350635"/>
                  <a:pt x="731139" y="338187"/>
                  <a:pt x="747046" y="323004"/>
                </a:cubicBezTo>
                <a:cubicBezTo>
                  <a:pt x="731008" y="304984"/>
                  <a:pt x="714721" y="281665"/>
                  <a:pt x="698185" y="253048"/>
                </a:cubicBezTo>
                <a:lnTo>
                  <a:pt x="684303" y="227667"/>
                </a:lnTo>
                <a:lnTo>
                  <a:pt x="684112" y="229402"/>
                </a:lnTo>
                <a:cubicBezTo>
                  <a:pt x="683474" y="234475"/>
                  <a:pt x="682796" y="239177"/>
                  <a:pt x="682077" y="243509"/>
                </a:cubicBezTo>
                <a:cubicBezTo>
                  <a:pt x="676326" y="278161"/>
                  <a:pt x="667349" y="305936"/>
                  <a:pt x="655145" y="326834"/>
                </a:cubicBezTo>
                <a:cubicBezTo>
                  <a:pt x="642941" y="347731"/>
                  <a:pt x="623311" y="370858"/>
                  <a:pt x="596255" y="396214"/>
                </a:cubicBezTo>
                <a:cubicBezTo>
                  <a:pt x="592483" y="391789"/>
                  <a:pt x="587914" y="387764"/>
                  <a:pt x="582548" y="384139"/>
                </a:cubicBezTo>
                <a:lnTo>
                  <a:pt x="564500" y="374692"/>
                </a:lnTo>
                <a:lnTo>
                  <a:pt x="565853" y="396540"/>
                </a:lnTo>
                <a:cubicBezTo>
                  <a:pt x="566414" y="404444"/>
                  <a:pt x="567068" y="412707"/>
                  <a:pt x="567816" y="421331"/>
                </a:cubicBezTo>
                <a:lnTo>
                  <a:pt x="524589" y="421331"/>
                </a:lnTo>
                <a:cubicBezTo>
                  <a:pt x="527575" y="386336"/>
                  <a:pt x="529068" y="357602"/>
                  <a:pt x="529068" y="335127"/>
                </a:cubicBezTo>
                <a:lnTo>
                  <a:pt x="529068" y="196624"/>
                </a:lnTo>
                <a:cubicBezTo>
                  <a:pt x="522315" y="237996"/>
                  <a:pt x="504611" y="279111"/>
                  <a:pt x="475955" y="319968"/>
                </a:cubicBezTo>
                <a:cubicBezTo>
                  <a:pt x="468644" y="310167"/>
                  <a:pt x="459141" y="302783"/>
                  <a:pt x="447444" y="297816"/>
                </a:cubicBezTo>
                <a:cubicBezTo>
                  <a:pt x="471383" y="268483"/>
                  <a:pt x="492672" y="229250"/>
                  <a:pt x="511312" y="180115"/>
                </a:cubicBezTo>
                <a:lnTo>
                  <a:pt x="527877" y="131198"/>
                </a:lnTo>
                <a:lnTo>
                  <a:pt x="458653" y="134731"/>
                </a:lnTo>
                <a:lnTo>
                  <a:pt x="458653" y="95533"/>
                </a:lnTo>
                <a:cubicBezTo>
                  <a:pt x="479712" y="98234"/>
                  <a:pt x="503184" y="99584"/>
                  <a:pt x="529068" y="99584"/>
                </a:cubicBezTo>
                <a:cubicBezTo>
                  <a:pt x="529068" y="42872"/>
                  <a:pt x="528323" y="10275"/>
                  <a:pt x="526832" y="1793"/>
                </a:cubicBezTo>
                <a:close/>
                <a:moveTo>
                  <a:pt x="1006931" y="1350"/>
                </a:moveTo>
                <a:cubicBezTo>
                  <a:pt x="1019813" y="9427"/>
                  <a:pt x="1029206" y="14247"/>
                  <a:pt x="1035109" y="15809"/>
                </a:cubicBezTo>
                <a:cubicBezTo>
                  <a:pt x="1041012" y="17371"/>
                  <a:pt x="1043964" y="20127"/>
                  <a:pt x="1043964" y="24078"/>
                </a:cubicBezTo>
                <a:cubicBezTo>
                  <a:pt x="1043964" y="28028"/>
                  <a:pt x="1042244" y="30730"/>
                  <a:pt x="1038806" y="32182"/>
                </a:cubicBezTo>
                <a:cubicBezTo>
                  <a:pt x="1035367" y="33635"/>
                  <a:pt x="1029162" y="37559"/>
                  <a:pt x="1020189" y="43955"/>
                </a:cubicBezTo>
                <a:cubicBezTo>
                  <a:pt x="1083235" y="43960"/>
                  <a:pt x="1120461" y="42167"/>
                  <a:pt x="1131868" y="38576"/>
                </a:cubicBezTo>
                <a:lnTo>
                  <a:pt x="1131868" y="76424"/>
                </a:lnTo>
                <a:cubicBezTo>
                  <a:pt x="1118795" y="74328"/>
                  <a:pt x="1095323" y="73280"/>
                  <a:pt x="1061452" y="73280"/>
                </a:cubicBezTo>
                <a:cubicBezTo>
                  <a:pt x="1067791" y="82134"/>
                  <a:pt x="1075118" y="97491"/>
                  <a:pt x="1083433" y="119350"/>
                </a:cubicBezTo>
                <a:lnTo>
                  <a:pt x="1044450" y="128902"/>
                </a:lnTo>
                <a:cubicBezTo>
                  <a:pt x="1041659" y="108090"/>
                  <a:pt x="1036982" y="89549"/>
                  <a:pt x="1030419" y="73280"/>
                </a:cubicBezTo>
                <a:lnTo>
                  <a:pt x="1001158" y="73280"/>
                </a:lnTo>
                <a:cubicBezTo>
                  <a:pt x="988838" y="88125"/>
                  <a:pt x="972357" y="104422"/>
                  <a:pt x="951717" y="122172"/>
                </a:cubicBezTo>
                <a:cubicBezTo>
                  <a:pt x="943963" y="113357"/>
                  <a:pt x="935036" y="106449"/>
                  <a:pt x="924935" y="101448"/>
                </a:cubicBezTo>
                <a:cubicBezTo>
                  <a:pt x="960120" y="76421"/>
                  <a:pt x="987452" y="43055"/>
                  <a:pt x="1006931" y="1350"/>
                </a:cubicBezTo>
                <a:close/>
                <a:moveTo>
                  <a:pt x="1189446" y="0"/>
                </a:moveTo>
                <a:cubicBezTo>
                  <a:pt x="1202777" y="6239"/>
                  <a:pt x="1212660" y="10663"/>
                  <a:pt x="1219097" y="13273"/>
                </a:cubicBezTo>
                <a:cubicBezTo>
                  <a:pt x="1225533" y="15883"/>
                  <a:pt x="1228751" y="19027"/>
                  <a:pt x="1228751" y="22706"/>
                </a:cubicBezTo>
                <a:cubicBezTo>
                  <a:pt x="1228751" y="26385"/>
                  <a:pt x="1226407" y="29230"/>
                  <a:pt x="1221718" y="31239"/>
                </a:cubicBezTo>
                <a:cubicBezTo>
                  <a:pt x="1217029" y="33249"/>
                  <a:pt x="1210851" y="38086"/>
                  <a:pt x="1203184" y="45748"/>
                </a:cubicBezTo>
                <a:cubicBezTo>
                  <a:pt x="1272288" y="45758"/>
                  <a:pt x="1314748" y="43515"/>
                  <a:pt x="1330564" y="39019"/>
                </a:cubicBezTo>
                <a:lnTo>
                  <a:pt x="1330564" y="76874"/>
                </a:lnTo>
                <a:cubicBezTo>
                  <a:pt x="1318453" y="75078"/>
                  <a:pt x="1290942" y="74181"/>
                  <a:pt x="1248032" y="74181"/>
                </a:cubicBezTo>
                <a:cubicBezTo>
                  <a:pt x="1258276" y="91083"/>
                  <a:pt x="1265453" y="105184"/>
                  <a:pt x="1269563" y="116486"/>
                </a:cubicBezTo>
                <a:lnTo>
                  <a:pt x="1231637" y="127101"/>
                </a:lnTo>
                <a:cubicBezTo>
                  <a:pt x="1229037" y="111652"/>
                  <a:pt x="1223851" y="94012"/>
                  <a:pt x="1216078" y="74181"/>
                </a:cubicBezTo>
                <a:lnTo>
                  <a:pt x="1189032" y="74181"/>
                </a:lnTo>
                <a:cubicBezTo>
                  <a:pt x="1180474" y="87977"/>
                  <a:pt x="1170553" y="101432"/>
                  <a:pt x="1159271" y="114543"/>
                </a:cubicBezTo>
                <a:cubicBezTo>
                  <a:pt x="1155082" y="110371"/>
                  <a:pt x="1150615" y="106862"/>
                  <a:pt x="1145869" y="104016"/>
                </a:cubicBezTo>
                <a:lnTo>
                  <a:pt x="1133224" y="98524"/>
                </a:lnTo>
                <a:lnTo>
                  <a:pt x="1160257" y="132324"/>
                </a:lnTo>
                <a:cubicBezTo>
                  <a:pt x="1236166" y="132324"/>
                  <a:pt x="1291140" y="131123"/>
                  <a:pt x="1325178" y="128723"/>
                </a:cubicBezTo>
                <a:cubicBezTo>
                  <a:pt x="1323087" y="142382"/>
                  <a:pt x="1322041" y="155684"/>
                  <a:pt x="1322041" y="168628"/>
                </a:cubicBezTo>
                <a:cubicBezTo>
                  <a:pt x="1322041" y="181573"/>
                  <a:pt x="1322789" y="195241"/>
                  <a:pt x="1324285" y="209633"/>
                </a:cubicBezTo>
                <a:lnTo>
                  <a:pt x="1285087" y="209633"/>
                </a:lnTo>
                <a:lnTo>
                  <a:pt x="1285087" y="161191"/>
                </a:lnTo>
                <a:lnTo>
                  <a:pt x="978027" y="161191"/>
                </a:lnTo>
                <a:lnTo>
                  <a:pt x="978027" y="210976"/>
                </a:lnTo>
                <a:lnTo>
                  <a:pt x="938836" y="210976"/>
                </a:lnTo>
                <a:cubicBezTo>
                  <a:pt x="940032" y="197174"/>
                  <a:pt x="940629" y="182627"/>
                  <a:pt x="940629" y="167335"/>
                </a:cubicBezTo>
                <a:cubicBezTo>
                  <a:pt x="940629" y="152043"/>
                  <a:pt x="940032" y="139172"/>
                  <a:pt x="938836" y="128723"/>
                </a:cubicBezTo>
                <a:cubicBezTo>
                  <a:pt x="974841" y="131123"/>
                  <a:pt x="1036884" y="132324"/>
                  <a:pt x="1124967" y="132324"/>
                </a:cubicBezTo>
                <a:cubicBezTo>
                  <a:pt x="1119471" y="126756"/>
                  <a:pt x="1111696" y="119105"/>
                  <a:pt x="1101642" y="109371"/>
                </a:cubicBezTo>
                <a:lnTo>
                  <a:pt x="1125095" y="88361"/>
                </a:lnTo>
                <a:lnTo>
                  <a:pt x="1131564" y="96448"/>
                </a:lnTo>
                <a:lnTo>
                  <a:pt x="1167415" y="48752"/>
                </a:lnTo>
                <a:cubicBezTo>
                  <a:pt x="1177190" y="32507"/>
                  <a:pt x="1184534" y="16257"/>
                  <a:pt x="11894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3290E72-1AD7-4713-B40E-A6A5926ED5D5}"/>
              </a:ext>
            </a:extLst>
          </p:cNvPr>
          <p:cNvSpPr txBox="1"/>
          <p:nvPr/>
        </p:nvSpPr>
        <p:spPr>
          <a:xfrm>
            <a:off x="5110386" y="9377667"/>
            <a:ext cx="2729619" cy="429846"/>
          </a:xfrm>
          <a:custGeom>
            <a:avLst/>
            <a:gdLst/>
            <a:ahLst/>
            <a:cxnLst/>
            <a:rect l="l" t="t" r="r" b="b"/>
            <a:pathLst>
              <a:path w="2729619" h="429846">
                <a:moveTo>
                  <a:pt x="2189830" y="324719"/>
                </a:moveTo>
                <a:cubicBezTo>
                  <a:pt x="2223978" y="348255"/>
                  <a:pt x="2251657" y="372758"/>
                  <a:pt x="2272869" y="398228"/>
                </a:cubicBezTo>
                <a:lnTo>
                  <a:pt x="2248895" y="422224"/>
                </a:lnTo>
                <a:cubicBezTo>
                  <a:pt x="2229754" y="396626"/>
                  <a:pt x="2204049" y="371830"/>
                  <a:pt x="2171778" y="347836"/>
                </a:cubicBezTo>
                <a:close/>
                <a:moveTo>
                  <a:pt x="89875" y="308746"/>
                </a:moveTo>
                <a:lnTo>
                  <a:pt x="89875" y="343107"/>
                </a:lnTo>
                <a:cubicBezTo>
                  <a:pt x="118245" y="338326"/>
                  <a:pt x="141210" y="334418"/>
                  <a:pt x="158769" y="331384"/>
                </a:cubicBezTo>
                <a:lnTo>
                  <a:pt x="158769" y="308746"/>
                </a:lnTo>
                <a:close/>
                <a:moveTo>
                  <a:pt x="615350" y="293944"/>
                </a:moveTo>
                <a:lnTo>
                  <a:pt x="615350" y="330113"/>
                </a:lnTo>
                <a:lnTo>
                  <a:pt x="729550" y="330113"/>
                </a:lnTo>
                <a:lnTo>
                  <a:pt x="729550" y="293944"/>
                </a:lnTo>
                <a:close/>
                <a:moveTo>
                  <a:pt x="577503" y="260582"/>
                </a:moveTo>
                <a:cubicBezTo>
                  <a:pt x="597910" y="262383"/>
                  <a:pt x="629465" y="263283"/>
                  <a:pt x="672168" y="263283"/>
                </a:cubicBezTo>
                <a:cubicBezTo>
                  <a:pt x="714871" y="263283"/>
                  <a:pt x="746167" y="262383"/>
                  <a:pt x="766055" y="260582"/>
                </a:cubicBezTo>
                <a:cubicBezTo>
                  <a:pt x="765155" y="275499"/>
                  <a:pt x="764705" y="292234"/>
                  <a:pt x="764705" y="310789"/>
                </a:cubicBezTo>
                <a:cubicBezTo>
                  <a:pt x="764705" y="329343"/>
                  <a:pt x="765155" y="346603"/>
                  <a:pt x="766055" y="362567"/>
                </a:cubicBezTo>
                <a:cubicBezTo>
                  <a:pt x="747210" y="361371"/>
                  <a:pt x="715869" y="360774"/>
                  <a:pt x="672032" y="360774"/>
                </a:cubicBezTo>
                <a:cubicBezTo>
                  <a:pt x="628196" y="360774"/>
                  <a:pt x="596686" y="361521"/>
                  <a:pt x="577503" y="363017"/>
                </a:cubicBezTo>
                <a:cubicBezTo>
                  <a:pt x="579298" y="345581"/>
                  <a:pt x="580196" y="327597"/>
                  <a:pt x="580196" y="309063"/>
                </a:cubicBezTo>
                <a:cubicBezTo>
                  <a:pt x="580196" y="290530"/>
                  <a:pt x="579298" y="274370"/>
                  <a:pt x="577503" y="260582"/>
                </a:cubicBezTo>
                <a:close/>
                <a:moveTo>
                  <a:pt x="89875" y="252681"/>
                </a:moveTo>
                <a:lnTo>
                  <a:pt x="89875" y="280328"/>
                </a:lnTo>
                <a:lnTo>
                  <a:pt x="158769" y="280328"/>
                </a:lnTo>
                <a:lnTo>
                  <a:pt x="158769" y="252681"/>
                </a:lnTo>
                <a:close/>
                <a:moveTo>
                  <a:pt x="334584" y="244609"/>
                </a:moveTo>
                <a:cubicBezTo>
                  <a:pt x="291979" y="244609"/>
                  <a:pt x="265276" y="244816"/>
                  <a:pt x="254474" y="245231"/>
                </a:cubicBezTo>
                <a:cubicBezTo>
                  <a:pt x="267824" y="276234"/>
                  <a:pt x="282942" y="301235"/>
                  <a:pt x="299830" y="320233"/>
                </a:cubicBezTo>
                <a:cubicBezTo>
                  <a:pt x="316589" y="298263"/>
                  <a:pt x="328174" y="273055"/>
                  <a:pt x="334584" y="244609"/>
                </a:cubicBezTo>
                <a:close/>
                <a:moveTo>
                  <a:pt x="1909931" y="218420"/>
                </a:moveTo>
                <a:cubicBezTo>
                  <a:pt x="1921557" y="224440"/>
                  <a:pt x="1931741" y="229002"/>
                  <a:pt x="1940485" y="232107"/>
                </a:cubicBezTo>
                <a:cubicBezTo>
                  <a:pt x="1946786" y="234808"/>
                  <a:pt x="1949936" y="238131"/>
                  <a:pt x="1949936" y="242077"/>
                </a:cubicBezTo>
                <a:cubicBezTo>
                  <a:pt x="1949936" y="246022"/>
                  <a:pt x="1948057" y="248532"/>
                  <a:pt x="1944300" y="249606"/>
                </a:cubicBezTo>
                <a:cubicBezTo>
                  <a:pt x="1940542" y="250680"/>
                  <a:pt x="1937516" y="252810"/>
                  <a:pt x="1935220" y="255996"/>
                </a:cubicBezTo>
                <a:cubicBezTo>
                  <a:pt x="1932925" y="259182"/>
                  <a:pt x="1928636" y="267357"/>
                  <a:pt x="1922354" y="280521"/>
                </a:cubicBezTo>
                <a:cubicBezTo>
                  <a:pt x="1916072" y="293684"/>
                  <a:pt x="1906293" y="308624"/>
                  <a:pt x="1893015" y="325341"/>
                </a:cubicBezTo>
                <a:cubicBezTo>
                  <a:pt x="1884809" y="319125"/>
                  <a:pt x="1874422" y="314153"/>
                  <a:pt x="1861854" y="310424"/>
                </a:cubicBezTo>
                <a:cubicBezTo>
                  <a:pt x="1886262" y="282921"/>
                  <a:pt x="1902287" y="252253"/>
                  <a:pt x="1909931" y="218420"/>
                </a:cubicBezTo>
                <a:close/>
                <a:moveTo>
                  <a:pt x="499914" y="207662"/>
                </a:moveTo>
                <a:cubicBezTo>
                  <a:pt x="526837" y="210657"/>
                  <a:pt x="586461" y="212155"/>
                  <a:pt x="678787" y="212155"/>
                </a:cubicBezTo>
                <a:cubicBezTo>
                  <a:pt x="771113" y="212155"/>
                  <a:pt x="828158" y="210657"/>
                  <a:pt x="849923" y="207662"/>
                </a:cubicBezTo>
                <a:cubicBezTo>
                  <a:pt x="846936" y="226083"/>
                  <a:pt x="845443" y="250031"/>
                  <a:pt x="845443" y="279506"/>
                </a:cubicBezTo>
                <a:lnTo>
                  <a:pt x="845443" y="368760"/>
                </a:lnTo>
                <a:cubicBezTo>
                  <a:pt x="845443" y="383786"/>
                  <a:pt x="843804" y="394837"/>
                  <a:pt x="840525" y="401914"/>
                </a:cubicBezTo>
                <a:cubicBezTo>
                  <a:pt x="837246" y="408991"/>
                  <a:pt x="830194" y="414065"/>
                  <a:pt x="819369" y="417134"/>
                </a:cubicBezTo>
                <a:cubicBezTo>
                  <a:pt x="808543" y="420204"/>
                  <a:pt x="789705" y="422498"/>
                  <a:pt x="762855" y="424017"/>
                </a:cubicBezTo>
                <a:cubicBezTo>
                  <a:pt x="762507" y="409892"/>
                  <a:pt x="757982" y="395480"/>
                  <a:pt x="749281" y="380783"/>
                </a:cubicBezTo>
                <a:cubicBezTo>
                  <a:pt x="765745" y="382583"/>
                  <a:pt x="778394" y="383484"/>
                  <a:pt x="787229" y="383484"/>
                </a:cubicBezTo>
                <a:cubicBezTo>
                  <a:pt x="796063" y="383484"/>
                  <a:pt x="801665" y="382129"/>
                  <a:pt x="804035" y="379419"/>
                </a:cubicBezTo>
                <a:cubicBezTo>
                  <a:pt x="806404" y="376709"/>
                  <a:pt x="807589" y="370913"/>
                  <a:pt x="807589" y="362031"/>
                </a:cubicBezTo>
                <a:lnTo>
                  <a:pt x="807589" y="243266"/>
                </a:lnTo>
                <a:lnTo>
                  <a:pt x="540898" y="243266"/>
                </a:lnTo>
                <a:lnTo>
                  <a:pt x="540898" y="419531"/>
                </a:lnTo>
                <a:lnTo>
                  <a:pt x="497221" y="419531"/>
                </a:lnTo>
                <a:cubicBezTo>
                  <a:pt x="501408" y="394128"/>
                  <a:pt x="503501" y="366589"/>
                  <a:pt x="503501" y="336913"/>
                </a:cubicBezTo>
                <a:lnTo>
                  <a:pt x="503501" y="279506"/>
                </a:lnTo>
                <a:cubicBezTo>
                  <a:pt x="503501" y="253322"/>
                  <a:pt x="502305" y="229374"/>
                  <a:pt x="499914" y="207662"/>
                </a:cubicBezTo>
                <a:close/>
                <a:moveTo>
                  <a:pt x="1955594" y="197339"/>
                </a:moveTo>
                <a:cubicBezTo>
                  <a:pt x="1973596" y="198891"/>
                  <a:pt x="1986199" y="199759"/>
                  <a:pt x="1993402" y="199943"/>
                </a:cubicBezTo>
                <a:cubicBezTo>
                  <a:pt x="2000606" y="200126"/>
                  <a:pt x="2004207" y="202875"/>
                  <a:pt x="2004207" y="208190"/>
                </a:cubicBezTo>
                <a:cubicBezTo>
                  <a:pt x="2004207" y="211586"/>
                  <a:pt x="2002564" y="214110"/>
                  <a:pt x="1999278" y="215763"/>
                </a:cubicBezTo>
                <a:cubicBezTo>
                  <a:pt x="1995987" y="217201"/>
                  <a:pt x="1994342" y="221854"/>
                  <a:pt x="1994342" y="229721"/>
                </a:cubicBezTo>
                <a:lnTo>
                  <a:pt x="1994342" y="312610"/>
                </a:lnTo>
                <a:cubicBezTo>
                  <a:pt x="2008443" y="289150"/>
                  <a:pt x="2020026" y="260594"/>
                  <a:pt x="2029089" y="226943"/>
                </a:cubicBezTo>
                <a:cubicBezTo>
                  <a:pt x="2040766" y="233786"/>
                  <a:pt x="2050080" y="238056"/>
                  <a:pt x="2057028" y="239751"/>
                </a:cubicBezTo>
                <a:cubicBezTo>
                  <a:pt x="2063977" y="241447"/>
                  <a:pt x="2067451" y="244532"/>
                  <a:pt x="2067451" y="249006"/>
                </a:cubicBezTo>
                <a:cubicBezTo>
                  <a:pt x="2067451" y="253480"/>
                  <a:pt x="2066001" y="256533"/>
                  <a:pt x="2063100" y="258164"/>
                </a:cubicBezTo>
                <a:cubicBezTo>
                  <a:pt x="2060200" y="259795"/>
                  <a:pt x="2056558" y="263439"/>
                  <a:pt x="2052174" y="269094"/>
                </a:cubicBezTo>
                <a:cubicBezTo>
                  <a:pt x="2047790" y="274750"/>
                  <a:pt x="2043745" y="281428"/>
                  <a:pt x="2040040" y="289129"/>
                </a:cubicBezTo>
                <a:cubicBezTo>
                  <a:pt x="2023571" y="323590"/>
                  <a:pt x="2002476" y="351019"/>
                  <a:pt x="1976754" y="371414"/>
                </a:cubicBezTo>
                <a:cubicBezTo>
                  <a:pt x="1951032" y="391810"/>
                  <a:pt x="1917523" y="408446"/>
                  <a:pt x="1876227" y="421324"/>
                </a:cubicBezTo>
                <a:cubicBezTo>
                  <a:pt x="1873012" y="409708"/>
                  <a:pt x="1866728" y="399290"/>
                  <a:pt x="1857375" y="390070"/>
                </a:cubicBezTo>
                <a:cubicBezTo>
                  <a:pt x="1903976" y="377059"/>
                  <a:pt x="1937913" y="361736"/>
                  <a:pt x="1959187" y="344100"/>
                </a:cubicBezTo>
                <a:lnTo>
                  <a:pt x="1959187" y="251703"/>
                </a:lnTo>
                <a:cubicBezTo>
                  <a:pt x="1959187" y="230314"/>
                  <a:pt x="1957990" y="212193"/>
                  <a:pt x="1955594" y="197339"/>
                </a:cubicBezTo>
                <a:close/>
                <a:moveTo>
                  <a:pt x="89875" y="195274"/>
                </a:moveTo>
                <a:lnTo>
                  <a:pt x="89875" y="224714"/>
                </a:lnTo>
                <a:lnTo>
                  <a:pt x="158769" y="224714"/>
                </a:lnTo>
                <a:lnTo>
                  <a:pt x="158769" y="195274"/>
                </a:lnTo>
                <a:close/>
                <a:moveTo>
                  <a:pt x="2627256" y="190166"/>
                </a:moveTo>
                <a:cubicBezTo>
                  <a:pt x="2657036" y="209988"/>
                  <a:pt x="2684431" y="232708"/>
                  <a:pt x="2709438" y="258325"/>
                </a:cubicBezTo>
                <a:lnTo>
                  <a:pt x="2684206" y="280492"/>
                </a:lnTo>
                <a:cubicBezTo>
                  <a:pt x="2666009" y="260618"/>
                  <a:pt x="2640572" y="238651"/>
                  <a:pt x="2607897" y="214591"/>
                </a:cubicBezTo>
                <a:close/>
                <a:moveTo>
                  <a:pt x="2427296" y="181644"/>
                </a:moveTo>
                <a:cubicBezTo>
                  <a:pt x="2431735" y="192750"/>
                  <a:pt x="2438023" y="201978"/>
                  <a:pt x="2446163" y="209326"/>
                </a:cubicBezTo>
                <a:cubicBezTo>
                  <a:pt x="2424369" y="226504"/>
                  <a:pt x="2392930" y="252617"/>
                  <a:pt x="2351844" y="287664"/>
                </a:cubicBezTo>
                <a:cubicBezTo>
                  <a:pt x="2345195" y="276601"/>
                  <a:pt x="2336658" y="268393"/>
                  <a:pt x="2326233" y="263040"/>
                </a:cubicBezTo>
                <a:cubicBezTo>
                  <a:pt x="2367805" y="237327"/>
                  <a:pt x="2401493" y="210195"/>
                  <a:pt x="2427296" y="181644"/>
                </a:cubicBezTo>
                <a:close/>
                <a:moveTo>
                  <a:pt x="2142624" y="177608"/>
                </a:moveTo>
                <a:cubicBezTo>
                  <a:pt x="2154716" y="179108"/>
                  <a:pt x="2168202" y="179858"/>
                  <a:pt x="2183080" y="179858"/>
                </a:cubicBezTo>
                <a:cubicBezTo>
                  <a:pt x="2188218" y="179858"/>
                  <a:pt x="2190788" y="181951"/>
                  <a:pt x="2190788" y="186137"/>
                </a:cubicBezTo>
                <a:cubicBezTo>
                  <a:pt x="2190788" y="190324"/>
                  <a:pt x="2189838" y="193195"/>
                  <a:pt x="2187937" y="194753"/>
                </a:cubicBezTo>
                <a:cubicBezTo>
                  <a:pt x="2186037" y="196310"/>
                  <a:pt x="2184169" y="199318"/>
                  <a:pt x="2182333" y="203775"/>
                </a:cubicBezTo>
                <a:cubicBezTo>
                  <a:pt x="2180497" y="208233"/>
                  <a:pt x="2179579" y="210848"/>
                  <a:pt x="2179579" y="211619"/>
                </a:cubicBezTo>
                <a:cubicBezTo>
                  <a:pt x="2178622" y="257787"/>
                  <a:pt x="2175845" y="290366"/>
                  <a:pt x="2171249" y="309356"/>
                </a:cubicBezTo>
                <a:cubicBezTo>
                  <a:pt x="2166654" y="328347"/>
                  <a:pt x="2155254" y="347787"/>
                  <a:pt x="2137049" y="367678"/>
                </a:cubicBezTo>
                <a:cubicBezTo>
                  <a:pt x="2118844" y="387569"/>
                  <a:pt x="2091806" y="407244"/>
                  <a:pt x="2055935" y="426703"/>
                </a:cubicBezTo>
                <a:cubicBezTo>
                  <a:pt x="2053368" y="418531"/>
                  <a:pt x="2046534" y="408706"/>
                  <a:pt x="2035432" y="397228"/>
                </a:cubicBezTo>
                <a:cubicBezTo>
                  <a:pt x="2063050" y="385517"/>
                  <a:pt x="2084926" y="372175"/>
                  <a:pt x="2101059" y="357202"/>
                </a:cubicBezTo>
                <a:cubicBezTo>
                  <a:pt x="2117192" y="342228"/>
                  <a:pt x="2128601" y="326022"/>
                  <a:pt x="2135288" y="308581"/>
                </a:cubicBezTo>
                <a:cubicBezTo>
                  <a:pt x="2141974" y="291141"/>
                  <a:pt x="2145318" y="264407"/>
                  <a:pt x="2145318" y="228378"/>
                </a:cubicBezTo>
                <a:cubicBezTo>
                  <a:pt x="2145318" y="213510"/>
                  <a:pt x="2144420" y="196586"/>
                  <a:pt x="2142624" y="177608"/>
                </a:cubicBezTo>
                <a:close/>
                <a:moveTo>
                  <a:pt x="0" y="161463"/>
                </a:moveTo>
                <a:cubicBezTo>
                  <a:pt x="29913" y="164759"/>
                  <a:pt x="98476" y="166406"/>
                  <a:pt x="205690" y="166406"/>
                </a:cubicBezTo>
                <a:cubicBezTo>
                  <a:pt x="312903" y="166406"/>
                  <a:pt x="381192" y="164759"/>
                  <a:pt x="410558" y="161463"/>
                </a:cubicBezTo>
                <a:lnTo>
                  <a:pt x="410558" y="198860"/>
                </a:lnTo>
                <a:cubicBezTo>
                  <a:pt x="389141" y="196470"/>
                  <a:pt x="316632" y="195274"/>
                  <a:pt x="193031" y="195274"/>
                </a:cubicBezTo>
                <a:lnTo>
                  <a:pt x="193031" y="325169"/>
                </a:lnTo>
                <a:lnTo>
                  <a:pt x="230257" y="317097"/>
                </a:lnTo>
                <a:cubicBezTo>
                  <a:pt x="229957" y="324393"/>
                  <a:pt x="229807" y="330529"/>
                  <a:pt x="229807" y="335506"/>
                </a:cubicBezTo>
                <a:cubicBezTo>
                  <a:pt x="229807" y="340483"/>
                  <a:pt x="229957" y="346019"/>
                  <a:pt x="230257" y="352115"/>
                </a:cubicBezTo>
                <a:cubicBezTo>
                  <a:pt x="219508" y="353620"/>
                  <a:pt x="207099" y="355544"/>
                  <a:pt x="193031" y="357887"/>
                </a:cubicBezTo>
                <a:lnTo>
                  <a:pt x="195504" y="397553"/>
                </a:lnTo>
                <a:lnTo>
                  <a:pt x="239730" y="374022"/>
                </a:lnTo>
                <a:cubicBezTo>
                  <a:pt x="254081" y="364639"/>
                  <a:pt x="267012" y="354268"/>
                  <a:pt x="278520" y="342907"/>
                </a:cubicBezTo>
                <a:cubicBezTo>
                  <a:pt x="260665" y="325614"/>
                  <a:pt x="242039" y="293446"/>
                  <a:pt x="222642" y="246402"/>
                </a:cubicBezTo>
                <a:lnTo>
                  <a:pt x="208104" y="247302"/>
                </a:lnTo>
                <a:lnTo>
                  <a:pt x="208104" y="212591"/>
                </a:lnTo>
                <a:cubicBezTo>
                  <a:pt x="228569" y="215286"/>
                  <a:pt x="256842" y="216634"/>
                  <a:pt x="292925" y="216634"/>
                </a:cubicBezTo>
                <a:cubicBezTo>
                  <a:pt x="329009" y="216634"/>
                  <a:pt x="357156" y="215286"/>
                  <a:pt x="377368" y="212591"/>
                </a:cubicBezTo>
                <a:cubicBezTo>
                  <a:pt x="364228" y="266026"/>
                  <a:pt x="345540" y="308824"/>
                  <a:pt x="321304" y="340985"/>
                </a:cubicBezTo>
                <a:cubicBezTo>
                  <a:pt x="342378" y="359011"/>
                  <a:pt x="373327" y="376990"/>
                  <a:pt x="414151" y="394921"/>
                </a:cubicBezTo>
                <a:cubicBezTo>
                  <a:pt x="404469" y="402141"/>
                  <a:pt x="396473" y="412437"/>
                  <a:pt x="390163" y="425810"/>
                </a:cubicBezTo>
                <a:cubicBezTo>
                  <a:pt x="346576" y="401969"/>
                  <a:pt x="316880" y="381338"/>
                  <a:pt x="301073" y="363917"/>
                </a:cubicBezTo>
                <a:cubicBezTo>
                  <a:pt x="283847" y="383572"/>
                  <a:pt x="256853" y="404500"/>
                  <a:pt x="220091" y="426703"/>
                </a:cubicBezTo>
                <a:cubicBezTo>
                  <a:pt x="216939" y="420586"/>
                  <a:pt x="213055" y="415235"/>
                  <a:pt x="208442" y="410651"/>
                </a:cubicBezTo>
                <a:lnTo>
                  <a:pt x="195755" y="401590"/>
                </a:lnTo>
                <a:lnTo>
                  <a:pt x="197517" y="429846"/>
                </a:lnTo>
                <a:lnTo>
                  <a:pt x="156526" y="429846"/>
                </a:lnTo>
                <a:cubicBezTo>
                  <a:pt x="158022" y="410449"/>
                  <a:pt x="158769" y="387875"/>
                  <a:pt x="158769" y="362124"/>
                </a:cubicBezTo>
                <a:cubicBezTo>
                  <a:pt x="87956" y="374382"/>
                  <a:pt x="39843" y="383500"/>
                  <a:pt x="14430" y="389477"/>
                </a:cubicBezTo>
                <a:cubicBezTo>
                  <a:pt x="13244" y="378390"/>
                  <a:pt x="9927" y="365779"/>
                  <a:pt x="4479" y="351644"/>
                </a:cubicBezTo>
                <a:cubicBezTo>
                  <a:pt x="22829" y="350510"/>
                  <a:pt x="39574" y="349174"/>
                  <a:pt x="54714" y="347636"/>
                </a:cubicBezTo>
                <a:lnTo>
                  <a:pt x="54714" y="195724"/>
                </a:lnTo>
                <a:cubicBezTo>
                  <a:pt x="48132" y="195724"/>
                  <a:pt x="29894" y="196770"/>
                  <a:pt x="0" y="198860"/>
                </a:cubicBezTo>
                <a:close/>
                <a:moveTo>
                  <a:pt x="589340" y="135174"/>
                </a:moveTo>
                <a:lnTo>
                  <a:pt x="589340" y="163263"/>
                </a:lnTo>
                <a:lnTo>
                  <a:pt x="751975" y="163263"/>
                </a:lnTo>
                <a:lnTo>
                  <a:pt x="751975" y="135174"/>
                </a:lnTo>
                <a:close/>
                <a:moveTo>
                  <a:pt x="107363" y="109156"/>
                </a:moveTo>
                <a:lnTo>
                  <a:pt x="107363" y="126037"/>
                </a:lnTo>
                <a:lnTo>
                  <a:pt x="305881" y="126037"/>
                </a:lnTo>
                <a:lnTo>
                  <a:pt x="305881" y="109156"/>
                </a:lnTo>
                <a:close/>
                <a:moveTo>
                  <a:pt x="551942" y="102706"/>
                </a:moveTo>
                <a:cubicBezTo>
                  <a:pt x="579593" y="104206"/>
                  <a:pt x="619140" y="104956"/>
                  <a:pt x="670582" y="104956"/>
                </a:cubicBezTo>
                <a:cubicBezTo>
                  <a:pt x="722024" y="104956"/>
                  <a:pt x="761473" y="104206"/>
                  <a:pt x="788929" y="102706"/>
                </a:cubicBezTo>
                <a:cubicBezTo>
                  <a:pt x="788029" y="117045"/>
                  <a:pt x="787579" y="132138"/>
                  <a:pt x="787579" y="147983"/>
                </a:cubicBezTo>
                <a:cubicBezTo>
                  <a:pt x="787579" y="163827"/>
                  <a:pt x="788029" y="179591"/>
                  <a:pt x="788929" y="195274"/>
                </a:cubicBezTo>
                <a:cubicBezTo>
                  <a:pt x="757625" y="194379"/>
                  <a:pt x="717228" y="193931"/>
                  <a:pt x="667739" y="193931"/>
                </a:cubicBezTo>
                <a:cubicBezTo>
                  <a:pt x="618249" y="193931"/>
                  <a:pt x="579651" y="194529"/>
                  <a:pt x="551942" y="195724"/>
                </a:cubicBezTo>
                <a:cubicBezTo>
                  <a:pt x="553733" y="178860"/>
                  <a:pt x="554628" y="162588"/>
                  <a:pt x="554628" y="146908"/>
                </a:cubicBezTo>
                <a:cubicBezTo>
                  <a:pt x="554628" y="131227"/>
                  <a:pt x="553733" y="116493"/>
                  <a:pt x="551942" y="102706"/>
                </a:cubicBezTo>
                <a:close/>
                <a:moveTo>
                  <a:pt x="2653046" y="93733"/>
                </a:moveTo>
                <a:cubicBezTo>
                  <a:pt x="2665776" y="103487"/>
                  <a:pt x="2674619" y="109851"/>
                  <a:pt x="2679577" y="112825"/>
                </a:cubicBezTo>
                <a:cubicBezTo>
                  <a:pt x="2684535" y="115799"/>
                  <a:pt x="2687014" y="119034"/>
                  <a:pt x="2687014" y="122529"/>
                </a:cubicBezTo>
                <a:cubicBezTo>
                  <a:pt x="2687014" y="128268"/>
                  <a:pt x="2684643" y="131138"/>
                  <a:pt x="2679902" y="131138"/>
                </a:cubicBezTo>
                <a:cubicBezTo>
                  <a:pt x="2675161" y="131138"/>
                  <a:pt x="2670109" y="133131"/>
                  <a:pt x="2664747" y="137117"/>
                </a:cubicBezTo>
                <a:cubicBezTo>
                  <a:pt x="2659384" y="141103"/>
                  <a:pt x="2652111" y="147305"/>
                  <a:pt x="2642926" y="155723"/>
                </a:cubicBezTo>
                <a:cubicBezTo>
                  <a:pt x="2633742" y="164141"/>
                  <a:pt x="2623216" y="173288"/>
                  <a:pt x="2611347" y="183166"/>
                </a:cubicBezTo>
                <a:cubicBezTo>
                  <a:pt x="2605970" y="175831"/>
                  <a:pt x="2598541" y="169023"/>
                  <a:pt x="2589059" y="162742"/>
                </a:cubicBezTo>
                <a:cubicBezTo>
                  <a:pt x="2614852" y="143420"/>
                  <a:pt x="2636181" y="120417"/>
                  <a:pt x="2653046" y="93733"/>
                </a:cubicBezTo>
                <a:close/>
                <a:moveTo>
                  <a:pt x="107363" y="61615"/>
                </a:moveTo>
                <a:lnTo>
                  <a:pt x="107363" y="81189"/>
                </a:lnTo>
                <a:lnTo>
                  <a:pt x="305881" y="81189"/>
                </a:lnTo>
                <a:lnTo>
                  <a:pt x="305881" y="61615"/>
                </a:lnTo>
                <a:close/>
                <a:moveTo>
                  <a:pt x="975155" y="53371"/>
                </a:moveTo>
                <a:cubicBezTo>
                  <a:pt x="1026204" y="55471"/>
                  <a:pt x="1082442" y="56521"/>
                  <a:pt x="1143869" y="56521"/>
                </a:cubicBezTo>
                <a:cubicBezTo>
                  <a:pt x="1205295" y="56521"/>
                  <a:pt x="1261245" y="55471"/>
                  <a:pt x="1311718" y="53371"/>
                </a:cubicBezTo>
                <a:lnTo>
                  <a:pt x="1311718" y="90318"/>
                </a:lnTo>
                <a:cubicBezTo>
                  <a:pt x="1264541" y="89123"/>
                  <a:pt x="1215354" y="88525"/>
                  <a:pt x="1164157" y="88525"/>
                </a:cubicBezTo>
                <a:lnTo>
                  <a:pt x="1164157" y="351637"/>
                </a:lnTo>
                <a:cubicBezTo>
                  <a:pt x="1242510" y="351637"/>
                  <a:pt x="1300069" y="350289"/>
                  <a:pt x="1336836" y="347593"/>
                </a:cubicBezTo>
                <a:lnTo>
                  <a:pt x="1336836" y="389927"/>
                </a:lnTo>
                <a:cubicBezTo>
                  <a:pt x="1299845" y="387836"/>
                  <a:pt x="1256459" y="386791"/>
                  <a:pt x="1206677" y="386791"/>
                </a:cubicBezTo>
                <a:lnTo>
                  <a:pt x="1076610" y="386791"/>
                </a:lnTo>
                <a:cubicBezTo>
                  <a:pt x="1024723" y="386791"/>
                  <a:pt x="979693" y="387836"/>
                  <a:pt x="941522" y="389927"/>
                </a:cubicBezTo>
                <a:lnTo>
                  <a:pt x="941522" y="347593"/>
                </a:lnTo>
                <a:cubicBezTo>
                  <a:pt x="973283" y="350289"/>
                  <a:pt x="1034429" y="351637"/>
                  <a:pt x="1124959" y="351637"/>
                </a:cubicBezTo>
                <a:lnTo>
                  <a:pt x="1124959" y="88525"/>
                </a:lnTo>
                <a:cubicBezTo>
                  <a:pt x="1053398" y="88525"/>
                  <a:pt x="1003463" y="89123"/>
                  <a:pt x="975155" y="90318"/>
                </a:cubicBezTo>
                <a:close/>
                <a:moveTo>
                  <a:pt x="2064586" y="36326"/>
                </a:moveTo>
                <a:cubicBezTo>
                  <a:pt x="2092842" y="39021"/>
                  <a:pt x="2127005" y="40369"/>
                  <a:pt x="2167074" y="40369"/>
                </a:cubicBezTo>
                <a:cubicBezTo>
                  <a:pt x="2207143" y="40369"/>
                  <a:pt x="2240613" y="39021"/>
                  <a:pt x="2267483" y="36326"/>
                </a:cubicBezTo>
                <a:lnTo>
                  <a:pt x="2267483" y="74173"/>
                </a:lnTo>
                <a:cubicBezTo>
                  <a:pt x="2245456" y="71783"/>
                  <a:pt x="2215998" y="70587"/>
                  <a:pt x="2179108" y="70587"/>
                </a:cubicBezTo>
                <a:cubicBezTo>
                  <a:pt x="2175369" y="87656"/>
                  <a:pt x="2169397" y="105839"/>
                  <a:pt x="2161191" y="125137"/>
                </a:cubicBezTo>
                <a:cubicBezTo>
                  <a:pt x="2199158" y="125137"/>
                  <a:pt x="2227711" y="124387"/>
                  <a:pt x="2246852" y="122887"/>
                </a:cubicBezTo>
                <a:cubicBezTo>
                  <a:pt x="2246256" y="148223"/>
                  <a:pt x="2245959" y="168138"/>
                  <a:pt x="2245959" y="182630"/>
                </a:cubicBezTo>
                <a:lnTo>
                  <a:pt x="2245959" y="262461"/>
                </a:lnTo>
                <a:cubicBezTo>
                  <a:pt x="2245959" y="279559"/>
                  <a:pt x="2246256" y="300518"/>
                  <a:pt x="2246852" y="325341"/>
                </a:cubicBezTo>
                <a:lnTo>
                  <a:pt x="2209904" y="325341"/>
                </a:lnTo>
                <a:lnTo>
                  <a:pt x="2209904" y="154462"/>
                </a:lnTo>
                <a:lnTo>
                  <a:pt x="2112749" y="154462"/>
                </a:lnTo>
                <a:lnTo>
                  <a:pt x="2112749" y="328484"/>
                </a:lnTo>
                <a:lnTo>
                  <a:pt x="2075795" y="328484"/>
                </a:lnTo>
                <a:cubicBezTo>
                  <a:pt x="2076695" y="306795"/>
                  <a:pt x="2077145" y="285686"/>
                  <a:pt x="2077145" y="265154"/>
                </a:cubicBezTo>
                <a:lnTo>
                  <a:pt x="2077145" y="182630"/>
                </a:lnTo>
                <a:cubicBezTo>
                  <a:pt x="2077145" y="156098"/>
                  <a:pt x="2076547" y="136184"/>
                  <a:pt x="2075352" y="122887"/>
                </a:cubicBezTo>
                <a:cubicBezTo>
                  <a:pt x="2093083" y="124092"/>
                  <a:pt x="2110728" y="124694"/>
                  <a:pt x="2128287" y="124694"/>
                </a:cubicBezTo>
                <a:cubicBezTo>
                  <a:pt x="2135497" y="107335"/>
                  <a:pt x="2141024" y="89299"/>
                  <a:pt x="2144868" y="70587"/>
                </a:cubicBezTo>
                <a:cubicBezTo>
                  <a:pt x="2116254" y="70587"/>
                  <a:pt x="2089494" y="71783"/>
                  <a:pt x="2064586" y="74173"/>
                </a:cubicBezTo>
                <a:close/>
                <a:moveTo>
                  <a:pt x="68622" y="30947"/>
                </a:moveTo>
                <a:cubicBezTo>
                  <a:pt x="86925" y="32147"/>
                  <a:pt x="130568" y="32747"/>
                  <a:pt x="199553" y="32747"/>
                </a:cubicBezTo>
                <a:cubicBezTo>
                  <a:pt x="268538" y="32747"/>
                  <a:pt x="316299" y="32147"/>
                  <a:pt x="342835" y="30947"/>
                </a:cubicBezTo>
                <a:cubicBezTo>
                  <a:pt x="341935" y="49454"/>
                  <a:pt x="341485" y="69147"/>
                  <a:pt x="341485" y="90025"/>
                </a:cubicBezTo>
                <a:cubicBezTo>
                  <a:pt x="341485" y="110904"/>
                  <a:pt x="341935" y="132681"/>
                  <a:pt x="342835" y="155355"/>
                </a:cubicBezTo>
                <a:cubicBezTo>
                  <a:pt x="315370" y="154160"/>
                  <a:pt x="266389" y="153562"/>
                  <a:pt x="195892" y="153562"/>
                </a:cubicBezTo>
                <a:cubicBezTo>
                  <a:pt x="125395" y="153562"/>
                  <a:pt x="83119" y="154010"/>
                  <a:pt x="69065" y="154905"/>
                </a:cubicBezTo>
                <a:cubicBezTo>
                  <a:pt x="70561" y="128992"/>
                  <a:pt x="71309" y="107695"/>
                  <a:pt x="71309" y="91015"/>
                </a:cubicBezTo>
                <a:cubicBezTo>
                  <a:pt x="71309" y="74334"/>
                  <a:pt x="70413" y="54311"/>
                  <a:pt x="68622" y="30947"/>
                </a:cubicBezTo>
                <a:close/>
                <a:moveTo>
                  <a:pt x="1961423" y="12551"/>
                </a:moveTo>
                <a:cubicBezTo>
                  <a:pt x="1980030" y="14104"/>
                  <a:pt x="1993084" y="14971"/>
                  <a:pt x="2000585" y="15152"/>
                </a:cubicBezTo>
                <a:cubicBezTo>
                  <a:pt x="2008086" y="15333"/>
                  <a:pt x="2011837" y="17603"/>
                  <a:pt x="2011837" y="21963"/>
                </a:cubicBezTo>
                <a:cubicBezTo>
                  <a:pt x="2011837" y="26323"/>
                  <a:pt x="2010003" y="29813"/>
                  <a:pt x="2006336" y="32432"/>
                </a:cubicBezTo>
                <a:cubicBezTo>
                  <a:pt x="2003126" y="35042"/>
                  <a:pt x="2001521" y="40107"/>
                  <a:pt x="2001521" y="47627"/>
                </a:cubicBezTo>
                <a:lnTo>
                  <a:pt x="2001521" y="81632"/>
                </a:lnTo>
                <a:lnTo>
                  <a:pt x="2034175" y="81632"/>
                </a:lnTo>
                <a:cubicBezTo>
                  <a:pt x="2045662" y="81632"/>
                  <a:pt x="2056904" y="80734"/>
                  <a:pt x="2067901" y="78938"/>
                </a:cubicBezTo>
                <a:lnTo>
                  <a:pt x="2067901" y="114093"/>
                </a:lnTo>
                <a:cubicBezTo>
                  <a:pt x="2056704" y="112597"/>
                  <a:pt x="2045462" y="111850"/>
                  <a:pt x="2034175" y="111850"/>
                </a:cubicBezTo>
                <a:lnTo>
                  <a:pt x="2001521" y="111850"/>
                </a:lnTo>
                <a:lnTo>
                  <a:pt x="2001521" y="157455"/>
                </a:lnTo>
                <a:cubicBezTo>
                  <a:pt x="2031077" y="157184"/>
                  <a:pt x="2054399" y="156277"/>
                  <a:pt x="2071487" y="154733"/>
                </a:cubicBezTo>
                <a:lnTo>
                  <a:pt x="2071487" y="190788"/>
                </a:lnTo>
                <a:cubicBezTo>
                  <a:pt x="2055814" y="188397"/>
                  <a:pt x="2020678" y="187202"/>
                  <a:pt x="1966081" y="187202"/>
                </a:cubicBezTo>
                <a:cubicBezTo>
                  <a:pt x="1911484" y="187202"/>
                  <a:pt x="1875396" y="188397"/>
                  <a:pt x="1857818" y="190788"/>
                </a:cubicBezTo>
                <a:lnTo>
                  <a:pt x="1857818" y="154733"/>
                </a:lnTo>
                <a:cubicBezTo>
                  <a:pt x="1877253" y="156281"/>
                  <a:pt x="1891607" y="157029"/>
                  <a:pt x="1900880" y="156977"/>
                </a:cubicBezTo>
                <a:cubicBezTo>
                  <a:pt x="1900880" y="115962"/>
                  <a:pt x="1900584" y="90227"/>
                  <a:pt x="1899991" y="79771"/>
                </a:cubicBezTo>
                <a:cubicBezTo>
                  <a:pt x="1899398" y="69314"/>
                  <a:pt x="1898349" y="59467"/>
                  <a:pt x="1896844" y="50228"/>
                </a:cubicBezTo>
                <a:cubicBezTo>
                  <a:pt x="1908912" y="52628"/>
                  <a:pt x="1921797" y="53828"/>
                  <a:pt x="1935499" y="53828"/>
                </a:cubicBezTo>
                <a:cubicBezTo>
                  <a:pt x="1942138" y="53828"/>
                  <a:pt x="1945457" y="56037"/>
                  <a:pt x="1945457" y="60454"/>
                </a:cubicBezTo>
                <a:cubicBezTo>
                  <a:pt x="1945457" y="64871"/>
                  <a:pt x="1944228" y="67693"/>
                  <a:pt x="1941771" y="68919"/>
                </a:cubicBezTo>
                <a:cubicBezTo>
                  <a:pt x="1939313" y="70146"/>
                  <a:pt x="1937594" y="71904"/>
                  <a:pt x="1936613" y="74195"/>
                </a:cubicBezTo>
                <a:cubicBezTo>
                  <a:pt x="1935632" y="76486"/>
                  <a:pt x="1935142" y="78543"/>
                  <a:pt x="1935142" y="80367"/>
                </a:cubicBezTo>
                <a:lnTo>
                  <a:pt x="1935142" y="157434"/>
                </a:lnTo>
                <a:lnTo>
                  <a:pt x="1965017" y="157434"/>
                </a:lnTo>
                <a:lnTo>
                  <a:pt x="1965017" y="66915"/>
                </a:lnTo>
                <a:cubicBezTo>
                  <a:pt x="1965017" y="45232"/>
                  <a:pt x="1963819" y="27110"/>
                  <a:pt x="1961423" y="12551"/>
                </a:cubicBezTo>
                <a:close/>
                <a:moveTo>
                  <a:pt x="1624003" y="4929"/>
                </a:moveTo>
                <a:cubicBezTo>
                  <a:pt x="1634771" y="10058"/>
                  <a:pt x="1642144" y="13286"/>
                  <a:pt x="1646123" y="14612"/>
                </a:cubicBezTo>
                <a:cubicBezTo>
                  <a:pt x="1650102" y="15939"/>
                  <a:pt x="1655584" y="16602"/>
                  <a:pt x="1662568" y="16602"/>
                </a:cubicBezTo>
                <a:cubicBezTo>
                  <a:pt x="1669552" y="16602"/>
                  <a:pt x="1673044" y="19682"/>
                  <a:pt x="1673044" y="25842"/>
                </a:cubicBezTo>
                <a:cubicBezTo>
                  <a:pt x="1673044" y="32003"/>
                  <a:pt x="1669756" y="36319"/>
                  <a:pt x="1663179" y="38790"/>
                </a:cubicBezTo>
                <a:cubicBezTo>
                  <a:pt x="1661326" y="39614"/>
                  <a:pt x="1659087" y="42190"/>
                  <a:pt x="1656460" y="46516"/>
                </a:cubicBezTo>
                <a:cubicBezTo>
                  <a:pt x="1653834" y="50843"/>
                  <a:pt x="1649456" y="59585"/>
                  <a:pt x="1643326" y="72741"/>
                </a:cubicBezTo>
                <a:cubicBezTo>
                  <a:pt x="1637197" y="85898"/>
                  <a:pt x="1632151" y="93795"/>
                  <a:pt x="1628189" y="96433"/>
                </a:cubicBezTo>
                <a:lnTo>
                  <a:pt x="1736645" y="96433"/>
                </a:lnTo>
                <a:cubicBezTo>
                  <a:pt x="1762353" y="96433"/>
                  <a:pt x="1787199" y="95086"/>
                  <a:pt x="1811183" y="92390"/>
                </a:cubicBezTo>
                <a:lnTo>
                  <a:pt x="1811183" y="131138"/>
                </a:lnTo>
                <a:cubicBezTo>
                  <a:pt x="1780351" y="128747"/>
                  <a:pt x="1755505" y="127552"/>
                  <a:pt x="1736645" y="127552"/>
                </a:cubicBezTo>
                <a:lnTo>
                  <a:pt x="1661829" y="127552"/>
                </a:lnTo>
                <a:lnTo>
                  <a:pt x="1661829" y="190174"/>
                </a:lnTo>
                <a:lnTo>
                  <a:pt x="1702555" y="190174"/>
                </a:lnTo>
                <a:cubicBezTo>
                  <a:pt x="1731564" y="190174"/>
                  <a:pt x="1761046" y="188526"/>
                  <a:pt x="1791002" y="185230"/>
                </a:cubicBezTo>
                <a:lnTo>
                  <a:pt x="1791002" y="223528"/>
                </a:lnTo>
                <a:cubicBezTo>
                  <a:pt x="1763346" y="220837"/>
                  <a:pt x="1734014" y="219492"/>
                  <a:pt x="1703005" y="219492"/>
                </a:cubicBezTo>
                <a:lnTo>
                  <a:pt x="1661829" y="219492"/>
                </a:lnTo>
                <a:lnTo>
                  <a:pt x="1661829" y="282121"/>
                </a:lnTo>
                <a:lnTo>
                  <a:pt x="1713321" y="282121"/>
                </a:lnTo>
                <a:cubicBezTo>
                  <a:pt x="1740119" y="282121"/>
                  <a:pt x="1771395" y="280473"/>
                  <a:pt x="1807147" y="277177"/>
                </a:cubicBezTo>
                <a:lnTo>
                  <a:pt x="1807147" y="316818"/>
                </a:lnTo>
                <a:cubicBezTo>
                  <a:pt x="1774786" y="314127"/>
                  <a:pt x="1743660" y="312782"/>
                  <a:pt x="1713771" y="312782"/>
                </a:cubicBezTo>
                <a:lnTo>
                  <a:pt x="1661829" y="312782"/>
                </a:lnTo>
                <a:lnTo>
                  <a:pt x="1661829" y="344093"/>
                </a:lnTo>
                <a:cubicBezTo>
                  <a:pt x="1661829" y="369239"/>
                  <a:pt x="1663024" y="396776"/>
                  <a:pt x="1665415" y="426703"/>
                </a:cubicBezTo>
                <a:lnTo>
                  <a:pt x="1619495" y="426703"/>
                </a:lnTo>
                <a:cubicBezTo>
                  <a:pt x="1622186" y="391437"/>
                  <a:pt x="1623531" y="363900"/>
                  <a:pt x="1623531" y="344093"/>
                </a:cubicBezTo>
                <a:lnTo>
                  <a:pt x="1623531" y="127552"/>
                </a:lnTo>
                <a:lnTo>
                  <a:pt x="1612615" y="127552"/>
                </a:lnTo>
                <a:cubicBezTo>
                  <a:pt x="1593313" y="157512"/>
                  <a:pt x="1570565" y="185021"/>
                  <a:pt x="1544371" y="210076"/>
                </a:cubicBezTo>
                <a:cubicBezTo>
                  <a:pt x="1536708" y="200223"/>
                  <a:pt x="1524073" y="193203"/>
                  <a:pt x="1506466" y="189016"/>
                </a:cubicBezTo>
                <a:cubicBezTo>
                  <a:pt x="1534737" y="169971"/>
                  <a:pt x="1560877" y="142403"/>
                  <a:pt x="1584887" y="106313"/>
                </a:cubicBezTo>
                <a:cubicBezTo>
                  <a:pt x="1608897" y="70223"/>
                  <a:pt x="1621936" y="36428"/>
                  <a:pt x="1624003" y="4929"/>
                </a:cubicBezTo>
                <a:close/>
                <a:moveTo>
                  <a:pt x="668814" y="4036"/>
                </a:moveTo>
                <a:cubicBezTo>
                  <a:pt x="679020" y="24381"/>
                  <a:pt x="686257" y="42024"/>
                  <a:pt x="690524" y="56964"/>
                </a:cubicBezTo>
                <a:cubicBezTo>
                  <a:pt x="768048" y="56964"/>
                  <a:pt x="827610" y="55316"/>
                  <a:pt x="869211" y="52021"/>
                </a:cubicBezTo>
                <a:lnTo>
                  <a:pt x="869211" y="92119"/>
                </a:lnTo>
                <a:cubicBezTo>
                  <a:pt x="824334" y="89128"/>
                  <a:pt x="757394" y="87632"/>
                  <a:pt x="668393" y="87632"/>
                </a:cubicBezTo>
                <a:cubicBezTo>
                  <a:pt x="579391" y="87632"/>
                  <a:pt x="515457" y="89128"/>
                  <a:pt x="476590" y="92119"/>
                </a:cubicBezTo>
                <a:lnTo>
                  <a:pt x="476590" y="52021"/>
                </a:lnTo>
                <a:cubicBezTo>
                  <a:pt x="519910" y="55316"/>
                  <a:pt x="578217" y="56964"/>
                  <a:pt x="651512" y="56964"/>
                </a:cubicBezTo>
                <a:cubicBezTo>
                  <a:pt x="646402" y="47953"/>
                  <a:pt x="638777" y="34902"/>
                  <a:pt x="628638" y="17809"/>
                </a:cubicBezTo>
                <a:close/>
                <a:moveTo>
                  <a:pt x="2503848" y="0"/>
                </a:moveTo>
                <a:cubicBezTo>
                  <a:pt x="2517907" y="15154"/>
                  <a:pt x="2530268" y="33395"/>
                  <a:pt x="2540931" y="54721"/>
                </a:cubicBezTo>
                <a:cubicBezTo>
                  <a:pt x="2614231" y="54721"/>
                  <a:pt x="2668905" y="53076"/>
                  <a:pt x="2704952" y="49785"/>
                </a:cubicBezTo>
                <a:lnTo>
                  <a:pt x="2704952" y="88082"/>
                </a:lnTo>
                <a:cubicBezTo>
                  <a:pt x="2686550" y="86587"/>
                  <a:pt x="2661351" y="85465"/>
                  <a:pt x="2629357" y="84718"/>
                </a:cubicBezTo>
                <a:lnTo>
                  <a:pt x="2521736" y="83680"/>
                </a:lnTo>
                <a:lnTo>
                  <a:pt x="2528508" y="85689"/>
                </a:lnTo>
                <a:cubicBezTo>
                  <a:pt x="2534309" y="88247"/>
                  <a:pt x="2537210" y="91811"/>
                  <a:pt x="2537210" y="96383"/>
                </a:cubicBezTo>
                <a:cubicBezTo>
                  <a:pt x="2537210" y="100955"/>
                  <a:pt x="2534606" y="103589"/>
                  <a:pt x="2529398" y="104284"/>
                </a:cubicBezTo>
                <a:cubicBezTo>
                  <a:pt x="2524190" y="104980"/>
                  <a:pt x="2517550" y="110428"/>
                  <a:pt x="2509478" y="120629"/>
                </a:cubicBezTo>
                <a:cubicBezTo>
                  <a:pt x="2501405" y="130831"/>
                  <a:pt x="2492856" y="138910"/>
                  <a:pt x="2483831" y="144868"/>
                </a:cubicBezTo>
                <a:lnTo>
                  <a:pt x="2533288" y="143239"/>
                </a:lnTo>
                <a:cubicBezTo>
                  <a:pt x="2543880" y="129928"/>
                  <a:pt x="2552790" y="116119"/>
                  <a:pt x="2560020" y="101813"/>
                </a:cubicBezTo>
                <a:cubicBezTo>
                  <a:pt x="2574464" y="112371"/>
                  <a:pt x="2584514" y="118593"/>
                  <a:pt x="2590170" y="120479"/>
                </a:cubicBezTo>
                <a:cubicBezTo>
                  <a:pt x="2595825" y="122365"/>
                  <a:pt x="2598653" y="125806"/>
                  <a:pt x="2598653" y="130802"/>
                </a:cubicBezTo>
                <a:cubicBezTo>
                  <a:pt x="2598653" y="135798"/>
                  <a:pt x="2595646" y="138639"/>
                  <a:pt x="2589634" y="139324"/>
                </a:cubicBezTo>
                <a:cubicBezTo>
                  <a:pt x="2583621" y="140010"/>
                  <a:pt x="2567642" y="153745"/>
                  <a:pt x="2541696" y="180530"/>
                </a:cubicBezTo>
                <a:cubicBezTo>
                  <a:pt x="2521617" y="203271"/>
                  <a:pt x="2502329" y="220537"/>
                  <a:pt x="2483831" y="232329"/>
                </a:cubicBezTo>
                <a:lnTo>
                  <a:pt x="2566185" y="227535"/>
                </a:lnTo>
                <a:cubicBezTo>
                  <a:pt x="2560751" y="223921"/>
                  <a:pt x="2552528" y="214724"/>
                  <a:pt x="2541517" y="199946"/>
                </a:cubicBezTo>
                <a:lnTo>
                  <a:pt x="2565670" y="182544"/>
                </a:lnTo>
                <a:cubicBezTo>
                  <a:pt x="2590830" y="211448"/>
                  <a:pt x="2610945" y="239713"/>
                  <a:pt x="2626013" y="267340"/>
                </a:cubicBezTo>
                <a:lnTo>
                  <a:pt x="2595796" y="283628"/>
                </a:lnTo>
                <a:cubicBezTo>
                  <a:pt x="2590399" y="271503"/>
                  <a:pt x="2585258" y="261337"/>
                  <a:pt x="2580372" y="253132"/>
                </a:cubicBezTo>
                <a:lnTo>
                  <a:pt x="2535859" y="256832"/>
                </a:lnTo>
                <a:lnTo>
                  <a:pt x="2535859" y="302302"/>
                </a:lnTo>
                <a:cubicBezTo>
                  <a:pt x="2630704" y="302302"/>
                  <a:pt x="2695291" y="300654"/>
                  <a:pt x="2729619" y="297358"/>
                </a:cubicBezTo>
                <a:lnTo>
                  <a:pt x="2729619" y="335656"/>
                </a:lnTo>
                <a:cubicBezTo>
                  <a:pt x="2687152" y="332665"/>
                  <a:pt x="2622565" y="331170"/>
                  <a:pt x="2535859" y="331170"/>
                </a:cubicBezTo>
                <a:lnTo>
                  <a:pt x="2535859" y="345436"/>
                </a:lnTo>
                <a:cubicBezTo>
                  <a:pt x="2535859" y="371382"/>
                  <a:pt x="2537205" y="399519"/>
                  <a:pt x="2539896" y="429846"/>
                </a:cubicBezTo>
                <a:lnTo>
                  <a:pt x="2496669" y="429846"/>
                </a:lnTo>
                <a:cubicBezTo>
                  <a:pt x="2499360" y="394275"/>
                  <a:pt x="2500705" y="366138"/>
                  <a:pt x="2500705" y="345436"/>
                </a:cubicBezTo>
                <a:lnTo>
                  <a:pt x="2500705" y="331170"/>
                </a:lnTo>
                <a:cubicBezTo>
                  <a:pt x="2411894" y="331170"/>
                  <a:pt x="2349103" y="332665"/>
                  <a:pt x="2312331" y="335656"/>
                </a:cubicBezTo>
                <a:lnTo>
                  <a:pt x="2312331" y="297358"/>
                </a:lnTo>
                <a:cubicBezTo>
                  <a:pt x="2348060" y="300654"/>
                  <a:pt x="2410851" y="302302"/>
                  <a:pt x="2500705" y="302302"/>
                </a:cubicBezTo>
                <a:lnTo>
                  <a:pt x="2500705" y="259411"/>
                </a:lnTo>
                <a:cubicBezTo>
                  <a:pt x="2475935" y="261468"/>
                  <a:pt x="2454840" y="264607"/>
                  <a:pt x="2437419" y="268826"/>
                </a:cubicBezTo>
                <a:cubicBezTo>
                  <a:pt x="2435447" y="257877"/>
                  <a:pt x="2431725" y="246919"/>
                  <a:pt x="2426253" y="235951"/>
                </a:cubicBezTo>
                <a:cubicBezTo>
                  <a:pt x="2441150" y="231193"/>
                  <a:pt x="2454597" y="223610"/>
                  <a:pt x="2466594" y="213202"/>
                </a:cubicBezTo>
                <a:cubicBezTo>
                  <a:pt x="2478590" y="202793"/>
                  <a:pt x="2494595" y="188595"/>
                  <a:pt x="2514607" y="170607"/>
                </a:cubicBezTo>
                <a:lnTo>
                  <a:pt x="2476202" y="175479"/>
                </a:lnTo>
                <a:cubicBezTo>
                  <a:pt x="2462886" y="176670"/>
                  <a:pt x="2449825" y="178932"/>
                  <a:pt x="2437019" y="182266"/>
                </a:cubicBezTo>
                <a:cubicBezTo>
                  <a:pt x="2437019" y="176982"/>
                  <a:pt x="2436420" y="171998"/>
                  <a:pt x="2435224" y="167314"/>
                </a:cubicBezTo>
                <a:lnTo>
                  <a:pt x="2430782" y="156465"/>
                </a:lnTo>
                <a:lnTo>
                  <a:pt x="2405900" y="177779"/>
                </a:lnTo>
                <a:cubicBezTo>
                  <a:pt x="2391798" y="160687"/>
                  <a:pt x="2370474" y="142677"/>
                  <a:pt x="2341928" y="123751"/>
                </a:cubicBezTo>
                <a:lnTo>
                  <a:pt x="2361395" y="99569"/>
                </a:lnTo>
                <a:lnTo>
                  <a:pt x="2430194" y="155029"/>
                </a:lnTo>
                <a:lnTo>
                  <a:pt x="2429839" y="154162"/>
                </a:lnTo>
                <a:cubicBezTo>
                  <a:pt x="2451627" y="146990"/>
                  <a:pt x="2474054" y="123468"/>
                  <a:pt x="2497119" y="83596"/>
                </a:cubicBezTo>
                <a:cubicBezTo>
                  <a:pt x="2428344" y="83596"/>
                  <a:pt x="2375718" y="85091"/>
                  <a:pt x="2339242" y="88082"/>
                </a:cubicBezTo>
                <a:lnTo>
                  <a:pt x="2339242" y="49785"/>
                </a:lnTo>
                <a:cubicBezTo>
                  <a:pt x="2373832" y="53076"/>
                  <a:pt x="2429446" y="54721"/>
                  <a:pt x="2506084" y="54721"/>
                </a:cubicBezTo>
                <a:cubicBezTo>
                  <a:pt x="2498374" y="45720"/>
                  <a:pt x="2487311" y="34280"/>
                  <a:pt x="2472894" y="20402"/>
                </a:cubicBezTo>
                <a:close/>
                <a:moveTo>
                  <a:pt x="1500023" y="0"/>
                </a:moveTo>
                <a:cubicBezTo>
                  <a:pt x="1514877" y="7391"/>
                  <a:pt x="1526421" y="12011"/>
                  <a:pt x="1534656" y="13859"/>
                </a:cubicBezTo>
                <a:cubicBezTo>
                  <a:pt x="1542890" y="15707"/>
                  <a:pt x="1547007" y="19434"/>
                  <a:pt x="1547007" y="25042"/>
                </a:cubicBezTo>
                <a:cubicBezTo>
                  <a:pt x="1547007" y="30650"/>
                  <a:pt x="1544387" y="34299"/>
                  <a:pt x="1539146" y="35990"/>
                </a:cubicBezTo>
                <a:cubicBezTo>
                  <a:pt x="1533904" y="37681"/>
                  <a:pt x="1529048" y="41391"/>
                  <a:pt x="1524576" y="47120"/>
                </a:cubicBezTo>
                <a:cubicBezTo>
                  <a:pt x="1520104" y="52849"/>
                  <a:pt x="1512034" y="65394"/>
                  <a:pt x="1500366" y="84753"/>
                </a:cubicBezTo>
                <a:lnTo>
                  <a:pt x="1500366" y="426703"/>
                </a:lnTo>
                <a:lnTo>
                  <a:pt x="1457582" y="426703"/>
                </a:lnTo>
                <a:cubicBezTo>
                  <a:pt x="1460873" y="391389"/>
                  <a:pt x="1462518" y="358769"/>
                  <a:pt x="1462518" y="328841"/>
                </a:cubicBezTo>
                <a:lnTo>
                  <a:pt x="1462518" y="136517"/>
                </a:lnTo>
                <a:cubicBezTo>
                  <a:pt x="1455389" y="156286"/>
                  <a:pt x="1443006" y="175722"/>
                  <a:pt x="1425371" y="194824"/>
                </a:cubicBezTo>
                <a:cubicBezTo>
                  <a:pt x="1415169" y="184861"/>
                  <a:pt x="1403182" y="179189"/>
                  <a:pt x="1389409" y="177808"/>
                </a:cubicBezTo>
                <a:cubicBezTo>
                  <a:pt x="1406845" y="161296"/>
                  <a:pt x="1427251" y="136174"/>
                  <a:pt x="1450627" y="102441"/>
                </a:cubicBezTo>
                <a:cubicBezTo>
                  <a:pt x="1474004" y="68708"/>
                  <a:pt x="1490469" y="34561"/>
                  <a:pt x="15000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F0C5064-57C2-45AC-BAC8-3006C1BE92F8}"/>
              </a:ext>
            </a:extLst>
          </p:cNvPr>
          <p:cNvSpPr txBox="1"/>
          <p:nvPr/>
        </p:nvSpPr>
        <p:spPr>
          <a:xfrm>
            <a:off x="6105449" y="7437310"/>
            <a:ext cx="369747" cy="417738"/>
          </a:xfrm>
          <a:custGeom>
            <a:avLst/>
            <a:gdLst/>
            <a:ahLst/>
            <a:cxnLst/>
            <a:rect l="l" t="t" r="r" b="b"/>
            <a:pathLst>
              <a:path w="369747" h="417738">
                <a:moveTo>
                  <a:pt x="40534" y="247303"/>
                </a:moveTo>
                <a:lnTo>
                  <a:pt x="40534" y="342672"/>
                </a:lnTo>
                <a:lnTo>
                  <a:pt x="126481" y="342672"/>
                </a:lnTo>
                <a:lnTo>
                  <a:pt x="126481" y="247303"/>
                </a:lnTo>
                <a:close/>
                <a:moveTo>
                  <a:pt x="241909" y="174472"/>
                </a:moveTo>
                <a:cubicBezTo>
                  <a:pt x="260726" y="204157"/>
                  <a:pt x="278819" y="240285"/>
                  <a:pt x="296187" y="282857"/>
                </a:cubicBezTo>
                <a:lnTo>
                  <a:pt x="264234" y="300224"/>
                </a:lnTo>
                <a:cubicBezTo>
                  <a:pt x="245345" y="255861"/>
                  <a:pt x="227684" y="220685"/>
                  <a:pt x="211248" y="194696"/>
                </a:cubicBezTo>
                <a:close/>
                <a:moveTo>
                  <a:pt x="40534" y="120373"/>
                </a:moveTo>
                <a:lnTo>
                  <a:pt x="40534" y="216192"/>
                </a:lnTo>
                <a:lnTo>
                  <a:pt x="126481" y="216192"/>
                </a:lnTo>
                <a:lnTo>
                  <a:pt x="126481" y="120373"/>
                </a:lnTo>
                <a:close/>
                <a:moveTo>
                  <a:pt x="66180" y="0"/>
                </a:moveTo>
                <a:cubicBezTo>
                  <a:pt x="81611" y="4339"/>
                  <a:pt x="95136" y="7673"/>
                  <a:pt x="106757" y="10001"/>
                </a:cubicBezTo>
                <a:cubicBezTo>
                  <a:pt x="112543" y="11063"/>
                  <a:pt x="115436" y="13436"/>
                  <a:pt x="115436" y="17120"/>
                </a:cubicBezTo>
                <a:cubicBezTo>
                  <a:pt x="115436" y="20804"/>
                  <a:pt x="113788" y="24294"/>
                  <a:pt x="110493" y="27589"/>
                </a:cubicBezTo>
                <a:cubicBezTo>
                  <a:pt x="102963" y="35119"/>
                  <a:pt x="93848" y="55376"/>
                  <a:pt x="83147" y="88361"/>
                </a:cubicBezTo>
                <a:cubicBezTo>
                  <a:pt x="112765" y="88361"/>
                  <a:pt x="140423" y="87014"/>
                  <a:pt x="166121" y="84318"/>
                </a:cubicBezTo>
                <a:cubicBezTo>
                  <a:pt x="164026" y="99082"/>
                  <a:pt x="162978" y="114210"/>
                  <a:pt x="162978" y="129702"/>
                </a:cubicBezTo>
                <a:lnTo>
                  <a:pt x="162978" y="179752"/>
                </a:lnTo>
                <a:lnTo>
                  <a:pt x="175376" y="159521"/>
                </a:lnTo>
                <a:cubicBezTo>
                  <a:pt x="188240" y="137392"/>
                  <a:pt x="197954" y="116979"/>
                  <a:pt x="204519" y="98284"/>
                </a:cubicBezTo>
                <a:cubicBezTo>
                  <a:pt x="213272" y="73357"/>
                  <a:pt x="221745" y="41791"/>
                  <a:pt x="229936" y="3586"/>
                </a:cubicBezTo>
                <a:cubicBezTo>
                  <a:pt x="244800" y="9687"/>
                  <a:pt x="257235" y="13326"/>
                  <a:pt x="267241" y="14502"/>
                </a:cubicBezTo>
                <a:cubicBezTo>
                  <a:pt x="273685" y="15426"/>
                  <a:pt x="276906" y="17891"/>
                  <a:pt x="276906" y="21896"/>
                </a:cubicBezTo>
                <a:cubicBezTo>
                  <a:pt x="276906" y="25901"/>
                  <a:pt x="274765" y="29569"/>
                  <a:pt x="270481" y="32901"/>
                </a:cubicBezTo>
                <a:cubicBezTo>
                  <a:pt x="266197" y="36232"/>
                  <a:pt x="258919" y="52328"/>
                  <a:pt x="248646" y="81189"/>
                </a:cubicBezTo>
                <a:lnTo>
                  <a:pt x="315390" y="81189"/>
                </a:lnTo>
                <a:cubicBezTo>
                  <a:pt x="332540" y="81189"/>
                  <a:pt x="350659" y="79839"/>
                  <a:pt x="369747" y="77139"/>
                </a:cubicBezTo>
                <a:cubicBezTo>
                  <a:pt x="367894" y="93845"/>
                  <a:pt x="366823" y="110219"/>
                  <a:pt x="366532" y="126259"/>
                </a:cubicBezTo>
                <a:lnTo>
                  <a:pt x="362053" y="354930"/>
                </a:lnTo>
                <a:cubicBezTo>
                  <a:pt x="361724" y="378162"/>
                  <a:pt x="352603" y="393615"/>
                  <a:pt x="334689" y="401290"/>
                </a:cubicBezTo>
                <a:cubicBezTo>
                  <a:pt x="316775" y="408964"/>
                  <a:pt x="290089" y="412802"/>
                  <a:pt x="254632" y="412802"/>
                </a:cubicBezTo>
                <a:cubicBezTo>
                  <a:pt x="253585" y="399500"/>
                  <a:pt x="248991" y="384791"/>
                  <a:pt x="240852" y="368675"/>
                </a:cubicBezTo>
                <a:cubicBezTo>
                  <a:pt x="256216" y="369580"/>
                  <a:pt x="269775" y="370032"/>
                  <a:pt x="281528" y="370032"/>
                </a:cubicBezTo>
                <a:cubicBezTo>
                  <a:pt x="293282" y="370032"/>
                  <a:pt x="302256" y="368679"/>
                  <a:pt x="308450" y="365971"/>
                </a:cubicBezTo>
                <a:cubicBezTo>
                  <a:pt x="314643" y="363264"/>
                  <a:pt x="318756" y="358384"/>
                  <a:pt x="320787" y="351334"/>
                </a:cubicBezTo>
                <a:cubicBezTo>
                  <a:pt x="322818" y="344283"/>
                  <a:pt x="323979" y="332301"/>
                  <a:pt x="324270" y="315390"/>
                </a:cubicBezTo>
                <a:lnTo>
                  <a:pt x="326513" y="114093"/>
                </a:lnTo>
                <a:lnTo>
                  <a:pt x="238973" y="114093"/>
                </a:lnTo>
                <a:cubicBezTo>
                  <a:pt x="226081" y="144754"/>
                  <a:pt x="211489" y="172412"/>
                  <a:pt x="195196" y="197068"/>
                </a:cubicBezTo>
                <a:lnTo>
                  <a:pt x="162978" y="182890"/>
                </a:lnTo>
                <a:lnTo>
                  <a:pt x="162978" y="344093"/>
                </a:lnTo>
                <a:cubicBezTo>
                  <a:pt x="162978" y="368501"/>
                  <a:pt x="164026" y="391854"/>
                  <a:pt x="166121" y="414152"/>
                </a:cubicBezTo>
                <a:lnTo>
                  <a:pt x="126481" y="414152"/>
                </a:lnTo>
                <a:lnTo>
                  <a:pt x="126481" y="372883"/>
                </a:lnTo>
                <a:lnTo>
                  <a:pt x="40534" y="372883"/>
                </a:lnTo>
                <a:lnTo>
                  <a:pt x="40534" y="417738"/>
                </a:lnTo>
                <a:lnTo>
                  <a:pt x="0" y="417738"/>
                </a:lnTo>
                <a:cubicBezTo>
                  <a:pt x="2391" y="391692"/>
                  <a:pt x="3587" y="368339"/>
                  <a:pt x="3587" y="347679"/>
                </a:cubicBezTo>
                <a:lnTo>
                  <a:pt x="3587" y="129702"/>
                </a:lnTo>
                <a:cubicBezTo>
                  <a:pt x="3587" y="116424"/>
                  <a:pt x="2539" y="101296"/>
                  <a:pt x="443" y="84318"/>
                </a:cubicBezTo>
                <a:cubicBezTo>
                  <a:pt x="16864" y="86771"/>
                  <a:pt x="33398" y="88123"/>
                  <a:pt x="50042" y="88376"/>
                </a:cubicBezTo>
                <a:cubicBezTo>
                  <a:pt x="59453" y="59591"/>
                  <a:pt x="64832" y="30133"/>
                  <a:pt x="66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AD1EFB8C-069A-4431-ACEF-2290EFD4B3E1}"/>
              </a:ext>
            </a:extLst>
          </p:cNvPr>
          <p:cNvGrpSpPr/>
          <p:nvPr/>
        </p:nvGrpSpPr>
        <p:grpSpPr>
          <a:xfrm rot="5400000">
            <a:off x="5637090" y="3084311"/>
            <a:ext cx="936715" cy="1792502"/>
            <a:chOff x="3043238" y="1138940"/>
            <a:chExt cx="196850" cy="376693"/>
          </a:xfrm>
        </p:grpSpPr>
        <p:sp>
          <p:nvSpPr>
            <p:cNvPr id="103" name="等腰三角形 102">
              <a:extLst>
                <a:ext uri="{FF2B5EF4-FFF2-40B4-BE49-F238E27FC236}">
                  <a16:creationId xmlns:a16="http://schemas.microsoft.com/office/drawing/2014/main" id="{99A2ABC8-3D94-4CD7-88C6-1C1B1B94BB51}"/>
                </a:ext>
              </a:extLst>
            </p:cNvPr>
            <p:cNvSpPr/>
            <p:nvPr/>
          </p:nvSpPr>
          <p:spPr>
            <a:xfrm>
              <a:off x="3045101" y="1250496"/>
              <a:ext cx="193399" cy="153581"/>
            </a:xfrm>
            <a:prstGeom prst="triangle">
              <a:avLst/>
            </a:prstGeom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4EF91FAC-0A5D-4E34-AC00-EE74AF8E3C4F}"/>
                </a:ext>
              </a:extLst>
            </p:cNvPr>
            <p:cNvCxnSpPr/>
            <p:nvPr/>
          </p:nvCxnSpPr>
          <p:spPr>
            <a:xfrm>
              <a:off x="3043238" y="1245734"/>
              <a:ext cx="19685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6955DA94-873F-4139-B4CF-AC082230429A}"/>
                </a:ext>
              </a:extLst>
            </p:cNvPr>
            <p:cNvCxnSpPr>
              <a:endCxn id="103" idx="0"/>
            </p:cNvCxnSpPr>
            <p:nvPr/>
          </p:nvCxnSpPr>
          <p:spPr>
            <a:xfrm>
              <a:off x="3138625" y="1138940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E715886E-8346-4940-ADF1-2E748581D889}"/>
                </a:ext>
              </a:extLst>
            </p:cNvPr>
            <p:cNvCxnSpPr/>
            <p:nvPr/>
          </p:nvCxnSpPr>
          <p:spPr>
            <a:xfrm>
              <a:off x="3138625" y="1404077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2" name="图片 111">
            <a:extLst>
              <a:ext uri="{FF2B5EF4-FFF2-40B4-BE49-F238E27FC236}">
                <a16:creationId xmlns:a16="http://schemas.microsoft.com/office/drawing/2014/main" id="{CBA3D734-F64B-4FF6-93F6-C42EDA659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94" b="89963" l="6333" r="93520">
                        <a14:foregroundMark x1="24448" y1="51301" x2="24448" y2="51301"/>
                        <a14:foregroundMark x1="6480" y1="69517" x2="6480" y2="69517"/>
                        <a14:foregroundMark x1="11487" y1="73606" x2="11487" y2="73606"/>
                        <a14:foregroundMark x1="10751" y1="76952" x2="10751" y2="76952"/>
                        <a14:foregroundMark x1="12960" y1="81413" x2="12960" y2="81413"/>
                        <a14:foregroundMark x1="67599" y1="59480" x2="67599" y2="59480"/>
                        <a14:foregroundMark x1="93520" y1="51301" x2="93520" y2="51301"/>
                        <a14:foregroundMark x1="38144" y1="34944" x2="38144" y2="34944"/>
                        <a14:foregroundMark x1="33137" y1="21190" x2="33137" y2="21190"/>
                        <a14:foregroundMark x1="33432" y1="19703" x2="33432" y2="19703"/>
                        <a14:foregroundMark x1="34168" y1="19703" x2="34168" y2="19703"/>
                        <a14:foregroundMark x1="33284" y1="18216" x2="33284" y2="18216"/>
                        <a14:foregroundMark x1="32401" y1="17472" x2="32401" y2="17472"/>
                        <a14:foregroundMark x1="79971" y1="16729" x2="79971" y2="16729"/>
                        <a14:foregroundMark x1="82327" y1="12639" x2="83652" y2="17844"/>
                        <a14:foregroundMark x1="82180" y1="11524" x2="82180" y2="11524"/>
                        <a14:foregroundMark x1="82327" y1="9665" x2="82327" y2="9665"/>
                        <a14:foregroundMark x1="82327" y1="10037" x2="82327" y2="10037"/>
                        <a14:backgroundMark x1="10015" y1="26766" x2="10015" y2="26766"/>
                        <a14:backgroundMark x1="7953" y1="33457" x2="18704" y2="24535"/>
                        <a14:backgroundMark x1="33284" y1="13011" x2="33579" y2="13011"/>
                        <a14:backgroundMark x1="32548" y1="13383" x2="39470" y2="18959"/>
                        <a14:backgroundMark x1="94109" y1="17472" x2="95582" y2="20446"/>
                        <a14:backgroundMark x1="92636" y1="13011" x2="97349" y2="28996"/>
                        <a14:backgroundMark x1="59057" y1="38662" x2="74374" y2="21561"/>
                        <a14:backgroundMark x1="32695" y1="17472" x2="32695" y2="17472"/>
                        <a14:backgroundMark x1="33284" y1="18959" x2="33284" y2="18959"/>
                        <a14:backgroundMark x1="32401" y1="17472" x2="32401" y2="17472"/>
                        <a14:backgroundMark x1="33284" y1="19703" x2="33284" y2="19703"/>
                        <a14:backgroundMark x1="33284" y1="18216" x2="33284" y2="18216"/>
                        <a14:backgroundMark x1="87334" y1="9294" x2="87334" y2="9294"/>
                        <a14:backgroundMark x1="86745" y1="8550" x2="86745" y2="8550"/>
                        <a14:backgroundMark x1="83505" y1="9665" x2="84094" y2="9665"/>
                        <a14:backgroundMark x1="84389" y1="9665" x2="84389" y2="9665"/>
                        <a14:backgroundMark x1="84831" y1="9665" x2="84831" y2="9665"/>
                        <a14:backgroundMark x1="82622" y1="9294" x2="82622" y2="9294"/>
                        <a14:backgroundMark x1="81885" y1="8922" x2="81885" y2="8922"/>
                        <a14:backgroundMark x1="82327" y1="9294" x2="82327" y2="92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239" y="1606283"/>
            <a:ext cx="2364419" cy="93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96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A3290E72-1AD7-4713-B40E-A6A5926ED5D5}"/>
              </a:ext>
            </a:extLst>
          </p:cNvPr>
          <p:cNvSpPr txBox="1"/>
          <p:nvPr/>
        </p:nvSpPr>
        <p:spPr>
          <a:xfrm>
            <a:off x="2658206" y="7405079"/>
            <a:ext cx="6875589" cy="995971"/>
          </a:xfrm>
          <a:custGeom>
            <a:avLst/>
            <a:gdLst/>
            <a:ahLst/>
            <a:cxnLst/>
            <a:rect l="l" t="t" r="r" b="b"/>
            <a:pathLst>
              <a:path w="2729619" h="429846">
                <a:moveTo>
                  <a:pt x="2189830" y="324719"/>
                </a:moveTo>
                <a:cubicBezTo>
                  <a:pt x="2223978" y="348255"/>
                  <a:pt x="2251657" y="372758"/>
                  <a:pt x="2272869" y="398228"/>
                </a:cubicBezTo>
                <a:lnTo>
                  <a:pt x="2248895" y="422224"/>
                </a:lnTo>
                <a:cubicBezTo>
                  <a:pt x="2229754" y="396626"/>
                  <a:pt x="2204049" y="371830"/>
                  <a:pt x="2171778" y="347836"/>
                </a:cubicBezTo>
                <a:close/>
                <a:moveTo>
                  <a:pt x="89875" y="308746"/>
                </a:moveTo>
                <a:lnTo>
                  <a:pt x="89875" y="343107"/>
                </a:lnTo>
                <a:cubicBezTo>
                  <a:pt x="118245" y="338326"/>
                  <a:pt x="141210" y="334418"/>
                  <a:pt x="158769" y="331384"/>
                </a:cubicBezTo>
                <a:lnTo>
                  <a:pt x="158769" y="308746"/>
                </a:lnTo>
                <a:close/>
                <a:moveTo>
                  <a:pt x="615350" y="293944"/>
                </a:moveTo>
                <a:lnTo>
                  <a:pt x="615350" y="330113"/>
                </a:lnTo>
                <a:lnTo>
                  <a:pt x="729550" y="330113"/>
                </a:lnTo>
                <a:lnTo>
                  <a:pt x="729550" y="293944"/>
                </a:lnTo>
                <a:close/>
                <a:moveTo>
                  <a:pt x="577503" y="260582"/>
                </a:moveTo>
                <a:cubicBezTo>
                  <a:pt x="597910" y="262383"/>
                  <a:pt x="629465" y="263283"/>
                  <a:pt x="672168" y="263283"/>
                </a:cubicBezTo>
                <a:cubicBezTo>
                  <a:pt x="714871" y="263283"/>
                  <a:pt x="746167" y="262383"/>
                  <a:pt x="766055" y="260582"/>
                </a:cubicBezTo>
                <a:cubicBezTo>
                  <a:pt x="765155" y="275499"/>
                  <a:pt x="764705" y="292234"/>
                  <a:pt x="764705" y="310789"/>
                </a:cubicBezTo>
                <a:cubicBezTo>
                  <a:pt x="764705" y="329343"/>
                  <a:pt x="765155" y="346603"/>
                  <a:pt x="766055" y="362567"/>
                </a:cubicBezTo>
                <a:cubicBezTo>
                  <a:pt x="747210" y="361371"/>
                  <a:pt x="715869" y="360774"/>
                  <a:pt x="672032" y="360774"/>
                </a:cubicBezTo>
                <a:cubicBezTo>
                  <a:pt x="628196" y="360774"/>
                  <a:pt x="596686" y="361521"/>
                  <a:pt x="577503" y="363017"/>
                </a:cubicBezTo>
                <a:cubicBezTo>
                  <a:pt x="579298" y="345581"/>
                  <a:pt x="580196" y="327597"/>
                  <a:pt x="580196" y="309063"/>
                </a:cubicBezTo>
                <a:cubicBezTo>
                  <a:pt x="580196" y="290530"/>
                  <a:pt x="579298" y="274370"/>
                  <a:pt x="577503" y="260582"/>
                </a:cubicBezTo>
                <a:close/>
                <a:moveTo>
                  <a:pt x="89875" y="252681"/>
                </a:moveTo>
                <a:lnTo>
                  <a:pt x="89875" y="280328"/>
                </a:lnTo>
                <a:lnTo>
                  <a:pt x="158769" y="280328"/>
                </a:lnTo>
                <a:lnTo>
                  <a:pt x="158769" y="252681"/>
                </a:lnTo>
                <a:close/>
                <a:moveTo>
                  <a:pt x="334584" y="244609"/>
                </a:moveTo>
                <a:cubicBezTo>
                  <a:pt x="291979" y="244609"/>
                  <a:pt x="265276" y="244816"/>
                  <a:pt x="254474" y="245231"/>
                </a:cubicBezTo>
                <a:cubicBezTo>
                  <a:pt x="267824" y="276234"/>
                  <a:pt x="282942" y="301235"/>
                  <a:pt x="299830" y="320233"/>
                </a:cubicBezTo>
                <a:cubicBezTo>
                  <a:pt x="316589" y="298263"/>
                  <a:pt x="328174" y="273055"/>
                  <a:pt x="334584" y="244609"/>
                </a:cubicBezTo>
                <a:close/>
                <a:moveTo>
                  <a:pt x="1909931" y="218420"/>
                </a:moveTo>
                <a:cubicBezTo>
                  <a:pt x="1921557" y="224440"/>
                  <a:pt x="1931741" y="229002"/>
                  <a:pt x="1940485" y="232107"/>
                </a:cubicBezTo>
                <a:cubicBezTo>
                  <a:pt x="1946786" y="234808"/>
                  <a:pt x="1949936" y="238131"/>
                  <a:pt x="1949936" y="242077"/>
                </a:cubicBezTo>
                <a:cubicBezTo>
                  <a:pt x="1949936" y="246022"/>
                  <a:pt x="1948057" y="248532"/>
                  <a:pt x="1944300" y="249606"/>
                </a:cubicBezTo>
                <a:cubicBezTo>
                  <a:pt x="1940542" y="250680"/>
                  <a:pt x="1937516" y="252810"/>
                  <a:pt x="1935220" y="255996"/>
                </a:cubicBezTo>
                <a:cubicBezTo>
                  <a:pt x="1932925" y="259182"/>
                  <a:pt x="1928636" y="267357"/>
                  <a:pt x="1922354" y="280521"/>
                </a:cubicBezTo>
                <a:cubicBezTo>
                  <a:pt x="1916072" y="293684"/>
                  <a:pt x="1906293" y="308624"/>
                  <a:pt x="1893015" y="325341"/>
                </a:cubicBezTo>
                <a:cubicBezTo>
                  <a:pt x="1884809" y="319125"/>
                  <a:pt x="1874422" y="314153"/>
                  <a:pt x="1861854" y="310424"/>
                </a:cubicBezTo>
                <a:cubicBezTo>
                  <a:pt x="1886262" y="282921"/>
                  <a:pt x="1902287" y="252253"/>
                  <a:pt x="1909931" y="218420"/>
                </a:cubicBezTo>
                <a:close/>
                <a:moveTo>
                  <a:pt x="499914" y="207662"/>
                </a:moveTo>
                <a:cubicBezTo>
                  <a:pt x="526837" y="210657"/>
                  <a:pt x="586461" y="212155"/>
                  <a:pt x="678787" y="212155"/>
                </a:cubicBezTo>
                <a:cubicBezTo>
                  <a:pt x="771113" y="212155"/>
                  <a:pt x="828158" y="210657"/>
                  <a:pt x="849923" y="207662"/>
                </a:cubicBezTo>
                <a:cubicBezTo>
                  <a:pt x="846936" y="226083"/>
                  <a:pt x="845443" y="250031"/>
                  <a:pt x="845443" y="279506"/>
                </a:cubicBezTo>
                <a:lnTo>
                  <a:pt x="845443" y="368760"/>
                </a:lnTo>
                <a:cubicBezTo>
                  <a:pt x="845443" y="383786"/>
                  <a:pt x="843804" y="394837"/>
                  <a:pt x="840525" y="401914"/>
                </a:cubicBezTo>
                <a:cubicBezTo>
                  <a:pt x="837246" y="408991"/>
                  <a:pt x="830194" y="414065"/>
                  <a:pt x="819369" y="417134"/>
                </a:cubicBezTo>
                <a:cubicBezTo>
                  <a:pt x="808543" y="420204"/>
                  <a:pt x="789705" y="422498"/>
                  <a:pt x="762855" y="424017"/>
                </a:cubicBezTo>
                <a:cubicBezTo>
                  <a:pt x="762507" y="409892"/>
                  <a:pt x="757982" y="395480"/>
                  <a:pt x="749281" y="380783"/>
                </a:cubicBezTo>
                <a:cubicBezTo>
                  <a:pt x="765745" y="382583"/>
                  <a:pt x="778394" y="383484"/>
                  <a:pt x="787229" y="383484"/>
                </a:cubicBezTo>
                <a:cubicBezTo>
                  <a:pt x="796063" y="383484"/>
                  <a:pt x="801665" y="382129"/>
                  <a:pt x="804035" y="379419"/>
                </a:cubicBezTo>
                <a:cubicBezTo>
                  <a:pt x="806404" y="376709"/>
                  <a:pt x="807589" y="370913"/>
                  <a:pt x="807589" y="362031"/>
                </a:cubicBezTo>
                <a:lnTo>
                  <a:pt x="807589" y="243266"/>
                </a:lnTo>
                <a:lnTo>
                  <a:pt x="540898" y="243266"/>
                </a:lnTo>
                <a:lnTo>
                  <a:pt x="540898" y="419531"/>
                </a:lnTo>
                <a:lnTo>
                  <a:pt x="497221" y="419531"/>
                </a:lnTo>
                <a:cubicBezTo>
                  <a:pt x="501408" y="394128"/>
                  <a:pt x="503501" y="366589"/>
                  <a:pt x="503501" y="336913"/>
                </a:cubicBezTo>
                <a:lnTo>
                  <a:pt x="503501" y="279506"/>
                </a:lnTo>
                <a:cubicBezTo>
                  <a:pt x="503501" y="253322"/>
                  <a:pt x="502305" y="229374"/>
                  <a:pt x="499914" y="207662"/>
                </a:cubicBezTo>
                <a:close/>
                <a:moveTo>
                  <a:pt x="1955594" y="197339"/>
                </a:moveTo>
                <a:cubicBezTo>
                  <a:pt x="1973596" y="198891"/>
                  <a:pt x="1986199" y="199759"/>
                  <a:pt x="1993402" y="199943"/>
                </a:cubicBezTo>
                <a:cubicBezTo>
                  <a:pt x="2000606" y="200126"/>
                  <a:pt x="2004207" y="202875"/>
                  <a:pt x="2004207" y="208190"/>
                </a:cubicBezTo>
                <a:cubicBezTo>
                  <a:pt x="2004207" y="211586"/>
                  <a:pt x="2002564" y="214110"/>
                  <a:pt x="1999278" y="215763"/>
                </a:cubicBezTo>
                <a:cubicBezTo>
                  <a:pt x="1995987" y="217201"/>
                  <a:pt x="1994342" y="221854"/>
                  <a:pt x="1994342" y="229721"/>
                </a:cubicBezTo>
                <a:lnTo>
                  <a:pt x="1994342" y="312610"/>
                </a:lnTo>
                <a:cubicBezTo>
                  <a:pt x="2008443" y="289150"/>
                  <a:pt x="2020026" y="260594"/>
                  <a:pt x="2029089" y="226943"/>
                </a:cubicBezTo>
                <a:cubicBezTo>
                  <a:pt x="2040766" y="233786"/>
                  <a:pt x="2050080" y="238056"/>
                  <a:pt x="2057028" y="239751"/>
                </a:cubicBezTo>
                <a:cubicBezTo>
                  <a:pt x="2063977" y="241447"/>
                  <a:pt x="2067451" y="244532"/>
                  <a:pt x="2067451" y="249006"/>
                </a:cubicBezTo>
                <a:cubicBezTo>
                  <a:pt x="2067451" y="253480"/>
                  <a:pt x="2066001" y="256533"/>
                  <a:pt x="2063100" y="258164"/>
                </a:cubicBezTo>
                <a:cubicBezTo>
                  <a:pt x="2060200" y="259795"/>
                  <a:pt x="2056558" y="263439"/>
                  <a:pt x="2052174" y="269094"/>
                </a:cubicBezTo>
                <a:cubicBezTo>
                  <a:pt x="2047790" y="274750"/>
                  <a:pt x="2043745" y="281428"/>
                  <a:pt x="2040040" y="289129"/>
                </a:cubicBezTo>
                <a:cubicBezTo>
                  <a:pt x="2023571" y="323590"/>
                  <a:pt x="2002476" y="351019"/>
                  <a:pt x="1976754" y="371414"/>
                </a:cubicBezTo>
                <a:cubicBezTo>
                  <a:pt x="1951032" y="391810"/>
                  <a:pt x="1917523" y="408446"/>
                  <a:pt x="1876227" y="421324"/>
                </a:cubicBezTo>
                <a:cubicBezTo>
                  <a:pt x="1873012" y="409708"/>
                  <a:pt x="1866728" y="399290"/>
                  <a:pt x="1857375" y="390070"/>
                </a:cubicBezTo>
                <a:cubicBezTo>
                  <a:pt x="1903976" y="377059"/>
                  <a:pt x="1937913" y="361736"/>
                  <a:pt x="1959187" y="344100"/>
                </a:cubicBezTo>
                <a:lnTo>
                  <a:pt x="1959187" y="251703"/>
                </a:lnTo>
                <a:cubicBezTo>
                  <a:pt x="1959187" y="230314"/>
                  <a:pt x="1957990" y="212193"/>
                  <a:pt x="1955594" y="197339"/>
                </a:cubicBezTo>
                <a:close/>
                <a:moveTo>
                  <a:pt x="89875" y="195274"/>
                </a:moveTo>
                <a:lnTo>
                  <a:pt x="89875" y="224714"/>
                </a:lnTo>
                <a:lnTo>
                  <a:pt x="158769" y="224714"/>
                </a:lnTo>
                <a:lnTo>
                  <a:pt x="158769" y="195274"/>
                </a:lnTo>
                <a:close/>
                <a:moveTo>
                  <a:pt x="2627256" y="190166"/>
                </a:moveTo>
                <a:cubicBezTo>
                  <a:pt x="2657036" y="209988"/>
                  <a:pt x="2684431" y="232708"/>
                  <a:pt x="2709438" y="258325"/>
                </a:cubicBezTo>
                <a:lnTo>
                  <a:pt x="2684206" y="280492"/>
                </a:lnTo>
                <a:cubicBezTo>
                  <a:pt x="2666009" y="260618"/>
                  <a:pt x="2640572" y="238651"/>
                  <a:pt x="2607897" y="214591"/>
                </a:cubicBezTo>
                <a:close/>
                <a:moveTo>
                  <a:pt x="2427296" y="181644"/>
                </a:moveTo>
                <a:cubicBezTo>
                  <a:pt x="2431735" y="192750"/>
                  <a:pt x="2438023" y="201978"/>
                  <a:pt x="2446163" y="209326"/>
                </a:cubicBezTo>
                <a:cubicBezTo>
                  <a:pt x="2424369" y="226504"/>
                  <a:pt x="2392930" y="252617"/>
                  <a:pt x="2351844" y="287664"/>
                </a:cubicBezTo>
                <a:cubicBezTo>
                  <a:pt x="2345195" y="276601"/>
                  <a:pt x="2336658" y="268393"/>
                  <a:pt x="2326233" y="263040"/>
                </a:cubicBezTo>
                <a:cubicBezTo>
                  <a:pt x="2367805" y="237327"/>
                  <a:pt x="2401493" y="210195"/>
                  <a:pt x="2427296" y="181644"/>
                </a:cubicBezTo>
                <a:close/>
                <a:moveTo>
                  <a:pt x="2142624" y="177608"/>
                </a:moveTo>
                <a:cubicBezTo>
                  <a:pt x="2154716" y="179108"/>
                  <a:pt x="2168202" y="179858"/>
                  <a:pt x="2183080" y="179858"/>
                </a:cubicBezTo>
                <a:cubicBezTo>
                  <a:pt x="2188218" y="179858"/>
                  <a:pt x="2190788" y="181951"/>
                  <a:pt x="2190788" y="186137"/>
                </a:cubicBezTo>
                <a:cubicBezTo>
                  <a:pt x="2190788" y="190324"/>
                  <a:pt x="2189838" y="193195"/>
                  <a:pt x="2187937" y="194753"/>
                </a:cubicBezTo>
                <a:cubicBezTo>
                  <a:pt x="2186037" y="196310"/>
                  <a:pt x="2184169" y="199318"/>
                  <a:pt x="2182333" y="203775"/>
                </a:cubicBezTo>
                <a:cubicBezTo>
                  <a:pt x="2180497" y="208233"/>
                  <a:pt x="2179579" y="210848"/>
                  <a:pt x="2179579" y="211619"/>
                </a:cubicBezTo>
                <a:cubicBezTo>
                  <a:pt x="2178622" y="257787"/>
                  <a:pt x="2175845" y="290366"/>
                  <a:pt x="2171249" y="309356"/>
                </a:cubicBezTo>
                <a:cubicBezTo>
                  <a:pt x="2166654" y="328347"/>
                  <a:pt x="2155254" y="347787"/>
                  <a:pt x="2137049" y="367678"/>
                </a:cubicBezTo>
                <a:cubicBezTo>
                  <a:pt x="2118844" y="387569"/>
                  <a:pt x="2091806" y="407244"/>
                  <a:pt x="2055935" y="426703"/>
                </a:cubicBezTo>
                <a:cubicBezTo>
                  <a:pt x="2053368" y="418531"/>
                  <a:pt x="2046534" y="408706"/>
                  <a:pt x="2035432" y="397228"/>
                </a:cubicBezTo>
                <a:cubicBezTo>
                  <a:pt x="2063050" y="385517"/>
                  <a:pt x="2084926" y="372175"/>
                  <a:pt x="2101059" y="357202"/>
                </a:cubicBezTo>
                <a:cubicBezTo>
                  <a:pt x="2117192" y="342228"/>
                  <a:pt x="2128601" y="326022"/>
                  <a:pt x="2135288" y="308581"/>
                </a:cubicBezTo>
                <a:cubicBezTo>
                  <a:pt x="2141974" y="291141"/>
                  <a:pt x="2145318" y="264407"/>
                  <a:pt x="2145318" y="228378"/>
                </a:cubicBezTo>
                <a:cubicBezTo>
                  <a:pt x="2145318" y="213510"/>
                  <a:pt x="2144420" y="196586"/>
                  <a:pt x="2142624" y="177608"/>
                </a:cubicBezTo>
                <a:close/>
                <a:moveTo>
                  <a:pt x="0" y="161463"/>
                </a:moveTo>
                <a:cubicBezTo>
                  <a:pt x="29913" y="164759"/>
                  <a:pt x="98476" y="166406"/>
                  <a:pt x="205690" y="166406"/>
                </a:cubicBezTo>
                <a:cubicBezTo>
                  <a:pt x="312903" y="166406"/>
                  <a:pt x="381192" y="164759"/>
                  <a:pt x="410558" y="161463"/>
                </a:cubicBezTo>
                <a:lnTo>
                  <a:pt x="410558" y="198860"/>
                </a:lnTo>
                <a:cubicBezTo>
                  <a:pt x="389141" y="196470"/>
                  <a:pt x="316632" y="195274"/>
                  <a:pt x="193031" y="195274"/>
                </a:cubicBezTo>
                <a:lnTo>
                  <a:pt x="193031" y="325169"/>
                </a:lnTo>
                <a:lnTo>
                  <a:pt x="230257" y="317097"/>
                </a:lnTo>
                <a:cubicBezTo>
                  <a:pt x="229957" y="324393"/>
                  <a:pt x="229807" y="330529"/>
                  <a:pt x="229807" y="335506"/>
                </a:cubicBezTo>
                <a:cubicBezTo>
                  <a:pt x="229807" y="340483"/>
                  <a:pt x="229957" y="346019"/>
                  <a:pt x="230257" y="352115"/>
                </a:cubicBezTo>
                <a:cubicBezTo>
                  <a:pt x="219508" y="353620"/>
                  <a:pt x="207099" y="355544"/>
                  <a:pt x="193031" y="357887"/>
                </a:cubicBezTo>
                <a:lnTo>
                  <a:pt x="195504" y="397553"/>
                </a:lnTo>
                <a:lnTo>
                  <a:pt x="239730" y="374022"/>
                </a:lnTo>
                <a:cubicBezTo>
                  <a:pt x="254081" y="364639"/>
                  <a:pt x="267012" y="354268"/>
                  <a:pt x="278520" y="342907"/>
                </a:cubicBezTo>
                <a:cubicBezTo>
                  <a:pt x="260665" y="325614"/>
                  <a:pt x="242039" y="293446"/>
                  <a:pt x="222642" y="246402"/>
                </a:cubicBezTo>
                <a:lnTo>
                  <a:pt x="208104" y="247302"/>
                </a:lnTo>
                <a:lnTo>
                  <a:pt x="208104" y="212591"/>
                </a:lnTo>
                <a:cubicBezTo>
                  <a:pt x="228569" y="215286"/>
                  <a:pt x="256842" y="216634"/>
                  <a:pt x="292925" y="216634"/>
                </a:cubicBezTo>
                <a:cubicBezTo>
                  <a:pt x="329009" y="216634"/>
                  <a:pt x="357156" y="215286"/>
                  <a:pt x="377368" y="212591"/>
                </a:cubicBezTo>
                <a:cubicBezTo>
                  <a:pt x="364228" y="266026"/>
                  <a:pt x="345540" y="308824"/>
                  <a:pt x="321304" y="340985"/>
                </a:cubicBezTo>
                <a:cubicBezTo>
                  <a:pt x="342378" y="359011"/>
                  <a:pt x="373327" y="376990"/>
                  <a:pt x="414151" y="394921"/>
                </a:cubicBezTo>
                <a:cubicBezTo>
                  <a:pt x="404469" y="402141"/>
                  <a:pt x="396473" y="412437"/>
                  <a:pt x="390163" y="425810"/>
                </a:cubicBezTo>
                <a:cubicBezTo>
                  <a:pt x="346576" y="401969"/>
                  <a:pt x="316880" y="381338"/>
                  <a:pt x="301073" y="363917"/>
                </a:cubicBezTo>
                <a:cubicBezTo>
                  <a:pt x="283847" y="383572"/>
                  <a:pt x="256853" y="404500"/>
                  <a:pt x="220091" y="426703"/>
                </a:cubicBezTo>
                <a:cubicBezTo>
                  <a:pt x="216939" y="420586"/>
                  <a:pt x="213055" y="415235"/>
                  <a:pt x="208442" y="410651"/>
                </a:cubicBezTo>
                <a:lnTo>
                  <a:pt x="195755" y="401590"/>
                </a:lnTo>
                <a:lnTo>
                  <a:pt x="197517" y="429846"/>
                </a:lnTo>
                <a:lnTo>
                  <a:pt x="156526" y="429846"/>
                </a:lnTo>
                <a:cubicBezTo>
                  <a:pt x="158022" y="410449"/>
                  <a:pt x="158769" y="387875"/>
                  <a:pt x="158769" y="362124"/>
                </a:cubicBezTo>
                <a:cubicBezTo>
                  <a:pt x="87956" y="374382"/>
                  <a:pt x="39843" y="383500"/>
                  <a:pt x="14430" y="389477"/>
                </a:cubicBezTo>
                <a:cubicBezTo>
                  <a:pt x="13244" y="378390"/>
                  <a:pt x="9927" y="365779"/>
                  <a:pt x="4479" y="351644"/>
                </a:cubicBezTo>
                <a:cubicBezTo>
                  <a:pt x="22829" y="350510"/>
                  <a:pt x="39574" y="349174"/>
                  <a:pt x="54714" y="347636"/>
                </a:cubicBezTo>
                <a:lnTo>
                  <a:pt x="54714" y="195724"/>
                </a:lnTo>
                <a:cubicBezTo>
                  <a:pt x="48132" y="195724"/>
                  <a:pt x="29894" y="196770"/>
                  <a:pt x="0" y="198860"/>
                </a:cubicBezTo>
                <a:close/>
                <a:moveTo>
                  <a:pt x="589340" y="135174"/>
                </a:moveTo>
                <a:lnTo>
                  <a:pt x="589340" y="163263"/>
                </a:lnTo>
                <a:lnTo>
                  <a:pt x="751975" y="163263"/>
                </a:lnTo>
                <a:lnTo>
                  <a:pt x="751975" y="135174"/>
                </a:lnTo>
                <a:close/>
                <a:moveTo>
                  <a:pt x="107363" y="109156"/>
                </a:moveTo>
                <a:lnTo>
                  <a:pt x="107363" y="126037"/>
                </a:lnTo>
                <a:lnTo>
                  <a:pt x="305881" y="126037"/>
                </a:lnTo>
                <a:lnTo>
                  <a:pt x="305881" y="109156"/>
                </a:lnTo>
                <a:close/>
                <a:moveTo>
                  <a:pt x="551942" y="102706"/>
                </a:moveTo>
                <a:cubicBezTo>
                  <a:pt x="579593" y="104206"/>
                  <a:pt x="619140" y="104956"/>
                  <a:pt x="670582" y="104956"/>
                </a:cubicBezTo>
                <a:cubicBezTo>
                  <a:pt x="722024" y="104956"/>
                  <a:pt x="761473" y="104206"/>
                  <a:pt x="788929" y="102706"/>
                </a:cubicBezTo>
                <a:cubicBezTo>
                  <a:pt x="788029" y="117045"/>
                  <a:pt x="787579" y="132138"/>
                  <a:pt x="787579" y="147983"/>
                </a:cubicBezTo>
                <a:cubicBezTo>
                  <a:pt x="787579" y="163827"/>
                  <a:pt x="788029" y="179591"/>
                  <a:pt x="788929" y="195274"/>
                </a:cubicBezTo>
                <a:cubicBezTo>
                  <a:pt x="757625" y="194379"/>
                  <a:pt x="717228" y="193931"/>
                  <a:pt x="667739" y="193931"/>
                </a:cubicBezTo>
                <a:cubicBezTo>
                  <a:pt x="618249" y="193931"/>
                  <a:pt x="579651" y="194529"/>
                  <a:pt x="551942" y="195724"/>
                </a:cubicBezTo>
                <a:cubicBezTo>
                  <a:pt x="553733" y="178860"/>
                  <a:pt x="554628" y="162588"/>
                  <a:pt x="554628" y="146908"/>
                </a:cubicBezTo>
                <a:cubicBezTo>
                  <a:pt x="554628" y="131227"/>
                  <a:pt x="553733" y="116493"/>
                  <a:pt x="551942" y="102706"/>
                </a:cubicBezTo>
                <a:close/>
                <a:moveTo>
                  <a:pt x="2653046" y="93733"/>
                </a:moveTo>
                <a:cubicBezTo>
                  <a:pt x="2665776" y="103487"/>
                  <a:pt x="2674619" y="109851"/>
                  <a:pt x="2679577" y="112825"/>
                </a:cubicBezTo>
                <a:cubicBezTo>
                  <a:pt x="2684535" y="115799"/>
                  <a:pt x="2687014" y="119034"/>
                  <a:pt x="2687014" y="122529"/>
                </a:cubicBezTo>
                <a:cubicBezTo>
                  <a:pt x="2687014" y="128268"/>
                  <a:pt x="2684643" y="131138"/>
                  <a:pt x="2679902" y="131138"/>
                </a:cubicBezTo>
                <a:cubicBezTo>
                  <a:pt x="2675161" y="131138"/>
                  <a:pt x="2670109" y="133131"/>
                  <a:pt x="2664747" y="137117"/>
                </a:cubicBezTo>
                <a:cubicBezTo>
                  <a:pt x="2659384" y="141103"/>
                  <a:pt x="2652111" y="147305"/>
                  <a:pt x="2642926" y="155723"/>
                </a:cubicBezTo>
                <a:cubicBezTo>
                  <a:pt x="2633742" y="164141"/>
                  <a:pt x="2623216" y="173288"/>
                  <a:pt x="2611347" y="183166"/>
                </a:cubicBezTo>
                <a:cubicBezTo>
                  <a:pt x="2605970" y="175831"/>
                  <a:pt x="2598541" y="169023"/>
                  <a:pt x="2589059" y="162742"/>
                </a:cubicBezTo>
                <a:cubicBezTo>
                  <a:pt x="2614852" y="143420"/>
                  <a:pt x="2636181" y="120417"/>
                  <a:pt x="2653046" y="93733"/>
                </a:cubicBezTo>
                <a:close/>
                <a:moveTo>
                  <a:pt x="107363" y="61615"/>
                </a:moveTo>
                <a:lnTo>
                  <a:pt x="107363" y="81189"/>
                </a:lnTo>
                <a:lnTo>
                  <a:pt x="305881" y="81189"/>
                </a:lnTo>
                <a:lnTo>
                  <a:pt x="305881" y="61615"/>
                </a:lnTo>
                <a:close/>
                <a:moveTo>
                  <a:pt x="975155" y="53371"/>
                </a:moveTo>
                <a:cubicBezTo>
                  <a:pt x="1026204" y="55471"/>
                  <a:pt x="1082442" y="56521"/>
                  <a:pt x="1143869" y="56521"/>
                </a:cubicBezTo>
                <a:cubicBezTo>
                  <a:pt x="1205295" y="56521"/>
                  <a:pt x="1261245" y="55471"/>
                  <a:pt x="1311718" y="53371"/>
                </a:cubicBezTo>
                <a:lnTo>
                  <a:pt x="1311718" y="90318"/>
                </a:lnTo>
                <a:cubicBezTo>
                  <a:pt x="1264541" y="89123"/>
                  <a:pt x="1215354" y="88525"/>
                  <a:pt x="1164157" y="88525"/>
                </a:cubicBezTo>
                <a:lnTo>
                  <a:pt x="1164157" y="351637"/>
                </a:lnTo>
                <a:cubicBezTo>
                  <a:pt x="1242510" y="351637"/>
                  <a:pt x="1300069" y="350289"/>
                  <a:pt x="1336836" y="347593"/>
                </a:cubicBezTo>
                <a:lnTo>
                  <a:pt x="1336836" y="389927"/>
                </a:lnTo>
                <a:cubicBezTo>
                  <a:pt x="1299845" y="387836"/>
                  <a:pt x="1256459" y="386791"/>
                  <a:pt x="1206677" y="386791"/>
                </a:cubicBezTo>
                <a:lnTo>
                  <a:pt x="1076610" y="386791"/>
                </a:lnTo>
                <a:cubicBezTo>
                  <a:pt x="1024723" y="386791"/>
                  <a:pt x="979693" y="387836"/>
                  <a:pt x="941522" y="389927"/>
                </a:cubicBezTo>
                <a:lnTo>
                  <a:pt x="941522" y="347593"/>
                </a:lnTo>
                <a:cubicBezTo>
                  <a:pt x="973283" y="350289"/>
                  <a:pt x="1034429" y="351637"/>
                  <a:pt x="1124959" y="351637"/>
                </a:cubicBezTo>
                <a:lnTo>
                  <a:pt x="1124959" y="88525"/>
                </a:lnTo>
                <a:cubicBezTo>
                  <a:pt x="1053398" y="88525"/>
                  <a:pt x="1003463" y="89123"/>
                  <a:pt x="975155" y="90318"/>
                </a:cubicBezTo>
                <a:close/>
                <a:moveTo>
                  <a:pt x="2064586" y="36326"/>
                </a:moveTo>
                <a:cubicBezTo>
                  <a:pt x="2092842" y="39021"/>
                  <a:pt x="2127005" y="40369"/>
                  <a:pt x="2167074" y="40369"/>
                </a:cubicBezTo>
                <a:cubicBezTo>
                  <a:pt x="2207143" y="40369"/>
                  <a:pt x="2240613" y="39021"/>
                  <a:pt x="2267483" y="36326"/>
                </a:cubicBezTo>
                <a:lnTo>
                  <a:pt x="2267483" y="74173"/>
                </a:lnTo>
                <a:cubicBezTo>
                  <a:pt x="2245456" y="71783"/>
                  <a:pt x="2215998" y="70587"/>
                  <a:pt x="2179108" y="70587"/>
                </a:cubicBezTo>
                <a:cubicBezTo>
                  <a:pt x="2175369" y="87656"/>
                  <a:pt x="2169397" y="105839"/>
                  <a:pt x="2161191" y="125137"/>
                </a:cubicBezTo>
                <a:cubicBezTo>
                  <a:pt x="2199158" y="125137"/>
                  <a:pt x="2227711" y="124387"/>
                  <a:pt x="2246852" y="122887"/>
                </a:cubicBezTo>
                <a:cubicBezTo>
                  <a:pt x="2246256" y="148223"/>
                  <a:pt x="2245959" y="168138"/>
                  <a:pt x="2245959" y="182630"/>
                </a:cubicBezTo>
                <a:lnTo>
                  <a:pt x="2245959" y="262461"/>
                </a:lnTo>
                <a:cubicBezTo>
                  <a:pt x="2245959" y="279559"/>
                  <a:pt x="2246256" y="300518"/>
                  <a:pt x="2246852" y="325341"/>
                </a:cubicBezTo>
                <a:lnTo>
                  <a:pt x="2209904" y="325341"/>
                </a:lnTo>
                <a:lnTo>
                  <a:pt x="2209904" y="154462"/>
                </a:lnTo>
                <a:lnTo>
                  <a:pt x="2112749" y="154462"/>
                </a:lnTo>
                <a:lnTo>
                  <a:pt x="2112749" y="328484"/>
                </a:lnTo>
                <a:lnTo>
                  <a:pt x="2075795" y="328484"/>
                </a:lnTo>
                <a:cubicBezTo>
                  <a:pt x="2076695" y="306795"/>
                  <a:pt x="2077145" y="285686"/>
                  <a:pt x="2077145" y="265154"/>
                </a:cubicBezTo>
                <a:lnTo>
                  <a:pt x="2077145" y="182630"/>
                </a:lnTo>
                <a:cubicBezTo>
                  <a:pt x="2077145" y="156098"/>
                  <a:pt x="2076547" y="136184"/>
                  <a:pt x="2075352" y="122887"/>
                </a:cubicBezTo>
                <a:cubicBezTo>
                  <a:pt x="2093083" y="124092"/>
                  <a:pt x="2110728" y="124694"/>
                  <a:pt x="2128287" y="124694"/>
                </a:cubicBezTo>
                <a:cubicBezTo>
                  <a:pt x="2135497" y="107335"/>
                  <a:pt x="2141024" y="89299"/>
                  <a:pt x="2144868" y="70587"/>
                </a:cubicBezTo>
                <a:cubicBezTo>
                  <a:pt x="2116254" y="70587"/>
                  <a:pt x="2089494" y="71783"/>
                  <a:pt x="2064586" y="74173"/>
                </a:cubicBezTo>
                <a:close/>
                <a:moveTo>
                  <a:pt x="68622" y="30947"/>
                </a:moveTo>
                <a:cubicBezTo>
                  <a:pt x="86925" y="32147"/>
                  <a:pt x="130568" y="32747"/>
                  <a:pt x="199553" y="32747"/>
                </a:cubicBezTo>
                <a:cubicBezTo>
                  <a:pt x="268538" y="32747"/>
                  <a:pt x="316299" y="32147"/>
                  <a:pt x="342835" y="30947"/>
                </a:cubicBezTo>
                <a:cubicBezTo>
                  <a:pt x="341935" y="49454"/>
                  <a:pt x="341485" y="69147"/>
                  <a:pt x="341485" y="90025"/>
                </a:cubicBezTo>
                <a:cubicBezTo>
                  <a:pt x="341485" y="110904"/>
                  <a:pt x="341935" y="132681"/>
                  <a:pt x="342835" y="155355"/>
                </a:cubicBezTo>
                <a:cubicBezTo>
                  <a:pt x="315370" y="154160"/>
                  <a:pt x="266389" y="153562"/>
                  <a:pt x="195892" y="153562"/>
                </a:cubicBezTo>
                <a:cubicBezTo>
                  <a:pt x="125395" y="153562"/>
                  <a:pt x="83119" y="154010"/>
                  <a:pt x="69065" y="154905"/>
                </a:cubicBezTo>
                <a:cubicBezTo>
                  <a:pt x="70561" y="128992"/>
                  <a:pt x="71309" y="107695"/>
                  <a:pt x="71309" y="91015"/>
                </a:cubicBezTo>
                <a:cubicBezTo>
                  <a:pt x="71309" y="74334"/>
                  <a:pt x="70413" y="54311"/>
                  <a:pt x="68622" y="30947"/>
                </a:cubicBezTo>
                <a:close/>
                <a:moveTo>
                  <a:pt x="1961423" y="12551"/>
                </a:moveTo>
                <a:cubicBezTo>
                  <a:pt x="1980030" y="14104"/>
                  <a:pt x="1993084" y="14971"/>
                  <a:pt x="2000585" y="15152"/>
                </a:cubicBezTo>
                <a:cubicBezTo>
                  <a:pt x="2008086" y="15333"/>
                  <a:pt x="2011837" y="17603"/>
                  <a:pt x="2011837" y="21963"/>
                </a:cubicBezTo>
                <a:cubicBezTo>
                  <a:pt x="2011837" y="26323"/>
                  <a:pt x="2010003" y="29813"/>
                  <a:pt x="2006336" y="32432"/>
                </a:cubicBezTo>
                <a:cubicBezTo>
                  <a:pt x="2003126" y="35042"/>
                  <a:pt x="2001521" y="40107"/>
                  <a:pt x="2001521" y="47627"/>
                </a:cubicBezTo>
                <a:lnTo>
                  <a:pt x="2001521" y="81632"/>
                </a:lnTo>
                <a:lnTo>
                  <a:pt x="2034175" y="81632"/>
                </a:lnTo>
                <a:cubicBezTo>
                  <a:pt x="2045662" y="81632"/>
                  <a:pt x="2056904" y="80734"/>
                  <a:pt x="2067901" y="78938"/>
                </a:cubicBezTo>
                <a:lnTo>
                  <a:pt x="2067901" y="114093"/>
                </a:lnTo>
                <a:cubicBezTo>
                  <a:pt x="2056704" y="112597"/>
                  <a:pt x="2045462" y="111850"/>
                  <a:pt x="2034175" y="111850"/>
                </a:cubicBezTo>
                <a:lnTo>
                  <a:pt x="2001521" y="111850"/>
                </a:lnTo>
                <a:lnTo>
                  <a:pt x="2001521" y="157455"/>
                </a:lnTo>
                <a:cubicBezTo>
                  <a:pt x="2031077" y="157184"/>
                  <a:pt x="2054399" y="156277"/>
                  <a:pt x="2071487" y="154733"/>
                </a:cubicBezTo>
                <a:lnTo>
                  <a:pt x="2071487" y="190788"/>
                </a:lnTo>
                <a:cubicBezTo>
                  <a:pt x="2055814" y="188397"/>
                  <a:pt x="2020678" y="187202"/>
                  <a:pt x="1966081" y="187202"/>
                </a:cubicBezTo>
                <a:cubicBezTo>
                  <a:pt x="1911484" y="187202"/>
                  <a:pt x="1875396" y="188397"/>
                  <a:pt x="1857818" y="190788"/>
                </a:cubicBezTo>
                <a:lnTo>
                  <a:pt x="1857818" y="154733"/>
                </a:lnTo>
                <a:cubicBezTo>
                  <a:pt x="1877253" y="156281"/>
                  <a:pt x="1891607" y="157029"/>
                  <a:pt x="1900880" y="156977"/>
                </a:cubicBezTo>
                <a:cubicBezTo>
                  <a:pt x="1900880" y="115962"/>
                  <a:pt x="1900584" y="90227"/>
                  <a:pt x="1899991" y="79771"/>
                </a:cubicBezTo>
                <a:cubicBezTo>
                  <a:pt x="1899398" y="69314"/>
                  <a:pt x="1898349" y="59467"/>
                  <a:pt x="1896844" y="50228"/>
                </a:cubicBezTo>
                <a:cubicBezTo>
                  <a:pt x="1908912" y="52628"/>
                  <a:pt x="1921797" y="53828"/>
                  <a:pt x="1935499" y="53828"/>
                </a:cubicBezTo>
                <a:cubicBezTo>
                  <a:pt x="1942138" y="53828"/>
                  <a:pt x="1945457" y="56037"/>
                  <a:pt x="1945457" y="60454"/>
                </a:cubicBezTo>
                <a:cubicBezTo>
                  <a:pt x="1945457" y="64871"/>
                  <a:pt x="1944228" y="67693"/>
                  <a:pt x="1941771" y="68919"/>
                </a:cubicBezTo>
                <a:cubicBezTo>
                  <a:pt x="1939313" y="70146"/>
                  <a:pt x="1937594" y="71904"/>
                  <a:pt x="1936613" y="74195"/>
                </a:cubicBezTo>
                <a:cubicBezTo>
                  <a:pt x="1935632" y="76486"/>
                  <a:pt x="1935142" y="78543"/>
                  <a:pt x="1935142" y="80367"/>
                </a:cubicBezTo>
                <a:lnTo>
                  <a:pt x="1935142" y="157434"/>
                </a:lnTo>
                <a:lnTo>
                  <a:pt x="1965017" y="157434"/>
                </a:lnTo>
                <a:lnTo>
                  <a:pt x="1965017" y="66915"/>
                </a:lnTo>
                <a:cubicBezTo>
                  <a:pt x="1965017" y="45232"/>
                  <a:pt x="1963819" y="27110"/>
                  <a:pt x="1961423" y="12551"/>
                </a:cubicBezTo>
                <a:close/>
                <a:moveTo>
                  <a:pt x="1624003" y="4929"/>
                </a:moveTo>
                <a:cubicBezTo>
                  <a:pt x="1634771" y="10058"/>
                  <a:pt x="1642144" y="13286"/>
                  <a:pt x="1646123" y="14612"/>
                </a:cubicBezTo>
                <a:cubicBezTo>
                  <a:pt x="1650102" y="15939"/>
                  <a:pt x="1655584" y="16602"/>
                  <a:pt x="1662568" y="16602"/>
                </a:cubicBezTo>
                <a:cubicBezTo>
                  <a:pt x="1669552" y="16602"/>
                  <a:pt x="1673044" y="19682"/>
                  <a:pt x="1673044" y="25842"/>
                </a:cubicBezTo>
                <a:cubicBezTo>
                  <a:pt x="1673044" y="32003"/>
                  <a:pt x="1669756" y="36319"/>
                  <a:pt x="1663179" y="38790"/>
                </a:cubicBezTo>
                <a:cubicBezTo>
                  <a:pt x="1661326" y="39614"/>
                  <a:pt x="1659087" y="42190"/>
                  <a:pt x="1656460" y="46516"/>
                </a:cubicBezTo>
                <a:cubicBezTo>
                  <a:pt x="1653834" y="50843"/>
                  <a:pt x="1649456" y="59585"/>
                  <a:pt x="1643326" y="72741"/>
                </a:cubicBezTo>
                <a:cubicBezTo>
                  <a:pt x="1637197" y="85898"/>
                  <a:pt x="1632151" y="93795"/>
                  <a:pt x="1628189" y="96433"/>
                </a:cubicBezTo>
                <a:lnTo>
                  <a:pt x="1736645" y="96433"/>
                </a:lnTo>
                <a:cubicBezTo>
                  <a:pt x="1762353" y="96433"/>
                  <a:pt x="1787199" y="95086"/>
                  <a:pt x="1811183" y="92390"/>
                </a:cubicBezTo>
                <a:lnTo>
                  <a:pt x="1811183" y="131138"/>
                </a:lnTo>
                <a:cubicBezTo>
                  <a:pt x="1780351" y="128747"/>
                  <a:pt x="1755505" y="127552"/>
                  <a:pt x="1736645" y="127552"/>
                </a:cubicBezTo>
                <a:lnTo>
                  <a:pt x="1661829" y="127552"/>
                </a:lnTo>
                <a:lnTo>
                  <a:pt x="1661829" y="190174"/>
                </a:lnTo>
                <a:lnTo>
                  <a:pt x="1702555" y="190174"/>
                </a:lnTo>
                <a:cubicBezTo>
                  <a:pt x="1731564" y="190174"/>
                  <a:pt x="1761046" y="188526"/>
                  <a:pt x="1791002" y="185230"/>
                </a:cubicBezTo>
                <a:lnTo>
                  <a:pt x="1791002" y="223528"/>
                </a:lnTo>
                <a:cubicBezTo>
                  <a:pt x="1763346" y="220837"/>
                  <a:pt x="1734014" y="219492"/>
                  <a:pt x="1703005" y="219492"/>
                </a:cubicBezTo>
                <a:lnTo>
                  <a:pt x="1661829" y="219492"/>
                </a:lnTo>
                <a:lnTo>
                  <a:pt x="1661829" y="282121"/>
                </a:lnTo>
                <a:lnTo>
                  <a:pt x="1713321" y="282121"/>
                </a:lnTo>
                <a:cubicBezTo>
                  <a:pt x="1740119" y="282121"/>
                  <a:pt x="1771395" y="280473"/>
                  <a:pt x="1807147" y="277177"/>
                </a:cubicBezTo>
                <a:lnTo>
                  <a:pt x="1807147" y="316818"/>
                </a:lnTo>
                <a:cubicBezTo>
                  <a:pt x="1774786" y="314127"/>
                  <a:pt x="1743660" y="312782"/>
                  <a:pt x="1713771" y="312782"/>
                </a:cubicBezTo>
                <a:lnTo>
                  <a:pt x="1661829" y="312782"/>
                </a:lnTo>
                <a:lnTo>
                  <a:pt x="1661829" y="344093"/>
                </a:lnTo>
                <a:cubicBezTo>
                  <a:pt x="1661829" y="369239"/>
                  <a:pt x="1663024" y="396776"/>
                  <a:pt x="1665415" y="426703"/>
                </a:cubicBezTo>
                <a:lnTo>
                  <a:pt x="1619495" y="426703"/>
                </a:lnTo>
                <a:cubicBezTo>
                  <a:pt x="1622186" y="391437"/>
                  <a:pt x="1623531" y="363900"/>
                  <a:pt x="1623531" y="344093"/>
                </a:cubicBezTo>
                <a:lnTo>
                  <a:pt x="1623531" y="127552"/>
                </a:lnTo>
                <a:lnTo>
                  <a:pt x="1612615" y="127552"/>
                </a:lnTo>
                <a:cubicBezTo>
                  <a:pt x="1593313" y="157512"/>
                  <a:pt x="1570565" y="185021"/>
                  <a:pt x="1544371" y="210076"/>
                </a:cubicBezTo>
                <a:cubicBezTo>
                  <a:pt x="1536708" y="200223"/>
                  <a:pt x="1524073" y="193203"/>
                  <a:pt x="1506466" y="189016"/>
                </a:cubicBezTo>
                <a:cubicBezTo>
                  <a:pt x="1534737" y="169971"/>
                  <a:pt x="1560877" y="142403"/>
                  <a:pt x="1584887" y="106313"/>
                </a:cubicBezTo>
                <a:cubicBezTo>
                  <a:pt x="1608897" y="70223"/>
                  <a:pt x="1621936" y="36428"/>
                  <a:pt x="1624003" y="4929"/>
                </a:cubicBezTo>
                <a:close/>
                <a:moveTo>
                  <a:pt x="668814" y="4036"/>
                </a:moveTo>
                <a:cubicBezTo>
                  <a:pt x="679020" y="24381"/>
                  <a:pt x="686257" y="42024"/>
                  <a:pt x="690524" y="56964"/>
                </a:cubicBezTo>
                <a:cubicBezTo>
                  <a:pt x="768048" y="56964"/>
                  <a:pt x="827610" y="55316"/>
                  <a:pt x="869211" y="52021"/>
                </a:cubicBezTo>
                <a:lnTo>
                  <a:pt x="869211" y="92119"/>
                </a:lnTo>
                <a:cubicBezTo>
                  <a:pt x="824334" y="89128"/>
                  <a:pt x="757394" y="87632"/>
                  <a:pt x="668393" y="87632"/>
                </a:cubicBezTo>
                <a:cubicBezTo>
                  <a:pt x="579391" y="87632"/>
                  <a:pt x="515457" y="89128"/>
                  <a:pt x="476590" y="92119"/>
                </a:cubicBezTo>
                <a:lnTo>
                  <a:pt x="476590" y="52021"/>
                </a:lnTo>
                <a:cubicBezTo>
                  <a:pt x="519910" y="55316"/>
                  <a:pt x="578217" y="56964"/>
                  <a:pt x="651512" y="56964"/>
                </a:cubicBezTo>
                <a:cubicBezTo>
                  <a:pt x="646402" y="47953"/>
                  <a:pt x="638777" y="34902"/>
                  <a:pt x="628638" y="17809"/>
                </a:cubicBezTo>
                <a:close/>
                <a:moveTo>
                  <a:pt x="2503848" y="0"/>
                </a:moveTo>
                <a:cubicBezTo>
                  <a:pt x="2517907" y="15154"/>
                  <a:pt x="2530268" y="33395"/>
                  <a:pt x="2540931" y="54721"/>
                </a:cubicBezTo>
                <a:cubicBezTo>
                  <a:pt x="2614231" y="54721"/>
                  <a:pt x="2668905" y="53076"/>
                  <a:pt x="2704952" y="49785"/>
                </a:cubicBezTo>
                <a:lnTo>
                  <a:pt x="2704952" y="88082"/>
                </a:lnTo>
                <a:cubicBezTo>
                  <a:pt x="2686550" y="86587"/>
                  <a:pt x="2661351" y="85465"/>
                  <a:pt x="2629357" y="84718"/>
                </a:cubicBezTo>
                <a:lnTo>
                  <a:pt x="2521736" y="83680"/>
                </a:lnTo>
                <a:lnTo>
                  <a:pt x="2528508" y="85689"/>
                </a:lnTo>
                <a:cubicBezTo>
                  <a:pt x="2534309" y="88247"/>
                  <a:pt x="2537210" y="91811"/>
                  <a:pt x="2537210" y="96383"/>
                </a:cubicBezTo>
                <a:cubicBezTo>
                  <a:pt x="2537210" y="100955"/>
                  <a:pt x="2534606" y="103589"/>
                  <a:pt x="2529398" y="104284"/>
                </a:cubicBezTo>
                <a:cubicBezTo>
                  <a:pt x="2524190" y="104980"/>
                  <a:pt x="2517550" y="110428"/>
                  <a:pt x="2509478" y="120629"/>
                </a:cubicBezTo>
                <a:cubicBezTo>
                  <a:pt x="2501405" y="130831"/>
                  <a:pt x="2492856" y="138910"/>
                  <a:pt x="2483831" y="144868"/>
                </a:cubicBezTo>
                <a:lnTo>
                  <a:pt x="2533288" y="143239"/>
                </a:lnTo>
                <a:cubicBezTo>
                  <a:pt x="2543880" y="129928"/>
                  <a:pt x="2552790" y="116119"/>
                  <a:pt x="2560020" y="101813"/>
                </a:cubicBezTo>
                <a:cubicBezTo>
                  <a:pt x="2574464" y="112371"/>
                  <a:pt x="2584514" y="118593"/>
                  <a:pt x="2590170" y="120479"/>
                </a:cubicBezTo>
                <a:cubicBezTo>
                  <a:pt x="2595825" y="122365"/>
                  <a:pt x="2598653" y="125806"/>
                  <a:pt x="2598653" y="130802"/>
                </a:cubicBezTo>
                <a:cubicBezTo>
                  <a:pt x="2598653" y="135798"/>
                  <a:pt x="2595646" y="138639"/>
                  <a:pt x="2589634" y="139324"/>
                </a:cubicBezTo>
                <a:cubicBezTo>
                  <a:pt x="2583621" y="140010"/>
                  <a:pt x="2567642" y="153745"/>
                  <a:pt x="2541696" y="180530"/>
                </a:cubicBezTo>
                <a:cubicBezTo>
                  <a:pt x="2521617" y="203271"/>
                  <a:pt x="2502329" y="220537"/>
                  <a:pt x="2483831" y="232329"/>
                </a:cubicBezTo>
                <a:lnTo>
                  <a:pt x="2566185" y="227535"/>
                </a:lnTo>
                <a:cubicBezTo>
                  <a:pt x="2560751" y="223921"/>
                  <a:pt x="2552528" y="214724"/>
                  <a:pt x="2541517" y="199946"/>
                </a:cubicBezTo>
                <a:lnTo>
                  <a:pt x="2565670" y="182544"/>
                </a:lnTo>
                <a:cubicBezTo>
                  <a:pt x="2590830" y="211448"/>
                  <a:pt x="2610945" y="239713"/>
                  <a:pt x="2626013" y="267340"/>
                </a:cubicBezTo>
                <a:lnTo>
                  <a:pt x="2595796" y="283628"/>
                </a:lnTo>
                <a:cubicBezTo>
                  <a:pt x="2590399" y="271503"/>
                  <a:pt x="2585258" y="261337"/>
                  <a:pt x="2580372" y="253132"/>
                </a:cubicBezTo>
                <a:lnTo>
                  <a:pt x="2535859" y="256832"/>
                </a:lnTo>
                <a:lnTo>
                  <a:pt x="2535859" y="302302"/>
                </a:lnTo>
                <a:cubicBezTo>
                  <a:pt x="2630704" y="302302"/>
                  <a:pt x="2695291" y="300654"/>
                  <a:pt x="2729619" y="297358"/>
                </a:cubicBezTo>
                <a:lnTo>
                  <a:pt x="2729619" y="335656"/>
                </a:lnTo>
                <a:cubicBezTo>
                  <a:pt x="2687152" y="332665"/>
                  <a:pt x="2622565" y="331170"/>
                  <a:pt x="2535859" y="331170"/>
                </a:cubicBezTo>
                <a:lnTo>
                  <a:pt x="2535859" y="345436"/>
                </a:lnTo>
                <a:cubicBezTo>
                  <a:pt x="2535859" y="371382"/>
                  <a:pt x="2537205" y="399519"/>
                  <a:pt x="2539896" y="429846"/>
                </a:cubicBezTo>
                <a:lnTo>
                  <a:pt x="2496669" y="429846"/>
                </a:lnTo>
                <a:cubicBezTo>
                  <a:pt x="2499360" y="394275"/>
                  <a:pt x="2500705" y="366138"/>
                  <a:pt x="2500705" y="345436"/>
                </a:cubicBezTo>
                <a:lnTo>
                  <a:pt x="2500705" y="331170"/>
                </a:lnTo>
                <a:cubicBezTo>
                  <a:pt x="2411894" y="331170"/>
                  <a:pt x="2349103" y="332665"/>
                  <a:pt x="2312331" y="335656"/>
                </a:cubicBezTo>
                <a:lnTo>
                  <a:pt x="2312331" y="297358"/>
                </a:lnTo>
                <a:cubicBezTo>
                  <a:pt x="2348060" y="300654"/>
                  <a:pt x="2410851" y="302302"/>
                  <a:pt x="2500705" y="302302"/>
                </a:cubicBezTo>
                <a:lnTo>
                  <a:pt x="2500705" y="259411"/>
                </a:lnTo>
                <a:cubicBezTo>
                  <a:pt x="2475935" y="261468"/>
                  <a:pt x="2454840" y="264607"/>
                  <a:pt x="2437419" y="268826"/>
                </a:cubicBezTo>
                <a:cubicBezTo>
                  <a:pt x="2435447" y="257877"/>
                  <a:pt x="2431725" y="246919"/>
                  <a:pt x="2426253" y="235951"/>
                </a:cubicBezTo>
                <a:cubicBezTo>
                  <a:pt x="2441150" y="231193"/>
                  <a:pt x="2454597" y="223610"/>
                  <a:pt x="2466594" y="213202"/>
                </a:cubicBezTo>
                <a:cubicBezTo>
                  <a:pt x="2478590" y="202793"/>
                  <a:pt x="2494595" y="188595"/>
                  <a:pt x="2514607" y="170607"/>
                </a:cubicBezTo>
                <a:lnTo>
                  <a:pt x="2476202" y="175479"/>
                </a:lnTo>
                <a:cubicBezTo>
                  <a:pt x="2462886" y="176670"/>
                  <a:pt x="2449825" y="178932"/>
                  <a:pt x="2437019" y="182266"/>
                </a:cubicBezTo>
                <a:cubicBezTo>
                  <a:pt x="2437019" y="176982"/>
                  <a:pt x="2436420" y="171998"/>
                  <a:pt x="2435224" y="167314"/>
                </a:cubicBezTo>
                <a:lnTo>
                  <a:pt x="2430782" y="156465"/>
                </a:lnTo>
                <a:lnTo>
                  <a:pt x="2405900" y="177779"/>
                </a:lnTo>
                <a:cubicBezTo>
                  <a:pt x="2391798" y="160687"/>
                  <a:pt x="2370474" y="142677"/>
                  <a:pt x="2341928" y="123751"/>
                </a:cubicBezTo>
                <a:lnTo>
                  <a:pt x="2361395" y="99569"/>
                </a:lnTo>
                <a:lnTo>
                  <a:pt x="2430194" y="155029"/>
                </a:lnTo>
                <a:lnTo>
                  <a:pt x="2429839" y="154162"/>
                </a:lnTo>
                <a:cubicBezTo>
                  <a:pt x="2451627" y="146990"/>
                  <a:pt x="2474054" y="123468"/>
                  <a:pt x="2497119" y="83596"/>
                </a:cubicBezTo>
                <a:cubicBezTo>
                  <a:pt x="2428344" y="83596"/>
                  <a:pt x="2375718" y="85091"/>
                  <a:pt x="2339242" y="88082"/>
                </a:cubicBezTo>
                <a:lnTo>
                  <a:pt x="2339242" y="49785"/>
                </a:lnTo>
                <a:cubicBezTo>
                  <a:pt x="2373832" y="53076"/>
                  <a:pt x="2429446" y="54721"/>
                  <a:pt x="2506084" y="54721"/>
                </a:cubicBezTo>
                <a:cubicBezTo>
                  <a:pt x="2498374" y="45720"/>
                  <a:pt x="2487311" y="34280"/>
                  <a:pt x="2472894" y="20402"/>
                </a:cubicBezTo>
                <a:close/>
                <a:moveTo>
                  <a:pt x="1500023" y="0"/>
                </a:moveTo>
                <a:cubicBezTo>
                  <a:pt x="1514877" y="7391"/>
                  <a:pt x="1526421" y="12011"/>
                  <a:pt x="1534656" y="13859"/>
                </a:cubicBezTo>
                <a:cubicBezTo>
                  <a:pt x="1542890" y="15707"/>
                  <a:pt x="1547007" y="19434"/>
                  <a:pt x="1547007" y="25042"/>
                </a:cubicBezTo>
                <a:cubicBezTo>
                  <a:pt x="1547007" y="30650"/>
                  <a:pt x="1544387" y="34299"/>
                  <a:pt x="1539146" y="35990"/>
                </a:cubicBezTo>
                <a:cubicBezTo>
                  <a:pt x="1533904" y="37681"/>
                  <a:pt x="1529048" y="41391"/>
                  <a:pt x="1524576" y="47120"/>
                </a:cubicBezTo>
                <a:cubicBezTo>
                  <a:pt x="1520104" y="52849"/>
                  <a:pt x="1512034" y="65394"/>
                  <a:pt x="1500366" y="84753"/>
                </a:cubicBezTo>
                <a:lnTo>
                  <a:pt x="1500366" y="426703"/>
                </a:lnTo>
                <a:lnTo>
                  <a:pt x="1457582" y="426703"/>
                </a:lnTo>
                <a:cubicBezTo>
                  <a:pt x="1460873" y="391389"/>
                  <a:pt x="1462518" y="358769"/>
                  <a:pt x="1462518" y="328841"/>
                </a:cubicBezTo>
                <a:lnTo>
                  <a:pt x="1462518" y="136517"/>
                </a:lnTo>
                <a:cubicBezTo>
                  <a:pt x="1455389" y="156286"/>
                  <a:pt x="1443006" y="175722"/>
                  <a:pt x="1425371" y="194824"/>
                </a:cubicBezTo>
                <a:cubicBezTo>
                  <a:pt x="1415169" y="184861"/>
                  <a:pt x="1403182" y="179189"/>
                  <a:pt x="1389409" y="177808"/>
                </a:cubicBezTo>
                <a:cubicBezTo>
                  <a:pt x="1406845" y="161296"/>
                  <a:pt x="1427251" y="136174"/>
                  <a:pt x="1450627" y="102441"/>
                </a:cubicBezTo>
                <a:cubicBezTo>
                  <a:pt x="1474004" y="68708"/>
                  <a:pt x="1490469" y="34561"/>
                  <a:pt x="1500023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B0D512B-1B65-48C7-9620-DAC27673B990}"/>
              </a:ext>
            </a:extLst>
          </p:cNvPr>
          <p:cNvSpPr txBox="1"/>
          <p:nvPr/>
        </p:nvSpPr>
        <p:spPr>
          <a:xfrm>
            <a:off x="1153732" y="3074173"/>
            <a:ext cx="1580991" cy="688423"/>
          </a:xfrm>
          <a:custGeom>
            <a:avLst/>
            <a:gdLst/>
            <a:ahLst/>
            <a:cxnLst/>
            <a:rect l="l" t="t" r="r" b="b"/>
            <a:pathLst>
              <a:path w="877740" h="415495">
                <a:moveTo>
                  <a:pt x="107642" y="181194"/>
                </a:moveTo>
                <a:cubicBezTo>
                  <a:pt x="120219" y="183895"/>
                  <a:pt x="133404" y="185245"/>
                  <a:pt x="147197" y="185245"/>
                </a:cubicBezTo>
                <a:cubicBezTo>
                  <a:pt x="154731" y="185245"/>
                  <a:pt x="158498" y="187287"/>
                  <a:pt x="158498" y="191371"/>
                </a:cubicBezTo>
                <a:cubicBezTo>
                  <a:pt x="158498" y="195454"/>
                  <a:pt x="156704" y="198468"/>
                  <a:pt x="153115" y="200411"/>
                </a:cubicBezTo>
                <a:cubicBezTo>
                  <a:pt x="149527" y="202354"/>
                  <a:pt x="147732" y="204950"/>
                  <a:pt x="147732" y="208198"/>
                </a:cubicBezTo>
                <a:lnTo>
                  <a:pt x="147732" y="243552"/>
                </a:lnTo>
                <a:cubicBezTo>
                  <a:pt x="182846" y="243552"/>
                  <a:pt x="212898" y="241904"/>
                  <a:pt x="237886" y="238609"/>
                </a:cubicBezTo>
                <a:lnTo>
                  <a:pt x="237886" y="280042"/>
                </a:lnTo>
                <a:cubicBezTo>
                  <a:pt x="212593" y="277052"/>
                  <a:pt x="182541" y="275556"/>
                  <a:pt x="147732" y="275556"/>
                </a:cubicBezTo>
                <a:lnTo>
                  <a:pt x="147732" y="338628"/>
                </a:lnTo>
                <a:cubicBezTo>
                  <a:pt x="184889" y="333037"/>
                  <a:pt x="218977" y="326608"/>
                  <a:pt x="249995" y="319340"/>
                </a:cubicBezTo>
                <a:cubicBezTo>
                  <a:pt x="247304" y="330889"/>
                  <a:pt x="245959" y="339193"/>
                  <a:pt x="245959" y="344250"/>
                </a:cubicBezTo>
                <a:cubicBezTo>
                  <a:pt x="245959" y="349308"/>
                  <a:pt x="246109" y="354378"/>
                  <a:pt x="246409" y="359459"/>
                </a:cubicBezTo>
                <a:cubicBezTo>
                  <a:pt x="154250" y="367780"/>
                  <a:pt x="76133" y="380626"/>
                  <a:pt x="12058" y="398000"/>
                </a:cubicBezTo>
                <a:cubicBezTo>
                  <a:pt x="10948" y="383093"/>
                  <a:pt x="6929" y="368220"/>
                  <a:pt x="0" y="353380"/>
                </a:cubicBezTo>
                <a:cubicBezTo>
                  <a:pt x="36247" y="351685"/>
                  <a:pt x="73325" y="348310"/>
                  <a:pt x="111235" y="343257"/>
                </a:cubicBezTo>
                <a:lnTo>
                  <a:pt x="111235" y="275556"/>
                </a:lnTo>
                <a:cubicBezTo>
                  <a:pt x="74297" y="275556"/>
                  <a:pt x="43198" y="277052"/>
                  <a:pt x="17937" y="280042"/>
                </a:cubicBezTo>
                <a:lnTo>
                  <a:pt x="17937" y="238609"/>
                </a:lnTo>
                <a:cubicBezTo>
                  <a:pt x="42888" y="241904"/>
                  <a:pt x="73987" y="243552"/>
                  <a:pt x="111235" y="243552"/>
                </a:cubicBezTo>
                <a:cubicBezTo>
                  <a:pt x="110940" y="217592"/>
                  <a:pt x="109742" y="196806"/>
                  <a:pt x="107642" y="181194"/>
                </a:cubicBezTo>
                <a:close/>
                <a:moveTo>
                  <a:pt x="698768" y="144590"/>
                </a:moveTo>
                <a:cubicBezTo>
                  <a:pt x="673336" y="147271"/>
                  <a:pt x="645233" y="149026"/>
                  <a:pt x="614457" y="149855"/>
                </a:cubicBezTo>
                <a:lnTo>
                  <a:pt x="614457" y="215291"/>
                </a:lnTo>
                <a:lnTo>
                  <a:pt x="705783" y="215291"/>
                </a:lnTo>
                <a:cubicBezTo>
                  <a:pt x="701911" y="192284"/>
                  <a:pt x="699573" y="168716"/>
                  <a:pt x="698768" y="144590"/>
                </a:cubicBezTo>
                <a:close/>
                <a:moveTo>
                  <a:pt x="819462" y="91940"/>
                </a:moveTo>
                <a:cubicBezTo>
                  <a:pt x="824767" y="106185"/>
                  <a:pt x="830384" y="116405"/>
                  <a:pt x="836314" y="122601"/>
                </a:cubicBezTo>
                <a:cubicBezTo>
                  <a:pt x="839114" y="125873"/>
                  <a:pt x="840514" y="129384"/>
                  <a:pt x="840514" y="133135"/>
                </a:cubicBezTo>
                <a:cubicBezTo>
                  <a:pt x="840514" y="136885"/>
                  <a:pt x="838539" y="138760"/>
                  <a:pt x="834588" y="138760"/>
                </a:cubicBezTo>
                <a:cubicBezTo>
                  <a:pt x="830638" y="138760"/>
                  <a:pt x="827167" y="138163"/>
                  <a:pt x="824176" y="136967"/>
                </a:cubicBezTo>
                <a:cubicBezTo>
                  <a:pt x="821185" y="135772"/>
                  <a:pt x="815144" y="135174"/>
                  <a:pt x="806053" y="135174"/>
                </a:cubicBezTo>
                <a:cubicBezTo>
                  <a:pt x="796961" y="135174"/>
                  <a:pt x="773015" y="137267"/>
                  <a:pt x="734215" y="141454"/>
                </a:cubicBezTo>
                <a:cubicBezTo>
                  <a:pt x="734215" y="165247"/>
                  <a:pt x="736108" y="189860"/>
                  <a:pt x="739894" y="215291"/>
                </a:cubicBezTo>
                <a:cubicBezTo>
                  <a:pt x="787367" y="215291"/>
                  <a:pt x="824045" y="214094"/>
                  <a:pt x="849930" y="211698"/>
                </a:cubicBezTo>
                <a:lnTo>
                  <a:pt x="849930" y="247302"/>
                </a:lnTo>
                <a:cubicBezTo>
                  <a:pt x="821464" y="246702"/>
                  <a:pt x="786331" y="246402"/>
                  <a:pt x="744531" y="246402"/>
                </a:cubicBezTo>
                <a:cubicBezTo>
                  <a:pt x="754156" y="283993"/>
                  <a:pt x="768787" y="313547"/>
                  <a:pt x="788425" y="335064"/>
                </a:cubicBezTo>
                <a:cubicBezTo>
                  <a:pt x="808064" y="356580"/>
                  <a:pt x="821209" y="367339"/>
                  <a:pt x="827863" y="367339"/>
                </a:cubicBezTo>
                <a:cubicBezTo>
                  <a:pt x="830268" y="367339"/>
                  <a:pt x="832430" y="363947"/>
                  <a:pt x="834349" y="357163"/>
                </a:cubicBezTo>
                <a:cubicBezTo>
                  <a:pt x="836268" y="350379"/>
                  <a:pt x="838078" y="337173"/>
                  <a:pt x="839778" y="317547"/>
                </a:cubicBezTo>
                <a:cubicBezTo>
                  <a:pt x="853194" y="329377"/>
                  <a:pt x="865848" y="335828"/>
                  <a:pt x="877740" y="336899"/>
                </a:cubicBezTo>
                <a:cubicBezTo>
                  <a:pt x="872449" y="362007"/>
                  <a:pt x="866303" y="380262"/>
                  <a:pt x="859302" y="391663"/>
                </a:cubicBezTo>
                <a:cubicBezTo>
                  <a:pt x="852301" y="403065"/>
                  <a:pt x="843467" y="408766"/>
                  <a:pt x="832799" y="408766"/>
                </a:cubicBezTo>
                <a:cubicBezTo>
                  <a:pt x="816430" y="408766"/>
                  <a:pt x="794665" y="393882"/>
                  <a:pt x="767505" y="364114"/>
                </a:cubicBezTo>
                <a:cubicBezTo>
                  <a:pt x="740344" y="334346"/>
                  <a:pt x="721402" y="295109"/>
                  <a:pt x="710676" y="246402"/>
                </a:cubicBezTo>
                <a:lnTo>
                  <a:pt x="614457" y="246402"/>
                </a:lnTo>
                <a:lnTo>
                  <a:pt x="614457" y="351187"/>
                </a:lnTo>
                <a:lnTo>
                  <a:pt x="700575" y="298259"/>
                </a:lnTo>
                <a:cubicBezTo>
                  <a:pt x="699680" y="312532"/>
                  <a:pt x="700875" y="324591"/>
                  <a:pt x="704161" y="334435"/>
                </a:cubicBezTo>
                <a:lnTo>
                  <a:pt x="698359" y="337923"/>
                </a:lnTo>
                <a:lnTo>
                  <a:pt x="729516" y="358570"/>
                </a:lnTo>
                <a:cubicBezTo>
                  <a:pt x="739616" y="366123"/>
                  <a:pt x="748657" y="373835"/>
                  <a:pt x="756639" y="381705"/>
                </a:cubicBezTo>
                <a:lnTo>
                  <a:pt x="732886" y="406522"/>
                </a:lnTo>
                <a:cubicBezTo>
                  <a:pt x="720861" y="392959"/>
                  <a:pt x="701511" y="377600"/>
                  <a:pt x="674836" y="360445"/>
                </a:cubicBezTo>
                <a:lnTo>
                  <a:pt x="690544" y="342621"/>
                </a:lnTo>
                <a:lnTo>
                  <a:pt x="624730" y="382184"/>
                </a:lnTo>
                <a:cubicBezTo>
                  <a:pt x="611995" y="389704"/>
                  <a:pt x="599398" y="399014"/>
                  <a:pt x="586940" y="410116"/>
                </a:cubicBezTo>
                <a:cubicBezTo>
                  <a:pt x="580953" y="398681"/>
                  <a:pt x="572726" y="388794"/>
                  <a:pt x="562258" y="380455"/>
                </a:cubicBezTo>
                <a:cubicBezTo>
                  <a:pt x="569373" y="373378"/>
                  <a:pt x="574142" y="367351"/>
                  <a:pt x="576563" y="362374"/>
                </a:cubicBezTo>
                <a:cubicBezTo>
                  <a:pt x="578985" y="357397"/>
                  <a:pt x="580196" y="350406"/>
                  <a:pt x="580196" y="341400"/>
                </a:cubicBezTo>
                <a:lnTo>
                  <a:pt x="580196" y="186666"/>
                </a:lnTo>
                <a:cubicBezTo>
                  <a:pt x="580196" y="156043"/>
                  <a:pt x="579151" y="132093"/>
                  <a:pt x="577060" y="114814"/>
                </a:cubicBezTo>
                <a:cubicBezTo>
                  <a:pt x="588080" y="115719"/>
                  <a:pt x="599022" y="116172"/>
                  <a:pt x="609885" y="116172"/>
                </a:cubicBezTo>
                <a:cubicBezTo>
                  <a:pt x="644875" y="116172"/>
                  <a:pt x="683783" y="113801"/>
                  <a:pt x="726607" y="109060"/>
                </a:cubicBezTo>
                <a:cubicBezTo>
                  <a:pt x="769431" y="104319"/>
                  <a:pt x="800383" y="98612"/>
                  <a:pt x="819462" y="91940"/>
                </a:cubicBezTo>
                <a:close/>
                <a:moveTo>
                  <a:pt x="267762" y="58750"/>
                </a:moveTo>
                <a:cubicBezTo>
                  <a:pt x="277910" y="61451"/>
                  <a:pt x="290648" y="62801"/>
                  <a:pt x="305973" y="62801"/>
                </a:cubicBezTo>
                <a:cubicBezTo>
                  <a:pt x="312312" y="62801"/>
                  <a:pt x="315482" y="64884"/>
                  <a:pt x="315482" y="69052"/>
                </a:cubicBezTo>
                <a:cubicBezTo>
                  <a:pt x="315482" y="73219"/>
                  <a:pt x="313911" y="76274"/>
                  <a:pt x="310770" y="78217"/>
                </a:cubicBezTo>
                <a:cubicBezTo>
                  <a:pt x="307630" y="80160"/>
                  <a:pt x="306059" y="83270"/>
                  <a:pt x="306059" y="87547"/>
                </a:cubicBezTo>
                <a:lnTo>
                  <a:pt x="306059" y="220756"/>
                </a:lnTo>
                <a:cubicBezTo>
                  <a:pt x="306059" y="242659"/>
                  <a:pt x="307107" y="267953"/>
                  <a:pt x="309202" y="296637"/>
                </a:cubicBezTo>
                <a:lnTo>
                  <a:pt x="268212" y="296637"/>
                </a:lnTo>
                <a:cubicBezTo>
                  <a:pt x="270302" y="267038"/>
                  <a:pt x="271348" y="241745"/>
                  <a:pt x="271348" y="220756"/>
                </a:cubicBezTo>
                <a:lnTo>
                  <a:pt x="271348" y="122980"/>
                </a:lnTo>
                <a:cubicBezTo>
                  <a:pt x="271348" y="97238"/>
                  <a:pt x="270152" y="75829"/>
                  <a:pt x="267762" y="58750"/>
                </a:cubicBezTo>
                <a:close/>
                <a:moveTo>
                  <a:pt x="8072" y="28254"/>
                </a:moveTo>
                <a:cubicBezTo>
                  <a:pt x="37223" y="30949"/>
                  <a:pt x="78433" y="32297"/>
                  <a:pt x="131702" y="32297"/>
                </a:cubicBezTo>
                <a:cubicBezTo>
                  <a:pt x="184970" y="32297"/>
                  <a:pt x="225897" y="30949"/>
                  <a:pt x="254481" y="28254"/>
                </a:cubicBezTo>
                <a:lnTo>
                  <a:pt x="254481" y="67451"/>
                </a:lnTo>
                <a:cubicBezTo>
                  <a:pt x="225416" y="65056"/>
                  <a:pt x="187154" y="63858"/>
                  <a:pt x="139696" y="63858"/>
                </a:cubicBezTo>
                <a:cubicBezTo>
                  <a:pt x="119426" y="92814"/>
                  <a:pt x="95195" y="121163"/>
                  <a:pt x="67001" y="148904"/>
                </a:cubicBezTo>
                <a:lnTo>
                  <a:pt x="191066" y="143575"/>
                </a:lnTo>
                <a:cubicBezTo>
                  <a:pt x="178079" y="132531"/>
                  <a:pt x="163727" y="119422"/>
                  <a:pt x="148011" y="104249"/>
                </a:cubicBezTo>
                <a:lnTo>
                  <a:pt x="174407" y="82075"/>
                </a:lnTo>
                <a:cubicBezTo>
                  <a:pt x="205773" y="112317"/>
                  <a:pt x="232912" y="143806"/>
                  <a:pt x="255824" y="176544"/>
                </a:cubicBezTo>
                <a:lnTo>
                  <a:pt x="225906" y="197968"/>
                </a:lnTo>
                <a:cubicBezTo>
                  <a:pt x="219948" y="188043"/>
                  <a:pt x="214048" y="179073"/>
                  <a:pt x="208204" y="171057"/>
                </a:cubicBezTo>
                <a:lnTo>
                  <a:pt x="86075" y="180923"/>
                </a:lnTo>
                <a:cubicBezTo>
                  <a:pt x="63581" y="182675"/>
                  <a:pt x="43993" y="185666"/>
                  <a:pt x="27310" y="189895"/>
                </a:cubicBezTo>
                <a:cubicBezTo>
                  <a:pt x="24743" y="175065"/>
                  <a:pt x="20273" y="160482"/>
                  <a:pt x="13901" y="146147"/>
                </a:cubicBezTo>
                <a:cubicBezTo>
                  <a:pt x="22940" y="145685"/>
                  <a:pt x="30393" y="143203"/>
                  <a:pt x="36258" y="138700"/>
                </a:cubicBezTo>
                <a:cubicBezTo>
                  <a:pt x="42123" y="134197"/>
                  <a:pt x="51994" y="123605"/>
                  <a:pt x="65872" y="106924"/>
                </a:cubicBezTo>
                <a:cubicBezTo>
                  <a:pt x="79750" y="90244"/>
                  <a:pt x="90982" y="75888"/>
                  <a:pt x="99569" y="63858"/>
                </a:cubicBezTo>
                <a:cubicBezTo>
                  <a:pt x="61388" y="63858"/>
                  <a:pt x="30889" y="65056"/>
                  <a:pt x="8072" y="67451"/>
                </a:cubicBezTo>
                <a:close/>
                <a:moveTo>
                  <a:pt x="345357" y="1793"/>
                </a:moveTo>
                <a:cubicBezTo>
                  <a:pt x="355758" y="3941"/>
                  <a:pt x="363338" y="5077"/>
                  <a:pt x="368096" y="5201"/>
                </a:cubicBezTo>
                <a:cubicBezTo>
                  <a:pt x="372853" y="5325"/>
                  <a:pt x="378729" y="5387"/>
                  <a:pt x="385723" y="5387"/>
                </a:cubicBezTo>
                <a:cubicBezTo>
                  <a:pt x="392716" y="5387"/>
                  <a:pt x="396213" y="7802"/>
                  <a:pt x="396213" y="12634"/>
                </a:cubicBezTo>
                <a:cubicBezTo>
                  <a:pt x="396213" y="17465"/>
                  <a:pt x="394568" y="20778"/>
                  <a:pt x="391277" y="22571"/>
                </a:cubicBezTo>
                <a:cubicBezTo>
                  <a:pt x="387986" y="24364"/>
                  <a:pt x="386341" y="27334"/>
                  <a:pt x="386341" y="31483"/>
                </a:cubicBezTo>
                <a:lnTo>
                  <a:pt x="386341" y="364724"/>
                </a:lnTo>
                <a:cubicBezTo>
                  <a:pt x="386341" y="376045"/>
                  <a:pt x="384357" y="384896"/>
                  <a:pt x="380390" y="391278"/>
                </a:cubicBezTo>
                <a:cubicBezTo>
                  <a:pt x="376423" y="397659"/>
                  <a:pt x="368773" y="402686"/>
                  <a:pt x="357441" y="406358"/>
                </a:cubicBezTo>
                <a:cubicBezTo>
                  <a:pt x="346108" y="410030"/>
                  <a:pt x="327579" y="413076"/>
                  <a:pt x="301852" y="415495"/>
                </a:cubicBezTo>
                <a:cubicBezTo>
                  <a:pt x="301852" y="400407"/>
                  <a:pt x="296918" y="384503"/>
                  <a:pt x="287050" y="367782"/>
                </a:cubicBezTo>
                <a:cubicBezTo>
                  <a:pt x="307590" y="370778"/>
                  <a:pt x="321737" y="372275"/>
                  <a:pt x="329491" y="372275"/>
                </a:cubicBezTo>
                <a:cubicBezTo>
                  <a:pt x="337244" y="372275"/>
                  <a:pt x="342424" y="371351"/>
                  <a:pt x="345032" y="369504"/>
                </a:cubicBezTo>
                <a:cubicBezTo>
                  <a:pt x="347639" y="367656"/>
                  <a:pt x="348943" y="363074"/>
                  <a:pt x="348943" y="355759"/>
                </a:cubicBezTo>
                <a:lnTo>
                  <a:pt x="348943" y="79917"/>
                </a:lnTo>
                <a:cubicBezTo>
                  <a:pt x="348943" y="49847"/>
                  <a:pt x="347748" y="23805"/>
                  <a:pt x="345357" y="1793"/>
                </a:cubicBezTo>
                <a:close/>
                <a:moveTo>
                  <a:pt x="667107" y="0"/>
                </a:moveTo>
                <a:cubicBezTo>
                  <a:pt x="681156" y="15607"/>
                  <a:pt x="693372" y="32952"/>
                  <a:pt x="703754" y="52035"/>
                </a:cubicBezTo>
                <a:cubicBezTo>
                  <a:pt x="789903" y="52035"/>
                  <a:pt x="841469" y="50537"/>
                  <a:pt x="858452" y="47542"/>
                </a:cubicBezTo>
                <a:lnTo>
                  <a:pt x="858452" y="85389"/>
                </a:lnTo>
                <a:cubicBezTo>
                  <a:pt x="838045" y="83594"/>
                  <a:pt x="797499" y="82696"/>
                  <a:pt x="736815" y="82696"/>
                </a:cubicBezTo>
                <a:lnTo>
                  <a:pt x="548963" y="82696"/>
                </a:lnTo>
                <a:cubicBezTo>
                  <a:pt x="549273" y="107814"/>
                  <a:pt x="549428" y="128266"/>
                  <a:pt x="549428" y="144054"/>
                </a:cubicBezTo>
                <a:cubicBezTo>
                  <a:pt x="549428" y="223516"/>
                  <a:pt x="545786" y="280163"/>
                  <a:pt x="538501" y="313993"/>
                </a:cubicBezTo>
                <a:cubicBezTo>
                  <a:pt x="531217" y="347823"/>
                  <a:pt x="517193" y="381507"/>
                  <a:pt x="496428" y="415045"/>
                </a:cubicBezTo>
                <a:cubicBezTo>
                  <a:pt x="484917" y="408282"/>
                  <a:pt x="472175" y="402927"/>
                  <a:pt x="458202" y="398979"/>
                </a:cubicBezTo>
                <a:cubicBezTo>
                  <a:pt x="478990" y="369970"/>
                  <a:pt x="493531" y="338734"/>
                  <a:pt x="501825" y="305270"/>
                </a:cubicBezTo>
                <a:cubicBezTo>
                  <a:pt x="510119" y="271807"/>
                  <a:pt x="514266" y="228086"/>
                  <a:pt x="514266" y="174108"/>
                </a:cubicBezTo>
                <a:cubicBezTo>
                  <a:pt x="514266" y="139660"/>
                  <a:pt x="512623" y="97472"/>
                  <a:pt x="509337" y="47542"/>
                </a:cubicBezTo>
                <a:cubicBezTo>
                  <a:pt x="525982" y="50537"/>
                  <a:pt x="578007" y="52035"/>
                  <a:pt x="665414" y="52035"/>
                </a:cubicBezTo>
                <a:cubicBezTo>
                  <a:pt x="656393" y="43167"/>
                  <a:pt x="645780" y="31845"/>
                  <a:pt x="633574" y="1806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90E5078-7807-46B0-A9C1-E86BA3DCBB10}"/>
              </a:ext>
            </a:extLst>
          </p:cNvPr>
          <p:cNvSpPr txBox="1"/>
          <p:nvPr/>
        </p:nvSpPr>
        <p:spPr>
          <a:xfrm>
            <a:off x="2865436" y="3090955"/>
            <a:ext cx="2373189" cy="701796"/>
          </a:xfrm>
          <a:custGeom>
            <a:avLst/>
            <a:gdLst/>
            <a:ahLst/>
            <a:cxnLst/>
            <a:rect l="l" t="t" r="r" b="b"/>
            <a:pathLst>
              <a:path w="1317555" h="423567">
                <a:moveTo>
                  <a:pt x="0" y="200482"/>
                </a:moveTo>
                <a:cubicBezTo>
                  <a:pt x="43148" y="203182"/>
                  <a:pt x="111268" y="204533"/>
                  <a:pt x="204361" y="204533"/>
                </a:cubicBezTo>
                <a:cubicBezTo>
                  <a:pt x="297453" y="204533"/>
                  <a:pt x="365440" y="203182"/>
                  <a:pt x="408322" y="200482"/>
                </a:cubicBezTo>
                <a:lnTo>
                  <a:pt x="408322" y="236987"/>
                </a:lnTo>
                <a:cubicBezTo>
                  <a:pt x="358444" y="234596"/>
                  <a:pt x="297149" y="233400"/>
                  <a:pt x="224435" y="233400"/>
                </a:cubicBezTo>
                <a:lnTo>
                  <a:pt x="224435" y="276742"/>
                </a:lnTo>
                <a:cubicBezTo>
                  <a:pt x="288867" y="276742"/>
                  <a:pt x="333120" y="275244"/>
                  <a:pt x="357194" y="272248"/>
                </a:cubicBezTo>
                <a:lnTo>
                  <a:pt x="357194" y="309646"/>
                </a:lnTo>
                <a:cubicBezTo>
                  <a:pt x="333239" y="307855"/>
                  <a:pt x="288986" y="306960"/>
                  <a:pt x="224435" y="306960"/>
                </a:cubicBezTo>
                <a:lnTo>
                  <a:pt x="224435" y="373889"/>
                </a:lnTo>
                <a:cubicBezTo>
                  <a:pt x="241046" y="376699"/>
                  <a:pt x="264833" y="378104"/>
                  <a:pt x="295794" y="378104"/>
                </a:cubicBezTo>
                <a:cubicBezTo>
                  <a:pt x="326755" y="378104"/>
                  <a:pt x="366807" y="376606"/>
                  <a:pt x="415952" y="373611"/>
                </a:cubicBezTo>
                <a:cubicBezTo>
                  <a:pt x="412027" y="383469"/>
                  <a:pt x="409551" y="389943"/>
                  <a:pt x="408522" y="393031"/>
                </a:cubicBezTo>
                <a:cubicBezTo>
                  <a:pt x="407493" y="396120"/>
                  <a:pt x="406979" y="402522"/>
                  <a:pt x="406979" y="412237"/>
                </a:cubicBezTo>
                <a:cubicBezTo>
                  <a:pt x="382400" y="412913"/>
                  <a:pt x="360692" y="413252"/>
                  <a:pt x="341857" y="413252"/>
                </a:cubicBezTo>
                <a:cubicBezTo>
                  <a:pt x="291793" y="413252"/>
                  <a:pt x="251261" y="411211"/>
                  <a:pt x="220259" y="407129"/>
                </a:cubicBezTo>
                <a:cubicBezTo>
                  <a:pt x="189258" y="403048"/>
                  <a:pt x="162995" y="394212"/>
                  <a:pt x="141471" y="380622"/>
                </a:cubicBezTo>
                <a:cubicBezTo>
                  <a:pt x="119947" y="367033"/>
                  <a:pt x="103967" y="352644"/>
                  <a:pt x="93533" y="337456"/>
                </a:cubicBezTo>
                <a:cubicBezTo>
                  <a:pt x="77359" y="367893"/>
                  <a:pt x="57392" y="395702"/>
                  <a:pt x="33632" y="420881"/>
                </a:cubicBezTo>
                <a:cubicBezTo>
                  <a:pt x="24360" y="411708"/>
                  <a:pt x="14497" y="404191"/>
                  <a:pt x="4043" y="398328"/>
                </a:cubicBezTo>
                <a:cubicBezTo>
                  <a:pt x="49110" y="359295"/>
                  <a:pt x="77790" y="310839"/>
                  <a:pt x="90082" y="252960"/>
                </a:cubicBezTo>
                <a:cubicBezTo>
                  <a:pt x="104941" y="259818"/>
                  <a:pt x="116883" y="264554"/>
                  <a:pt x="125908" y="267169"/>
                </a:cubicBezTo>
                <a:cubicBezTo>
                  <a:pt x="130894" y="269164"/>
                  <a:pt x="133388" y="272165"/>
                  <a:pt x="133388" y="276170"/>
                </a:cubicBezTo>
                <a:cubicBezTo>
                  <a:pt x="133388" y="280175"/>
                  <a:pt x="130956" y="283556"/>
                  <a:pt x="126094" y="286311"/>
                </a:cubicBezTo>
                <a:cubicBezTo>
                  <a:pt x="121231" y="289066"/>
                  <a:pt x="115440" y="296992"/>
                  <a:pt x="108720" y="310089"/>
                </a:cubicBezTo>
                <a:cubicBezTo>
                  <a:pt x="130018" y="337644"/>
                  <a:pt x="156271" y="356278"/>
                  <a:pt x="187480" y="365988"/>
                </a:cubicBezTo>
                <a:lnTo>
                  <a:pt x="187480" y="233400"/>
                </a:lnTo>
                <a:cubicBezTo>
                  <a:pt x="112033" y="233400"/>
                  <a:pt x="49539" y="234596"/>
                  <a:pt x="0" y="236987"/>
                </a:cubicBezTo>
                <a:close/>
                <a:moveTo>
                  <a:pt x="112306" y="126651"/>
                </a:moveTo>
                <a:lnTo>
                  <a:pt x="112306" y="155198"/>
                </a:lnTo>
                <a:lnTo>
                  <a:pt x="295122" y="155198"/>
                </a:lnTo>
                <a:lnTo>
                  <a:pt x="295122" y="126651"/>
                </a:lnTo>
                <a:close/>
                <a:moveTo>
                  <a:pt x="1198890" y="84768"/>
                </a:moveTo>
                <a:cubicBezTo>
                  <a:pt x="1213230" y="91664"/>
                  <a:pt x="1224407" y="96448"/>
                  <a:pt x="1232423" y="99119"/>
                </a:cubicBezTo>
                <a:cubicBezTo>
                  <a:pt x="1240438" y="101791"/>
                  <a:pt x="1244446" y="105769"/>
                  <a:pt x="1244446" y="111053"/>
                </a:cubicBezTo>
                <a:cubicBezTo>
                  <a:pt x="1244446" y="116337"/>
                  <a:pt x="1240912" y="119858"/>
                  <a:pt x="1233844" y="121615"/>
                </a:cubicBezTo>
                <a:cubicBezTo>
                  <a:pt x="1232430" y="122010"/>
                  <a:pt x="1229257" y="124331"/>
                  <a:pt x="1224325" y="128577"/>
                </a:cubicBezTo>
                <a:cubicBezTo>
                  <a:pt x="1219394" y="132822"/>
                  <a:pt x="1215037" y="135562"/>
                  <a:pt x="1211256" y="136796"/>
                </a:cubicBezTo>
                <a:cubicBezTo>
                  <a:pt x="1169503" y="198403"/>
                  <a:pt x="1138648" y="241286"/>
                  <a:pt x="1118691" y="265444"/>
                </a:cubicBezTo>
                <a:cubicBezTo>
                  <a:pt x="1098733" y="289602"/>
                  <a:pt x="1075617" y="312801"/>
                  <a:pt x="1049343" y="335042"/>
                </a:cubicBezTo>
                <a:lnTo>
                  <a:pt x="1243374" y="328219"/>
                </a:lnTo>
                <a:cubicBezTo>
                  <a:pt x="1231430" y="312879"/>
                  <a:pt x="1213339" y="290017"/>
                  <a:pt x="1189103" y="259632"/>
                </a:cubicBezTo>
                <a:lnTo>
                  <a:pt x="1215985" y="240401"/>
                </a:lnTo>
                <a:cubicBezTo>
                  <a:pt x="1254418" y="284964"/>
                  <a:pt x="1288275" y="332727"/>
                  <a:pt x="1317555" y="383691"/>
                </a:cubicBezTo>
                <a:lnTo>
                  <a:pt x="1285236" y="399800"/>
                </a:lnTo>
                <a:lnTo>
                  <a:pt x="1261133" y="360781"/>
                </a:lnTo>
                <a:cubicBezTo>
                  <a:pt x="1172013" y="365848"/>
                  <a:pt x="1109293" y="369801"/>
                  <a:pt x="1072974" y="372639"/>
                </a:cubicBezTo>
                <a:cubicBezTo>
                  <a:pt x="1036655" y="375478"/>
                  <a:pt x="1007673" y="379297"/>
                  <a:pt x="986028" y="384098"/>
                </a:cubicBezTo>
                <a:cubicBezTo>
                  <a:pt x="984532" y="370653"/>
                  <a:pt x="981060" y="357999"/>
                  <a:pt x="975612" y="346136"/>
                </a:cubicBezTo>
                <a:cubicBezTo>
                  <a:pt x="988923" y="340683"/>
                  <a:pt x="1001733" y="333194"/>
                  <a:pt x="1014042" y="323669"/>
                </a:cubicBezTo>
                <a:cubicBezTo>
                  <a:pt x="1026351" y="314144"/>
                  <a:pt x="1045231" y="294657"/>
                  <a:pt x="1070685" y="265208"/>
                </a:cubicBezTo>
                <a:cubicBezTo>
                  <a:pt x="1096138" y="235759"/>
                  <a:pt x="1119799" y="205605"/>
                  <a:pt x="1141669" y="174747"/>
                </a:cubicBezTo>
                <a:cubicBezTo>
                  <a:pt x="1163538" y="143888"/>
                  <a:pt x="1182612" y="113895"/>
                  <a:pt x="1198890" y="84768"/>
                </a:cubicBezTo>
                <a:close/>
                <a:moveTo>
                  <a:pt x="112306" y="64308"/>
                </a:moveTo>
                <a:lnTo>
                  <a:pt x="112306" y="97333"/>
                </a:lnTo>
                <a:lnTo>
                  <a:pt x="295122" y="97333"/>
                </a:lnTo>
                <a:lnTo>
                  <a:pt x="295122" y="64308"/>
                </a:lnTo>
                <a:close/>
                <a:moveTo>
                  <a:pt x="72216" y="31397"/>
                </a:moveTo>
                <a:cubicBezTo>
                  <a:pt x="85355" y="33792"/>
                  <a:pt x="128976" y="34990"/>
                  <a:pt x="203078" y="34990"/>
                </a:cubicBezTo>
                <a:cubicBezTo>
                  <a:pt x="277181" y="34990"/>
                  <a:pt x="321225" y="33792"/>
                  <a:pt x="335213" y="31397"/>
                </a:cubicBezTo>
                <a:cubicBezTo>
                  <a:pt x="333422" y="45436"/>
                  <a:pt x="332527" y="61910"/>
                  <a:pt x="332527" y="80817"/>
                </a:cubicBezTo>
                <a:lnTo>
                  <a:pt x="332527" y="139574"/>
                </a:lnTo>
                <a:cubicBezTo>
                  <a:pt x="332527" y="153410"/>
                  <a:pt x="333422" y="168988"/>
                  <a:pt x="335213" y="186309"/>
                </a:cubicBezTo>
                <a:cubicBezTo>
                  <a:pt x="326797" y="184513"/>
                  <a:pt x="282597" y="183616"/>
                  <a:pt x="202611" y="183616"/>
                </a:cubicBezTo>
                <a:cubicBezTo>
                  <a:pt x="122624" y="183616"/>
                  <a:pt x="79159" y="184213"/>
                  <a:pt x="72216" y="185409"/>
                </a:cubicBezTo>
                <a:cubicBezTo>
                  <a:pt x="73711" y="166011"/>
                  <a:pt x="74459" y="150433"/>
                  <a:pt x="74459" y="138674"/>
                </a:cubicBezTo>
                <a:lnTo>
                  <a:pt x="74459" y="79924"/>
                </a:lnTo>
                <a:cubicBezTo>
                  <a:pt x="74459" y="59564"/>
                  <a:pt x="73711" y="43389"/>
                  <a:pt x="72216" y="31397"/>
                </a:cubicBezTo>
                <a:close/>
                <a:moveTo>
                  <a:pt x="704440" y="3586"/>
                </a:moveTo>
                <a:cubicBezTo>
                  <a:pt x="721918" y="6582"/>
                  <a:pt x="735512" y="8079"/>
                  <a:pt x="745220" y="8079"/>
                </a:cubicBezTo>
                <a:cubicBezTo>
                  <a:pt x="754928" y="8079"/>
                  <a:pt x="759783" y="10094"/>
                  <a:pt x="759783" y="14123"/>
                </a:cubicBezTo>
                <a:cubicBezTo>
                  <a:pt x="759783" y="18152"/>
                  <a:pt x="757689" y="21437"/>
                  <a:pt x="753503" y="23978"/>
                </a:cubicBezTo>
                <a:cubicBezTo>
                  <a:pt x="749317" y="26519"/>
                  <a:pt x="747224" y="36645"/>
                  <a:pt x="747224" y="54357"/>
                </a:cubicBezTo>
                <a:lnTo>
                  <a:pt x="747224" y="149361"/>
                </a:lnTo>
                <a:cubicBezTo>
                  <a:pt x="794154" y="149361"/>
                  <a:pt x="837211" y="147864"/>
                  <a:pt x="876397" y="144868"/>
                </a:cubicBezTo>
                <a:lnTo>
                  <a:pt x="876397" y="184066"/>
                </a:lnTo>
                <a:cubicBezTo>
                  <a:pt x="842879" y="181375"/>
                  <a:pt x="799821" y="180030"/>
                  <a:pt x="747224" y="180030"/>
                </a:cubicBezTo>
                <a:lnTo>
                  <a:pt x="747224" y="338264"/>
                </a:lnTo>
                <a:cubicBezTo>
                  <a:pt x="747224" y="361981"/>
                  <a:pt x="748419" y="390415"/>
                  <a:pt x="750810" y="423567"/>
                </a:cubicBezTo>
                <a:lnTo>
                  <a:pt x="706233" y="423567"/>
                </a:lnTo>
                <a:cubicBezTo>
                  <a:pt x="708624" y="395154"/>
                  <a:pt x="709819" y="366720"/>
                  <a:pt x="709819" y="338264"/>
                </a:cubicBezTo>
                <a:lnTo>
                  <a:pt x="709819" y="180030"/>
                </a:lnTo>
                <a:cubicBezTo>
                  <a:pt x="653903" y="180030"/>
                  <a:pt x="609052" y="181375"/>
                  <a:pt x="575267" y="184066"/>
                </a:cubicBezTo>
                <a:lnTo>
                  <a:pt x="575267" y="144868"/>
                </a:lnTo>
                <a:cubicBezTo>
                  <a:pt x="615591" y="147864"/>
                  <a:pt x="660442" y="149361"/>
                  <a:pt x="709819" y="149361"/>
                </a:cubicBezTo>
                <a:lnTo>
                  <a:pt x="709819" y="76781"/>
                </a:lnTo>
                <a:cubicBezTo>
                  <a:pt x="709819" y="46253"/>
                  <a:pt x="708026" y="21855"/>
                  <a:pt x="704440" y="3586"/>
                </a:cubicBezTo>
                <a:close/>
                <a:moveTo>
                  <a:pt x="1112515" y="2693"/>
                </a:moveTo>
                <a:cubicBezTo>
                  <a:pt x="1124383" y="9580"/>
                  <a:pt x="1136289" y="14626"/>
                  <a:pt x="1148234" y="17831"/>
                </a:cubicBezTo>
                <a:cubicBezTo>
                  <a:pt x="1153768" y="19679"/>
                  <a:pt x="1156535" y="22769"/>
                  <a:pt x="1156535" y="27103"/>
                </a:cubicBezTo>
                <a:cubicBezTo>
                  <a:pt x="1156535" y="31437"/>
                  <a:pt x="1154632" y="34421"/>
                  <a:pt x="1150827" y="36054"/>
                </a:cubicBezTo>
                <a:cubicBezTo>
                  <a:pt x="1147022" y="37688"/>
                  <a:pt x="1142682" y="41011"/>
                  <a:pt x="1137807" y="46023"/>
                </a:cubicBezTo>
                <a:cubicBezTo>
                  <a:pt x="1132933" y="51036"/>
                  <a:pt x="1128860" y="56012"/>
                  <a:pt x="1125588" y="60950"/>
                </a:cubicBezTo>
                <a:cubicBezTo>
                  <a:pt x="1097708" y="105094"/>
                  <a:pt x="1073917" y="139349"/>
                  <a:pt x="1054215" y="163717"/>
                </a:cubicBezTo>
                <a:cubicBezTo>
                  <a:pt x="1034512" y="188084"/>
                  <a:pt x="1007671" y="216844"/>
                  <a:pt x="973690" y="249995"/>
                </a:cubicBezTo>
                <a:cubicBezTo>
                  <a:pt x="962713" y="241932"/>
                  <a:pt x="950647" y="235560"/>
                  <a:pt x="937493" y="230879"/>
                </a:cubicBezTo>
                <a:cubicBezTo>
                  <a:pt x="974421" y="199865"/>
                  <a:pt x="1008695" y="164169"/>
                  <a:pt x="1040313" y="123790"/>
                </a:cubicBezTo>
                <a:cubicBezTo>
                  <a:pt x="1071931" y="83411"/>
                  <a:pt x="1095998" y="43046"/>
                  <a:pt x="1112515" y="2693"/>
                </a:cubicBezTo>
                <a:close/>
                <a:moveTo>
                  <a:pt x="554371" y="0"/>
                </a:moveTo>
                <a:cubicBezTo>
                  <a:pt x="570926" y="7067"/>
                  <a:pt x="582987" y="11289"/>
                  <a:pt x="590554" y="12666"/>
                </a:cubicBezTo>
                <a:cubicBezTo>
                  <a:pt x="598122" y="14042"/>
                  <a:pt x="601906" y="17548"/>
                  <a:pt x="601906" y="23185"/>
                </a:cubicBezTo>
                <a:cubicBezTo>
                  <a:pt x="601906" y="28821"/>
                  <a:pt x="599838" y="32069"/>
                  <a:pt x="595701" y="32929"/>
                </a:cubicBezTo>
                <a:cubicBezTo>
                  <a:pt x="591565" y="33789"/>
                  <a:pt x="587287" y="38017"/>
                  <a:pt x="582868" y="45613"/>
                </a:cubicBezTo>
                <a:cubicBezTo>
                  <a:pt x="578448" y="53209"/>
                  <a:pt x="570890" y="68858"/>
                  <a:pt x="560193" y="92561"/>
                </a:cubicBezTo>
                <a:lnTo>
                  <a:pt x="560193" y="422674"/>
                </a:lnTo>
                <a:lnTo>
                  <a:pt x="517860" y="422674"/>
                </a:lnTo>
                <a:cubicBezTo>
                  <a:pt x="521446" y="390313"/>
                  <a:pt x="523239" y="356644"/>
                  <a:pt x="523239" y="321669"/>
                </a:cubicBezTo>
                <a:lnTo>
                  <a:pt x="523239" y="146390"/>
                </a:lnTo>
                <a:cubicBezTo>
                  <a:pt x="514085" y="168783"/>
                  <a:pt x="501055" y="189862"/>
                  <a:pt x="484148" y="209626"/>
                </a:cubicBezTo>
                <a:cubicBezTo>
                  <a:pt x="473966" y="200696"/>
                  <a:pt x="462776" y="194327"/>
                  <a:pt x="450580" y="190517"/>
                </a:cubicBezTo>
                <a:cubicBezTo>
                  <a:pt x="477669" y="162751"/>
                  <a:pt x="501198" y="129122"/>
                  <a:pt x="521167" y="89629"/>
                </a:cubicBezTo>
                <a:cubicBezTo>
                  <a:pt x="541136" y="50136"/>
                  <a:pt x="552204" y="20260"/>
                  <a:pt x="5543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E5E7CC-1EFB-477F-BC1C-562D6B4547AF}"/>
              </a:ext>
            </a:extLst>
          </p:cNvPr>
          <p:cNvSpPr txBox="1"/>
          <p:nvPr/>
        </p:nvSpPr>
        <p:spPr>
          <a:xfrm>
            <a:off x="5369338" y="3065249"/>
            <a:ext cx="2368324" cy="697346"/>
          </a:xfrm>
          <a:custGeom>
            <a:avLst/>
            <a:gdLst/>
            <a:ahLst/>
            <a:cxnLst/>
            <a:rect l="l" t="t" r="r" b="b"/>
            <a:pathLst>
              <a:path w="1314854" h="420881">
                <a:moveTo>
                  <a:pt x="538934" y="147561"/>
                </a:moveTo>
                <a:cubicBezTo>
                  <a:pt x="572066" y="149962"/>
                  <a:pt x="617164" y="151162"/>
                  <a:pt x="674225" y="151162"/>
                </a:cubicBezTo>
                <a:cubicBezTo>
                  <a:pt x="731287" y="151162"/>
                  <a:pt x="776399" y="149962"/>
                  <a:pt x="809560" y="147561"/>
                </a:cubicBezTo>
                <a:lnTo>
                  <a:pt x="809560" y="184959"/>
                </a:lnTo>
                <a:cubicBezTo>
                  <a:pt x="777847" y="182868"/>
                  <a:pt x="739275" y="181823"/>
                  <a:pt x="693846" y="181823"/>
                </a:cubicBezTo>
                <a:lnTo>
                  <a:pt x="693846" y="248488"/>
                </a:lnTo>
                <a:cubicBezTo>
                  <a:pt x="767746" y="248488"/>
                  <a:pt x="816933" y="247288"/>
                  <a:pt x="841407" y="244888"/>
                </a:cubicBezTo>
                <a:lnTo>
                  <a:pt x="841407" y="281842"/>
                </a:lnTo>
                <a:cubicBezTo>
                  <a:pt x="821562" y="280047"/>
                  <a:pt x="772375" y="279149"/>
                  <a:pt x="693846" y="279149"/>
                </a:cubicBezTo>
                <a:lnTo>
                  <a:pt x="693846" y="360824"/>
                </a:lnTo>
                <a:cubicBezTo>
                  <a:pt x="712781" y="363676"/>
                  <a:pt x="735234" y="365103"/>
                  <a:pt x="761204" y="365103"/>
                </a:cubicBezTo>
                <a:cubicBezTo>
                  <a:pt x="787174" y="365103"/>
                  <a:pt x="827065" y="363155"/>
                  <a:pt x="880876" y="359259"/>
                </a:cubicBezTo>
                <a:cubicBezTo>
                  <a:pt x="875385" y="374523"/>
                  <a:pt x="871925" y="388763"/>
                  <a:pt x="870496" y="401979"/>
                </a:cubicBezTo>
                <a:cubicBezTo>
                  <a:pt x="848056" y="402322"/>
                  <a:pt x="828910" y="402493"/>
                  <a:pt x="813061" y="402493"/>
                </a:cubicBezTo>
                <a:cubicBezTo>
                  <a:pt x="757911" y="402493"/>
                  <a:pt x="715787" y="400458"/>
                  <a:pt x="686688" y="396389"/>
                </a:cubicBezTo>
                <a:cubicBezTo>
                  <a:pt x="657589" y="392319"/>
                  <a:pt x="632766" y="384917"/>
                  <a:pt x="612218" y="374182"/>
                </a:cubicBezTo>
                <a:cubicBezTo>
                  <a:pt x="591670" y="363448"/>
                  <a:pt x="574271" y="347917"/>
                  <a:pt x="560022" y="327591"/>
                </a:cubicBezTo>
                <a:cubicBezTo>
                  <a:pt x="543920" y="361505"/>
                  <a:pt x="520812" y="391406"/>
                  <a:pt x="490699" y="417295"/>
                </a:cubicBezTo>
                <a:cubicBezTo>
                  <a:pt x="482946" y="407799"/>
                  <a:pt x="472113" y="399840"/>
                  <a:pt x="458202" y="393421"/>
                </a:cubicBezTo>
                <a:cubicBezTo>
                  <a:pt x="517810" y="351020"/>
                  <a:pt x="550864" y="292689"/>
                  <a:pt x="557364" y="218427"/>
                </a:cubicBezTo>
                <a:cubicBezTo>
                  <a:pt x="571633" y="223014"/>
                  <a:pt x="583370" y="225733"/>
                  <a:pt x="592576" y="226585"/>
                </a:cubicBezTo>
                <a:cubicBezTo>
                  <a:pt x="601782" y="227438"/>
                  <a:pt x="606385" y="229786"/>
                  <a:pt x="606385" y="233629"/>
                </a:cubicBezTo>
                <a:cubicBezTo>
                  <a:pt x="606385" y="237473"/>
                  <a:pt x="603920" y="240963"/>
                  <a:pt x="598991" y="244102"/>
                </a:cubicBezTo>
                <a:cubicBezTo>
                  <a:pt x="593262" y="247336"/>
                  <a:pt x="587602" y="258220"/>
                  <a:pt x="582010" y="276756"/>
                </a:cubicBezTo>
                <a:cubicBezTo>
                  <a:pt x="579829" y="284395"/>
                  <a:pt x="577338" y="291308"/>
                  <a:pt x="574538" y="297494"/>
                </a:cubicBezTo>
                <a:cubicBezTo>
                  <a:pt x="596369" y="327384"/>
                  <a:pt x="623970" y="346477"/>
                  <a:pt x="657341" y="354773"/>
                </a:cubicBezTo>
                <a:lnTo>
                  <a:pt x="657341" y="181823"/>
                </a:lnTo>
                <a:cubicBezTo>
                  <a:pt x="610645" y="181823"/>
                  <a:pt x="571176" y="182868"/>
                  <a:pt x="538934" y="184959"/>
                </a:cubicBezTo>
                <a:close/>
                <a:moveTo>
                  <a:pt x="257617" y="119929"/>
                </a:moveTo>
                <a:cubicBezTo>
                  <a:pt x="257617" y="143213"/>
                  <a:pt x="255972" y="173207"/>
                  <a:pt x="252681" y="209912"/>
                </a:cubicBezTo>
                <a:lnTo>
                  <a:pt x="325362" y="209912"/>
                </a:lnTo>
                <a:lnTo>
                  <a:pt x="330105" y="119929"/>
                </a:lnTo>
                <a:close/>
                <a:moveTo>
                  <a:pt x="33018" y="42612"/>
                </a:moveTo>
                <a:cubicBezTo>
                  <a:pt x="63374" y="62820"/>
                  <a:pt x="91147" y="87537"/>
                  <a:pt x="116336" y="116765"/>
                </a:cubicBezTo>
                <a:lnTo>
                  <a:pt x="89096" y="141010"/>
                </a:lnTo>
                <a:cubicBezTo>
                  <a:pt x="69413" y="115341"/>
                  <a:pt x="43300" y="90949"/>
                  <a:pt x="10758" y="67837"/>
                </a:cubicBezTo>
                <a:close/>
                <a:moveTo>
                  <a:pt x="1314854" y="32740"/>
                </a:moveTo>
                <a:lnTo>
                  <a:pt x="1314854" y="67966"/>
                </a:lnTo>
                <a:cubicBezTo>
                  <a:pt x="1303029" y="69042"/>
                  <a:pt x="1285695" y="78000"/>
                  <a:pt x="1262852" y="94840"/>
                </a:cubicBezTo>
                <a:cubicBezTo>
                  <a:pt x="1240008" y="111681"/>
                  <a:pt x="1207110" y="137341"/>
                  <a:pt x="1164157" y="171821"/>
                </a:cubicBezTo>
                <a:lnTo>
                  <a:pt x="1164157" y="371904"/>
                </a:lnTo>
                <a:cubicBezTo>
                  <a:pt x="1164157" y="383991"/>
                  <a:pt x="1161669" y="393381"/>
                  <a:pt x="1156692" y="400075"/>
                </a:cubicBezTo>
                <a:cubicBezTo>
                  <a:pt x="1151715" y="406769"/>
                  <a:pt x="1142328" y="411685"/>
                  <a:pt x="1128531" y="414823"/>
                </a:cubicBezTo>
                <a:cubicBezTo>
                  <a:pt x="1114734" y="417962"/>
                  <a:pt x="1092315" y="419681"/>
                  <a:pt x="1061273" y="419981"/>
                </a:cubicBezTo>
                <a:cubicBezTo>
                  <a:pt x="1062768" y="404322"/>
                  <a:pt x="1059480" y="390211"/>
                  <a:pt x="1051407" y="377647"/>
                </a:cubicBezTo>
                <a:cubicBezTo>
                  <a:pt x="1072824" y="380643"/>
                  <a:pt x="1088573" y="382141"/>
                  <a:pt x="1098652" y="382141"/>
                </a:cubicBezTo>
                <a:cubicBezTo>
                  <a:pt x="1108732" y="382141"/>
                  <a:pt x="1116010" y="380689"/>
                  <a:pt x="1120487" y="377786"/>
                </a:cubicBezTo>
                <a:cubicBezTo>
                  <a:pt x="1124964" y="374884"/>
                  <a:pt x="1127202" y="367241"/>
                  <a:pt x="1127202" y="354859"/>
                </a:cubicBezTo>
                <a:lnTo>
                  <a:pt x="1127202" y="153141"/>
                </a:lnTo>
                <a:cubicBezTo>
                  <a:pt x="1163316" y="130604"/>
                  <a:pt x="1203236" y="102639"/>
                  <a:pt x="1246960" y="69244"/>
                </a:cubicBezTo>
                <a:cubicBezTo>
                  <a:pt x="1174704" y="69244"/>
                  <a:pt x="1119448" y="69692"/>
                  <a:pt x="1081193" y="70587"/>
                </a:cubicBezTo>
                <a:cubicBezTo>
                  <a:pt x="1042938" y="71483"/>
                  <a:pt x="1006247" y="73876"/>
                  <a:pt x="971119" y="77767"/>
                </a:cubicBezTo>
                <a:lnTo>
                  <a:pt x="971119" y="33190"/>
                </a:lnTo>
                <a:cubicBezTo>
                  <a:pt x="1005189" y="35885"/>
                  <a:pt x="1064622" y="37233"/>
                  <a:pt x="1149416" y="37233"/>
                </a:cubicBezTo>
                <a:cubicBezTo>
                  <a:pt x="1234210" y="37233"/>
                  <a:pt x="1289356" y="35735"/>
                  <a:pt x="1314854" y="32740"/>
                </a:cubicBezTo>
                <a:close/>
                <a:moveTo>
                  <a:pt x="217977" y="450"/>
                </a:moveTo>
                <a:cubicBezTo>
                  <a:pt x="229335" y="2550"/>
                  <a:pt x="237736" y="3600"/>
                  <a:pt x="243180" y="3600"/>
                </a:cubicBezTo>
                <a:cubicBezTo>
                  <a:pt x="260877" y="3600"/>
                  <a:pt x="269726" y="5794"/>
                  <a:pt x="269726" y="10180"/>
                </a:cubicBezTo>
                <a:cubicBezTo>
                  <a:pt x="269726" y="14566"/>
                  <a:pt x="267242" y="18621"/>
                  <a:pt x="262275" y="22346"/>
                </a:cubicBezTo>
                <a:cubicBezTo>
                  <a:pt x="259170" y="25041"/>
                  <a:pt x="257617" y="47199"/>
                  <a:pt x="257617" y="88818"/>
                </a:cubicBezTo>
                <a:cubicBezTo>
                  <a:pt x="309329" y="88818"/>
                  <a:pt x="346107" y="87170"/>
                  <a:pt x="367953" y="83875"/>
                </a:cubicBezTo>
                <a:lnTo>
                  <a:pt x="360773" y="209912"/>
                </a:lnTo>
                <a:cubicBezTo>
                  <a:pt x="376970" y="209912"/>
                  <a:pt x="394163" y="208264"/>
                  <a:pt x="412351" y="204968"/>
                </a:cubicBezTo>
                <a:lnTo>
                  <a:pt x="412351" y="244616"/>
                </a:lnTo>
                <a:cubicBezTo>
                  <a:pt x="382314" y="241625"/>
                  <a:pt x="337613" y="240130"/>
                  <a:pt x="278249" y="240130"/>
                </a:cubicBezTo>
                <a:cubicBezTo>
                  <a:pt x="305990" y="302438"/>
                  <a:pt x="352036" y="349536"/>
                  <a:pt x="416387" y="381426"/>
                </a:cubicBezTo>
                <a:cubicBezTo>
                  <a:pt x="406062" y="390099"/>
                  <a:pt x="397485" y="400410"/>
                  <a:pt x="390655" y="412359"/>
                </a:cubicBezTo>
                <a:cubicBezTo>
                  <a:pt x="319023" y="368272"/>
                  <a:pt x="272007" y="310863"/>
                  <a:pt x="249609" y="240130"/>
                </a:cubicBezTo>
                <a:lnTo>
                  <a:pt x="249295" y="240130"/>
                </a:lnTo>
                <a:cubicBezTo>
                  <a:pt x="243628" y="274415"/>
                  <a:pt x="231056" y="305711"/>
                  <a:pt x="211580" y="334017"/>
                </a:cubicBezTo>
                <a:cubicBezTo>
                  <a:pt x="192103" y="362323"/>
                  <a:pt x="161363" y="391277"/>
                  <a:pt x="119357" y="420881"/>
                </a:cubicBezTo>
                <a:cubicBezTo>
                  <a:pt x="110575" y="410818"/>
                  <a:pt x="99493" y="402441"/>
                  <a:pt x="86110" y="395749"/>
                </a:cubicBezTo>
                <a:cubicBezTo>
                  <a:pt x="125882" y="370970"/>
                  <a:pt x="155524" y="346403"/>
                  <a:pt x="175036" y="322047"/>
                </a:cubicBezTo>
                <a:cubicBezTo>
                  <a:pt x="194548" y="297692"/>
                  <a:pt x="207366" y="270386"/>
                  <a:pt x="213491" y="240130"/>
                </a:cubicBezTo>
                <a:cubicBezTo>
                  <a:pt x="175319" y="240721"/>
                  <a:pt x="142277" y="242216"/>
                  <a:pt x="114364" y="244616"/>
                </a:cubicBezTo>
                <a:lnTo>
                  <a:pt x="114364" y="215537"/>
                </a:lnTo>
                <a:lnTo>
                  <a:pt x="37876" y="360331"/>
                </a:lnTo>
                <a:cubicBezTo>
                  <a:pt x="27513" y="353368"/>
                  <a:pt x="14887" y="346655"/>
                  <a:pt x="0" y="340192"/>
                </a:cubicBezTo>
                <a:cubicBezTo>
                  <a:pt x="37633" y="298140"/>
                  <a:pt x="65153" y="247683"/>
                  <a:pt x="82560" y="188824"/>
                </a:cubicBezTo>
                <a:cubicBezTo>
                  <a:pt x="87961" y="193088"/>
                  <a:pt x="93587" y="196924"/>
                  <a:pt x="99441" y="200330"/>
                </a:cubicBezTo>
                <a:lnTo>
                  <a:pt x="114364" y="207639"/>
                </a:lnTo>
                <a:lnTo>
                  <a:pt x="114364" y="204968"/>
                </a:lnTo>
                <a:cubicBezTo>
                  <a:pt x="143429" y="207716"/>
                  <a:pt x="177631" y="209367"/>
                  <a:pt x="216970" y="209919"/>
                </a:cubicBezTo>
                <a:cubicBezTo>
                  <a:pt x="219732" y="179534"/>
                  <a:pt x="221263" y="149538"/>
                  <a:pt x="221563" y="119929"/>
                </a:cubicBezTo>
                <a:cubicBezTo>
                  <a:pt x="180596" y="119929"/>
                  <a:pt x="150247" y="120677"/>
                  <a:pt x="130516" y="122172"/>
                </a:cubicBezTo>
                <a:lnTo>
                  <a:pt x="130516" y="83875"/>
                </a:lnTo>
                <a:cubicBezTo>
                  <a:pt x="152609" y="87170"/>
                  <a:pt x="182808" y="88818"/>
                  <a:pt x="221113" y="88818"/>
                </a:cubicBezTo>
                <a:cubicBezTo>
                  <a:pt x="221113" y="63991"/>
                  <a:pt x="220068" y="34535"/>
                  <a:pt x="217977" y="450"/>
                </a:cubicBezTo>
                <a:close/>
                <a:moveTo>
                  <a:pt x="660977" y="0"/>
                </a:moveTo>
                <a:cubicBezTo>
                  <a:pt x="674417" y="16083"/>
                  <a:pt x="686362" y="36116"/>
                  <a:pt x="696810" y="60100"/>
                </a:cubicBezTo>
                <a:cubicBezTo>
                  <a:pt x="772434" y="60105"/>
                  <a:pt x="825117" y="58760"/>
                  <a:pt x="854859" y="56064"/>
                </a:cubicBezTo>
                <a:lnTo>
                  <a:pt x="854859" y="156255"/>
                </a:lnTo>
                <a:lnTo>
                  <a:pt x="818804" y="156255"/>
                </a:lnTo>
                <a:lnTo>
                  <a:pt x="818804" y="92119"/>
                </a:lnTo>
                <a:lnTo>
                  <a:pt x="523853" y="92119"/>
                </a:lnTo>
                <a:lnTo>
                  <a:pt x="523853" y="157605"/>
                </a:lnTo>
                <a:lnTo>
                  <a:pt x="488249" y="157605"/>
                </a:lnTo>
                <a:lnTo>
                  <a:pt x="488249" y="56064"/>
                </a:lnTo>
                <a:cubicBezTo>
                  <a:pt x="517471" y="59060"/>
                  <a:pt x="574283" y="60558"/>
                  <a:pt x="658684" y="60558"/>
                </a:cubicBezTo>
                <a:cubicBezTo>
                  <a:pt x="650817" y="48713"/>
                  <a:pt x="639456" y="34680"/>
                  <a:pt x="624601" y="184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F066F1B-36EE-4DA1-BD88-76ECC2925AEB}"/>
              </a:ext>
            </a:extLst>
          </p:cNvPr>
          <p:cNvSpPr txBox="1"/>
          <p:nvPr/>
        </p:nvSpPr>
        <p:spPr>
          <a:xfrm>
            <a:off x="7804197" y="3065249"/>
            <a:ext cx="2396621" cy="703288"/>
          </a:xfrm>
          <a:custGeom>
            <a:avLst/>
            <a:gdLst/>
            <a:ahLst/>
            <a:cxnLst/>
            <a:rect l="l" t="t" r="r" b="b"/>
            <a:pathLst>
              <a:path w="1330564" h="424467">
                <a:moveTo>
                  <a:pt x="0" y="333249"/>
                </a:moveTo>
                <a:cubicBezTo>
                  <a:pt x="42267" y="335944"/>
                  <a:pt x="106324" y="337292"/>
                  <a:pt x="192170" y="337292"/>
                </a:cubicBezTo>
                <a:cubicBezTo>
                  <a:pt x="278017" y="337292"/>
                  <a:pt x="347079" y="335944"/>
                  <a:pt x="399357" y="333249"/>
                </a:cubicBezTo>
                <a:lnTo>
                  <a:pt x="399357" y="374682"/>
                </a:lnTo>
                <a:cubicBezTo>
                  <a:pt x="351841" y="371692"/>
                  <a:pt x="285127" y="370196"/>
                  <a:pt x="199214" y="370196"/>
                </a:cubicBezTo>
                <a:cubicBezTo>
                  <a:pt x="113301" y="370196"/>
                  <a:pt x="46896" y="371692"/>
                  <a:pt x="0" y="374682"/>
                </a:cubicBezTo>
                <a:close/>
                <a:moveTo>
                  <a:pt x="1039928" y="325798"/>
                </a:moveTo>
                <a:lnTo>
                  <a:pt x="1039928" y="363302"/>
                </a:lnTo>
                <a:lnTo>
                  <a:pt x="1241581" y="363302"/>
                </a:lnTo>
                <a:lnTo>
                  <a:pt x="1241581" y="325798"/>
                </a:lnTo>
                <a:close/>
                <a:moveTo>
                  <a:pt x="1039928" y="212319"/>
                </a:moveTo>
                <a:lnTo>
                  <a:pt x="1039928" y="242209"/>
                </a:lnTo>
                <a:lnTo>
                  <a:pt x="1218707" y="242209"/>
                </a:lnTo>
                <a:lnTo>
                  <a:pt x="1218707" y="212319"/>
                </a:lnTo>
                <a:close/>
                <a:moveTo>
                  <a:pt x="1000730" y="179858"/>
                </a:moveTo>
                <a:cubicBezTo>
                  <a:pt x="1040968" y="181358"/>
                  <a:pt x="1084865" y="182108"/>
                  <a:pt x="1132421" y="182108"/>
                </a:cubicBezTo>
                <a:cubicBezTo>
                  <a:pt x="1179977" y="182108"/>
                  <a:pt x="1221205" y="181358"/>
                  <a:pt x="1256105" y="179858"/>
                </a:cubicBezTo>
                <a:cubicBezTo>
                  <a:pt x="1254314" y="194446"/>
                  <a:pt x="1253419" y="210876"/>
                  <a:pt x="1253419" y="229150"/>
                </a:cubicBezTo>
                <a:cubicBezTo>
                  <a:pt x="1253419" y="247424"/>
                  <a:pt x="1254314" y="262447"/>
                  <a:pt x="1256105" y="274220"/>
                </a:cubicBezTo>
                <a:cubicBezTo>
                  <a:pt x="1225977" y="272724"/>
                  <a:pt x="1187527" y="271977"/>
                  <a:pt x="1140754" y="271977"/>
                </a:cubicBezTo>
                <a:lnTo>
                  <a:pt x="1039928" y="271977"/>
                </a:lnTo>
                <a:lnTo>
                  <a:pt x="1039928" y="296030"/>
                </a:lnTo>
                <a:lnTo>
                  <a:pt x="1143448" y="296030"/>
                </a:lnTo>
                <a:cubicBezTo>
                  <a:pt x="1187739" y="296030"/>
                  <a:pt x="1233366" y="295280"/>
                  <a:pt x="1280329" y="293779"/>
                </a:cubicBezTo>
                <a:cubicBezTo>
                  <a:pt x="1278834" y="302114"/>
                  <a:pt x="1278086" y="313803"/>
                  <a:pt x="1278086" y="328848"/>
                </a:cubicBezTo>
                <a:lnTo>
                  <a:pt x="1278086" y="377740"/>
                </a:lnTo>
                <a:cubicBezTo>
                  <a:pt x="1278086" y="388898"/>
                  <a:pt x="1279131" y="402083"/>
                  <a:pt x="1281222" y="417295"/>
                </a:cubicBezTo>
                <a:lnTo>
                  <a:pt x="1241581" y="417295"/>
                </a:lnTo>
                <a:lnTo>
                  <a:pt x="1241581" y="393971"/>
                </a:lnTo>
                <a:lnTo>
                  <a:pt x="1039928" y="393971"/>
                </a:lnTo>
                <a:cubicBezTo>
                  <a:pt x="1040461" y="404229"/>
                  <a:pt x="1041206" y="414395"/>
                  <a:pt x="1042164" y="424467"/>
                </a:cubicBezTo>
                <a:lnTo>
                  <a:pt x="999830" y="424467"/>
                </a:lnTo>
                <a:cubicBezTo>
                  <a:pt x="1002225" y="406055"/>
                  <a:pt x="1003423" y="391225"/>
                  <a:pt x="1003423" y="379976"/>
                </a:cubicBezTo>
                <a:lnTo>
                  <a:pt x="1003423" y="228378"/>
                </a:lnTo>
                <a:cubicBezTo>
                  <a:pt x="1003423" y="206823"/>
                  <a:pt x="1002525" y="190650"/>
                  <a:pt x="1000730" y="179858"/>
                </a:cubicBezTo>
                <a:close/>
                <a:moveTo>
                  <a:pt x="691582" y="68351"/>
                </a:moveTo>
                <a:cubicBezTo>
                  <a:pt x="691142" y="129941"/>
                  <a:pt x="689250" y="178181"/>
                  <a:pt x="685906" y="213070"/>
                </a:cubicBezTo>
                <a:lnTo>
                  <a:pt x="685027" y="221072"/>
                </a:lnTo>
                <a:lnTo>
                  <a:pt x="714192" y="207662"/>
                </a:lnTo>
                <a:cubicBezTo>
                  <a:pt x="728084" y="241423"/>
                  <a:pt x="745855" y="272222"/>
                  <a:pt x="767505" y="300059"/>
                </a:cubicBezTo>
                <a:cubicBezTo>
                  <a:pt x="785946" y="273427"/>
                  <a:pt x="798264" y="238949"/>
                  <a:pt x="804460" y="196624"/>
                </a:cubicBezTo>
                <a:lnTo>
                  <a:pt x="765977" y="196624"/>
                </a:lnTo>
                <a:cubicBezTo>
                  <a:pt x="758376" y="196624"/>
                  <a:pt x="747581" y="197522"/>
                  <a:pt x="733594" y="199318"/>
                </a:cubicBezTo>
                <a:lnTo>
                  <a:pt x="780236" y="68351"/>
                </a:lnTo>
                <a:close/>
                <a:moveTo>
                  <a:pt x="30504" y="66830"/>
                </a:moveTo>
                <a:cubicBezTo>
                  <a:pt x="71585" y="69525"/>
                  <a:pt x="126309" y="70873"/>
                  <a:pt x="194674" y="70873"/>
                </a:cubicBezTo>
                <a:cubicBezTo>
                  <a:pt x="263040" y="70873"/>
                  <a:pt x="317511" y="69525"/>
                  <a:pt x="358087" y="66830"/>
                </a:cubicBezTo>
                <a:lnTo>
                  <a:pt x="358087" y="106027"/>
                </a:lnTo>
                <a:cubicBezTo>
                  <a:pt x="319573" y="104232"/>
                  <a:pt x="268093" y="103334"/>
                  <a:pt x="203647" y="103334"/>
                </a:cubicBezTo>
                <a:cubicBezTo>
                  <a:pt x="139201" y="103334"/>
                  <a:pt x="81486" y="104232"/>
                  <a:pt x="30504" y="106027"/>
                </a:cubicBezTo>
                <a:close/>
                <a:moveTo>
                  <a:pt x="526832" y="1793"/>
                </a:moveTo>
                <a:cubicBezTo>
                  <a:pt x="537667" y="4265"/>
                  <a:pt x="544660" y="5706"/>
                  <a:pt x="547810" y="6118"/>
                </a:cubicBezTo>
                <a:cubicBezTo>
                  <a:pt x="550960" y="6530"/>
                  <a:pt x="556578" y="6736"/>
                  <a:pt x="564662" y="6736"/>
                </a:cubicBezTo>
                <a:cubicBezTo>
                  <a:pt x="572746" y="6736"/>
                  <a:pt x="576789" y="8729"/>
                  <a:pt x="576789" y="12716"/>
                </a:cubicBezTo>
                <a:cubicBezTo>
                  <a:pt x="576789" y="16702"/>
                  <a:pt x="575146" y="20175"/>
                  <a:pt x="571860" y="23135"/>
                </a:cubicBezTo>
                <a:cubicBezTo>
                  <a:pt x="568573" y="26095"/>
                  <a:pt x="566330" y="28832"/>
                  <a:pt x="565130" y="31347"/>
                </a:cubicBezTo>
                <a:cubicBezTo>
                  <a:pt x="563930" y="33861"/>
                  <a:pt x="563330" y="35850"/>
                  <a:pt x="563330" y="37312"/>
                </a:cubicBezTo>
                <a:lnTo>
                  <a:pt x="563330" y="99598"/>
                </a:lnTo>
                <a:cubicBezTo>
                  <a:pt x="588433" y="99336"/>
                  <a:pt x="609364" y="97981"/>
                  <a:pt x="626123" y="95533"/>
                </a:cubicBezTo>
                <a:lnTo>
                  <a:pt x="626123" y="134731"/>
                </a:lnTo>
                <a:cubicBezTo>
                  <a:pt x="605335" y="132631"/>
                  <a:pt x="584404" y="131433"/>
                  <a:pt x="563330" y="131138"/>
                </a:cubicBezTo>
                <a:lnTo>
                  <a:pt x="563330" y="152162"/>
                </a:lnTo>
                <a:cubicBezTo>
                  <a:pt x="586871" y="179236"/>
                  <a:pt x="609147" y="208366"/>
                  <a:pt x="630160" y="239551"/>
                </a:cubicBezTo>
                <a:lnTo>
                  <a:pt x="598184" y="259861"/>
                </a:lnTo>
                <a:cubicBezTo>
                  <a:pt x="586054" y="236372"/>
                  <a:pt x="574436" y="212753"/>
                  <a:pt x="563330" y="189002"/>
                </a:cubicBezTo>
                <a:lnTo>
                  <a:pt x="563330" y="335127"/>
                </a:lnTo>
                <a:cubicBezTo>
                  <a:pt x="563330" y="346615"/>
                  <a:pt x="563704" y="359542"/>
                  <a:pt x="564451" y="373909"/>
                </a:cubicBezTo>
                <a:lnTo>
                  <a:pt x="564461" y="374059"/>
                </a:lnTo>
                <a:lnTo>
                  <a:pt x="614368" y="324155"/>
                </a:lnTo>
                <a:cubicBezTo>
                  <a:pt x="627415" y="306298"/>
                  <a:pt x="636739" y="287352"/>
                  <a:pt x="642340" y="267319"/>
                </a:cubicBezTo>
                <a:cubicBezTo>
                  <a:pt x="653541" y="227252"/>
                  <a:pt x="658273" y="160929"/>
                  <a:pt x="656534" y="68351"/>
                </a:cubicBezTo>
                <a:cubicBezTo>
                  <a:pt x="635784" y="68351"/>
                  <a:pt x="619908" y="68949"/>
                  <a:pt x="608907" y="70144"/>
                </a:cubicBezTo>
                <a:lnTo>
                  <a:pt x="608907" y="34540"/>
                </a:lnTo>
                <a:cubicBezTo>
                  <a:pt x="632905" y="36635"/>
                  <a:pt x="666324" y="37683"/>
                  <a:pt x="709162" y="37683"/>
                </a:cubicBezTo>
                <a:cubicBezTo>
                  <a:pt x="752001" y="37683"/>
                  <a:pt x="791299" y="35290"/>
                  <a:pt x="827056" y="30504"/>
                </a:cubicBezTo>
                <a:lnTo>
                  <a:pt x="777721" y="166406"/>
                </a:lnTo>
                <a:lnTo>
                  <a:pt x="812618" y="166406"/>
                </a:lnTo>
                <a:cubicBezTo>
                  <a:pt x="820486" y="166406"/>
                  <a:pt x="831728" y="165359"/>
                  <a:pt x="846344" y="163263"/>
                </a:cubicBezTo>
                <a:cubicBezTo>
                  <a:pt x="836957" y="211045"/>
                  <a:pt x="828075" y="246053"/>
                  <a:pt x="819698" y="268287"/>
                </a:cubicBezTo>
                <a:cubicBezTo>
                  <a:pt x="811320" y="290521"/>
                  <a:pt x="801067" y="308917"/>
                  <a:pt x="788937" y="323476"/>
                </a:cubicBezTo>
                <a:cubicBezTo>
                  <a:pt x="801471" y="336497"/>
                  <a:pt x="813729" y="347318"/>
                  <a:pt x="825709" y="355941"/>
                </a:cubicBezTo>
                <a:cubicBezTo>
                  <a:pt x="837689" y="364563"/>
                  <a:pt x="855481" y="374642"/>
                  <a:pt x="879084" y="386177"/>
                </a:cubicBezTo>
                <a:cubicBezTo>
                  <a:pt x="868806" y="394944"/>
                  <a:pt x="860624" y="405167"/>
                  <a:pt x="854538" y="416845"/>
                </a:cubicBezTo>
                <a:cubicBezTo>
                  <a:pt x="821291" y="399776"/>
                  <a:pt x="792573" y="376602"/>
                  <a:pt x="768384" y="347322"/>
                </a:cubicBezTo>
                <a:cubicBezTo>
                  <a:pt x="740395" y="376787"/>
                  <a:pt x="699685" y="401607"/>
                  <a:pt x="646254" y="421781"/>
                </a:cubicBezTo>
                <a:cubicBezTo>
                  <a:pt x="641068" y="408894"/>
                  <a:pt x="632955" y="397985"/>
                  <a:pt x="621916" y="389056"/>
                </a:cubicBezTo>
                <a:cubicBezTo>
                  <a:pt x="653224" y="379631"/>
                  <a:pt x="677930" y="370062"/>
                  <a:pt x="696032" y="360348"/>
                </a:cubicBezTo>
                <a:cubicBezTo>
                  <a:pt x="714134" y="350635"/>
                  <a:pt x="731139" y="338187"/>
                  <a:pt x="747046" y="323004"/>
                </a:cubicBezTo>
                <a:cubicBezTo>
                  <a:pt x="731008" y="304984"/>
                  <a:pt x="714721" y="281665"/>
                  <a:pt x="698185" y="253048"/>
                </a:cubicBezTo>
                <a:lnTo>
                  <a:pt x="684303" y="227667"/>
                </a:lnTo>
                <a:lnTo>
                  <a:pt x="684112" y="229402"/>
                </a:lnTo>
                <a:cubicBezTo>
                  <a:pt x="683474" y="234475"/>
                  <a:pt x="682796" y="239177"/>
                  <a:pt x="682077" y="243509"/>
                </a:cubicBezTo>
                <a:cubicBezTo>
                  <a:pt x="676326" y="278161"/>
                  <a:pt x="667349" y="305936"/>
                  <a:pt x="655145" y="326834"/>
                </a:cubicBezTo>
                <a:cubicBezTo>
                  <a:pt x="642941" y="347731"/>
                  <a:pt x="623311" y="370858"/>
                  <a:pt x="596255" y="396214"/>
                </a:cubicBezTo>
                <a:cubicBezTo>
                  <a:pt x="592483" y="391789"/>
                  <a:pt x="587914" y="387764"/>
                  <a:pt x="582548" y="384139"/>
                </a:cubicBezTo>
                <a:lnTo>
                  <a:pt x="564500" y="374692"/>
                </a:lnTo>
                <a:lnTo>
                  <a:pt x="565853" y="396540"/>
                </a:lnTo>
                <a:cubicBezTo>
                  <a:pt x="566414" y="404444"/>
                  <a:pt x="567068" y="412707"/>
                  <a:pt x="567816" y="421331"/>
                </a:cubicBezTo>
                <a:lnTo>
                  <a:pt x="524589" y="421331"/>
                </a:lnTo>
                <a:cubicBezTo>
                  <a:pt x="527575" y="386336"/>
                  <a:pt x="529068" y="357602"/>
                  <a:pt x="529068" y="335127"/>
                </a:cubicBezTo>
                <a:lnTo>
                  <a:pt x="529068" y="196624"/>
                </a:lnTo>
                <a:cubicBezTo>
                  <a:pt x="522315" y="237996"/>
                  <a:pt x="504611" y="279111"/>
                  <a:pt x="475955" y="319968"/>
                </a:cubicBezTo>
                <a:cubicBezTo>
                  <a:pt x="468644" y="310167"/>
                  <a:pt x="459141" y="302783"/>
                  <a:pt x="447444" y="297816"/>
                </a:cubicBezTo>
                <a:cubicBezTo>
                  <a:pt x="471383" y="268483"/>
                  <a:pt x="492672" y="229250"/>
                  <a:pt x="511312" y="180115"/>
                </a:cubicBezTo>
                <a:lnTo>
                  <a:pt x="527877" y="131198"/>
                </a:lnTo>
                <a:lnTo>
                  <a:pt x="458653" y="134731"/>
                </a:lnTo>
                <a:lnTo>
                  <a:pt x="458653" y="95533"/>
                </a:lnTo>
                <a:cubicBezTo>
                  <a:pt x="479712" y="98234"/>
                  <a:pt x="503184" y="99584"/>
                  <a:pt x="529068" y="99584"/>
                </a:cubicBezTo>
                <a:cubicBezTo>
                  <a:pt x="529068" y="42872"/>
                  <a:pt x="528323" y="10275"/>
                  <a:pt x="526832" y="1793"/>
                </a:cubicBezTo>
                <a:close/>
                <a:moveTo>
                  <a:pt x="1006931" y="1350"/>
                </a:moveTo>
                <a:cubicBezTo>
                  <a:pt x="1019813" y="9427"/>
                  <a:pt x="1029206" y="14247"/>
                  <a:pt x="1035109" y="15809"/>
                </a:cubicBezTo>
                <a:cubicBezTo>
                  <a:pt x="1041012" y="17371"/>
                  <a:pt x="1043964" y="20127"/>
                  <a:pt x="1043964" y="24078"/>
                </a:cubicBezTo>
                <a:cubicBezTo>
                  <a:pt x="1043964" y="28028"/>
                  <a:pt x="1042244" y="30730"/>
                  <a:pt x="1038806" y="32182"/>
                </a:cubicBezTo>
                <a:cubicBezTo>
                  <a:pt x="1035367" y="33635"/>
                  <a:pt x="1029162" y="37559"/>
                  <a:pt x="1020189" y="43955"/>
                </a:cubicBezTo>
                <a:cubicBezTo>
                  <a:pt x="1083235" y="43960"/>
                  <a:pt x="1120461" y="42167"/>
                  <a:pt x="1131868" y="38576"/>
                </a:cubicBezTo>
                <a:lnTo>
                  <a:pt x="1131868" y="76424"/>
                </a:lnTo>
                <a:cubicBezTo>
                  <a:pt x="1118795" y="74328"/>
                  <a:pt x="1095323" y="73280"/>
                  <a:pt x="1061452" y="73280"/>
                </a:cubicBezTo>
                <a:cubicBezTo>
                  <a:pt x="1067791" y="82134"/>
                  <a:pt x="1075118" y="97491"/>
                  <a:pt x="1083433" y="119350"/>
                </a:cubicBezTo>
                <a:lnTo>
                  <a:pt x="1044450" y="128902"/>
                </a:lnTo>
                <a:cubicBezTo>
                  <a:pt x="1041659" y="108090"/>
                  <a:pt x="1036982" y="89549"/>
                  <a:pt x="1030419" y="73280"/>
                </a:cubicBezTo>
                <a:lnTo>
                  <a:pt x="1001158" y="73280"/>
                </a:lnTo>
                <a:cubicBezTo>
                  <a:pt x="988838" y="88125"/>
                  <a:pt x="972357" y="104422"/>
                  <a:pt x="951717" y="122172"/>
                </a:cubicBezTo>
                <a:cubicBezTo>
                  <a:pt x="943963" y="113357"/>
                  <a:pt x="935036" y="106449"/>
                  <a:pt x="924935" y="101448"/>
                </a:cubicBezTo>
                <a:cubicBezTo>
                  <a:pt x="960120" y="76421"/>
                  <a:pt x="987452" y="43055"/>
                  <a:pt x="1006931" y="1350"/>
                </a:cubicBezTo>
                <a:close/>
                <a:moveTo>
                  <a:pt x="1189446" y="0"/>
                </a:moveTo>
                <a:cubicBezTo>
                  <a:pt x="1202777" y="6239"/>
                  <a:pt x="1212660" y="10663"/>
                  <a:pt x="1219097" y="13273"/>
                </a:cubicBezTo>
                <a:cubicBezTo>
                  <a:pt x="1225533" y="15883"/>
                  <a:pt x="1228751" y="19027"/>
                  <a:pt x="1228751" y="22706"/>
                </a:cubicBezTo>
                <a:cubicBezTo>
                  <a:pt x="1228751" y="26385"/>
                  <a:pt x="1226407" y="29230"/>
                  <a:pt x="1221718" y="31239"/>
                </a:cubicBezTo>
                <a:cubicBezTo>
                  <a:pt x="1217029" y="33249"/>
                  <a:pt x="1210851" y="38086"/>
                  <a:pt x="1203184" y="45748"/>
                </a:cubicBezTo>
                <a:cubicBezTo>
                  <a:pt x="1272288" y="45758"/>
                  <a:pt x="1314748" y="43515"/>
                  <a:pt x="1330564" y="39019"/>
                </a:cubicBezTo>
                <a:lnTo>
                  <a:pt x="1330564" y="76874"/>
                </a:lnTo>
                <a:cubicBezTo>
                  <a:pt x="1318453" y="75078"/>
                  <a:pt x="1290942" y="74181"/>
                  <a:pt x="1248032" y="74181"/>
                </a:cubicBezTo>
                <a:cubicBezTo>
                  <a:pt x="1258276" y="91083"/>
                  <a:pt x="1265453" y="105184"/>
                  <a:pt x="1269563" y="116486"/>
                </a:cubicBezTo>
                <a:lnTo>
                  <a:pt x="1231637" y="127101"/>
                </a:lnTo>
                <a:cubicBezTo>
                  <a:pt x="1229037" y="111652"/>
                  <a:pt x="1223851" y="94012"/>
                  <a:pt x="1216078" y="74181"/>
                </a:cubicBezTo>
                <a:lnTo>
                  <a:pt x="1189032" y="74181"/>
                </a:lnTo>
                <a:cubicBezTo>
                  <a:pt x="1180474" y="87977"/>
                  <a:pt x="1170553" y="101432"/>
                  <a:pt x="1159271" y="114543"/>
                </a:cubicBezTo>
                <a:cubicBezTo>
                  <a:pt x="1155082" y="110371"/>
                  <a:pt x="1150615" y="106862"/>
                  <a:pt x="1145869" y="104016"/>
                </a:cubicBezTo>
                <a:lnTo>
                  <a:pt x="1133224" y="98524"/>
                </a:lnTo>
                <a:lnTo>
                  <a:pt x="1160257" y="132324"/>
                </a:lnTo>
                <a:cubicBezTo>
                  <a:pt x="1236166" y="132324"/>
                  <a:pt x="1291140" y="131123"/>
                  <a:pt x="1325178" y="128723"/>
                </a:cubicBezTo>
                <a:cubicBezTo>
                  <a:pt x="1323087" y="142382"/>
                  <a:pt x="1322041" y="155684"/>
                  <a:pt x="1322041" y="168628"/>
                </a:cubicBezTo>
                <a:cubicBezTo>
                  <a:pt x="1322041" y="181573"/>
                  <a:pt x="1322789" y="195241"/>
                  <a:pt x="1324285" y="209633"/>
                </a:cubicBezTo>
                <a:lnTo>
                  <a:pt x="1285087" y="209633"/>
                </a:lnTo>
                <a:lnTo>
                  <a:pt x="1285087" y="161191"/>
                </a:lnTo>
                <a:lnTo>
                  <a:pt x="978027" y="161191"/>
                </a:lnTo>
                <a:lnTo>
                  <a:pt x="978027" y="210976"/>
                </a:lnTo>
                <a:lnTo>
                  <a:pt x="938836" y="210976"/>
                </a:lnTo>
                <a:cubicBezTo>
                  <a:pt x="940032" y="197174"/>
                  <a:pt x="940629" y="182627"/>
                  <a:pt x="940629" y="167335"/>
                </a:cubicBezTo>
                <a:cubicBezTo>
                  <a:pt x="940629" y="152043"/>
                  <a:pt x="940032" y="139172"/>
                  <a:pt x="938836" y="128723"/>
                </a:cubicBezTo>
                <a:cubicBezTo>
                  <a:pt x="974841" y="131123"/>
                  <a:pt x="1036884" y="132324"/>
                  <a:pt x="1124967" y="132324"/>
                </a:cubicBezTo>
                <a:cubicBezTo>
                  <a:pt x="1119471" y="126756"/>
                  <a:pt x="1111696" y="119105"/>
                  <a:pt x="1101642" y="109371"/>
                </a:cubicBezTo>
                <a:lnTo>
                  <a:pt x="1125095" y="88361"/>
                </a:lnTo>
                <a:lnTo>
                  <a:pt x="1131564" y="96448"/>
                </a:lnTo>
                <a:lnTo>
                  <a:pt x="1167415" y="48752"/>
                </a:lnTo>
                <a:cubicBezTo>
                  <a:pt x="1177190" y="32507"/>
                  <a:pt x="1184534" y="16257"/>
                  <a:pt x="11894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F0C5064-57C2-45AC-BAC8-3006C1BE92F8}"/>
              </a:ext>
            </a:extLst>
          </p:cNvPr>
          <p:cNvSpPr txBox="1"/>
          <p:nvPr/>
        </p:nvSpPr>
        <p:spPr>
          <a:xfrm>
            <a:off x="10372278" y="3065249"/>
            <a:ext cx="665990" cy="692139"/>
          </a:xfrm>
          <a:custGeom>
            <a:avLst/>
            <a:gdLst/>
            <a:ahLst/>
            <a:cxnLst/>
            <a:rect l="l" t="t" r="r" b="b"/>
            <a:pathLst>
              <a:path w="369747" h="417738">
                <a:moveTo>
                  <a:pt x="40534" y="247303"/>
                </a:moveTo>
                <a:lnTo>
                  <a:pt x="40534" y="342672"/>
                </a:lnTo>
                <a:lnTo>
                  <a:pt x="126481" y="342672"/>
                </a:lnTo>
                <a:lnTo>
                  <a:pt x="126481" y="247303"/>
                </a:lnTo>
                <a:close/>
                <a:moveTo>
                  <a:pt x="241909" y="174472"/>
                </a:moveTo>
                <a:cubicBezTo>
                  <a:pt x="260726" y="204157"/>
                  <a:pt x="278819" y="240285"/>
                  <a:pt x="296187" y="282857"/>
                </a:cubicBezTo>
                <a:lnTo>
                  <a:pt x="264234" y="300224"/>
                </a:lnTo>
                <a:cubicBezTo>
                  <a:pt x="245345" y="255861"/>
                  <a:pt x="227684" y="220685"/>
                  <a:pt x="211248" y="194696"/>
                </a:cubicBezTo>
                <a:close/>
                <a:moveTo>
                  <a:pt x="40534" y="120373"/>
                </a:moveTo>
                <a:lnTo>
                  <a:pt x="40534" y="216192"/>
                </a:lnTo>
                <a:lnTo>
                  <a:pt x="126481" y="216192"/>
                </a:lnTo>
                <a:lnTo>
                  <a:pt x="126481" y="120373"/>
                </a:lnTo>
                <a:close/>
                <a:moveTo>
                  <a:pt x="66180" y="0"/>
                </a:moveTo>
                <a:cubicBezTo>
                  <a:pt x="81611" y="4339"/>
                  <a:pt x="95136" y="7673"/>
                  <a:pt x="106757" y="10001"/>
                </a:cubicBezTo>
                <a:cubicBezTo>
                  <a:pt x="112543" y="11063"/>
                  <a:pt x="115436" y="13436"/>
                  <a:pt x="115436" y="17120"/>
                </a:cubicBezTo>
                <a:cubicBezTo>
                  <a:pt x="115436" y="20804"/>
                  <a:pt x="113788" y="24294"/>
                  <a:pt x="110493" y="27589"/>
                </a:cubicBezTo>
                <a:cubicBezTo>
                  <a:pt x="102963" y="35119"/>
                  <a:pt x="93848" y="55376"/>
                  <a:pt x="83147" y="88361"/>
                </a:cubicBezTo>
                <a:cubicBezTo>
                  <a:pt x="112765" y="88361"/>
                  <a:pt x="140423" y="87014"/>
                  <a:pt x="166121" y="84318"/>
                </a:cubicBezTo>
                <a:cubicBezTo>
                  <a:pt x="164026" y="99082"/>
                  <a:pt x="162978" y="114210"/>
                  <a:pt x="162978" y="129702"/>
                </a:cubicBezTo>
                <a:lnTo>
                  <a:pt x="162978" y="179752"/>
                </a:lnTo>
                <a:lnTo>
                  <a:pt x="175376" y="159521"/>
                </a:lnTo>
                <a:cubicBezTo>
                  <a:pt x="188240" y="137392"/>
                  <a:pt x="197954" y="116979"/>
                  <a:pt x="204519" y="98284"/>
                </a:cubicBezTo>
                <a:cubicBezTo>
                  <a:pt x="213272" y="73357"/>
                  <a:pt x="221745" y="41791"/>
                  <a:pt x="229936" y="3586"/>
                </a:cubicBezTo>
                <a:cubicBezTo>
                  <a:pt x="244800" y="9687"/>
                  <a:pt x="257235" y="13326"/>
                  <a:pt x="267241" y="14502"/>
                </a:cubicBezTo>
                <a:cubicBezTo>
                  <a:pt x="273685" y="15426"/>
                  <a:pt x="276906" y="17891"/>
                  <a:pt x="276906" y="21896"/>
                </a:cubicBezTo>
                <a:cubicBezTo>
                  <a:pt x="276906" y="25901"/>
                  <a:pt x="274765" y="29569"/>
                  <a:pt x="270481" y="32901"/>
                </a:cubicBezTo>
                <a:cubicBezTo>
                  <a:pt x="266197" y="36232"/>
                  <a:pt x="258919" y="52328"/>
                  <a:pt x="248646" y="81189"/>
                </a:cubicBezTo>
                <a:lnTo>
                  <a:pt x="315390" y="81189"/>
                </a:lnTo>
                <a:cubicBezTo>
                  <a:pt x="332540" y="81189"/>
                  <a:pt x="350659" y="79839"/>
                  <a:pt x="369747" y="77139"/>
                </a:cubicBezTo>
                <a:cubicBezTo>
                  <a:pt x="367894" y="93845"/>
                  <a:pt x="366823" y="110219"/>
                  <a:pt x="366532" y="126259"/>
                </a:cubicBezTo>
                <a:lnTo>
                  <a:pt x="362053" y="354930"/>
                </a:lnTo>
                <a:cubicBezTo>
                  <a:pt x="361724" y="378162"/>
                  <a:pt x="352603" y="393615"/>
                  <a:pt x="334689" y="401290"/>
                </a:cubicBezTo>
                <a:cubicBezTo>
                  <a:pt x="316775" y="408964"/>
                  <a:pt x="290089" y="412802"/>
                  <a:pt x="254632" y="412802"/>
                </a:cubicBezTo>
                <a:cubicBezTo>
                  <a:pt x="253585" y="399500"/>
                  <a:pt x="248991" y="384791"/>
                  <a:pt x="240852" y="368675"/>
                </a:cubicBezTo>
                <a:cubicBezTo>
                  <a:pt x="256216" y="369580"/>
                  <a:pt x="269775" y="370032"/>
                  <a:pt x="281528" y="370032"/>
                </a:cubicBezTo>
                <a:cubicBezTo>
                  <a:pt x="293282" y="370032"/>
                  <a:pt x="302256" y="368679"/>
                  <a:pt x="308450" y="365971"/>
                </a:cubicBezTo>
                <a:cubicBezTo>
                  <a:pt x="314643" y="363264"/>
                  <a:pt x="318756" y="358384"/>
                  <a:pt x="320787" y="351334"/>
                </a:cubicBezTo>
                <a:cubicBezTo>
                  <a:pt x="322818" y="344283"/>
                  <a:pt x="323979" y="332301"/>
                  <a:pt x="324270" y="315390"/>
                </a:cubicBezTo>
                <a:lnTo>
                  <a:pt x="326513" y="114093"/>
                </a:lnTo>
                <a:lnTo>
                  <a:pt x="238973" y="114093"/>
                </a:lnTo>
                <a:cubicBezTo>
                  <a:pt x="226081" y="144754"/>
                  <a:pt x="211489" y="172412"/>
                  <a:pt x="195196" y="197068"/>
                </a:cubicBezTo>
                <a:lnTo>
                  <a:pt x="162978" y="182890"/>
                </a:lnTo>
                <a:lnTo>
                  <a:pt x="162978" y="344093"/>
                </a:lnTo>
                <a:cubicBezTo>
                  <a:pt x="162978" y="368501"/>
                  <a:pt x="164026" y="391854"/>
                  <a:pt x="166121" y="414152"/>
                </a:cubicBezTo>
                <a:lnTo>
                  <a:pt x="126481" y="414152"/>
                </a:lnTo>
                <a:lnTo>
                  <a:pt x="126481" y="372883"/>
                </a:lnTo>
                <a:lnTo>
                  <a:pt x="40534" y="372883"/>
                </a:lnTo>
                <a:lnTo>
                  <a:pt x="40534" y="417738"/>
                </a:lnTo>
                <a:lnTo>
                  <a:pt x="0" y="417738"/>
                </a:lnTo>
                <a:cubicBezTo>
                  <a:pt x="2391" y="391692"/>
                  <a:pt x="3587" y="368339"/>
                  <a:pt x="3587" y="347679"/>
                </a:cubicBezTo>
                <a:lnTo>
                  <a:pt x="3587" y="129702"/>
                </a:lnTo>
                <a:cubicBezTo>
                  <a:pt x="3587" y="116424"/>
                  <a:pt x="2539" y="101296"/>
                  <a:pt x="443" y="84318"/>
                </a:cubicBezTo>
                <a:cubicBezTo>
                  <a:pt x="16864" y="86771"/>
                  <a:pt x="33398" y="88123"/>
                  <a:pt x="50042" y="88376"/>
                </a:cubicBezTo>
                <a:cubicBezTo>
                  <a:pt x="59453" y="59591"/>
                  <a:pt x="64832" y="30133"/>
                  <a:pt x="66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FEBBA3-1C67-4D74-8499-1B609EE06071}"/>
              </a:ext>
            </a:extLst>
          </p:cNvPr>
          <p:cNvGrpSpPr/>
          <p:nvPr/>
        </p:nvGrpSpPr>
        <p:grpSpPr>
          <a:xfrm rot="5400000">
            <a:off x="7269304" y="696064"/>
            <a:ext cx="936715" cy="1792502"/>
            <a:chOff x="3043238" y="1138940"/>
            <a:chExt cx="196850" cy="376693"/>
          </a:xfrm>
        </p:grpSpPr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732AE465-4AC0-4A38-AF28-9E67239C924F}"/>
                </a:ext>
              </a:extLst>
            </p:cNvPr>
            <p:cNvSpPr/>
            <p:nvPr/>
          </p:nvSpPr>
          <p:spPr>
            <a:xfrm>
              <a:off x="3045101" y="1250496"/>
              <a:ext cx="193399" cy="153581"/>
            </a:xfrm>
            <a:prstGeom prst="triangle">
              <a:avLst/>
            </a:prstGeom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48492D55-D9B6-4FF0-A914-9CA7B4D0957E}"/>
                </a:ext>
              </a:extLst>
            </p:cNvPr>
            <p:cNvCxnSpPr/>
            <p:nvPr/>
          </p:nvCxnSpPr>
          <p:spPr>
            <a:xfrm>
              <a:off x="3043238" y="1245734"/>
              <a:ext cx="19685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AD2296F-5589-49C9-80F5-4B178F020170}"/>
                </a:ext>
              </a:extLst>
            </p:cNvPr>
            <p:cNvCxnSpPr>
              <a:endCxn id="11" idx="0"/>
            </p:cNvCxnSpPr>
            <p:nvPr/>
          </p:nvCxnSpPr>
          <p:spPr>
            <a:xfrm>
              <a:off x="3138625" y="1138940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B7E0856-C070-47B0-9C2E-58F37A27DDAB}"/>
                </a:ext>
              </a:extLst>
            </p:cNvPr>
            <p:cNvCxnSpPr/>
            <p:nvPr/>
          </p:nvCxnSpPr>
          <p:spPr>
            <a:xfrm>
              <a:off x="3138625" y="1404077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EBC095F2-37F1-4BCD-9E90-F2F3BDF2D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94" b="89963" l="6333" r="93520">
                        <a14:foregroundMark x1="24448" y1="51301" x2="24448" y2="51301"/>
                        <a14:foregroundMark x1="6480" y1="69517" x2="6480" y2="69517"/>
                        <a14:foregroundMark x1="11487" y1="73606" x2="11487" y2="73606"/>
                        <a14:foregroundMark x1="10751" y1="76952" x2="10751" y2="76952"/>
                        <a14:foregroundMark x1="12960" y1="81413" x2="12960" y2="81413"/>
                        <a14:foregroundMark x1="67599" y1="59480" x2="67599" y2="59480"/>
                        <a14:foregroundMark x1="93520" y1="51301" x2="93520" y2="51301"/>
                        <a14:foregroundMark x1="38144" y1="34944" x2="38144" y2="34944"/>
                        <a14:foregroundMark x1="33137" y1="21190" x2="33137" y2="21190"/>
                        <a14:foregroundMark x1="33432" y1="19703" x2="33432" y2="19703"/>
                        <a14:foregroundMark x1="34168" y1="19703" x2="34168" y2="19703"/>
                        <a14:foregroundMark x1="33284" y1="18216" x2="33284" y2="18216"/>
                        <a14:foregroundMark x1="32401" y1="17472" x2="32401" y2="17472"/>
                        <a14:foregroundMark x1="79971" y1="16729" x2="79971" y2="16729"/>
                        <a14:foregroundMark x1="82327" y1="12639" x2="83652" y2="17844"/>
                        <a14:foregroundMark x1="82180" y1="11524" x2="82180" y2="11524"/>
                        <a14:foregroundMark x1="82327" y1="9665" x2="82327" y2="9665"/>
                        <a14:foregroundMark x1="82327" y1="10037" x2="82327" y2="10037"/>
                        <a14:backgroundMark x1="10015" y1="26766" x2="10015" y2="26766"/>
                        <a14:backgroundMark x1="7953" y1="33457" x2="18704" y2="24535"/>
                        <a14:backgroundMark x1="33284" y1="13011" x2="33579" y2="13011"/>
                        <a14:backgroundMark x1="32548" y1="13383" x2="39470" y2="18959"/>
                        <a14:backgroundMark x1="94109" y1="17472" x2="95582" y2="20446"/>
                        <a14:backgroundMark x1="92636" y1="13011" x2="97349" y2="28996"/>
                        <a14:backgroundMark x1="59057" y1="38662" x2="74374" y2="21561"/>
                        <a14:backgroundMark x1="32695" y1="17472" x2="32695" y2="17472"/>
                        <a14:backgroundMark x1="33284" y1="18959" x2="33284" y2="18959"/>
                        <a14:backgroundMark x1="32401" y1="17472" x2="32401" y2="17472"/>
                        <a14:backgroundMark x1="33284" y1="19703" x2="33284" y2="19703"/>
                        <a14:backgroundMark x1="33284" y1="18216" x2="33284" y2="18216"/>
                        <a14:backgroundMark x1="87334" y1="9294" x2="87334" y2="9294"/>
                        <a14:backgroundMark x1="86745" y1="8550" x2="86745" y2="8550"/>
                        <a14:backgroundMark x1="83505" y1="9665" x2="84094" y2="9665"/>
                        <a14:backgroundMark x1="84389" y1="9665" x2="84389" y2="9665"/>
                        <a14:backgroundMark x1="84831" y1="9665" x2="84831" y2="9665"/>
                        <a14:backgroundMark x1="82622" y1="9294" x2="82622" y2="9294"/>
                        <a14:backgroundMark x1="81885" y1="8922" x2="81885" y2="8922"/>
                        <a14:backgroundMark x1="82327" y1="9294" x2="82327" y2="92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645" y="1123958"/>
            <a:ext cx="2364419" cy="93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66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A3290E72-1AD7-4713-B40E-A6A5926ED5D5}"/>
              </a:ext>
            </a:extLst>
          </p:cNvPr>
          <p:cNvSpPr txBox="1"/>
          <p:nvPr/>
        </p:nvSpPr>
        <p:spPr>
          <a:xfrm>
            <a:off x="2298368" y="3429000"/>
            <a:ext cx="6875589" cy="995971"/>
          </a:xfrm>
          <a:custGeom>
            <a:avLst/>
            <a:gdLst/>
            <a:ahLst/>
            <a:cxnLst/>
            <a:rect l="l" t="t" r="r" b="b"/>
            <a:pathLst>
              <a:path w="2729619" h="429846">
                <a:moveTo>
                  <a:pt x="2189830" y="324719"/>
                </a:moveTo>
                <a:cubicBezTo>
                  <a:pt x="2223978" y="348255"/>
                  <a:pt x="2251657" y="372758"/>
                  <a:pt x="2272869" y="398228"/>
                </a:cubicBezTo>
                <a:lnTo>
                  <a:pt x="2248895" y="422224"/>
                </a:lnTo>
                <a:cubicBezTo>
                  <a:pt x="2229754" y="396626"/>
                  <a:pt x="2204049" y="371830"/>
                  <a:pt x="2171778" y="347836"/>
                </a:cubicBezTo>
                <a:close/>
                <a:moveTo>
                  <a:pt x="89875" y="308746"/>
                </a:moveTo>
                <a:lnTo>
                  <a:pt x="89875" y="343107"/>
                </a:lnTo>
                <a:cubicBezTo>
                  <a:pt x="118245" y="338326"/>
                  <a:pt x="141210" y="334418"/>
                  <a:pt x="158769" y="331384"/>
                </a:cubicBezTo>
                <a:lnTo>
                  <a:pt x="158769" y="308746"/>
                </a:lnTo>
                <a:close/>
                <a:moveTo>
                  <a:pt x="615350" y="293944"/>
                </a:moveTo>
                <a:lnTo>
                  <a:pt x="615350" y="330113"/>
                </a:lnTo>
                <a:lnTo>
                  <a:pt x="729550" y="330113"/>
                </a:lnTo>
                <a:lnTo>
                  <a:pt x="729550" y="293944"/>
                </a:lnTo>
                <a:close/>
                <a:moveTo>
                  <a:pt x="577503" y="260582"/>
                </a:moveTo>
                <a:cubicBezTo>
                  <a:pt x="597910" y="262383"/>
                  <a:pt x="629465" y="263283"/>
                  <a:pt x="672168" y="263283"/>
                </a:cubicBezTo>
                <a:cubicBezTo>
                  <a:pt x="714871" y="263283"/>
                  <a:pt x="746167" y="262383"/>
                  <a:pt x="766055" y="260582"/>
                </a:cubicBezTo>
                <a:cubicBezTo>
                  <a:pt x="765155" y="275499"/>
                  <a:pt x="764705" y="292234"/>
                  <a:pt x="764705" y="310789"/>
                </a:cubicBezTo>
                <a:cubicBezTo>
                  <a:pt x="764705" y="329343"/>
                  <a:pt x="765155" y="346603"/>
                  <a:pt x="766055" y="362567"/>
                </a:cubicBezTo>
                <a:cubicBezTo>
                  <a:pt x="747210" y="361371"/>
                  <a:pt x="715869" y="360774"/>
                  <a:pt x="672032" y="360774"/>
                </a:cubicBezTo>
                <a:cubicBezTo>
                  <a:pt x="628196" y="360774"/>
                  <a:pt x="596686" y="361521"/>
                  <a:pt x="577503" y="363017"/>
                </a:cubicBezTo>
                <a:cubicBezTo>
                  <a:pt x="579298" y="345581"/>
                  <a:pt x="580196" y="327597"/>
                  <a:pt x="580196" y="309063"/>
                </a:cubicBezTo>
                <a:cubicBezTo>
                  <a:pt x="580196" y="290530"/>
                  <a:pt x="579298" y="274370"/>
                  <a:pt x="577503" y="260582"/>
                </a:cubicBezTo>
                <a:close/>
                <a:moveTo>
                  <a:pt x="89875" y="252681"/>
                </a:moveTo>
                <a:lnTo>
                  <a:pt x="89875" y="280328"/>
                </a:lnTo>
                <a:lnTo>
                  <a:pt x="158769" y="280328"/>
                </a:lnTo>
                <a:lnTo>
                  <a:pt x="158769" y="252681"/>
                </a:lnTo>
                <a:close/>
                <a:moveTo>
                  <a:pt x="334584" y="244609"/>
                </a:moveTo>
                <a:cubicBezTo>
                  <a:pt x="291979" y="244609"/>
                  <a:pt x="265276" y="244816"/>
                  <a:pt x="254474" y="245231"/>
                </a:cubicBezTo>
                <a:cubicBezTo>
                  <a:pt x="267824" y="276234"/>
                  <a:pt x="282942" y="301235"/>
                  <a:pt x="299830" y="320233"/>
                </a:cubicBezTo>
                <a:cubicBezTo>
                  <a:pt x="316589" y="298263"/>
                  <a:pt x="328174" y="273055"/>
                  <a:pt x="334584" y="244609"/>
                </a:cubicBezTo>
                <a:close/>
                <a:moveTo>
                  <a:pt x="1909931" y="218420"/>
                </a:moveTo>
                <a:cubicBezTo>
                  <a:pt x="1921557" y="224440"/>
                  <a:pt x="1931741" y="229002"/>
                  <a:pt x="1940485" y="232107"/>
                </a:cubicBezTo>
                <a:cubicBezTo>
                  <a:pt x="1946786" y="234808"/>
                  <a:pt x="1949936" y="238131"/>
                  <a:pt x="1949936" y="242077"/>
                </a:cubicBezTo>
                <a:cubicBezTo>
                  <a:pt x="1949936" y="246022"/>
                  <a:pt x="1948057" y="248532"/>
                  <a:pt x="1944300" y="249606"/>
                </a:cubicBezTo>
                <a:cubicBezTo>
                  <a:pt x="1940542" y="250680"/>
                  <a:pt x="1937516" y="252810"/>
                  <a:pt x="1935220" y="255996"/>
                </a:cubicBezTo>
                <a:cubicBezTo>
                  <a:pt x="1932925" y="259182"/>
                  <a:pt x="1928636" y="267357"/>
                  <a:pt x="1922354" y="280521"/>
                </a:cubicBezTo>
                <a:cubicBezTo>
                  <a:pt x="1916072" y="293684"/>
                  <a:pt x="1906293" y="308624"/>
                  <a:pt x="1893015" y="325341"/>
                </a:cubicBezTo>
                <a:cubicBezTo>
                  <a:pt x="1884809" y="319125"/>
                  <a:pt x="1874422" y="314153"/>
                  <a:pt x="1861854" y="310424"/>
                </a:cubicBezTo>
                <a:cubicBezTo>
                  <a:pt x="1886262" y="282921"/>
                  <a:pt x="1902287" y="252253"/>
                  <a:pt x="1909931" y="218420"/>
                </a:cubicBezTo>
                <a:close/>
                <a:moveTo>
                  <a:pt x="499914" y="207662"/>
                </a:moveTo>
                <a:cubicBezTo>
                  <a:pt x="526837" y="210657"/>
                  <a:pt x="586461" y="212155"/>
                  <a:pt x="678787" y="212155"/>
                </a:cubicBezTo>
                <a:cubicBezTo>
                  <a:pt x="771113" y="212155"/>
                  <a:pt x="828158" y="210657"/>
                  <a:pt x="849923" y="207662"/>
                </a:cubicBezTo>
                <a:cubicBezTo>
                  <a:pt x="846936" y="226083"/>
                  <a:pt x="845443" y="250031"/>
                  <a:pt x="845443" y="279506"/>
                </a:cubicBezTo>
                <a:lnTo>
                  <a:pt x="845443" y="368760"/>
                </a:lnTo>
                <a:cubicBezTo>
                  <a:pt x="845443" y="383786"/>
                  <a:pt x="843804" y="394837"/>
                  <a:pt x="840525" y="401914"/>
                </a:cubicBezTo>
                <a:cubicBezTo>
                  <a:pt x="837246" y="408991"/>
                  <a:pt x="830194" y="414065"/>
                  <a:pt x="819369" y="417134"/>
                </a:cubicBezTo>
                <a:cubicBezTo>
                  <a:pt x="808543" y="420204"/>
                  <a:pt x="789705" y="422498"/>
                  <a:pt x="762855" y="424017"/>
                </a:cubicBezTo>
                <a:cubicBezTo>
                  <a:pt x="762507" y="409892"/>
                  <a:pt x="757982" y="395480"/>
                  <a:pt x="749281" y="380783"/>
                </a:cubicBezTo>
                <a:cubicBezTo>
                  <a:pt x="765745" y="382583"/>
                  <a:pt x="778394" y="383484"/>
                  <a:pt x="787229" y="383484"/>
                </a:cubicBezTo>
                <a:cubicBezTo>
                  <a:pt x="796063" y="383484"/>
                  <a:pt x="801665" y="382129"/>
                  <a:pt x="804035" y="379419"/>
                </a:cubicBezTo>
                <a:cubicBezTo>
                  <a:pt x="806404" y="376709"/>
                  <a:pt x="807589" y="370913"/>
                  <a:pt x="807589" y="362031"/>
                </a:cubicBezTo>
                <a:lnTo>
                  <a:pt x="807589" y="243266"/>
                </a:lnTo>
                <a:lnTo>
                  <a:pt x="540898" y="243266"/>
                </a:lnTo>
                <a:lnTo>
                  <a:pt x="540898" y="419531"/>
                </a:lnTo>
                <a:lnTo>
                  <a:pt x="497221" y="419531"/>
                </a:lnTo>
                <a:cubicBezTo>
                  <a:pt x="501408" y="394128"/>
                  <a:pt x="503501" y="366589"/>
                  <a:pt x="503501" y="336913"/>
                </a:cubicBezTo>
                <a:lnTo>
                  <a:pt x="503501" y="279506"/>
                </a:lnTo>
                <a:cubicBezTo>
                  <a:pt x="503501" y="253322"/>
                  <a:pt x="502305" y="229374"/>
                  <a:pt x="499914" y="207662"/>
                </a:cubicBezTo>
                <a:close/>
                <a:moveTo>
                  <a:pt x="1955594" y="197339"/>
                </a:moveTo>
                <a:cubicBezTo>
                  <a:pt x="1973596" y="198891"/>
                  <a:pt x="1986199" y="199759"/>
                  <a:pt x="1993402" y="199943"/>
                </a:cubicBezTo>
                <a:cubicBezTo>
                  <a:pt x="2000606" y="200126"/>
                  <a:pt x="2004207" y="202875"/>
                  <a:pt x="2004207" y="208190"/>
                </a:cubicBezTo>
                <a:cubicBezTo>
                  <a:pt x="2004207" y="211586"/>
                  <a:pt x="2002564" y="214110"/>
                  <a:pt x="1999278" y="215763"/>
                </a:cubicBezTo>
                <a:cubicBezTo>
                  <a:pt x="1995987" y="217201"/>
                  <a:pt x="1994342" y="221854"/>
                  <a:pt x="1994342" y="229721"/>
                </a:cubicBezTo>
                <a:lnTo>
                  <a:pt x="1994342" y="312610"/>
                </a:lnTo>
                <a:cubicBezTo>
                  <a:pt x="2008443" y="289150"/>
                  <a:pt x="2020026" y="260594"/>
                  <a:pt x="2029089" y="226943"/>
                </a:cubicBezTo>
                <a:cubicBezTo>
                  <a:pt x="2040766" y="233786"/>
                  <a:pt x="2050080" y="238056"/>
                  <a:pt x="2057028" y="239751"/>
                </a:cubicBezTo>
                <a:cubicBezTo>
                  <a:pt x="2063977" y="241447"/>
                  <a:pt x="2067451" y="244532"/>
                  <a:pt x="2067451" y="249006"/>
                </a:cubicBezTo>
                <a:cubicBezTo>
                  <a:pt x="2067451" y="253480"/>
                  <a:pt x="2066001" y="256533"/>
                  <a:pt x="2063100" y="258164"/>
                </a:cubicBezTo>
                <a:cubicBezTo>
                  <a:pt x="2060200" y="259795"/>
                  <a:pt x="2056558" y="263439"/>
                  <a:pt x="2052174" y="269094"/>
                </a:cubicBezTo>
                <a:cubicBezTo>
                  <a:pt x="2047790" y="274750"/>
                  <a:pt x="2043745" y="281428"/>
                  <a:pt x="2040040" y="289129"/>
                </a:cubicBezTo>
                <a:cubicBezTo>
                  <a:pt x="2023571" y="323590"/>
                  <a:pt x="2002476" y="351019"/>
                  <a:pt x="1976754" y="371414"/>
                </a:cubicBezTo>
                <a:cubicBezTo>
                  <a:pt x="1951032" y="391810"/>
                  <a:pt x="1917523" y="408446"/>
                  <a:pt x="1876227" y="421324"/>
                </a:cubicBezTo>
                <a:cubicBezTo>
                  <a:pt x="1873012" y="409708"/>
                  <a:pt x="1866728" y="399290"/>
                  <a:pt x="1857375" y="390070"/>
                </a:cubicBezTo>
                <a:cubicBezTo>
                  <a:pt x="1903976" y="377059"/>
                  <a:pt x="1937913" y="361736"/>
                  <a:pt x="1959187" y="344100"/>
                </a:cubicBezTo>
                <a:lnTo>
                  <a:pt x="1959187" y="251703"/>
                </a:lnTo>
                <a:cubicBezTo>
                  <a:pt x="1959187" y="230314"/>
                  <a:pt x="1957990" y="212193"/>
                  <a:pt x="1955594" y="197339"/>
                </a:cubicBezTo>
                <a:close/>
                <a:moveTo>
                  <a:pt x="89875" y="195274"/>
                </a:moveTo>
                <a:lnTo>
                  <a:pt x="89875" y="224714"/>
                </a:lnTo>
                <a:lnTo>
                  <a:pt x="158769" y="224714"/>
                </a:lnTo>
                <a:lnTo>
                  <a:pt x="158769" y="195274"/>
                </a:lnTo>
                <a:close/>
                <a:moveTo>
                  <a:pt x="2627256" y="190166"/>
                </a:moveTo>
                <a:cubicBezTo>
                  <a:pt x="2657036" y="209988"/>
                  <a:pt x="2684431" y="232708"/>
                  <a:pt x="2709438" y="258325"/>
                </a:cubicBezTo>
                <a:lnTo>
                  <a:pt x="2684206" y="280492"/>
                </a:lnTo>
                <a:cubicBezTo>
                  <a:pt x="2666009" y="260618"/>
                  <a:pt x="2640572" y="238651"/>
                  <a:pt x="2607897" y="214591"/>
                </a:cubicBezTo>
                <a:close/>
                <a:moveTo>
                  <a:pt x="2427296" y="181644"/>
                </a:moveTo>
                <a:cubicBezTo>
                  <a:pt x="2431735" y="192750"/>
                  <a:pt x="2438023" y="201978"/>
                  <a:pt x="2446163" y="209326"/>
                </a:cubicBezTo>
                <a:cubicBezTo>
                  <a:pt x="2424369" y="226504"/>
                  <a:pt x="2392930" y="252617"/>
                  <a:pt x="2351844" y="287664"/>
                </a:cubicBezTo>
                <a:cubicBezTo>
                  <a:pt x="2345195" y="276601"/>
                  <a:pt x="2336658" y="268393"/>
                  <a:pt x="2326233" y="263040"/>
                </a:cubicBezTo>
                <a:cubicBezTo>
                  <a:pt x="2367805" y="237327"/>
                  <a:pt x="2401493" y="210195"/>
                  <a:pt x="2427296" y="181644"/>
                </a:cubicBezTo>
                <a:close/>
                <a:moveTo>
                  <a:pt x="2142624" y="177608"/>
                </a:moveTo>
                <a:cubicBezTo>
                  <a:pt x="2154716" y="179108"/>
                  <a:pt x="2168202" y="179858"/>
                  <a:pt x="2183080" y="179858"/>
                </a:cubicBezTo>
                <a:cubicBezTo>
                  <a:pt x="2188218" y="179858"/>
                  <a:pt x="2190788" y="181951"/>
                  <a:pt x="2190788" y="186137"/>
                </a:cubicBezTo>
                <a:cubicBezTo>
                  <a:pt x="2190788" y="190324"/>
                  <a:pt x="2189838" y="193195"/>
                  <a:pt x="2187937" y="194753"/>
                </a:cubicBezTo>
                <a:cubicBezTo>
                  <a:pt x="2186037" y="196310"/>
                  <a:pt x="2184169" y="199318"/>
                  <a:pt x="2182333" y="203775"/>
                </a:cubicBezTo>
                <a:cubicBezTo>
                  <a:pt x="2180497" y="208233"/>
                  <a:pt x="2179579" y="210848"/>
                  <a:pt x="2179579" y="211619"/>
                </a:cubicBezTo>
                <a:cubicBezTo>
                  <a:pt x="2178622" y="257787"/>
                  <a:pt x="2175845" y="290366"/>
                  <a:pt x="2171249" y="309356"/>
                </a:cubicBezTo>
                <a:cubicBezTo>
                  <a:pt x="2166654" y="328347"/>
                  <a:pt x="2155254" y="347787"/>
                  <a:pt x="2137049" y="367678"/>
                </a:cubicBezTo>
                <a:cubicBezTo>
                  <a:pt x="2118844" y="387569"/>
                  <a:pt x="2091806" y="407244"/>
                  <a:pt x="2055935" y="426703"/>
                </a:cubicBezTo>
                <a:cubicBezTo>
                  <a:pt x="2053368" y="418531"/>
                  <a:pt x="2046534" y="408706"/>
                  <a:pt x="2035432" y="397228"/>
                </a:cubicBezTo>
                <a:cubicBezTo>
                  <a:pt x="2063050" y="385517"/>
                  <a:pt x="2084926" y="372175"/>
                  <a:pt x="2101059" y="357202"/>
                </a:cubicBezTo>
                <a:cubicBezTo>
                  <a:pt x="2117192" y="342228"/>
                  <a:pt x="2128601" y="326022"/>
                  <a:pt x="2135288" y="308581"/>
                </a:cubicBezTo>
                <a:cubicBezTo>
                  <a:pt x="2141974" y="291141"/>
                  <a:pt x="2145318" y="264407"/>
                  <a:pt x="2145318" y="228378"/>
                </a:cubicBezTo>
                <a:cubicBezTo>
                  <a:pt x="2145318" y="213510"/>
                  <a:pt x="2144420" y="196586"/>
                  <a:pt x="2142624" y="177608"/>
                </a:cubicBezTo>
                <a:close/>
                <a:moveTo>
                  <a:pt x="0" y="161463"/>
                </a:moveTo>
                <a:cubicBezTo>
                  <a:pt x="29913" y="164759"/>
                  <a:pt x="98476" y="166406"/>
                  <a:pt x="205690" y="166406"/>
                </a:cubicBezTo>
                <a:cubicBezTo>
                  <a:pt x="312903" y="166406"/>
                  <a:pt x="381192" y="164759"/>
                  <a:pt x="410558" y="161463"/>
                </a:cubicBezTo>
                <a:lnTo>
                  <a:pt x="410558" y="198860"/>
                </a:lnTo>
                <a:cubicBezTo>
                  <a:pt x="389141" y="196470"/>
                  <a:pt x="316632" y="195274"/>
                  <a:pt x="193031" y="195274"/>
                </a:cubicBezTo>
                <a:lnTo>
                  <a:pt x="193031" y="325169"/>
                </a:lnTo>
                <a:lnTo>
                  <a:pt x="230257" y="317097"/>
                </a:lnTo>
                <a:cubicBezTo>
                  <a:pt x="229957" y="324393"/>
                  <a:pt x="229807" y="330529"/>
                  <a:pt x="229807" y="335506"/>
                </a:cubicBezTo>
                <a:cubicBezTo>
                  <a:pt x="229807" y="340483"/>
                  <a:pt x="229957" y="346019"/>
                  <a:pt x="230257" y="352115"/>
                </a:cubicBezTo>
                <a:cubicBezTo>
                  <a:pt x="219508" y="353620"/>
                  <a:pt x="207099" y="355544"/>
                  <a:pt x="193031" y="357887"/>
                </a:cubicBezTo>
                <a:lnTo>
                  <a:pt x="195504" y="397553"/>
                </a:lnTo>
                <a:lnTo>
                  <a:pt x="239730" y="374022"/>
                </a:lnTo>
                <a:cubicBezTo>
                  <a:pt x="254081" y="364639"/>
                  <a:pt x="267012" y="354268"/>
                  <a:pt x="278520" y="342907"/>
                </a:cubicBezTo>
                <a:cubicBezTo>
                  <a:pt x="260665" y="325614"/>
                  <a:pt x="242039" y="293446"/>
                  <a:pt x="222642" y="246402"/>
                </a:cubicBezTo>
                <a:lnTo>
                  <a:pt x="208104" y="247302"/>
                </a:lnTo>
                <a:lnTo>
                  <a:pt x="208104" y="212591"/>
                </a:lnTo>
                <a:cubicBezTo>
                  <a:pt x="228569" y="215286"/>
                  <a:pt x="256842" y="216634"/>
                  <a:pt x="292925" y="216634"/>
                </a:cubicBezTo>
                <a:cubicBezTo>
                  <a:pt x="329009" y="216634"/>
                  <a:pt x="357156" y="215286"/>
                  <a:pt x="377368" y="212591"/>
                </a:cubicBezTo>
                <a:cubicBezTo>
                  <a:pt x="364228" y="266026"/>
                  <a:pt x="345540" y="308824"/>
                  <a:pt x="321304" y="340985"/>
                </a:cubicBezTo>
                <a:cubicBezTo>
                  <a:pt x="342378" y="359011"/>
                  <a:pt x="373327" y="376990"/>
                  <a:pt x="414151" y="394921"/>
                </a:cubicBezTo>
                <a:cubicBezTo>
                  <a:pt x="404469" y="402141"/>
                  <a:pt x="396473" y="412437"/>
                  <a:pt x="390163" y="425810"/>
                </a:cubicBezTo>
                <a:cubicBezTo>
                  <a:pt x="346576" y="401969"/>
                  <a:pt x="316880" y="381338"/>
                  <a:pt x="301073" y="363917"/>
                </a:cubicBezTo>
                <a:cubicBezTo>
                  <a:pt x="283847" y="383572"/>
                  <a:pt x="256853" y="404500"/>
                  <a:pt x="220091" y="426703"/>
                </a:cubicBezTo>
                <a:cubicBezTo>
                  <a:pt x="216939" y="420586"/>
                  <a:pt x="213055" y="415235"/>
                  <a:pt x="208442" y="410651"/>
                </a:cubicBezTo>
                <a:lnTo>
                  <a:pt x="195755" y="401590"/>
                </a:lnTo>
                <a:lnTo>
                  <a:pt x="197517" y="429846"/>
                </a:lnTo>
                <a:lnTo>
                  <a:pt x="156526" y="429846"/>
                </a:lnTo>
                <a:cubicBezTo>
                  <a:pt x="158022" y="410449"/>
                  <a:pt x="158769" y="387875"/>
                  <a:pt x="158769" y="362124"/>
                </a:cubicBezTo>
                <a:cubicBezTo>
                  <a:pt x="87956" y="374382"/>
                  <a:pt x="39843" y="383500"/>
                  <a:pt x="14430" y="389477"/>
                </a:cubicBezTo>
                <a:cubicBezTo>
                  <a:pt x="13244" y="378390"/>
                  <a:pt x="9927" y="365779"/>
                  <a:pt x="4479" y="351644"/>
                </a:cubicBezTo>
                <a:cubicBezTo>
                  <a:pt x="22829" y="350510"/>
                  <a:pt x="39574" y="349174"/>
                  <a:pt x="54714" y="347636"/>
                </a:cubicBezTo>
                <a:lnTo>
                  <a:pt x="54714" y="195724"/>
                </a:lnTo>
                <a:cubicBezTo>
                  <a:pt x="48132" y="195724"/>
                  <a:pt x="29894" y="196770"/>
                  <a:pt x="0" y="198860"/>
                </a:cubicBezTo>
                <a:close/>
                <a:moveTo>
                  <a:pt x="589340" y="135174"/>
                </a:moveTo>
                <a:lnTo>
                  <a:pt x="589340" y="163263"/>
                </a:lnTo>
                <a:lnTo>
                  <a:pt x="751975" y="163263"/>
                </a:lnTo>
                <a:lnTo>
                  <a:pt x="751975" y="135174"/>
                </a:lnTo>
                <a:close/>
                <a:moveTo>
                  <a:pt x="107363" y="109156"/>
                </a:moveTo>
                <a:lnTo>
                  <a:pt x="107363" y="126037"/>
                </a:lnTo>
                <a:lnTo>
                  <a:pt x="305881" y="126037"/>
                </a:lnTo>
                <a:lnTo>
                  <a:pt x="305881" y="109156"/>
                </a:lnTo>
                <a:close/>
                <a:moveTo>
                  <a:pt x="551942" y="102706"/>
                </a:moveTo>
                <a:cubicBezTo>
                  <a:pt x="579593" y="104206"/>
                  <a:pt x="619140" y="104956"/>
                  <a:pt x="670582" y="104956"/>
                </a:cubicBezTo>
                <a:cubicBezTo>
                  <a:pt x="722024" y="104956"/>
                  <a:pt x="761473" y="104206"/>
                  <a:pt x="788929" y="102706"/>
                </a:cubicBezTo>
                <a:cubicBezTo>
                  <a:pt x="788029" y="117045"/>
                  <a:pt x="787579" y="132138"/>
                  <a:pt x="787579" y="147983"/>
                </a:cubicBezTo>
                <a:cubicBezTo>
                  <a:pt x="787579" y="163827"/>
                  <a:pt x="788029" y="179591"/>
                  <a:pt x="788929" y="195274"/>
                </a:cubicBezTo>
                <a:cubicBezTo>
                  <a:pt x="757625" y="194379"/>
                  <a:pt x="717228" y="193931"/>
                  <a:pt x="667739" y="193931"/>
                </a:cubicBezTo>
                <a:cubicBezTo>
                  <a:pt x="618249" y="193931"/>
                  <a:pt x="579651" y="194529"/>
                  <a:pt x="551942" y="195724"/>
                </a:cubicBezTo>
                <a:cubicBezTo>
                  <a:pt x="553733" y="178860"/>
                  <a:pt x="554628" y="162588"/>
                  <a:pt x="554628" y="146908"/>
                </a:cubicBezTo>
                <a:cubicBezTo>
                  <a:pt x="554628" y="131227"/>
                  <a:pt x="553733" y="116493"/>
                  <a:pt x="551942" y="102706"/>
                </a:cubicBezTo>
                <a:close/>
                <a:moveTo>
                  <a:pt x="2653046" y="93733"/>
                </a:moveTo>
                <a:cubicBezTo>
                  <a:pt x="2665776" y="103487"/>
                  <a:pt x="2674619" y="109851"/>
                  <a:pt x="2679577" y="112825"/>
                </a:cubicBezTo>
                <a:cubicBezTo>
                  <a:pt x="2684535" y="115799"/>
                  <a:pt x="2687014" y="119034"/>
                  <a:pt x="2687014" y="122529"/>
                </a:cubicBezTo>
                <a:cubicBezTo>
                  <a:pt x="2687014" y="128268"/>
                  <a:pt x="2684643" y="131138"/>
                  <a:pt x="2679902" y="131138"/>
                </a:cubicBezTo>
                <a:cubicBezTo>
                  <a:pt x="2675161" y="131138"/>
                  <a:pt x="2670109" y="133131"/>
                  <a:pt x="2664747" y="137117"/>
                </a:cubicBezTo>
                <a:cubicBezTo>
                  <a:pt x="2659384" y="141103"/>
                  <a:pt x="2652111" y="147305"/>
                  <a:pt x="2642926" y="155723"/>
                </a:cubicBezTo>
                <a:cubicBezTo>
                  <a:pt x="2633742" y="164141"/>
                  <a:pt x="2623216" y="173288"/>
                  <a:pt x="2611347" y="183166"/>
                </a:cubicBezTo>
                <a:cubicBezTo>
                  <a:pt x="2605970" y="175831"/>
                  <a:pt x="2598541" y="169023"/>
                  <a:pt x="2589059" y="162742"/>
                </a:cubicBezTo>
                <a:cubicBezTo>
                  <a:pt x="2614852" y="143420"/>
                  <a:pt x="2636181" y="120417"/>
                  <a:pt x="2653046" y="93733"/>
                </a:cubicBezTo>
                <a:close/>
                <a:moveTo>
                  <a:pt x="107363" y="61615"/>
                </a:moveTo>
                <a:lnTo>
                  <a:pt x="107363" y="81189"/>
                </a:lnTo>
                <a:lnTo>
                  <a:pt x="305881" y="81189"/>
                </a:lnTo>
                <a:lnTo>
                  <a:pt x="305881" y="61615"/>
                </a:lnTo>
                <a:close/>
                <a:moveTo>
                  <a:pt x="975155" y="53371"/>
                </a:moveTo>
                <a:cubicBezTo>
                  <a:pt x="1026204" y="55471"/>
                  <a:pt x="1082442" y="56521"/>
                  <a:pt x="1143869" y="56521"/>
                </a:cubicBezTo>
                <a:cubicBezTo>
                  <a:pt x="1205295" y="56521"/>
                  <a:pt x="1261245" y="55471"/>
                  <a:pt x="1311718" y="53371"/>
                </a:cubicBezTo>
                <a:lnTo>
                  <a:pt x="1311718" y="90318"/>
                </a:lnTo>
                <a:cubicBezTo>
                  <a:pt x="1264541" y="89123"/>
                  <a:pt x="1215354" y="88525"/>
                  <a:pt x="1164157" y="88525"/>
                </a:cubicBezTo>
                <a:lnTo>
                  <a:pt x="1164157" y="351637"/>
                </a:lnTo>
                <a:cubicBezTo>
                  <a:pt x="1242510" y="351637"/>
                  <a:pt x="1300069" y="350289"/>
                  <a:pt x="1336836" y="347593"/>
                </a:cubicBezTo>
                <a:lnTo>
                  <a:pt x="1336836" y="389927"/>
                </a:lnTo>
                <a:cubicBezTo>
                  <a:pt x="1299845" y="387836"/>
                  <a:pt x="1256459" y="386791"/>
                  <a:pt x="1206677" y="386791"/>
                </a:cubicBezTo>
                <a:lnTo>
                  <a:pt x="1076610" y="386791"/>
                </a:lnTo>
                <a:cubicBezTo>
                  <a:pt x="1024723" y="386791"/>
                  <a:pt x="979693" y="387836"/>
                  <a:pt x="941522" y="389927"/>
                </a:cubicBezTo>
                <a:lnTo>
                  <a:pt x="941522" y="347593"/>
                </a:lnTo>
                <a:cubicBezTo>
                  <a:pt x="973283" y="350289"/>
                  <a:pt x="1034429" y="351637"/>
                  <a:pt x="1124959" y="351637"/>
                </a:cubicBezTo>
                <a:lnTo>
                  <a:pt x="1124959" y="88525"/>
                </a:lnTo>
                <a:cubicBezTo>
                  <a:pt x="1053398" y="88525"/>
                  <a:pt x="1003463" y="89123"/>
                  <a:pt x="975155" y="90318"/>
                </a:cubicBezTo>
                <a:close/>
                <a:moveTo>
                  <a:pt x="2064586" y="36326"/>
                </a:moveTo>
                <a:cubicBezTo>
                  <a:pt x="2092842" y="39021"/>
                  <a:pt x="2127005" y="40369"/>
                  <a:pt x="2167074" y="40369"/>
                </a:cubicBezTo>
                <a:cubicBezTo>
                  <a:pt x="2207143" y="40369"/>
                  <a:pt x="2240613" y="39021"/>
                  <a:pt x="2267483" y="36326"/>
                </a:cubicBezTo>
                <a:lnTo>
                  <a:pt x="2267483" y="74173"/>
                </a:lnTo>
                <a:cubicBezTo>
                  <a:pt x="2245456" y="71783"/>
                  <a:pt x="2215998" y="70587"/>
                  <a:pt x="2179108" y="70587"/>
                </a:cubicBezTo>
                <a:cubicBezTo>
                  <a:pt x="2175369" y="87656"/>
                  <a:pt x="2169397" y="105839"/>
                  <a:pt x="2161191" y="125137"/>
                </a:cubicBezTo>
                <a:cubicBezTo>
                  <a:pt x="2199158" y="125137"/>
                  <a:pt x="2227711" y="124387"/>
                  <a:pt x="2246852" y="122887"/>
                </a:cubicBezTo>
                <a:cubicBezTo>
                  <a:pt x="2246256" y="148223"/>
                  <a:pt x="2245959" y="168138"/>
                  <a:pt x="2245959" y="182630"/>
                </a:cubicBezTo>
                <a:lnTo>
                  <a:pt x="2245959" y="262461"/>
                </a:lnTo>
                <a:cubicBezTo>
                  <a:pt x="2245959" y="279559"/>
                  <a:pt x="2246256" y="300518"/>
                  <a:pt x="2246852" y="325341"/>
                </a:cubicBezTo>
                <a:lnTo>
                  <a:pt x="2209904" y="325341"/>
                </a:lnTo>
                <a:lnTo>
                  <a:pt x="2209904" y="154462"/>
                </a:lnTo>
                <a:lnTo>
                  <a:pt x="2112749" y="154462"/>
                </a:lnTo>
                <a:lnTo>
                  <a:pt x="2112749" y="328484"/>
                </a:lnTo>
                <a:lnTo>
                  <a:pt x="2075795" y="328484"/>
                </a:lnTo>
                <a:cubicBezTo>
                  <a:pt x="2076695" y="306795"/>
                  <a:pt x="2077145" y="285686"/>
                  <a:pt x="2077145" y="265154"/>
                </a:cubicBezTo>
                <a:lnTo>
                  <a:pt x="2077145" y="182630"/>
                </a:lnTo>
                <a:cubicBezTo>
                  <a:pt x="2077145" y="156098"/>
                  <a:pt x="2076547" y="136184"/>
                  <a:pt x="2075352" y="122887"/>
                </a:cubicBezTo>
                <a:cubicBezTo>
                  <a:pt x="2093083" y="124092"/>
                  <a:pt x="2110728" y="124694"/>
                  <a:pt x="2128287" y="124694"/>
                </a:cubicBezTo>
                <a:cubicBezTo>
                  <a:pt x="2135497" y="107335"/>
                  <a:pt x="2141024" y="89299"/>
                  <a:pt x="2144868" y="70587"/>
                </a:cubicBezTo>
                <a:cubicBezTo>
                  <a:pt x="2116254" y="70587"/>
                  <a:pt x="2089494" y="71783"/>
                  <a:pt x="2064586" y="74173"/>
                </a:cubicBezTo>
                <a:close/>
                <a:moveTo>
                  <a:pt x="68622" y="30947"/>
                </a:moveTo>
                <a:cubicBezTo>
                  <a:pt x="86925" y="32147"/>
                  <a:pt x="130568" y="32747"/>
                  <a:pt x="199553" y="32747"/>
                </a:cubicBezTo>
                <a:cubicBezTo>
                  <a:pt x="268538" y="32747"/>
                  <a:pt x="316299" y="32147"/>
                  <a:pt x="342835" y="30947"/>
                </a:cubicBezTo>
                <a:cubicBezTo>
                  <a:pt x="341935" y="49454"/>
                  <a:pt x="341485" y="69147"/>
                  <a:pt x="341485" y="90025"/>
                </a:cubicBezTo>
                <a:cubicBezTo>
                  <a:pt x="341485" y="110904"/>
                  <a:pt x="341935" y="132681"/>
                  <a:pt x="342835" y="155355"/>
                </a:cubicBezTo>
                <a:cubicBezTo>
                  <a:pt x="315370" y="154160"/>
                  <a:pt x="266389" y="153562"/>
                  <a:pt x="195892" y="153562"/>
                </a:cubicBezTo>
                <a:cubicBezTo>
                  <a:pt x="125395" y="153562"/>
                  <a:pt x="83119" y="154010"/>
                  <a:pt x="69065" y="154905"/>
                </a:cubicBezTo>
                <a:cubicBezTo>
                  <a:pt x="70561" y="128992"/>
                  <a:pt x="71309" y="107695"/>
                  <a:pt x="71309" y="91015"/>
                </a:cubicBezTo>
                <a:cubicBezTo>
                  <a:pt x="71309" y="74334"/>
                  <a:pt x="70413" y="54311"/>
                  <a:pt x="68622" y="30947"/>
                </a:cubicBezTo>
                <a:close/>
                <a:moveTo>
                  <a:pt x="1961423" y="12551"/>
                </a:moveTo>
                <a:cubicBezTo>
                  <a:pt x="1980030" y="14104"/>
                  <a:pt x="1993084" y="14971"/>
                  <a:pt x="2000585" y="15152"/>
                </a:cubicBezTo>
                <a:cubicBezTo>
                  <a:pt x="2008086" y="15333"/>
                  <a:pt x="2011837" y="17603"/>
                  <a:pt x="2011837" y="21963"/>
                </a:cubicBezTo>
                <a:cubicBezTo>
                  <a:pt x="2011837" y="26323"/>
                  <a:pt x="2010003" y="29813"/>
                  <a:pt x="2006336" y="32432"/>
                </a:cubicBezTo>
                <a:cubicBezTo>
                  <a:pt x="2003126" y="35042"/>
                  <a:pt x="2001521" y="40107"/>
                  <a:pt x="2001521" y="47627"/>
                </a:cubicBezTo>
                <a:lnTo>
                  <a:pt x="2001521" y="81632"/>
                </a:lnTo>
                <a:lnTo>
                  <a:pt x="2034175" y="81632"/>
                </a:lnTo>
                <a:cubicBezTo>
                  <a:pt x="2045662" y="81632"/>
                  <a:pt x="2056904" y="80734"/>
                  <a:pt x="2067901" y="78938"/>
                </a:cubicBezTo>
                <a:lnTo>
                  <a:pt x="2067901" y="114093"/>
                </a:lnTo>
                <a:cubicBezTo>
                  <a:pt x="2056704" y="112597"/>
                  <a:pt x="2045462" y="111850"/>
                  <a:pt x="2034175" y="111850"/>
                </a:cubicBezTo>
                <a:lnTo>
                  <a:pt x="2001521" y="111850"/>
                </a:lnTo>
                <a:lnTo>
                  <a:pt x="2001521" y="157455"/>
                </a:lnTo>
                <a:cubicBezTo>
                  <a:pt x="2031077" y="157184"/>
                  <a:pt x="2054399" y="156277"/>
                  <a:pt x="2071487" y="154733"/>
                </a:cubicBezTo>
                <a:lnTo>
                  <a:pt x="2071487" y="190788"/>
                </a:lnTo>
                <a:cubicBezTo>
                  <a:pt x="2055814" y="188397"/>
                  <a:pt x="2020678" y="187202"/>
                  <a:pt x="1966081" y="187202"/>
                </a:cubicBezTo>
                <a:cubicBezTo>
                  <a:pt x="1911484" y="187202"/>
                  <a:pt x="1875396" y="188397"/>
                  <a:pt x="1857818" y="190788"/>
                </a:cubicBezTo>
                <a:lnTo>
                  <a:pt x="1857818" y="154733"/>
                </a:lnTo>
                <a:cubicBezTo>
                  <a:pt x="1877253" y="156281"/>
                  <a:pt x="1891607" y="157029"/>
                  <a:pt x="1900880" y="156977"/>
                </a:cubicBezTo>
                <a:cubicBezTo>
                  <a:pt x="1900880" y="115962"/>
                  <a:pt x="1900584" y="90227"/>
                  <a:pt x="1899991" y="79771"/>
                </a:cubicBezTo>
                <a:cubicBezTo>
                  <a:pt x="1899398" y="69314"/>
                  <a:pt x="1898349" y="59467"/>
                  <a:pt x="1896844" y="50228"/>
                </a:cubicBezTo>
                <a:cubicBezTo>
                  <a:pt x="1908912" y="52628"/>
                  <a:pt x="1921797" y="53828"/>
                  <a:pt x="1935499" y="53828"/>
                </a:cubicBezTo>
                <a:cubicBezTo>
                  <a:pt x="1942138" y="53828"/>
                  <a:pt x="1945457" y="56037"/>
                  <a:pt x="1945457" y="60454"/>
                </a:cubicBezTo>
                <a:cubicBezTo>
                  <a:pt x="1945457" y="64871"/>
                  <a:pt x="1944228" y="67693"/>
                  <a:pt x="1941771" y="68919"/>
                </a:cubicBezTo>
                <a:cubicBezTo>
                  <a:pt x="1939313" y="70146"/>
                  <a:pt x="1937594" y="71904"/>
                  <a:pt x="1936613" y="74195"/>
                </a:cubicBezTo>
                <a:cubicBezTo>
                  <a:pt x="1935632" y="76486"/>
                  <a:pt x="1935142" y="78543"/>
                  <a:pt x="1935142" y="80367"/>
                </a:cubicBezTo>
                <a:lnTo>
                  <a:pt x="1935142" y="157434"/>
                </a:lnTo>
                <a:lnTo>
                  <a:pt x="1965017" y="157434"/>
                </a:lnTo>
                <a:lnTo>
                  <a:pt x="1965017" y="66915"/>
                </a:lnTo>
                <a:cubicBezTo>
                  <a:pt x="1965017" y="45232"/>
                  <a:pt x="1963819" y="27110"/>
                  <a:pt x="1961423" y="12551"/>
                </a:cubicBezTo>
                <a:close/>
                <a:moveTo>
                  <a:pt x="1624003" y="4929"/>
                </a:moveTo>
                <a:cubicBezTo>
                  <a:pt x="1634771" y="10058"/>
                  <a:pt x="1642144" y="13286"/>
                  <a:pt x="1646123" y="14612"/>
                </a:cubicBezTo>
                <a:cubicBezTo>
                  <a:pt x="1650102" y="15939"/>
                  <a:pt x="1655584" y="16602"/>
                  <a:pt x="1662568" y="16602"/>
                </a:cubicBezTo>
                <a:cubicBezTo>
                  <a:pt x="1669552" y="16602"/>
                  <a:pt x="1673044" y="19682"/>
                  <a:pt x="1673044" y="25842"/>
                </a:cubicBezTo>
                <a:cubicBezTo>
                  <a:pt x="1673044" y="32003"/>
                  <a:pt x="1669756" y="36319"/>
                  <a:pt x="1663179" y="38790"/>
                </a:cubicBezTo>
                <a:cubicBezTo>
                  <a:pt x="1661326" y="39614"/>
                  <a:pt x="1659087" y="42190"/>
                  <a:pt x="1656460" y="46516"/>
                </a:cubicBezTo>
                <a:cubicBezTo>
                  <a:pt x="1653834" y="50843"/>
                  <a:pt x="1649456" y="59585"/>
                  <a:pt x="1643326" y="72741"/>
                </a:cubicBezTo>
                <a:cubicBezTo>
                  <a:pt x="1637197" y="85898"/>
                  <a:pt x="1632151" y="93795"/>
                  <a:pt x="1628189" y="96433"/>
                </a:cubicBezTo>
                <a:lnTo>
                  <a:pt x="1736645" y="96433"/>
                </a:lnTo>
                <a:cubicBezTo>
                  <a:pt x="1762353" y="96433"/>
                  <a:pt x="1787199" y="95086"/>
                  <a:pt x="1811183" y="92390"/>
                </a:cubicBezTo>
                <a:lnTo>
                  <a:pt x="1811183" y="131138"/>
                </a:lnTo>
                <a:cubicBezTo>
                  <a:pt x="1780351" y="128747"/>
                  <a:pt x="1755505" y="127552"/>
                  <a:pt x="1736645" y="127552"/>
                </a:cubicBezTo>
                <a:lnTo>
                  <a:pt x="1661829" y="127552"/>
                </a:lnTo>
                <a:lnTo>
                  <a:pt x="1661829" y="190174"/>
                </a:lnTo>
                <a:lnTo>
                  <a:pt x="1702555" y="190174"/>
                </a:lnTo>
                <a:cubicBezTo>
                  <a:pt x="1731564" y="190174"/>
                  <a:pt x="1761046" y="188526"/>
                  <a:pt x="1791002" y="185230"/>
                </a:cubicBezTo>
                <a:lnTo>
                  <a:pt x="1791002" y="223528"/>
                </a:lnTo>
                <a:cubicBezTo>
                  <a:pt x="1763346" y="220837"/>
                  <a:pt x="1734014" y="219492"/>
                  <a:pt x="1703005" y="219492"/>
                </a:cubicBezTo>
                <a:lnTo>
                  <a:pt x="1661829" y="219492"/>
                </a:lnTo>
                <a:lnTo>
                  <a:pt x="1661829" y="282121"/>
                </a:lnTo>
                <a:lnTo>
                  <a:pt x="1713321" y="282121"/>
                </a:lnTo>
                <a:cubicBezTo>
                  <a:pt x="1740119" y="282121"/>
                  <a:pt x="1771395" y="280473"/>
                  <a:pt x="1807147" y="277177"/>
                </a:cubicBezTo>
                <a:lnTo>
                  <a:pt x="1807147" y="316818"/>
                </a:lnTo>
                <a:cubicBezTo>
                  <a:pt x="1774786" y="314127"/>
                  <a:pt x="1743660" y="312782"/>
                  <a:pt x="1713771" y="312782"/>
                </a:cubicBezTo>
                <a:lnTo>
                  <a:pt x="1661829" y="312782"/>
                </a:lnTo>
                <a:lnTo>
                  <a:pt x="1661829" y="344093"/>
                </a:lnTo>
                <a:cubicBezTo>
                  <a:pt x="1661829" y="369239"/>
                  <a:pt x="1663024" y="396776"/>
                  <a:pt x="1665415" y="426703"/>
                </a:cubicBezTo>
                <a:lnTo>
                  <a:pt x="1619495" y="426703"/>
                </a:lnTo>
                <a:cubicBezTo>
                  <a:pt x="1622186" y="391437"/>
                  <a:pt x="1623531" y="363900"/>
                  <a:pt x="1623531" y="344093"/>
                </a:cubicBezTo>
                <a:lnTo>
                  <a:pt x="1623531" y="127552"/>
                </a:lnTo>
                <a:lnTo>
                  <a:pt x="1612615" y="127552"/>
                </a:lnTo>
                <a:cubicBezTo>
                  <a:pt x="1593313" y="157512"/>
                  <a:pt x="1570565" y="185021"/>
                  <a:pt x="1544371" y="210076"/>
                </a:cubicBezTo>
                <a:cubicBezTo>
                  <a:pt x="1536708" y="200223"/>
                  <a:pt x="1524073" y="193203"/>
                  <a:pt x="1506466" y="189016"/>
                </a:cubicBezTo>
                <a:cubicBezTo>
                  <a:pt x="1534737" y="169971"/>
                  <a:pt x="1560877" y="142403"/>
                  <a:pt x="1584887" y="106313"/>
                </a:cubicBezTo>
                <a:cubicBezTo>
                  <a:pt x="1608897" y="70223"/>
                  <a:pt x="1621936" y="36428"/>
                  <a:pt x="1624003" y="4929"/>
                </a:cubicBezTo>
                <a:close/>
                <a:moveTo>
                  <a:pt x="668814" y="4036"/>
                </a:moveTo>
                <a:cubicBezTo>
                  <a:pt x="679020" y="24381"/>
                  <a:pt x="686257" y="42024"/>
                  <a:pt x="690524" y="56964"/>
                </a:cubicBezTo>
                <a:cubicBezTo>
                  <a:pt x="768048" y="56964"/>
                  <a:pt x="827610" y="55316"/>
                  <a:pt x="869211" y="52021"/>
                </a:cubicBezTo>
                <a:lnTo>
                  <a:pt x="869211" y="92119"/>
                </a:lnTo>
                <a:cubicBezTo>
                  <a:pt x="824334" y="89128"/>
                  <a:pt x="757394" y="87632"/>
                  <a:pt x="668393" y="87632"/>
                </a:cubicBezTo>
                <a:cubicBezTo>
                  <a:pt x="579391" y="87632"/>
                  <a:pt x="515457" y="89128"/>
                  <a:pt x="476590" y="92119"/>
                </a:cubicBezTo>
                <a:lnTo>
                  <a:pt x="476590" y="52021"/>
                </a:lnTo>
                <a:cubicBezTo>
                  <a:pt x="519910" y="55316"/>
                  <a:pt x="578217" y="56964"/>
                  <a:pt x="651512" y="56964"/>
                </a:cubicBezTo>
                <a:cubicBezTo>
                  <a:pt x="646402" y="47953"/>
                  <a:pt x="638777" y="34902"/>
                  <a:pt x="628638" y="17809"/>
                </a:cubicBezTo>
                <a:close/>
                <a:moveTo>
                  <a:pt x="2503848" y="0"/>
                </a:moveTo>
                <a:cubicBezTo>
                  <a:pt x="2517907" y="15154"/>
                  <a:pt x="2530268" y="33395"/>
                  <a:pt x="2540931" y="54721"/>
                </a:cubicBezTo>
                <a:cubicBezTo>
                  <a:pt x="2614231" y="54721"/>
                  <a:pt x="2668905" y="53076"/>
                  <a:pt x="2704952" y="49785"/>
                </a:cubicBezTo>
                <a:lnTo>
                  <a:pt x="2704952" y="88082"/>
                </a:lnTo>
                <a:cubicBezTo>
                  <a:pt x="2686550" y="86587"/>
                  <a:pt x="2661351" y="85465"/>
                  <a:pt x="2629357" y="84718"/>
                </a:cubicBezTo>
                <a:lnTo>
                  <a:pt x="2521736" y="83680"/>
                </a:lnTo>
                <a:lnTo>
                  <a:pt x="2528508" y="85689"/>
                </a:lnTo>
                <a:cubicBezTo>
                  <a:pt x="2534309" y="88247"/>
                  <a:pt x="2537210" y="91811"/>
                  <a:pt x="2537210" y="96383"/>
                </a:cubicBezTo>
                <a:cubicBezTo>
                  <a:pt x="2537210" y="100955"/>
                  <a:pt x="2534606" y="103589"/>
                  <a:pt x="2529398" y="104284"/>
                </a:cubicBezTo>
                <a:cubicBezTo>
                  <a:pt x="2524190" y="104980"/>
                  <a:pt x="2517550" y="110428"/>
                  <a:pt x="2509478" y="120629"/>
                </a:cubicBezTo>
                <a:cubicBezTo>
                  <a:pt x="2501405" y="130831"/>
                  <a:pt x="2492856" y="138910"/>
                  <a:pt x="2483831" y="144868"/>
                </a:cubicBezTo>
                <a:lnTo>
                  <a:pt x="2533288" y="143239"/>
                </a:lnTo>
                <a:cubicBezTo>
                  <a:pt x="2543880" y="129928"/>
                  <a:pt x="2552790" y="116119"/>
                  <a:pt x="2560020" y="101813"/>
                </a:cubicBezTo>
                <a:cubicBezTo>
                  <a:pt x="2574464" y="112371"/>
                  <a:pt x="2584514" y="118593"/>
                  <a:pt x="2590170" y="120479"/>
                </a:cubicBezTo>
                <a:cubicBezTo>
                  <a:pt x="2595825" y="122365"/>
                  <a:pt x="2598653" y="125806"/>
                  <a:pt x="2598653" y="130802"/>
                </a:cubicBezTo>
                <a:cubicBezTo>
                  <a:pt x="2598653" y="135798"/>
                  <a:pt x="2595646" y="138639"/>
                  <a:pt x="2589634" y="139324"/>
                </a:cubicBezTo>
                <a:cubicBezTo>
                  <a:pt x="2583621" y="140010"/>
                  <a:pt x="2567642" y="153745"/>
                  <a:pt x="2541696" y="180530"/>
                </a:cubicBezTo>
                <a:cubicBezTo>
                  <a:pt x="2521617" y="203271"/>
                  <a:pt x="2502329" y="220537"/>
                  <a:pt x="2483831" y="232329"/>
                </a:cubicBezTo>
                <a:lnTo>
                  <a:pt x="2566185" y="227535"/>
                </a:lnTo>
                <a:cubicBezTo>
                  <a:pt x="2560751" y="223921"/>
                  <a:pt x="2552528" y="214724"/>
                  <a:pt x="2541517" y="199946"/>
                </a:cubicBezTo>
                <a:lnTo>
                  <a:pt x="2565670" y="182544"/>
                </a:lnTo>
                <a:cubicBezTo>
                  <a:pt x="2590830" y="211448"/>
                  <a:pt x="2610945" y="239713"/>
                  <a:pt x="2626013" y="267340"/>
                </a:cubicBezTo>
                <a:lnTo>
                  <a:pt x="2595796" y="283628"/>
                </a:lnTo>
                <a:cubicBezTo>
                  <a:pt x="2590399" y="271503"/>
                  <a:pt x="2585258" y="261337"/>
                  <a:pt x="2580372" y="253132"/>
                </a:cubicBezTo>
                <a:lnTo>
                  <a:pt x="2535859" y="256832"/>
                </a:lnTo>
                <a:lnTo>
                  <a:pt x="2535859" y="302302"/>
                </a:lnTo>
                <a:cubicBezTo>
                  <a:pt x="2630704" y="302302"/>
                  <a:pt x="2695291" y="300654"/>
                  <a:pt x="2729619" y="297358"/>
                </a:cubicBezTo>
                <a:lnTo>
                  <a:pt x="2729619" y="335656"/>
                </a:lnTo>
                <a:cubicBezTo>
                  <a:pt x="2687152" y="332665"/>
                  <a:pt x="2622565" y="331170"/>
                  <a:pt x="2535859" y="331170"/>
                </a:cubicBezTo>
                <a:lnTo>
                  <a:pt x="2535859" y="345436"/>
                </a:lnTo>
                <a:cubicBezTo>
                  <a:pt x="2535859" y="371382"/>
                  <a:pt x="2537205" y="399519"/>
                  <a:pt x="2539896" y="429846"/>
                </a:cubicBezTo>
                <a:lnTo>
                  <a:pt x="2496669" y="429846"/>
                </a:lnTo>
                <a:cubicBezTo>
                  <a:pt x="2499360" y="394275"/>
                  <a:pt x="2500705" y="366138"/>
                  <a:pt x="2500705" y="345436"/>
                </a:cubicBezTo>
                <a:lnTo>
                  <a:pt x="2500705" y="331170"/>
                </a:lnTo>
                <a:cubicBezTo>
                  <a:pt x="2411894" y="331170"/>
                  <a:pt x="2349103" y="332665"/>
                  <a:pt x="2312331" y="335656"/>
                </a:cubicBezTo>
                <a:lnTo>
                  <a:pt x="2312331" y="297358"/>
                </a:lnTo>
                <a:cubicBezTo>
                  <a:pt x="2348060" y="300654"/>
                  <a:pt x="2410851" y="302302"/>
                  <a:pt x="2500705" y="302302"/>
                </a:cubicBezTo>
                <a:lnTo>
                  <a:pt x="2500705" y="259411"/>
                </a:lnTo>
                <a:cubicBezTo>
                  <a:pt x="2475935" y="261468"/>
                  <a:pt x="2454840" y="264607"/>
                  <a:pt x="2437419" y="268826"/>
                </a:cubicBezTo>
                <a:cubicBezTo>
                  <a:pt x="2435447" y="257877"/>
                  <a:pt x="2431725" y="246919"/>
                  <a:pt x="2426253" y="235951"/>
                </a:cubicBezTo>
                <a:cubicBezTo>
                  <a:pt x="2441150" y="231193"/>
                  <a:pt x="2454597" y="223610"/>
                  <a:pt x="2466594" y="213202"/>
                </a:cubicBezTo>
                <a:cubicBezTo>
                  <a:pt x="2478590" y="202793"/>
                  <a:pt x="2494595" y="188595"/>
                  <a:pt x="2514607" y="170607"/>
                </a:cubicBezTo>
                <a:lnTo>
                  <a:pt x="2476202" y="175479"/>
                </a:lnTo>
                <a:cubicBezTo>
                  <a:pt x="2462886" y="176670"/>
                  <a:pt x="2449825" y="178932"/>
                  <a:pt x="2437019" y="182266"/>
                </a:cubicBezTo>
                <a:cubicBezTo>
                  <a:pt x="2437019" y="176982"/>
                  <a:pt x="2436420" y="171998"/>
                  <a:pt x="2435224" y="167314"/>
                </a:cubicBezTo>
                <a:lnTo>
                  <a:pt x="2430782" y="156465"/>
                </a:lnTo>
                <a:lnTo>
                  <a:pt x="2405900" y="177779"/>
                </a:lnTo>
                <a:cubicBezTo>
                  <a:pt x="2391798" y="160687"/>
                  <a:pt x="2370474" y="142677"/>
                  <a:pt x="2341928" y="123751"/>
                </a:cubicBezTo>
                <a:lnTo>
                  <a:pt x="2361395" y="99569"/>
                </a:lnTo>
                <a:lnTo>
                  <a:pt x="2430194" y="155029"/>
                </a:lnTo>
                <a:lnTo>
                  <a:pt x="2429839" y="154162"/>
                </a:lnTo>
                <a:cubicBezTo>
                  <a:pt x="2451627" y="146990"/>
                  <a:pt x="2474054" y="123468"/>
                  <a:pt x="2497119" y="83596"/>
                </a:cubicBezTo>
                <a:cubicBezTo>
                  <a:pt x="2428344" y="83596"/>
                  <a:pt x="2375718" y="85091"/>
                  <a:pt x="2339242" y="88082"/>
                </a:cubicBezTo>
                <a:lnTo>
                  <a:pt x="2339242" y="49785"/>
                </a:lnTo>
                <a:cubicBezTo>
                  <a:pt x="2373832" y="53076"/>
                  <a:pt x="2429446" y="54721"/>
                  <a:pt x="2506084" y="54721"/>
                </a:cubicBezTo>
                <a:cubicBezTo>
                  <a:pt x="2498374" y="45720"/>
                  <a:pt x="2487311" y="34280"/>
                  <a:pt x="2472894" y="20402"/>
                </a:cubicBezTo>
                <a:close/>
                <a:moveTo>
                  <a:pt x="1500023" y="0"/>
                </a:moveTo>
                <a:cubicBezTo>
                  <a:pt x="1514877" y="7391"/>
                  <a:pt x="1526421" y="12011"/>
                  <a:pt x="1534656" y="13859"/>
                </a:cubicBezTo>
                <a:cubicBezTo>
                  <a:pt x="1542890" y="15707"/>
                  <a:pt x="1547007" y="19434"/>
                  <a:pt x="1547007" y="25042"/>
                </a:cubicBezTo>
                <a:cubicBezTo>
                  <a:pt x="1547007" y="30650"/>
                  <a:pt x="1544387" y="34299"/>
                  <a:pt x="1539146" y="35990"/>
                </a:cubicBezTo>
                <a:cubicBezTo>
                  <a:pt x="1533904" y="37681"/>
                  <a:pt x="1529048" y="41391"/>
                  <a:pt x="1524576" y="47120"/>
                </a:cubicBezTo>
                <a:cubicBezTo>
                  <a:pt x="1520104" y="52849"/>
                  <a:pt x="1512034" y="65394"/>
                  <a:pt x="1500366" y="84753"/>
                </a:cubicBezTo>
                <a:lnTo>
                  <a:pt x="1500366" y="426703"/>
                </a:lnTo>
                <a:lnTo>
                  <a:pt x="1457582" y="426703"/>
                </a:lnTo>
                <a:cubicBezTo>
                  <a:pt x="1460873" y="391389"/>
                  <a:pt x="1462518" y="358769"/>
                  <a:pt x="1462518" y="328841"/>
                </a:cubicBezTo>
                <a:lnTo>
                  <a:pt x="1462518" y="136517"/>
                </a:lnTo>
                <a:cubicBezTo>
                  <a:pt x="1455389" y="156286"/>
                  <a:pt x="1443006" y="175722"/>
                  <a:pt x="1425371" y="194824"/>
                </a:cubicBezTo>
                <a:cubicBezTo>
                  <a:pt x="1415169" y="184861"/>
                  <a:pt x="1403182" y="179189"/>
                  <a:pt x="1389409" y="177808"/>
                </a:cubicBezTo>
                <a:cubicBezTo>
                  <a:pt x="1406845" y="161296"/>
                  <a:pt x="1427251" y="136174"/>
                  <a:pt x="1450627" y="102441"/>
                </a:cubicBezTo>
                <a:cubicBezTo>
                  <a:pt x="1474004" y="68708"/>
                  <a:pt x="1490469" y="34561"/>
                  <a:pt x="1500023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B0D512B-1B65-48C7-9620-DAC27673B990}"/>
              </a:ext>
            </a:extLst>
          </p:cNvPr>
          <p:cNvSpPr txBox="1"/>
          <p:nvPr/>
        </p:nvSpPr>
        <p:spPr>
          <a:xfrm>
            <a:off x="1153732" y="2007373"/>
            <a:ext cx="1580991" cy="688423"/>
          </a:xfrm>
          <a:custGeom>
            <a:avLst/>
            <a:gdLst/>
            <a:ahLst/>
            <a:cxnLst/>
            <a:rect l="l" t="t" r="r" b="b"/>
            <a:pathLst>
              <a:path w="877740" h="415495">
                <a:moveTo>
                  <a:pt x="107642" y="181194"/>
                </a:moveTo>
                <a:cubicBezTo>
                  <a:pt x="120219" y="183895"/>
                  <a:pt x="133404" y="185245"/>
                  <a:pt x="147197" y="185245"/>
                </a:cubicBezTo>
                <a:cubicBezTo>
                  <a:pt x="154731" y="185245"/>
                  <a:pt x="158498" y="187287"/>
                  <a:pt x="158498" y="191371"/>
                </a:cubicBezTo>
                <a:cubicBezTo>
                  <a:pt x="158498" y="195454"/>
                  <a:pt x="156704" y="198468"/>
                  <a:pt x="153115" y="200411"/>
                </a:cubicBezTo>
                <a:cubicBezTo>
                  <a:pt x="149527" y="202354"/>
                  <a:pt x="147732" y="204950"/>
                  <a:pt x="147732" y="208198"/>
                </a:cubicBezTo>
                <a:lnTo>
                  <a:pt x="147732" y="243552"/>
                </a:lnTo>
                <a:cubicBezTo>
                  <a:pt x="182846" y="243552"/>
                  <a:pt x="212898" y="241904"/>
                  <a:pt x="237886" y="238609"/>
                </a:cubicBezTo>
                <a:lnTo>
                  <a:pt x="237886" y="280042"/>
                </a:lnTo>
                <a:cubicBezTo>
                  <a:pt x="212593" y="277052"/>
                  <a:pt x="182541" y="275556"/>
                  <a:pt x="147732" y="275556"/>
                </a:cubicBezTo>
                <a:lnTo>
                  <a:pt x="147732" y="338628"/>
                </a:lnTo>
                <a:cubicBezTo>
                  <a:pt x="184889" y="333037"/>
                  <a:pt x="218977" y="326608"/>
                  <a:pt x="249995" y="319340"/>
                </a:cubicBezTo>
                <a:cubicBezTo>
                  <a:pt x="247304" y="330889"/>
                  <a:pt x="245959" y="339193"/>
                  <a:pt x="245959" y="344250"/>
                </a:cubicBezTo>
                <a:cubicBezTo>
                  <a:pt x="245959" y="349308"/>
                  <a:pt x="246109" y="354378"/>
                  <a:pt x="246409" y="359459"/>
                </a:cubicBezTo>
                <a:cubicBezTo>
                  <a:pt x="154250" y="367780"/>
                  <a:pt x="76133" y="380626"/>
                  <a:pt x="12058" y="398000"/>
                </a:cubicBezTo>
                <a:cubicBezTo>
                  <a:pt x="10948" y="383093"/>
                  <a:pt x="6929" y="368220"/>
                  <a:pt x="0" y="353380"/>
                </a:cubicBezTo>
                <a:cubicBezTo>
                  <a:pt x="36247" y="351685"/>
                  <a:pt x="73325" y="348310"/>
                  <a:pt x="111235" y="343257"/>
                </a:cubicBezTo>
                <a:lnTo>
                  <a:pt x="111235" y="275556"/>
                </a:lnTo>
                <a:cubicBezTo>
                  <a:pt x="74297" y="275556"/>
                  <a:pt x="43198" y="277052"/>
                  <a:pt x="17937" y="280042"/>
                </a:cubicBezTo>
                <a:lnTo>
                  <a:pt x="17937" y="238609"/>
                </a:lnTo>
                <a:cubicBezTo>
                  <a:pt x="42888" y="241904"/>
                  <a:pt x="73987" y="243552"/>
                  <a:pt x="111235" y="243552"/>
                </a:cubicBezTo>
                <a:cubicBezTo>
                  <a:pt x="110940" y="217592"/>
                  <a:pt x="109742" y="196806"/>
                  <a:pt x="107642" y="181194"/>
                </a:cubicBezTo>
                <a:close/>
                <a:moveTo>
                  <a:pt x="698768" y="144590"/>
                </a:moveTo>
                <a:cubicBezTo>
                  <a:pt x="673336" y="147271"/>
                  <a:pt x="645233" y="149026"/>
                  <a:pt x="614457" y="149855"/>
                </a:cubicBezTo>
                <a:lnTo>
                  <a:pt x="614457" y="215291"/>
                </a:lnTo>
                <a:lnTo>
                  <a:pt x="705783" y="215291"/>
                </a:lnTo>
                <a:cubicBezTo>
                  <a:pt x="701911" y="192284"/>
                  <a:pt x="699573" y="168716"/>
                  <a:pt x="698768" y="144590"/>
                </a:cubicBezTo>
                <a:close/>
                <a:moveTo>
                  <a:pt x="819462" y="91940"/>
                </a:moveTo>
                <a:cubicBezTo>
                  <a:pt x="824767" y="106185"/>
                  <a:pt x="830384" y="116405"/>
                  <a:pt x="836314" y="122601"/>
                </a:cubicBezTo>
                <a:cubicBezTo>
                  <a:pt x="839114" y="125873"/>
                  <a:pt x="840514" y="129384"/>
                  <a:pt x="840514" y="133135"/>
                </a:cubicBezTo>
                <a:cubicBezTo>
                  <a:pt x="840514" y="136885"/>
                  <a:pt x="838539" y="138760"/>
                  <a:pt x="834588" y="138760"/>
                </a:cubicBezTo>
                <a:cubicBezTo>
                  <a:pt x="830638" y="138760"/>
                  <a:pt x="827167" y="138163"/>
                  <a:pt x="824176" y="136967"/>
                </a:cubicBezTo>
                <a:cubicBezTo>
                  <a:pt x="821185" y="135772"/>
                  <a:pt x="815144" y="135174"/>
                  <a:pt x="806053" y="135174"/>
                </a:cubicBezTo>
                <a:cubicBezTo>
                  <a:pt x="796961" y="135174"/>
                  <a:pt x="773015" y="137267"/>
                  <a:pt x="734215" y="141454"/>
                </a:cubicBezTo>
                <a:cubicBezTo>
                  <a:pt x="734215" y="165247"/>
                  <a:pt x="736108" y="189860"/>
                  <a:pt x="739894" y="215291"/>
                </a:cubicBezTo>
                <a:cubicBezTo>
                  <a:pt x="787367" y="215291"/>
                  <a:pt x="824045" y="214094"/>
                  <a:pt x="849930" y="211698"/>
                </a:cubicBezTo>
                <a:lnTo>
                  <a:pt x="849930" y="247302"/>
                </a:lnTo>
                <a:cubicBezTo>
                  <a:pt x="821464" y="246702"/>
                  <a:pt x="786331" y="246402"/>
                  <a:pt x="744531" y="246402"/>
                </a:cubicBezTo>
                <a:cubicBezTo>
                  <a:pt x="754156" y="283993"/>
                  <a:pt x="768787" y="313547"/>
                  <a:pt x="788425" y="335064"/>
                </a:cubicBezTo>
                <a:cubicBezTo>
                  <a:pt x="808064" y="356580"/>
                  <a:pt x="821209" y="367339"/>
                  <a:pt x="827863" y="367339"/>
                </a:cubicBezTo>
                <a:cubicBezTo>
                  <a:pt x="830268" y="367339"/>
                  <a:pt x="832430" y="363947"/>
                  <a:pt x="834349" y="357163"/>
                </a:cubicBezTo>
                <a:cubicBezTo>
                  <a:pt x="836268" y="350379"/>
                  <a:pt x="838078" y="337173"/>
                  <a:pt x="839778" y="317547"/>
                </a:cubicBezTo>
                <a:cubicBezTo>
                  <a:pt x="853194" y="329377"/>
                  <a:pt x="865848" y="335828"/>
                  <a:pt x="877740" y="336899"/>
                </a:cubicBezTo>
                <a:cubicBezTo>
                  <a:pt x="872449" y="362007"/>
                  <a:pt x="866303" y="380262"/>
                  <a:pt x="859302" y="391663"/>
                </a:cubicBezTo>
                <a:cubicBezTo>
                  <a:pt x="852301" y="403065"/>
                  <a:pt x="843467" y="408766"/>
                  <a:pt x="832799" y="408766"/>
                </a:cubicBezTo>
                <a:cubicBezTo>
                  <a:pt x="816430" y="408766"/>
                  <a:pt x="794665" y="393882"/>
                  <a:pt x="767505" y="364114"/>
                </a:cubicBezTo>
                <a:cubicBezTo>
                  <a:pt x="740344" y="334346"/>
                  <a:pt x="721402" y="295109"/>
                  <a:pt x="710676" y="246402"/>
                </a:cubicBezTo>
                <a:lnTo>
                  <a:pt x="614457" y="246402"/>
                </a:lnTo>
                <a:lnTo>
                  <a:pt x="614457" y="351187"/>
                </a:lnTo>
                <a:lnTo>
                  <a:pt x="700575" y="298259"/>
                </a:lnTo>
                <a:cubicBezTo>
                  <a:pt x="699680" y="312532"/>
                  <a:pt x="700875" y="324591"/>
                  <a:pt x="704161" y="334435"/>
                </a:cubicBezTo>
                <a:lnTo>
                  <a:pt x="698359" y="337923"/>
                </a:lnTo>
                <a:lnTo>
                  <a:pt x="729516" y="358570"/>
                </a:lnTo>
                <a:cubicBezTo>
                  <a:pt x="739616" y="366123"/>
                  <a:pt x="748657" y="373835"/>
                  <a:pt x="756639" y="381705"/>
                </a:cubicBezTo>
                <a:lnTo>
                  <a:pt x="732886" y="406522"/>
                </a:lnTo>
                <a:cubicBezTo>
                  <a:pt x="720861" y="392959"/>
                  <a:pt x="701511" y="377600"/>
                  <a:pt x="674836" y="360445"/>
                </a:cubicBezTo>
                <a:lnTo>
                  <a:pt x="690544" y="342621"/>
                </a:lnTo>
                <a:lnTo>
                  <a:pt x="624730" y="382184"/>
                </a:lnTo>
                <a:cubicBezTo>
                  <a:pt x="611995" y="389704"/>
                  <a:pt x="599398" y="399014"/>
                  <a:pt x="586940" y="410116"/>
                </a:cubicBezTo>
                <a:cubicBezTo>
                  <a:pt x="580953" y="398681"/>
                  <a:pt x="572726" y="388794"/>
                  <a:pt x="562258" y="380455"/>
                </a:cubicBezTo>
                <a:cubicBezTo>
                  <a:pt x="569373" y="373378"/>
                  <a:pt x="574142" y="367351"/>
                  <a:pt x="576563" y="362374"/>
                </a:cubicBezTo>
                <a:cubicBezTo>
                  <a:pt x="578985" y="357397"/>
                  <a:pt x="580196" y="350406"/>
                  <a:pt x="580196" y="341400"/>
                </a:cubicBezTo>
                <a:lnTo>
                  <a:pt x="580196" y="186666"/>
                </a:lnTo>
                <a:cubicBezTo>
                  <a:pt x="580196" y="156043"/>
                  <a:pt x="579151" y="132093"/>
                  <a:pt x="577060" y="114814"/>
                </a:cubicBezTo>
                <a:cubicBezTo>
                  <a:pt x="588080" y="115719"/>
                  <a:pt x="599022" y="116172"/>
                  <a:pt x="609885" y="116172"/>
                </a:cubicBezTo>
                <a:cubicBezTo>
                  <a:pt x="644875" y="116172"/>
                  <a:pt x="683783" y="113801"/>
                  <a:pt x="726607" y="109060"/>
                </a:cubicBezTo>
                <a:cubicBezTo>
                  <a:pt x="769431" y="104319"/>
                  <a:pt x="800383" y="98612"/>
                  <a:pt x="819462" y="91940"/>
                </a:cubicBezTo>
                <a:close/>
                <a:moveTo>
                  <a:pt x="267762" y="58750"/>
                </a:moveTo>
                <a:cubicBezTo>
                  <a:pt x="277910" y="61451"/>
                  <a:pt x="290648" y="62801"/>
                  <a:pt x="305973" y="62801"/>
                </a:cubicBezTo>
                <a:cubicBezTo>
                  <a:pt x="312312" y="62801"/>
                  <a:pt x="315482" y="64884"/>
                  <a:pt x="315482" y="69052"/>
                </a:cubicBezTo>
                <a:cubicBezTo>
                  <a:pt x="315482" y="73219"/>
                  <a:pt x="313911" y="76274"/>
                  <a:pt x="310770" y="78217"/>
                </a:cubicBezTo>
                <a:cubicBezTo>
                  <a:pt x="307630" y="80160"/>
                  <a:pt x="306059" y="83270"/>
                  <a:pt x="306059" y="87547"/>
                </a:cubicBezTo>
                <a:lnTo>
                  <a:pt x="306059" y="220756"/>
                </a:lnTo>
                <a:cubicBezTo>
                  <a:pt x="306059" y="242659"/>
                  <a:pt x="307107" y="267953"/>
                  <a:pt x="309202" y="296637"/>
                </a:cubicBezTo>
                <a:lnTo>
                  <a:pt x="268212" y="296637"/>
                </a:lnTo>
                <a:cubicBezTo>
                  <a:pt x="270302" y="267038"/>
                  <a:pt x="271348" y="241745"/>
                  <a:pt x="271348" y="220756"/>
                </a:cubicBezTo>
                <a:lnTo>
                  <a:pt x="271348" y="122980"/>
                </a:lnTo>
                <a:cubicBezTo>
                  <a:pt x="271348" y="97238"/>
                  <a:pt x="270152" y="75829"/>
                  <a:pt x="267762" y="58750"/>
                </a:cubicBezTo>
                <a:close/>
                <a:moveTo>
                  <a:pt x="8072" y="28254"/>
                </a:moveTo>
                <a:cubicBezTo>
                  <a:pt x="37223" y="30949"/>
                  <a:pt x="78433" y="32297"/>
                  <a:pt x="131702" y="32297"/>
                </a:cubicBezTo>
                <a:cubicBezTo>
                  <a:pt x="184970" y="32297"/>
                  <a:pt x="225897" y="30949"/>
                  <a:pt x="254481" y="28254"/>
                </a:cubicBezTo>
                <a:lnTo>
                  <a:pt x="254481" y="67451"/>
                </a:lnTo>
                <a:cubicBezTo>
                  <a:pt x="225416" y="65056"/>
                  <a:pt x="187154" y="63858"/>
                  <a:pt x="139696" y="63858"/>
                </a:cubicBezTo>
                <a:cubicBezTo>
                  <a:pt x="119426" y="92814"/>
                  <a:pt x="95195" y="121163"/>
                  <a:pt x="67001" y="148904"/>
                </a:cubicBezTo>
                <a:lnTo>
                  <a:pt x="191066" y="143575"/>
                </a:lnTo>
                <a:cubicBezTo>
                  <a:pt x="178079" y="132531"/>
                  <a:pt x="163727" y="119422"/>
                  <a:pt x="148011" y="104249"/>
                </a:cubicBezTo>
                <a:lnTo>
                  <a:pt x="174407" y="82075"/>
                </a:lnTo>
                <a:cubicBezTo>
                  <a:pt x="205773" y="112317"/>
                  <a:pt x="232912" y="143806"/>
                  <a:pt x="255824" y="176544"/>
                </a:cubicBezTo>
                <a:lnTo>
                  <a:pt x="225906" y="197968"/>
                </a:lnTo>
                <a:cubicBezTo>
                  <a:pt x="219948" y="188043"/>
                  <a:pt x="214048" y="179073"/>
                  <a:pt x="208204" y="171057"/>
                </a:cubicBezTo>
                <a:lnTo>
                  <a:pt x="86075" y="180923"/>
                </a:lnTo>
                <a:cubicBezTo>
                  <a:pt x="63581" y="182675"/>
                  <a:pt x="43993" y="185666"/>
                  <a:pt x="27310" y="189895"/>
                </a:cubicBezTo>
                <a:cubicBezTo>
                  <a:pt x="24743" y="175065"/>
                  <a:pt x="20273" y="160482"/>
                  <a:pt x="13901" y="146147"/>
                </a:cubicBezTo>
                <a:cubicBezTo>
                  <a:pt x="22940" y="145685"/>
                  <a:pt x="30393" y="143203"/>
                  <a:pt x="36258" y="138700"/>
                </a:cubicBezTo>
                <a:cubicBezTo>
                  <a:pt x="42123" y="134197"/>
                  <a:pt x="51994" y="123605"/>
                  <a:pt x="65872" y="106924"/>
                </a:cubicBezTo>
                <a:cubicBezTo>
                  <a:pt x="79750" y="90244"/>
                  <a:pt x="90982" y="75888"/>
                  <a:pt x="99569" y="63858"/>
                </a:cubicBezTo>
                <a:cubicBezTo>
                  <a:pt x="61388" y="63858"/>
                  <a:pt x="30889" y="65056"/>
                  <a:pt x="8072" y="67451"/>
                </a:cubicBezTo>
                <a:close/>
                <a:moveTo>
                  <a:pt x="345357" y="1793"/>
                </a:moveTo>
                <a:cubicBezTo>
                  <a:pt x="355758" y="3941"/>
                  <a:pt x="363338" y="5077"/>
                  <a:pt x="368096" y="5201"/>
                </a:cubicBezTo>
                <a:cubicBezTo>
                  <a:pt x="372853" y="5325"/>
                  <a:pt x="378729" y="5387"/>
                  <a:pt x="385723" y="5387"/>
                </a:cubicBezTo>
                <a:cubicBezTo>
                  <a:pt x="392716" y="5387"/>
                  <a:pt x="396213" y="7802"/>
                  <a:pt x="396213" y="12634"/>
                </a:cubicBezTo>
                <a:cubicBezTo>
                  <a:pt x="396213" y="17465"/>
                  <a:pt x="394568" y="20778"/>
                  <a:pt x="391277" y="22571"/>
                </a:cubicBezTo>
                <a:cubicBezTo>
                  <a:pt x="387986" y="24364"/>
                  <a:pt x="386341" y="27334"/>
                  <a:pt x="386341" y="31483"/>
                </a:cubicBezTo>
                <a:lnTo>
                  <a:pt x="386341" y="364724"/>
                </a:lnTo>
                <a:cubicBezTo>
                  <a:pt x="386341" y="376045"/>
                  <a:pt x="384357" y="384896"/>
                  <a:pt x="380390" y="391278"/>
                </a:cubicBezTo>
                <a:cubicBezTo>
                  <a:pt x="376423" y="397659"/>
                  <a:pt x="368773" y="402686"/>
                  <a:pt x="357441" y="406358"/>
                </a:cubicBezTo>
                <a:cubicBezTo>
                  <a:pt x="346108" y="410030"/>
                  <a:pt x="327579" y="413076"/>
                  <a:pt x="301852" y="415495"/>
                </a:cubicBezTo>
                <a:cubicBezTo>
                  <a:pt x="301852" y="400407"/>
                  <a:pt x="296918" y="384503"/>
                  <a:pt x="287050" y="367782"/>
                </a:cubicBezTo>
                <a:cubicBezTo>
                  <a:pt x="307590" y="370778"/>
                  <a:pt x="321737" y="372275"/>
                  <a:pt x="329491" y="372275"/>
                </a:cubicBezTo>
                <a:cubicBezTo>
                  <a:pt x="337244" y="372275"/>
                  <a:pt x="342424" y="371351"/>
                  <a:pt x="345032" y="369504"/>
                </a:cubicBezTo>
                <a:cubicBezTo>
                  <a:pt x="347639" y="367656"/>
                  <a:pt x="348943" y="363074"/>
                  <a:pt x="348943" y="355759"/>
                </a:cubicBezTo>
                <a:lnTo>
                  <a:pt x="348943" y="79917"/>
                </a:lnTo>
                <a:cubicBezTo>
                  <a:pt x="348943" y="49847"/>
                  <a:pt x="347748" y="23805"/>
                  <a:pt x="345357" y="1793"/>
                </a:cubicBezTo>
                <a:close/>
                <a:moveTo>
                  <a:pt x="667107" y="0"/>
                </a:moveTo>
                <a:cubicBezTo>
                  <a:pt x="681156" y="15607"/>
                  <a:pt x="693372" y="32952"/>
                  <a:pt x="703754" y="52035"/>
                </a:cubicBezTo>
                <a:cubicBezTo>
                  <a:pt x="789903" y="52035"/>
                  <a:pt x="841469" y="50537"/>
                  <a:pt x="858452" y="47542"/>
                </a:cubicBezTo>
                <a:lnTo>
                  <a:pt x="858452" y="85389"/>
                </a:lnTo>
                <a:cubicBezTo>
                  <a:pt x="838045" y="83594"/>
                  <a:pt x="797499" y="82696"/>
                  <a:pt x="736815" y="82696"/>
                </a:cubicBezTo>
                <a:lnTo>
                  <a:pt x="548963" y="82696"/>
                </a:lnTo>
                <a:cubicBezTo>
                  <a:pt x="549273" y="107814"/>
                  <a:pt x="549428" y="128266"/>
                  <a:pt x="549428" y="144054"/>
                </a:cubicBezTo>
                <a:cubicBezTo>
                  <a:pt x="549428" y="223516"/>
                  <a:pt x="545786" y="280163"/>
                  <a:pt x="538501" y="313993"/>
                </a:cubicBezTo>
                <a:cubicBezTo>
                  <a:pt x="531217" y="347823"/>
                  <a:pt x="517193" y="381507"/>
                  <a:pt x="496428" y="415045"/>
                </a:cubicBezTo>
                <a:cubicBezTo>
                  <a:pt x="484917" y="408282"/>
                  <a:pt x="472175" y="402927"/>
                  <a:pt x="458202" y="398979"/>
                </a:cubicBezTo>
                <a:cubicBezTo>
                  <a:pt x="478990" y="369970"/>
                  <a:pt x="493531" y="338734"/>
                  <a:pt x="501825" y="305270"/>
                </a:cubicBezTo>
                <a:cubicBezTo>
                  <a:pt x="510119" y="271807"/>
                  <a:pt x="514266" y="228086"/>
                  <a:pt x="514266" y="174108"/>
                </a:cubicBezTo>
                <a:cubicBezTo>
                  <a:pt x="514266" y="139660"/>
                  <a:pt x="512623" y="97472"/>
                  <a:pt x="509337" y="47542"/>
                </a:cubicBezTo>
                <a:cubicBezTo>
                  <a:pt x="525982" y="50537"/>
                  <a:pt x="578007" y="52035"/>
                  <a:pt x="665414" y="52035"/>
                </a:cubicBezTo>
                <a:cubicBezTo>
                  <a:pt x="656393" y="43167"/>
                  <a:pt x="645780" y="31845"/>
                  <a:pt x="633574" y="1806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90E5078-7807-46B0-A9C1-E86BA3DCBB10}"/>
              </a:ext>
            </a:extLst>
          </p:cNvPr>
          <p:cNvSpPr txBox="1"/>
          <p:nvPr/>
        </p:nvSpPr>
        <p:spPr>
          <a:xfrm>
            <a:off x="2865436" y="2024155"/>
            <a:ext cx="2373189" cy="701796"/>
          </a:xfrm>
          <a:custGeom>
            <a:avLst/>
            <a:gdLst/>
            <a:ahLst/>
            <a:cxnLst/>
            <a:rect l="l" t="t" r="r" b="b"/>
            <a:pathLst>
              <a:path w="1317555" h="423567">
                <a:moveTo>
                  <a:pt x="0" y="200482"/>
                </a:moveTo>
                <a:cubicBezTo>
                  <a:pt x="43148" y="203182"/>
                  <a:pt x="111268" y="204533"/>
                  <a:pt x="204361" y="204533"/>
                </a:cubicBezTo>
                <a:cubicBezTo>
                  <a:pt x="297453" y="204533"/>
                  <a:pt x="365440" y="203182"/>
                  <a:pt x="408322" y="200482"/>
                </a:cubicBezTo>
                <a:lnTo>
                  <a:pt x="408322" y="236987"/>
                </a:lnTo>
                <a:cubicBezTo>
                  <a:pt x="358444" y="234596"/>
                  <a:pt x="297149" y="233400"/>
                  <a:pt x="224435" y="233400"/>
                </a:cubicBezTo>
                <a:lnTo>
                  <a:pt x="224435" y="276742"/>
                </a:lnTo>
                <a:cubicBezTo>
                  <a:pt x="288867" y="276742"/>
                  <a:pt x="333120" y="275244"/>
                  <a:pt x="357194" y="272248"/>
                </a:cubicBezTo>
                <a:lnTo>
                  <a:pt x="357194" y="309646"/>
                </a:lnTo>
                <a:cubicBezTo>
                  <a:pt x="333239" y="307855"/>
                  <a:pt x="288986" y="306960"/>
                  <a:pt x="224435" y="306960"/>
                </a:cubicBezTo>
                <a:lnTo>
                  <a:pt x="224435" y="373889"/>
                </a:lnTo>
                <a:cubicBezTo>
                  <a:pt x="241046" y="376699"/>
                  <a:pt x="264833" y="378104"/>
                  <a:pt x="295794" y="378104"/>
                </a:cubicBezTo>
                <a:cubicBezTo>
                  <a:pt x="326755" y="378104"/>
                  <a:pt x="366807" y="376606"/>
                  <a:pt x="415952" y="373611"/>
                </a:cubicBezTo>
                <a:cubicBezTo>
                  <a:pt x="412027" y="383469"/>
                  <a:pt x="409551" y="389943"/>
                  <a:pt x="408522" y="393031"/>
                </a:cubicBezTo>
                <a:cubicBezTo>
                  <a:pt x="407493" y="396120"/>
                  <a:pt x="406979" y="402522"/>
                  <a:pt x="406979" y="412237"/>
                </a:cubicBezTo>
                <a:cubicBezTo>
                  <a:pt x="382400" y="412913"/>
                  <a:pt x="360692" y="413252"/>
                  <a:pt x="341857" y="413252"/>
                </a:cubicBezTo>
                <a:cubicBezTo>
                  <a:pt x="291793" y="413252"/>
                  <a:pt x="251261" y="411211"/>
                  <a:pt x="220259" y="407129"/>
                </a:cubicBezTo>
                <a:cubicBezTo>
                  <a:pt x="189258" y="403048"/>
                  <a:pt x="162995" y="394212"/>
                  <a:pt x="141471" y="380622"/>
                </a:cubicBezTo>
                <a:cubicBezTo>
                  <a:pt x="119947" y="367033"/>
                  <a:pt x="103967" y="352644"/>
                  <a:pt x="93533" y="337456"/>
                </a:cubicBezTo>
                <a:cubicBezTo>
                  <a:pt x="77359" y="367893"/>
                  <a:pt x="57392" y="395702"/>
                  <a:pt x="33632" y="420881"/>
                </a:cubicBezTo>
                <a:cubicBezTo>
                  <a:pt x="24360" y="411708"/>
                  <a:pt x="14497" y="404191"/>
                  <a:pt x="4043" y="398328"/>
                </a:cubicBezTo>
                <a:cubicBezTo>
                  <a:pt x="49110" y="359295"/>
                  <a:pt x="77790" y="310839"/>
                  <a:pt x="90082" y="252960"/>
                </a:cubicBezTo>
                <a:cubicBezTo>
                  <a:pt x="104941" y="259818"/>
                  <a:pt x="116883" y="264554"/>
                  <a:pt x="125908" y="267169"/>
                </a:cubicBezTo>
                <a:cubicBezTo>
                  <a:pt x="130894" y="269164"/>
                  <a:pt x="133388" y="272165"/>
                  <a:pt x="133388" y="276170"/>
                </a:cubicBezTo>
                <a:cubicBezTo>
                  <a:pt x="133388" y="280175"/>
                  <a:pt x="130956" y="283556"/>
                  <a:pt x="126094" y="286311"/>
                </a:cubicBezTo>
                <a:cubicBezTo>
                  <a:pt x="121231" y="289066"/>
                  <a:pt x="115440" y="296992"/>
                  <a:pt x="108720" y="310089"/>
                </a:cubicBezTo>
                <a:cubicBezTo>
                  <a:pt x="130018" y="337644"/>
                  <a:pt x="156271" y="356278"/>
                  <a:pt x="187480" y="365988"/>
                </a:cubicBezTo>
                <a:lnTo>
                  <a:pt x="187480" y="233400"/>
                </a:lnTo>
                <a:cubicBezTo>
                  <a:pt x="112033" y="233400"/>
                  <a:pt x="49539" y="234596"/>
                  <a:pt x="0" y="236987"/>
                </a:cubicBezTo>
                <a:close/>
                <a:moveTo>
                  <a:pt x="112306" y="126651"/>
                </a:moveTo>
                <a:lnTo>
                  <a:pt x="112306" y="155198"/>
                </a:lnTo>
                <a:lnTo>
                  <a:pt x="295122" y="155198"/>
                </a:lnTo>
                <a:lnTo>
                  <a:pt x="295122" y="126651"/>
                </a:lnTo>
                <a:close/>
                <a:moveTo>
                  <a:pt x="1198890" y="84768"/>
                </a:moveTo>
                <a:cubicBezTo>
                  <a:pt x="1213230" y="91664"/>
                  <a:pt x="1224407" y="96448"/>
                  <a:pt x="1232423" y="99119"/>
                </a:cubicBezTo>
                <a:cubicBezTo>
                  <a:pt x="1240438" y="101791"/>
                  <a:pt x="1244446" y="105769"/>
                  <a:pt x="1244446" y="111053"/>
                </a:cubicBezTo>
                <a:cubicBezTo>
                  <a:pt x="1244446" y="116337"/>
                  <a:pt x="1240912" y="119858"/>
                  <a:pt x="1233844" y="121615"/>
                </a:cubicBezTo>
                <a:cubicBezTo>
                  <a:pt x="1232430" y="122010"/>
                  <a:pt x="1229257" y="124331"/>
                  <a:pt x="1224325" y="128577"/>
                </a:cubicBezTo>
                <a:cubicBezTo>
                  <a:pt x="1219394" y="132822"/>
                  <a:pt x="1215037" y="135562"/>
                  <a:pt x="1211256" y="136796"/>
                </a:cubicBezTo>
                <a:cubicBezTo>
                  <a:pt x="1169503" y="198403"/>
                  <a:pt x="1138648" y="241286"/>
                  <a:pt x="1118691" y="265444"/>
                </a:cubicBezTo>
                <a:cubicBezTo>
                  <a:pt x="1098733" y="289602"/>
                  <a:pt x="1075617" y="312801"/>
                  <a:pt x="1049343" y="335042"/>
                </a:cubicBezTo>
                <a:lnTo>
                  <a:pt x="1243374" y="328219"/>
                </a:lnTo>
                <a:cubicBezTo>
                  <a:pt x="1231430" y="312879"/>
                  <a:pt x="1213339" y="290017"/>
                  <a:pt x="1189103" y="259632"/>
                </a:cubicBezTo>
                <a:lnTo>
                  <a:pt x="1215985" y="240401"/>
                </a:lnTo>
                <a:cubicBezTo>
                  <a:pt x="1254418" y="284964"/>
                  <a:pt x="1288275" y="332727"/>
                  <a:pt x="1317555" y="383691"/>
                </a:cubicBezTo>
                <a:lnTo>
                  <a:pt x="1285236" y="399800"/>
                </a:lnTo>
                <a:lnTo>
                  <a:pt x="1261133" y="360781"/>
                </a:lnTo>
                <a:cubicBezTo>
                  <a:pt x="1172013" y="365848"/>
                  <a:pt x="1109293" y="369801"/>
                  <a:pt x="1072974" y="372639"/>
                </a:cubicBezTo>
                <a:cubicBezTo>
                  <a:pt x="1036655" y="375478"/>
                  <a:pt x="1007673" y="379297"/>
                  <a:pt x="986028" y="384098"/>
                </a:cubicBezTo>
                <a:cubicBezTo>
                  <a:pt x="984532" y="370653"/>
                  <a:pt x="981060" y="357999"/>
                  <a:pt x="975612" y="346136"/>
                </a:cubicBezTo>
                <a:cubicBezTo>
                  <a:pt x="988923" y="340683"/>
                  <a:pt x="1001733" y="333194"/>
                  <a:pt x="1014042" y="323669"/>
                </a:cubicBezTo>
                <a:cubicBezTo>
                  <a:pt x="1026351" y="314144"/>
                  <a:pt x="1045231" y="294657"/>
                  <a:pt x="1070685" y="265208"/>
                </a:cubicBezTo>
                <a:cubicBezTo>
                  <a:pt x="1096138" y="235759"/>
                  <a:pt x="1119799" y="205605"/>
                  <a:pt x="1141669" y="174747"/>
                </a:cubicBezTo>
                <a:cubicBezTo>
                  <a:pt x="1163538" y="143888"/>
                  <a:pt x="1182612" y="113895"/>
                  <a:pt x="1198890" y="84768"/>
                </a:cubicBezTo>
                <a:close/>
                <a:moveTo>
                  <a:pt x="112306" y="64308"/>
                </a:moveTo>
                <a:lnTo>
                  <a:pt x="112306" y="97333"/>
                </a:lnTo>
                <a:lnTo>
                  <a:pt x="295122" y="97333"/>
                </a:lnTo>
                <a:lnTo>
                  <a:pt x="295122" y="64308"/>
                </a:lnTo>
                <a:close/>
                <a:moveTo>
                  <a:pt x="72216" y="31397"/>
                </a:moveTo>
                <a:cubicBezTo>
                  <a:pt x="85355" y="33792"/>
                  <a:pt x="128976" y="34990"/>
                  <a:pt x="203078" y="34990"/>
                </a:cubicBezTo>
                <a:cubicBezTo>
                  <a:pt x="277181" y="34990"/>
                  <a:pt x="321225" y="33792"/>
                  <a:pt x="335213" y="31397"/>
                </a:cubicBezTo>
                <a:cubicBezTo>
                  <a:pt x="333422" y="45436"/>
                  <a:pt x="332527" y="61910"/>
                  <a:pt x="332527" y="80817"/>
                </a:cubicBezTo>
                <a:lnTo>
                  <a:pt x="332527" y="139574"/>
                </a:lnTo>
                <a:cubicBezTo>
                  <a:pt x="332527" y="153410"/>
                  <a:pt x="333422" y="168988"/>
                  <a:pt x="335213" y="186309"/>
                </a:cubicBezTo>
                <a:cubicBezTo>
                  <a:pt x="326797" y="184513"/>
                  <a:pt x="282597" y="183616"/>
                  <a:pt x="202611" y="183616"/>
                </a:cubicBezTo>
                <a:cubicBezTo>
                  <a:pt x="122624" y="183616"/>
                  <a:pt x="79159" y="184213"/>
                  <a:pt x="72216" y="185409"/>
                </a:cubicBezTo>
                <a:cubicBezTo>
                  <a:pt x="73711" y="166011"/>
                  <a:pt x="74459" y="150433"/>
                  <a:pt x="74459" y="138674"/>
                </a:cubicBezTo>
                <a:lnTo>
                  <a:pt x="74459" y="79924"/>
                </a:lnTo>
                <a:cubicBezTo>
                  <a:pt x="74459" y="59564"/>
                  <a:pt x="73711" y="43389"/>
                  <a:pt x="72216" y="31397"/>
                </a:cubicBezTo>
                <a:close/>
                <a:moveTo>
                  <a:pt x="704440" y="3586"/>
                </a:moveTo>
                <a:cubicBezTo>
                  <a:pt x="721918" y="6582"/>
                  <a:pt x="735512" y="8079"/>
                  <a:pt x="745220" y="8079"/>
                </a:cubicBezTo>
                <a:cubicBezTo>
                  <a:pt x="754928" y="8079"/>
                  <a:pt x="759783" y="10094"/>
                  <a:pt x="759783" y="14123"/>
                </a:cubicBezTo>
                <a:cubicBezTo>
                  <a:pt x="759783" y="18152"/>
                  <a:pt x="757689" y="21437"/>
                  <a:pt x="753503" y="23978"/>
                </a:cubicBezTo>
                <a:cubicBezTo>
                  <a:pt x="749317" y="26519"/>
                  <a:pt x="747224" y="36645"/>
                  <a:pt x="747224" y="54357"/>
                </a:cubicBezTo>
                <a:lnTo>
                  <a:pt x="747224" y="149361"/>
                </a:lnTo>
                <a:cubicBezTo>
                  <a:pt x="794154" y="149361"/>
                  <a:pt x="837211" y="147864"/>
                  <a:pt x="876397" y="144868"/>
                </a:cubicBezTo>
                <a:lnTo>
                  <a:pt x="876397" y="184066"/>
                </a:lnTo>
                <a:cubicBezTo>
                  <a:pt x="842879" y="181375"/>
                  <a:pt x="799821" y="180030"/>
                  <a:pt x="747224" y="180030"/>
                </a:cubicBezTo>
                <a:lnTo>
                  <a:pt x="747224" y="338264"/>
                </a:lnTo>
                <a:cubicBezTo>
                  <a:pt x="747224" y="361981"/>
                  <a:pt x="748419" y="390415"/>
                  <a:pt x="750810" y="423567"/>
                </a:cubicBezTo>
                <a:lnTo>
                  <a:pt x="706233" y="423567"/>
                </a:lnTo>
                <a:cubicBezTo>
                  <a:pt x="708624" y="395154"/>
                  <a:pt x="709819" y="366720"/>
                  <a:pt x="709819" y="338264"/>
                </a:cubicBezTo>
                <a:lnTo>
                  <a:pt x="709819" y="180030"/>
                </a:lnTo>
                <a:cubicBezTo>
                  <a:pt x="653903" y="180030"/>
                  <a:pt x="609052" y="181375"/>
                  <a:pt x="575267" y="184066"/>
                </a:cubicBezTo>
                <a:lnTo>
                  <a:pt x="575267" y="144868"/>
                </a:lnTo>
                <a:cubicBezTo>
                  <a:pt x="615591" y="147864"/>
                  <a:pt x="660442" y="149361"/>
                  <a:pt x="709819" y="149361"/>
                </a:cubicBezTo>
                <a:lnTo>
                  <a:pt x="709819" y="76781"/>
                </a:lnTo>
                <a:cubicBezTo>
                  <a:pt x="709819" y="46253"/>
                  <a:pt x="708026" y="21855"/>
                  <a:pt x="704440" y="3586"/>
                </a:cubicBezTo>
                <a:close/>
                <a:moveTo>
                  <a:pt x="1112515" y="2693"/>
                </a:moveTo>
                <a:cubicBezTo>
                  <a:pt x="1124383" y="9580"/>
                  <a:pt x="1136289" y="14626"/>
                  <a:pt x="1148234" y="17831"/>
                </a:cubicBezTo>
                <a:cubicBezTo>
                  <a:pt x="1153768" y="19679"/>
                  <a:pt x="1156535" y="22769"/>
                  <a:pt x="1156535" y="27103"/>
                </a:cubicBezTo>
                <a:cubicBezTo>
                  <a:pt x="1156535" y="31437"/>
                  <a:pt x="1154632" y="34421"/>
                  <a:pt x="1150827" y="36054"/>
                </a:cubicBezTo>
                <a:cubicBezTo>
                  <a:pt x="1147022" y="37688"/>
                  <a:pt x="1142682" y="41011"/>
                  <a:pt x="1137807" y="46023"/>
                </a:cubicBezTo>
                <a:cubicBezTo>
                  <a:pt x="1132933" y="51036"/>
                  <a:pt x="1128860" y="56012"/>
                  <a:pt x="1125588" y="60950"/>
                </a:cubicBezTo>
                <a:cubicBezTo>
                  <a:pt x="1097708" y="105094"/>
                  <a:pt x="1073917" y="139349"/>
                  <a:pt x="1054215" y="163717"/>
                </a:cubicBezTo>
                <a:cubicBezTo>
                  <a:pt x="1034512" y="188084"/>
                  <a:pt x="1007671" y="216844"/>
                  <a:pt x="973690" y="249995"/>
                </a:cubicBezTo>
                <a:cubicBezTo>
                  <a:pt x="962713" y="241932"/>
                  <a:pt x="950647" y="235560"/>
                  <a:pt x="937493" y="230879"/>
                </a:cubicBezTo>
                <a:cubicBezTo>
                  <a:pt x="974421" y="199865"/>
                  <a:pt x="1008695" y="164169"/>
                  <a:pt x="1040313" y="123790"/>
                </a:cubicBezTo>
                <a:cubicBezTo>
                  <a:pt x="1071931" y="83411"/>
                  <a:pt x="1095998" y="43046"/>
                  <a:pt x="1112515" y="2693"/>
                </a:cubicBezTo>
                <a:close/>
                <a:moveTo>
                  <a:pt x="554371" y="0"/>
                </a:moveTo>
                <a:cubicBezTo>
                  <a:pt x="570926" y="7067"/>
                  <a:pt x="582987" y="11289"/>
                  <a:pt x="590554" y="12666"/>
                </a:cubicBezTo>
                <a:cubicBezTo>
                  <a:pt x="598122" y="14042"/>
                  <a:pt x="601906" y="17548"/>
                  <a:pt x="601906" y="23185"/>
                </a:cubicBezTo>
                <a:cubicBezTo>
                  <a:pt x="601906" y="28821"/>
                  <a:pt x="599838" y="32069"/>
                  <a:pt x="595701" y="32929"/>
                </a:cubicBezTo>
                <a:cubicBezTo>
                  <a:pt x="591565" y="33789"/>
                  <a:pt x="587287" y="38017"/>
                  <a:pt x="582868" y="45613"/>
                </a:cubicBezTo>
                <a:cubicBezTo>
                  <a:pt x="578448" y="53209"/>
                  <a:pt x="570890" y="68858"/>
                  <a:pt x="560193" y="92561"/>
                </a:cubicBezTo>
                <a:lnTo>
                  <a:pt x="560193" y="422674"/>
                </a:lnTo>
                <a:lnTo>
                  <a:pt x="517860" y="422674"/>
                </a:lnTo>
                <a:cubicBezTo>
                  <a:pt x="521446" y="390313"/>
                  <a:pt x="523239" y="356644"/>
                  <a:pt x="523239" y="321669"/>
                </a:cubicBezTo>
                <a:lnTo>
                  <a:pt x="523239" y="146390"/>
                </a:lnTo>
                <a:cubicBezTo>
                  <a:pt x="514085" y="168783"/>
                  <a:pt x="501055" y="189862"/>
                  <a:pt x="484148" y="209626"/>
                </a:cubicBezTo>
                <a:cubicBezTo>
                  <a:pt x="473966" y="200696"/>
                  <a:pt x="462776" y="194327"/>
                  <a:pt x="450580" y="190517"/>
                </a:cubicBezTo>
                <a:cubicBezTo>
                  <a:pt x="477669" y="162751"/>
                  <a:pt x="501198" y="129122"/>
                  <a:pt x="521167" y="89629"/>
                </a:cubicBezTo>
                <a:cubicBezTo>
                  <a:pt x="541136" y="50136"/>
                  <a:pt x="552204" y="20260"/>
                  <a:pt x="5543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E5E7CC-1EFB-477F-BC1C-562D6B4547AF}"/>
              </a:ext>
            </a:extLst>
          </p:cNvPr>
          <p:cNvSpPr txBox="1"/>
          <p:nvPr/>
        </p:nvSpPr>
        <p:spPr>
          <a:xfrm>
            <a:off x="5369338" y="1998449"/>
            <a:ext cx="2368324" cy="697346"/>
          </a:xfrm>
          <a:custGeom>
            <a:avLst/>
            <a:gdLst/>
            <a:ahLst/>
            <a:cxnLst/>
            <a:rect l="l" t="t" r="r" b="b"/>
            <a:pathLst>
              <a:path w="1314854" h="420881">
                <a:moveTo>
                  <a:pt x="538934" y="147561"/>
                </a:moveTo>
                <a:cubicBezTo>
                  <a:pt x="572066" y="149962"/>
                  <a:pt x="617164" y="151162"/>
                  <a:pt x="674225" y="151162"/>
                </a:cubicBezTo>
                <a:cubicBezTo>
                  <a:pt x="731287" y="151162"/>
                  <a:pt x="776399" y="149962"/>
                  <a:pt x="809560" y="147561"/>
                </a:cubicBezTo>
                <a:lnTo>
                  <a:pt x="809560" y="184959"/>
                </a:lnTo>
                <a:cubicBezTo>
                  <a:pt x="777847" y="182868"/>
                  <a:pt x="739275" y="181823"/>
                  <a:pt x="693846" y="181823"/>
                </a:cubicBezTo>
                <a:lnTo>
                  <a:pt x="693846" y="248488"/>
                </a:lnTo>
                <a:cubicBezTo>
                  <a:pt x="767746" y="248488"/>
                  <a:pt x="816933" y="247288"/>
                  <a:pt x="841407" y="244888"/>
                </a:cubicBezTo>
                <a:lnTo>
                  <a:pt x="841407" y="281842"/>
                </a:lnTo>
                <a:cubicBezTo>
                  <a:pt x="821562" y="280047"/>
                  <a:pt x="772375" y="279149"/>
                  <a:pt x="693846" y="279149"/>
                </a:cubicBezTo>
                <a:lnTo>
                  <a:pt x="693846" y="360824"/>
                </a:lnTo>
                <a:cubicBezTo>
                  <a:pt x="712781" y="363676"/>
                  <a:pt x="735234" y="365103"/>
                  <a:pt x="761204" y="365103"/>
                </a:cubicBezTo>
                <a:cubicBezTo>
                  <a:pt x="787174" y="365103"/>
                  <a:pt x="827065" y="363155"/>
                  <a:pt x="880876" y="359259"/>
                </a:cubicBezTo>
                <a:cubicBezTo>
                  <a:pt x="875385" y="374523"/>
                  <a:pt x="871925" y="388763"/>
                  <a:pt x="870496" y="401979"/>
                </a:cubicBezTo>
                <a:cubicBezTo>
                  <a:pt x="848056" y="402322"/>
                  <a:pt x="828910" y="402493"/>
                  <a:pt x="813061" y="402493"/>
                </a:cubicBezTo>
                <a:cubicBezTo>
                  <a:pt x="757911" y="402493"/>
                  <a:pt x="715787" y="400458"/>
                  <a:pt x="686688" y="396389"/>
                </a:cubicBezTo>
                <a:cubicBezTo>
                  <a:pt x="657589" y="392319"/>
                  <a:pt x="632766" y="384917"/>
                  <a:pt x="612218" y="374182"/>
                </a:cubicBezTo>
                <a:cubicBezTo>
                  <a:pt x="591670" y="363448"/>
                  <a:pt x="574271" y="347917"/>
                  <a:pt x="560022" y="327591"/>
                </a:cubicBezTo>
                <a:cubicBezTo>
                  <a:pt x="543920" y="361505"/>
                  <a:pt x="520812" y="391406"/>
                  <a:pt x="490699" y="417295"/>
                </a:cubicBezTo>
                <a:cubicBezTo>
                  <a:pt x="482946" y="407799"/>
                  <a:pt x="472113" y="399840"/>
                  <a:pt x="458202" y="393421"/>
                </a:cubicBezTo>
                <a:cubicBezTo>
                  <a:pt x="517810" y="351020"/>
                  <a:pt x="550864" y="292689"/>
                  <a:pt x="557364" y="218427"/>
                </a:cubicBezTo>
                <a:cubicBezTo>
                  <a:pt x="571633" y="223014"/>
                  <a:pt x="583370" y="225733"/>
                  <a:pt x="592576" y="226585"/>
                </a:cubicBezTo>
                <a:cubicBezTo>
                  <a:pt x="601782" y="227438"/>
                  <a:pt x="606385" y="229786"/>
                  <a:pt x="606385" y="233629"/>
                </a:cubicBezTo>
                <a:cubicBezTo>
                  <a:pt x="606385" y="237473"/>
                  <a:pt x="603920" y="240963"/>
                  <a:pt x="598991" y="244102"/>
                </a:cubicBezTo>
                <a:cubicBezTo>
                  <a:pt x="593262" y="247336"/>
                  <a:pt x="587602" y="258220"/>
                  <a:pt x="582010" y="276756"/>
                </a:cubicBezTo>
                <a:cubicBezTo>
                  <a:pt x="579829" y="284395"/>
                  <a:pt x="577338" y="291308"/>
                  <a:pt x="574538" y="297494"/>
                </a:cubicBezTo>
                <a:cubicBezTo>
                  <a:pt x="596369" y="327384"/>
                  <a:pt x="623970" y="346477"/>
                  <a:pt x="657341" y="354773"/>
                </a:cubicBezTo>
                <a:lnTo>
                  <a:pt x="657341" y="181823"/>
                </a:lnTo>
                <a:cubicBezTo>
                  <a:pt x="610645" y="181823"/>
                  <a:pt x="571176" y="182868"/>
                  <a:pt x="538934" y="184959"/>
                </a:cubicBezTo>
                <a:close/>
                <a:moveTo>
                  <a:pt x="257617" y="119929"/>
                </a:moveTo>
                <a:cubicBezTo>
                  <a:pt x="257617" y="143213"/>
                  <a:pt x="255972" y="173207"/>
                  <a:pt x="252681" y="209912"/>
                </a:cubicBezTo>
                <a:lnTo>
                  <a:pt x="325362" y="209912"/>
                </a:lnTo>
                <a:lnTo>
                  <a:pt x="330105" y="119929"/>
                </a:lnTo>
                <a:close/>
                <a:moveTo>
                  <a:pt x="33018" y="42612"/>
                </a:moveTo>
                <a:cubicBezTo>
                  <a:pt x="63374" y="62820"/>
                  <a:pt x="91147" y="87537"/>
                  <a:pt x="116336" y="116765"/>
                </a:cubicBezTo>
                <a:lnTo>
                  <a:pt x="89096" y="141010"/>
                </a:lnTo>
                <a:cubicBezTo>
                  <a:pt x="69413" y="115341"/>
                  <a:pt x="43300" y="90949"/>
                  <a:pt x="10758" y="67837"/>
                </a:cubicBezTo>
                <a:close/>
                <a:moveTo>
                  <a:pt x="1314854" y="32740"/>
                </a:moveTo>
                <a:lnTo>
                  <a:pt x="1314854" y="67966"/>
                </a:lnTo>
                <a:cubicBezTo>
                  <a:pt x="1303029" y="69042"/>
                  <a:pt x="1285695" y="78000"/>
                  <a:pt x="1262852" y="94840"/>
                </a:cubicBezTo>
                <a:cubicBezTo>
                  <a:pt x="1240008" y="111681"/>
                  <a:pt x="1207110" y="137341"/>
                  <a:pt x="1164157" y="171821"/>
                </a:cubicBezTo>
                <a:lnTo>
                  <a:pt x="1164157" y="371904"/>
                </a:lnTo>
                <a:cubicBezTo>
                  <a:pt x="1164157" y="383991"/>
                  <a:pt x="1161669" y="393381"/>
                  <a:pt x="1156692" y="400075"/>
                </a:cubicBezTo>
                <a:cubicBezTo>
                  <a:pt x="1151715" y="406769"/>
                  <a:pt x="1142328" y="411685"/>
                  <a:pt x="1128531" y="414823"/>
                </a:cubicBezTo>
                <a:cubicBezTo>
                  <a:pt x="1114734" y="417962"/>
                  <a:pt x="1092315" y="419681"/>
                  <a:pt x="1061273" y="419981"/>
                </a:cubicBezTo>
                <a:cubicBezTo>
                  <a:pt x="1062768" y="404322"/>
                  <a:pt x="1059480" y="390211"/>
                  <a:pt x="1051407" y="377647"/>
                </a:cubicBezTo>
                <a:cubicBezTo>
                  <a:pt x="1072824" y="380643"/>
                  <a:pt x="1088573" y="382141"/>
                  <a:pt x="1098652" y="382141"/>
                </a:cubicBezTo>
                <a:cubicBezTo>
                  <a:pt x="1108732" y="382141"/>
                  <a:pt x="1116010" y="380689"/>
                  <a:pt x="1120487" y="377786"/>
                </a:cubicBezTo>
                <a:cubicBezTo>
                  <a:pt x="1124964" y="374884"/>
                  <a:pt x="1127202" y="367241"/>
                  <a:pt x="1127202" y="354859"/>
                </a:cubicBezTo>
                <a:lnTo>
                  <a:pt x="1127202" y="153141"/>
                </a:lnTo>
                <a:cubicBezTo>
                  <a:pt x="1163316" y="130604"/>
                  <a:pt x="1203236" y="102639"/>
                  <a:pt x="1246960" y="69244"/>
                </a:cubicBezTo>
                <a:cubicBezTo>
                  <a:pt x="1174704" y="69244"/>
                  <a:pt x="1119448" y="69692"/>
                  <a:pt x="1081193" y="70587"/>
                </a:cubicBezTo>
                <a:cubicBezTo>
                  <a:pt x="1042938" y="71483"/>
                  <a:pt x="1006247" y="73876"/>
                  <a:pt x="971119" y="77767"/>
                </a:cubicBezTo>
                <a:lnTo>
                  <a:pt x="971119" y="33190"/>
                </a:lnTo>
                <a:cubicBezTo>
                  <a:pt x="1005189" y="35885"/>
                  <a:pt x="1064622" y="37233"/>
                  <a:pt x="1149416" y="37233"/>
                </a:cubicBezTo>
                <a:cubicBezTo>
                  <a:pt x="1234210" y="37233"/>
                  <a:pt x="1289356" y="35735"/>
                  <a:pt x="1314854" y="32740"/>
                </a:cubicBezTo>
                <a:close/>
                <a:moveTo>
                  <a:pt x="217977" y="450"/>
                </a:moveTo>
                <a:cubicBezTo>
                  <a:pt x="229335" y="2550"/>
                  <a:pt x="237736" y="3600"/>
                  <a:pt x="243180" y="3600"/>
                </a:cubicBezTo>
                <a:cubicBezTo>
                  <a:pt x="260877" y="3600"/>
                  <a:pt x="269726" y="5794"/>
                  <a:pt x="269726" y="10180"/>
                </a:cubicBezTo>
                <a:cubicBezTo>
                  <a:pt x="269726" y="14566"/>
                  <a:pt x="267242" y="18621"/>
                  <a:pt x="262275" y="22346"/>
                </a:cubicBezTo>
                <a:cubicBezTo>
                  <a:pt x="259170" y="25041"/>
                  <a:pt x="257617" y="47199"/>
                  <a:pt x="257617" y="88818"/>
                </a:cubicBezTo>
                <a:cubicBezTo>
                  <a:pt x="309329" y="88818"/>
                  <a:pt x="346107" y="87170"/>
                  <a:pt x="367953" y="83875"/>
                </a:cubicBezTo>
                <a:lnTo>
                  <a:pt x="360773" y="209912"/>
                </a:lnTo>
                <a:cubicBezTo>
                  <a:pt x="376970" y="209912"/>
                  <a:pt x="394163" y="208264"/>
                  <a:pt x="412351" y="204968"/>
                </a:cubicBezTo>
                <a:lnTo>
                  <a:pt x="412351" y="244616"/>
                </a:lnTo>
                <a:cubicBezTo>
                  <a:pt x="382314" y="241625"/>
                  <a:pt x="337613" y="240130"/>
                  <a:pt x="278249" y="240130"/>
                </a:cubicBezTo>
                <a:cubicBezTo>
                  <a:pt x="305990" y="302438"/>
                  <a:pt x="352036" y="349536"/>
                  <a:pt x="416387" y="381426"/>
                </a:cubicBezTo>
                <a:cubicBezTo>
                  <a:pt x="406062" y="390099"/>
                  <a:pt x="397485" y="400410"/>
                  <a:pt x="390655" y="412359"/>
                </a:cubicBezTo>
                <a:cubicBezTo>
                  <a:pt x="319023" y="368272"/>
                  <a:pt x="272007" y="310863"/>
                  <a:pt x="249609" y="240130"/>
                </a:cubicBezTo>
                <a:lnTo>
                  <a:pt x="249295" y="240130"/>
                </a:lnTo>
                <a:cubicBezTo>
                  <a:pt x="243628" y="274415"/>
                  <a:pt x="231056" y="305711"/>
                  <a:pt x="211580" y="334017"/>
                </a:cubicBezTo>
                <a:cubicBezTo>
                  <a:pt x="192103" y="362323"/>
                  <a:pt x="161363" y="391277"/>
                  <a:pt x="119357" y="420881"/>
                </a:cubicBezTo>
                <a:cubicBezTo>
                  <a:pt x="110575" y="410818"/>
                  <a:pt x="99493" y="402441"/>
                  <a:pt x="86110" y="395749"/>
                </a:cubicBezTo>
                <a:cubicBezTo>
                  <a:pt x="125882" y="370970"/>
                  <a:pt x="155524" y="346403"/>
                  <a:pt x="175036" y="322047"/>
                </a:cubicBezTo>
                <a:cubicBezTo>
                  <a:pt x="194548" y="297692"/>
                  <a:pt x="207366" y="270386"/>
                  <a:pt x="213491" y="240130"/>
                </a:cubicBezTo>
                <a:cubicBezTo>
                  <a:pt x="175319" y="240721"/>
                  <a:pt x="142277" y="242216"/>
                  <a:pt x="114364" y="244616"/>
                </a:cubicBezTo>
                <a:lnTo>
                  <a:pt x="114364" y="215537"/>
                </a:lnTo>
                <a:lnTo>
                  <a:pt x="37876" y="360331"/>
                </a:lnTo>
                <a:cubicBezTo>
                  <a:pt x="27513" y="353368"/>
                  <a:pt x="14887" y="346655"/>
                  <a:pt x="0" y="340192"/>
                </a:cubicBezTo>
                <a:cubicBezTo>
                  <a:pt x="37633" y="298140"/>
                  <a:pt x="65153" y="247683"/>
                  <a:pt x="82560" y="188824"/>
                </a:cubicBezTo>
                <a:cubicBezTo>
                  <a:pt x="87961" y="193088"/>
                  <a:pt x="93587" y="196924"/>
                  <a:pt x="99441" y="200330"/>
                </a:cubicBezTo>
                <a:lnTo>
                  <a:pt x="114364" y="207639"/>
                </a:lnTo>
                <a:lnTo>
                  <a:pt x="114364" y="204968"/>
                </a:lnTo>
                <a:cubicBezTo>
                  <a:pt x="143429" y="207716"/>
                  <a:pt x="177631" y="209367"/>
                  <a:pt x="216970" y="209919"/>
                </a:cubicBezTo>
                <a:cubicBezTo>
                  <a:pt x="219732" y="179534"/>
                  <a:pt x="221263" y="149538"/>
                  <a:pt x="221563" y="119929"/>
                </a:cubicBezTo>
                <a:cubicBezTo>
                  <a:pt x="180596" y="119929"/>
                  <a:pt x="150247" y="120677"/>
                  <a:pt x="130516" y="122172"/>
                </a:cubicBezTo>
                <a:lnTo>
                  <a:pt x="130516" y="83875"/>
                </a:lnTo>
                <a:cubicBezTo>
                  <a:pt x="152609" y="87170"/>
                  <a:pt x="182808" y="88818"/>
                  <a:pt x="221113" y="88818"/>
                </a:cubicBezTo>
                <a:cubicBezTo>
                  <a:pt x="221113" y="63991"/>
                  <a:pt x="220068" y="34535"/>
                  <a:pt x="217977" y="450"/>
                </a:cubicBezTo>
                <a:close/>
                <a:moveTo>
                  <a:pt x="660977" y="0"/>
                </a:moveTo>
                <a:cubicBezTo>
                  <a:pt x="674417" y="16083"/>
                  <a:pt x="686362" y="36116"/>
                  <a:pt x="696810" y="60100"/>
                </a:cubicBezTo>
                <a:cubicBezTo>
                  <a:pt x="772434" y="60105"/>
                  <a:pt x="825117" y="58760"/>
                  <a:pt x="854859" y="56064"/>
                </a:cubicBezTo>
                <a:lnTo>
                  <a:pt x="854859" y="156255"/>
                </a:lnTo>
                <a:lnTo>
                  <a:pt x="818804" y="156255"/>
                </a:lnTo>
                <a:lnTo>
                  <a:pt x="818804" y="92119"/>
                </a:lnTo>
                <a:lnTo>
                  <a:pt x="523853" y="92119"/>
                </a:lnTo>
                <a:lnTo>
                  <a:pt x="523853" y="157605"/>
                </a:lnTo>
                <a:lnTo>
                  <a:pt x="488249" y="157605"/>
                </a:lnTo>
                <a:lnTo>
                  <a:pt x="488249" y="56064"/>
                </a:lnTo>
                <a:cubicBezTo>
                  <a:pt x="517471" y="59060"/>
                  <a:pt x="574283" y="60558"/>
                  <a:pt x="658684" y="60558"/>
                </a:cubicBezTo>
                <a:cubicBezTo>
                  <a:pt x="650817" y="48713"/>
                  <a:pt x="639456" y="34680"/>
                  <a:pt x="624601" y="184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F066F1B-36EE-4DA1-BD88-76ECC2925AEB}"/>
              </a:ext>
            </a:extLst>
          </p:cNvPr>
          <p:cNvSpPr txBox="1"/>
          <p:nvPr/>
        </p:nvSpPr>
        <p:spPr>
          <a:xfrm>
            <a:off x="7804197" y="1998449"/>
            <a:ext cx="2396621" cy="703288"/>
          </a:xfrm>
          <a:custGeom>
            <a:avLst/>
            <a:gdLst/>
            <a:ahLst/>
            <a:cxnLst/>
            <a:rect l="l" t="t" r="r" b="b"/>
            <a:pathLst>
              <a:path w="1330564" h="424467">
                <a:moveTo>
                  <a:pt x="0" y="333249"/>
                </a:moveTo>
                <a:cubicBezTo>
                  <a:pt x="42267" y="335944"/>
                  <a:pt x="106324" y="337292"/>
                  <a:pt x="192170" y="337292"/>
                </a:cubicBezTo>
                <a:cubicBezTo>
                  <a:pt x="278017" y="337292"/>
                  <a:pt x="347079" y="335944"/>
                  <a:pt x="399357" y="333249"/>
                </a:cubicBezTo>
                <a:lnTo>
                  <a:pt x="399357" y="374682"/>
                </a:lnTo>
                <a:cubicBezTo>
                  <a:pt x="351841" y="371692"/>
                  <a:pt x="285127" y="370196"/>
                  <a:pt x="199214" y="370196"/>
                </a:cubicBezTo>
                <a:cubicBezTo>
                  <a:pt x="113301" y="370196"/>
                  <a:pt x="46896" y="371692"/>
                  <a:pt x="0" y="374682"/>
                </a:cubicBezTo>
                <a:close/>
                <a:moveTo>
                  <a:pt x="1039928" y="325798"/>
                </a:moveTo>
                <a:lnTo>
                  <a:pt x="1039928" y="363302"/>
                </a:lnTo>
                <a:lnTo>
                  <a:pt x="1241581" y="363302"/>
                </a:lnTo>
                <a:lnTo>
                  <a:pt x="1241581" y="325798"/>
                </a:lnTo>
                <a:close/>
                <a:moveTo>
                  <a:pt x="1039928" y="212319"/>
                </a:moveTo>
                <a:lnTo>
                  <a:pt x="1039928" y="242209"/>
                </a:lnTo>
                <a:lnTo>
                  <a:pt x="1218707" y="242209"/>
                </a:lnTo>
                <a:lnTo>
                  <a:pt x="1218707" y="212319"/>
                </a:lnTo>
                <a:close/>
                <a:moveTo>
                  <a:pt x="1000730" y="179858"/>
                </a:moveTo>
                <a:cubicBezTo>
                  <a:pt x="1040968" y="181358"/>
                  <a:pt x="1084865" y="182108"/>
                  <a:pt x="1132421" y="182108"/>
                </a:cubicBezTo>
                <a:cubicBezTo>
                  <a:pt x="1179977" y="182108"/>
                  <a:pt x="1221205" y="181358"/>
                  <a:pt x="1256105" y="179858"/>
                </a:cubicBezTo>
                <a:cubicBezTo>
                  <a:pt x="1254314" y="194446"/>
                  <a:pt x="1253419" y="210876"/>
                  <a:pt x="1253419" y="229150"/>
                </a:cubicBezTo>
                <a:cubicBezTo>
                  <a:pt x="1253419" y="247424"/>
                  <a:pt x="1254314" y="262447"/>
                  <a:pt x="1256105" y="274220"/>
                </a:cubicBezTo>
                <a:cubicBezTo>
                  <a:pt x="1225977" y="272724"/>
                  <a:pt x="1187527" y="271977"/>
                  <a:pt x="1140754" y="271977"/>
                </a:cubicBezTo>
                <a:lnTo>
                  <a:pt x="1039928" y="271977"/>
                </a:lnTo>
                <a:lnTo>
                  <a:pt x="1039928" y="296030"/>
                </a:lnTo>
                <a:lnTo>
                  <a:pt x="1143448" y="296030"/>
                </a:lnTo>
                <a:cubicBezTo>
                  <a:pt x="1187739" y="296030"/>
                  <a:pt x="1233366" y="295280"/>
                  <a:pt x="1280329" y="293779"/>
                </a:cubicBezTo>
                <a:cubicBezTo>
                  <a:pt x="1278834" y="302114"/>
                  <a:pt x="1278086" y="313803"/>
                  <a:pt x="1278086" y="328848"/>
                </a:cubicBezTo>
                <a:lnTo>
                  <a:pt x="1278086" y="377740"/>
                </a:lnTo>
                <a:cubicBezTo>
                  <a:pt x="1278086" y="388898"/>
                  <a:pt x="1279131" y="402083"/>
                  <a:pt x="1281222" y="417295"/>
                </a:cubicBezTo>
                <a:lnTo>
                  <a:pt x="1241581" y="417295"/>
                </a:lnTo>
                <a:lnTo>
                  <a:pt x="1241581" y="393971"/>
                </a:lnTo>
                <a:lnTo>
                  <a:pt x="1039928" y="393971"/>
                </a:lnTo>
                <a:cubicBezTo>
                  <a:pt x="1040461" y="404229"/>
                  <a:pt x="1041206" y="414395"/>
                  <a:pt x="1042164" y="424467"/>
                </a:cubicBezTo>
                <a:lnTo>
                  <a:pt x="999830" y="424467"/>
                </a:lnTo>
                <a:cubicBezTo>
                  <a:pt x="1002225" y="406055"/>
                  <a:pt x="1003423" y="391225"/>
                  <a:pt x="1003423" y="379976"/>
                </a:cubicBezTo>
                <a:lnTo>
                  <a:pt x="1003423" y="228378"/>
                </a:lnTo>
                <a:cubicBezTo>
                  <a:pt x="1003423" y="206823"/>
                  <a:pt x="1002525" y="190650"/>
                  <a:pt x="1000730" y="179858"/>
                </a:cubicBezTo>
                <a:close/>
                <a:moveTo>
                  <a:pt x="691582" y="68351"/>
                </a:moveTo>
                <a:cubicBezTo>
                  <a:pt x="691142" y="129941"/>
                  <a:pt x="689250" y="178181"/>
                  <a:pt x="685906" y="213070"/>
                </a:cubicBezTo>
                <a:lnTo>
                  <a:pt x="685027" y="221072"/>
                </a:lnTo>
                <a:lnTo>
                  <a:pt x="714192" y="207662"/>
                </a:lnTo>
                <a:cubicBezTo>
                  <a:pt x="728084" y="241423"/>
                  <a:pt x="745855" y="272222"/>
                  <a:pt x="767505" y="300059"/>
                </a:cubicBezTo>
                <a:cubicBezTo>
                  <a:pt x="785946" y="273427"/>
                  <a:pt x="798264" y="238949"/>
                  <a:pt x="804460" y="196624"/>
                </a:cubicBezTo>
                <a:lnTo>
                  <a:pt x="765977" y="196624"/>
                </a:lnTo>
                <a:cubicBezTo>
                  <a:pt x="758376" y="196624"/>
                  <a:pt x="747581" y="197522"/>
                  <a:pt x="733594" y="199318"/>
                </a:cubicBezTo>
                <a:lnTo>
                  <a:pt x="780236" y="68351"/>
                </a:lnTo>
                <a:close/>
                <a:moveTo>
                  <a:pt x="30504" y="66830"/>
                </a:moveTo>
                <a:cubicBezTo>
                  <a:pt x="71585" y="69525"/>
                  <a:pt x="126309" y="70873"/>
                  <a:pt x="194674" y="70873"/>
                </a:cubicBezTo>
                <a:cubicBezTo>
                  <a:pt x="263040" y="70873"/>
                  <a:pt x="317511" y="69525"/>
                  <a:pt x="358087" y="66830"/>
                </a:cubicBezTo>
                <a:lnTo>
                  <a:pt x="358087" y="106027"/>
                </a:lnTo>
                <a:cubicBezTo>
                  <a:pt x="319573" y="104232"/>
                  <a:pt x="268093" y="103334"/>
                  <a:pt x="203647" y="103334"/>
                </a:cubicBezTo>
                <a:cubicBezTo>
                  <a:pt x="139201" y="103334"/>
                  <a:pt x="81486" y="104232"/>
                  <a:pt x="30504" y="106027"/>
                </a:cubicBezTo>
                <a:close/>
                <a:moveTo>
                  <a:pt x="526832" y="1793"/>
                </a:moveTo>
                <a:cubicBezTo>
                  <a:pt x="537667" y="4265"/>
                  <a:pt x="544660" y="5706"/>
                  <a:pt x="547810" y="6118"/>
                </a:cubicBezTo>
                <a:cubicBezTo>
                  <a:pt x="550960" y="6530"/>
                  <a:pt x="556578" y="6736"/>
                  <a:pt x="564662" y="6736"/>
                </a:cubicBezTo>
                <a:cubicBezTo>
                  <a:pt x="572746" y="6736"/>
                  <a:pt x="576789" y="8729"/>
                  <a:pt x="576789" y="12716"/>
                </a:cubicBezTo>
                <a:cubicBezTo>
                  <a:pt x="576789" y="16702"/>
                  <a:pt x="575146" y="20175"/>
                  <a:pt x="571860" y="23135"/>
                </a:cubicBezTo>
                <a:cubicBezTo>
                  <a:pt x="568573" y="26095"/>
                  <a:pt x="566330" y="28832"/>
                  <a:pt x="565130" y="31347"/>
                </a:cubicBezTo>
                <a:cubicBezTo>
                  <a:pt x="563930" y="33861"/>
                  <a:pt x="563330" y="35850"/>
                  <a:pt x="563330" y="37312"/>
                </a:cubicBezTo>
                <a:lnTo>
                  <a:pt x="563330" y="99598"/>
                </a:lnTo>
                <a:cubicBezTo>
                  <a:pt x="588433" y="99336"/>
                  <a:pt x="609364" y="97981"/>
                  <a:pt x="626123" y="95533"/>
                </a:cubicBezTo>
                <a:lnTo>
                  <a:pt x="626123" y="134731"/>
                </a:lnTo>
                <a:cubicBezTo>
                  <a:pt x="605335" y="132631"/>
                  <a:pt x="584404" y="131433"/>
                  <a:pt x="563330" y="131138"/>
                </a:cubicBezTo>
                <a:lnTo>
                  <a:pt x="563330" y="152162"/>
                </a:lnTo>
                <a:cubicBezTo>
                  <a:pt x="586871" y="179236"/>
                  <a:pt x="609147" y="208366"/>
                  <a:pt x="630160" y="239551"/>
                </a:cubicBezTo>
                <a:lnTo>
                  <a:pt x="598184" y="259861"/>
                </a:lnTo>
                <a:cubicBezTo>
                  <a:pt x="586054" y="236372"/>
                  <a:pt x="574436" y="212753"/>
                  <a:pt x="563330" y="189002"/>
                </a:cubicBezTo>
                <a:lnTo>
                  <a:pt x="563330" y="335127"/>
                </a:lnTo>
                <a:cubicBezTo>
                  <a:pt x="563330" y="346615"/>
                  <a:pt x="563704" y="359542"/>
                  <a:pt x="564451" y="373909"/>
                </a:cubicBezTo>
                <a:lnTo>
                  <a:pt x="564461" y="374059"/>
                </a:lnTo>
                <a:lnTo>
                  <a:pt x="614368" y="324155"/>
                </a:lnTo>
                <a:cubicBezTo>
                  <a:pt x="627415" y="306298"/>
                  <a:pt x="636739" y="287352"/>
                  <a:pt x="642340" y="267319"/>
                </a:cubicBezTo>
                <a:cubicBezTo>
                  <a:pt x="653541" y="227252"/>
                  <a:pt x="658273" y="160929"/>
                  <a:pt x="656534" y="68351"/>
                </a:cubicBezTo>
                <a:cubicBezTo>
                  <a:pt x="635784" y="68351"/>
                  <a:pt x="619908" y="68949"/>
                  <a:pt x="608907" y="70144"/>
                </a:cubicBezTo>
                <a:lnTo>
                  <a:pt x="608907" y="34540"/>
                </a:lnTo>
                <a:cubicBezTo>
                  <a:pt x="632905" y="36635"/>
                  <a:pt x="666324" y="37683"/>
                  <a:pt x="709162" y="37683"/>
                </a:cubicBezTo>
                <a:cubicBezTo>
                  <a:pt x="752001" y="37683"/>
                  <a:pt x="791299" y="35290"/>
                  <a:pt x="827056" y="30504"/>
                </a:cubicBezTo>
                <a:lnTo>
                  <a:pt x="777721" y="166406"/>
                </a:lnTo>
                <a:lnTo>
                  <a:pt x="812618" y="166406"/>
                </a:lnTo>
                <a:cubicBezTo>
                  <a:pt x="820486" y="166406"/>
                  <a:pt x="831728" y="165359"/>
                  <a:pt x="846344" y="163263"/>
                </a:cubicBezTo>
                <a:cubicBezTo>
                  <a:pt x="836957" y="211045"/>
                  <a:pt x="828075" y="246053"/>
                  <a:pt x="819698" y="268287"/>
                </a:cubicBezTo>
                <a:cubicBezTo>
                  <a:pt x="811320" y="290521"/>
                  <a:pt x="801067" y="308917"/>
                  <a:pt x="788937" y="323476"/>
                </a:cubicBezTo>
                <a:cubicBezTo>
                  <a:pt x="801471" y="336497"/>
                  <a:pt x="813729" y="347318"/>
                  <a:pt x="825709" y="355941"/>
                </a:cubicBezTo>
                <a:cubicBezTo>
                  <a:pt x="837689" y="364563"/>
                  <a:pt x="855481" y="374642"/>
                  <a:pt x="879084" y="386177"/>
                </a:cubicBezTo>
                <a:cubicBezTo>
                  <a:pt x="868806" y="394944"/>
                  <a:pt x="860624" y="405167"/>
                  <a:pt x="854538" y="416845"/>
                </a:cubicBezTo>
                <a:cubicBezTo>
                  <a:pt x="821291" y="399776"/>
                  <a:pt x="792573" y="376602"/>
                  <a:pt x="768384" y="347322"/>
                </a:cubicBezTo>
                <a:cubicBezTo>
                  <a:pt x="740395" y="376787"/>
                  <a:pt x="699685" y="401607"/>
                  <a:pt x="646254" y="421781"/>
                </a:cubicBezTo>
                <a:cubicBezTo>
                  <a:pt x="641068" y="408894"/>
                  <a:pt x="632955" y="397985"/>
                  <a:pt x="621916" y="389056"/>
                </a:cubicBezTo>
                <a:cubicBezTo>
                  <a:pt x="653224" y="379631"/>
                  <a:pt x="677930" y="370062"/>
                  <a:pt x="696032" y="360348"/>
                </a:cubicBezTo>
                <a:cubicBezTo>
                  <a:pt x="714134" y="350635"/>
                  <a:pt x="731139" y="338187"/>
                  <a:pt x="747046" y="323004"/>
                </a:cubicBezTo>
                <a:cubicBezTo>
                  <a:pt x="731008" y="304984"/>
                  <a:pt x="714721" y="281665"/>
                  <a:pt x="698185" y="253048"/>
                </a:cubicBezTo>
                <a:lnTo>
                  <a:pt x="684303" y="227667"/>
                </a:lnTo>
                <a:lnTo>
                  <a:pt x="684112" y="229402"/>
                </a:lnTo>
                <a:cubicBezTo>
                  <a:pt x="683474" y="234475"/>
                  <a:pt x="682796" y="239177"/>
                  <a:pt x="682077" y="243509"/>
                </a:cubicBezTo>
                <a:cubicBezTo>
                  <a:pt x="676326" y="278161"/>
                  <a:pt x="667349" y="305936"/>
                  <a:pt x="655145" y="326834"/>
                </a:cubicBezTo>
                <a:cubicBezTo>
                  <a:pt x="642941" y="347731"/>
                  <a:pt x="623311" y="370858"/>
                  <a:pt x="596255" y="396214"/>
                </a:cubicBezTo>
                <a:cubicBezTo>
                  <a:pt x="592483" y="391789"/>
                  <a:pt x="587914" y="387764"/>
                  <a:pt x="582548" y="384139"/>
                </a:cubicBezTo>
                <a:lnTo>
                  <a:pt x="564500" y="374692"/>
                </a:lnTo>
                <a:lnTo>
                  <a:pt x="565853" y="396540"/>
                </a:lnTo>
                <a:cubicBezTo>
                  <a:pt x="566414" y="404444"/>
                  <a:pt x="567068" y="412707"/>
                  <a:pt x="567816" y="421331"/>
                </a:cubicBezTo>
                <a:lnTo>
                  <a:pt x="524589" y="421331"/>
                </a:lnTo>
                <a:cubicBezTo>
                  <a:pt x="527575" y="386336"/>
                  <a:pt x="529068" y="357602"/>
                  <a:pt x="529068" y="335127"/>
                </a:cubicBezTo>
                <a:lnTo>
                  <a:pt x="529068" y="196624"/>
                </a:lnTo>
                <a:cubicBezTo>
                  <a:pt x="522315" y="237996"/>
                  <a:pt x="504611" y="279111"/>
                  <a:pt x="475955" y="319968"/>
                </a:cubicBezTo>
                <a:cubicBezTo>
                  <a:pt x="468644" y="310167"/>
                  <a:pt x="459141" y="302783"/>
                  <a:pt x="447444" y="297816"/>
                </a:cubicBezTo>
                <a:cubicBezTo>
                  <a:pt x="471383" y="268483"/>
                  <a:pt x="492672" y="229250"/>
                  <a:pt x="511312" y="180115"/>
                </a:cubicBezTo>
                <a:lnTo>
                  <a:pt x="527877" y="131198"/>
                </a:lnTo>
                <a:lnTo>
                  <a:pt x="458653" y="134731"/>
                </a:lnTo>
                <a:lnTo>
                  <a:pt x="458653" y="95533"/>
                </a:lnTo>
                <a:cubicBezTo>
                  <a:pt x="479712" y="98234"/>
                  <a:pt x="503184" y="99584"/>
                  <a:pt x="529068" y="99584"/>
                </a:cubicBezTo>
                <a:cubicBezTo>
                  <a:pt x="529068" y="42872"/>
                  <a:pt x="528323" y="10275"/>
                  <a:pt x="526832" y="1793"/>
                </a:cubicBezTo>
                <a:close/>
                <a:moveTo>
                  <a:pt x="1006931" y="1350"/>
                </a:moveTo>
                <a:cubicBezTo>
                  <a:pt x="1019813" y="9427"/>
                  <a:pt x="1029206" y="14247"/>
                  <a:pt x="1035109" y="15809"/>
                </a:cubicBezTo>
                <a:cubicBezTo>
                  <a:pt x="1041012" y="17371"/>
                  <a:pt x="1043964" y="20127"/>
                  <a:pt x="1043964" y="24078"/>
                </a:cubicBezTo>
                <a:cubicBezTo>
                  <a:pt x="1043964" y="28028"/>
                  <a:pt x="1042244" y="30730"/>
                  <a:pt x="1038806" y="32182"/>
                </a:cubicBezTo>
                <a:cubicBezTo>
                  <a:pt x="1035367" y="33635"/>
                  <a:pt x="1029162" y="37559"/>
                  <a:pt x="1020189" y="43955"/>
                </a:cubicBezTo>
                <a:cubicBezTo>
                  <a:pt x="1083235" y="43960"/>
                  <a:pt x="1120461" y="42167"/>
                  <a:pt x="1131868" y="38576"/>
                </a:cubicBezTo>
                <a:lnTo>
                  <a:pt x="1131868" y="76424"/>
                </a:lnTo>
                <a:cubicBezTo>
                  <a:pt x="1118795" y="74328"/>
                  <a:pt x="1095323" y="73280"/>
                  <a:pt x="1061452" y="73280"/>
                </a:cubicBezTo>
                <a:cubicBezTo>
                  <a:pt x="1067791" y="82134"/>
                  <a:pt x="1075118" y="97491"/>
                  <a:pt x="1083433" y="119350"/>
                </a:cubicBezTo>
                <a:lnTo>
                  <a:pt x="1044450" y="128902"/>
                </a:lnTo>
                <a:cubicBezTo>
                  <a:pt x="1041659" y="108090"/>
                  <a:pt x="1036982" y="89549"/>
                  <a:pt x="1030419" y="73280"/>
                </a:cubicBezTo>
                <a:lnTo>
                  <a:pt x="1001158" y="73280"/>
                </a:lnTo>
                <a:cubicBezTo>
                  <a:pt x="988838" y="88125"/>
                  <a:pt x="972357" y="104422"/>
                  <a:pt x="951717" y="122172"/>
                </a:cubicBezTo>
                <a:cubicBezTo>
                  <a:pt x="943963" y="113357"/>
                  <a:pt x="935036" y="106449"/>
                  <a:pt x="924935" y="101448"/>
                </a:cubicBezTo>
                <a:cubicBezTo>
                  <a:pt x="960120" y="76421"/>
                  <a:pt x="987452" y="43055"/>
                  <a:pt x="1006931" y="1350"/>
                </a:cubicBezTo>
                <a:close/>
                <a:moveTo>
                  <a:pt x="1189446" y="0"/>
                </a:moveTo>
                <a:cubicBezTo>
                  <a:pt x="1202777" y="6239"/>
                  <a:pt x="1212660" y="10663"/>
                  <a:pt x="1219097" y="13273"/>
                </a:cubicBezTo>
                <a:cubicBezTo>
                  <a:pt x="1225533" y="15883"/>
                  <a:pt x="1228751" y="19027"/>
                  <a:pt x="1228751" y="22706"/>
                </a:cubicBezTo>
                <a:cubicBezTo>
                  <a:pt x="1228751" y="26385"/>
                  <a:pt x="1226407" y="29230"/>
                  <a:pt x="1221718" y="31239"/>
                </a:cubicBezTo>
                <a:cubicBezTo>
                  <a:pt x="1217029" y="33249"/>
                  <a:pt x="1210851" y="38086"/>
                  <a:pt x="1203184" y="45748"/>
                </a:cubicBezTo>
                <a:cubicBezTo>
                  <a:pt x="1272288" y="45758"/>
                  <a:pt x="1314748" y="43515"/>
                  <a:pt x="1330564" y="39019"/>
                </a:cubicBezTo>
                <a:lnTo>
                  <a:pt x="1330564" y="76874"/>
                </a:lnTo>
                <a:cubicBezTo>
                  <a:pt x="1318453" y="75078"/>
                  <a:pt x="1290942" y="74181"/>
                  <a:pt x="1248032" y="74181"/>
                </a:cubicBezTo>
                <a:cubicBezTo>
                  <a:pt x="1258276" y="91083"/>
                  <a:pt x="1265453" y="105184"/>
                  <a:pt x="1269563" y="116486"/>
                </a:cubicBezTo>
                <a:lnTo>
                  <a:pt x="1231637" y="127101"/>
                </a:lnTo>
                <a:cubicBezTo>
                  <a:pt x="1229037" y="111652"/>
                  <a:pt x="1223851" y="94012"/>
                  <a:pt x="1216078" y="74181"/>
                </a:cubicBezTo>
                <a:lnTo>
                  <a:pt x="1189032" y="74181"/>
                </a:lnTo>
                <a:cubicBezTo>
                  <a:pt x="1180474" y="87977"/>
                  <a:pt x="1170553" y="101432"/>
                  <a:pt x="1159271" y="114543"/>
                </a:cubicBezTo>
                <a:cubicBezTo>
                  <a:pt x="1155082" y="110371"/>
                  <a:pt x="1150615" y="106862"/>
                  <a:pt x="1145869" y="104016"/>
                </a:cubicBezTo>
                <a:lnTo>
                  <a:pt x="1133224" y="98524"/>
                </a:lnTo>
                <a:lnTo>
                  <a:pt x="1160257" y="132324"/>
                </a:lnTo>
                <a:cubicBezTo>
                  <a:pt x="1236166" y="132324"/>
                  <a:pt x="1291140" y="131123"/>
                  <a:pt x="1325178" y="128723"/>
                </a:cubicBezTo>
                <a:cubicBezTo>
                  <a:pt x="1323087" y="142382"/>
                  <a:pt x="1322041" y="155684"/>
                  <a:pt x="1322041" y="168628"/>
                </a:cubicBezTo>
                <a:cubicBezTo>
                  <a:pt x="1322041" y="181573"/>
                  <a:pt x="1322789" y="195241"/>
                  <a:pt x="1324285" y="209633"/>
                </a:cubicBezTo>
                <a:lnTo>
                  <a:pt x="1285087" y="209633"/>
                </a:lnTo>
                <a:lnTo>
                  <a:pt x="1285087" y="161191"/>
                </a:lnTo>
                <a:lnTo>
                  <a:pt x="978027" y="161191"/>
                </a:lnTo>
                <a:lnTo>
                  <a:pt x="978027" y="210976"/>
                </a:lnTo>
                <a:lnTo>
                  <a:pt x="938836" y="210976"/>
                </a:lnTo>
                <a:cubicBezTo>
                  <a:pt x="940032" y="197174"/>
                  <a:pt x="940629" y="182627"/>
                  <a:pt x="940629" y="167335"/>
                </a:cubicBezTo>
                <a:cubicBezTo>
                  <a:pt x="940629" y="152043"/>
                  <a:pt x="940032" y="139172"/>
                  <a:pt x="938836" y="128723"/>
                </a:cubicBezTo>
                <a:cubicBezTo>
                  <a:pt x="974841" y="131123"/>
                  <a:pt x="1036884" y="132324"/>
                  <a:pt x="1124967" y="132324"/>
                </a:cubicBezTo>
                <a:cubicBezTo>
                  <a:pt x="1119471" y="126756"/>
                  <a:pt x="1111696" y="119105"/>
                  <a:pt x="1101642" y="109371"/>
                </a:cubicBezTo>
                <a:lnTo>
                  <a:pt x="1125095" y="88361"/>
                </a:lnTo>
                <a:lnTo>
                  <a:pt x="1131564" y="96448"/>
                </a:lnTo>
                <a:lnTo>
                  <a:pt x="1167415" y="48752"/>
                </a:lnTo>
                <a:cubicBezTo>
                  <a:pt x="1177190" y="32507"/>
                  <a:pt x="1184534" y="16257"/>
                  <a:pt x="11894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F0C5064-57C2-45AC-BAC8-3006C1BE92F8}"/>
              </a:ext>
            </a:extLst>
          </p:cNvPr>
          <p:cNvSpPr txBox="1"/>
          <p:nvPr/>
        </p:nvSpPr>
        <p:spPr>
          <a:xfrm>
            <a:off x="10372278" y="1998449"/>
            <a:ext cx="665990" cy="692139"/>
          </a:xfrm>
          <a:custGeom>
            <a:avLst/>
            <a:gdLst/>
            <a:ahLst/>
            <a:cxnLst/>
            <a:rect l="l" t="t" r="r" b="b"/>
            <a:pathLst>
              <a:path w="369747" h="417738">
                <a:moveTo>
                  <a:pt x="40534" y="247303"/>
                </a:moveTo>
                <a:lnTo>
                  <a:pt x="40534" y="342672"/>
                </a:lnTo>
                <a:lnTo>
                  <a:pt x="126481" y="342672"/>
                </a:lnTo>
                <a:lnTo>
                  <a:pt x="126481" y="247303"/>
                </a:lnTo>
                <a:close/>
                <a:moveTo>
                  <a:pt x="241909" y="174472"/>
                </a:moveTo>
                <a:cubicBezTo>
                  <a:pt x="260726" y="204157"/>
                  <a:pt x="278819" y="240285"/>
                  <a:pt x="296187" y="282857"/>
                </a:cubicBezTo>
                <a:lnTo>
                  <a:pt x="264234" y="300224"/>
                </a:lnTo>
                <a:cubicBezTo>
                  <a:pt x="245345" y="255861"/>
                  <a:pt x="227684" y="220685"/>
                  <a:pt x="211248" y="194696"/>
                </a:cubicBezTo>
                <a:close/>
                <a:moveTo>
                  <a:pt x="40534" y="120373"/>
                </a:moveTo>
                <a:lnTo>
                  <a:pt x="40534" y="216192"/>
                </a:lnTo>
                <a:lnTo>
                  <a:pt x="126481" y="216192"/>
                </a:lnTo>
                <a:lnTo>
                  <a:pt x="126481" y="120373"/>
                </a:lnTo>
                <a:close/>
                <a:moveTo>
                  <a:pt x="66180" y="0"/>
                </a:moveTo>
                <a:cubicBezTo>
                  <a:pt x="81611" y="4339"/>
                  <a:pt x="95136" y="7673"/>
                  <a:pt x="106757" y="10001"/>
                </a:cubicBezTo>
                <a:cubicBezTo>
                  <a:pt x="112543" y="11063"/>
                  <a:pt x="115436" y="13436"/>
                  <a:pt x="115436" y="17120"/>
                </a:cubicBezTo>
                <a:cubicBezTo>
                  <a:pt x="115436" y="20804"/>
                  <a:pt x="113788" y="24294"/>
                  <a:pt x="110493" y="27589"/>
                </a:cubicBezTo>
                <a:cubicBezTo>
                  <a:pt x="102963" y="35119"/>
                  <a:pt x="93848" y="55376"/>
                  <a:pt x="83147" y="88361"/>
                </a:cubicBezTo>
                <a:cubicBezTo>
                  <a:pt x="112765" y="88361"/>
                  <a:pt x="140423" y="87014"/>
                  <a:pt x="166121" y="84318"/>
                </a:cubicBezTo>
                <a:cubicBezTo>
                  <a:pt x="164026" y="99082"/>
                  <a:pt x="162978" y="114210"/>
                  <a:pt x="162978" y="129702"/>
                </a:cubicBezTo>
                <a:lnTo>
                  <a:pt x="162978" y="179752"/>
                </a:lnTo>
                <a:lnTo>
                  <a:pt x="175376" y="159521"/>
                </a:lnTo>
                <a:cubicBezTo>
                  <a:pt x="188240" y="137392"/>
                  <a:pt x="197954" y="116979"/>
                  <a:pt x="204519" y="98284"/>
                </a:cubicBezTo>
                <a:cubicBezTo>
                  <a:pt x="213272" y="73357"/>
                  <a:pt x="221745" y="41791"/>
                  <a:pt x="229936" y="3586"/>
                </a:cubicBezTo>
                <a:cubicBezTo>
                  <a:pt x="244800" y="9687"/>
                  <a:pt x="257235" y="13326"/>
                  <a:pt x="267241" y="14502"/>
                </a:cubicBezTo>
                <a:cubicBezTo>
                  <a:pt x="273685" y="15426"/>
                  <a:pt x="276906" y="17891"/>
                  <a:pt x="276906" y="21896"/>
                </a:cubicBezTo>
                <a:cubicBezTo>
                  <a:pt x="276906" y="25901"/>
                  <a:pt x="274765" y="29569"/>
                  <a:pt x="270481" y="32901"/>
                </a:cubicBezTo>
                <a:cubicBezTo>
                  <a:pt x="266197" y="36232"/>
                  <a:pt x="258919" y="52328"/>
                  <a:pt x="248646" y="81189"/>
                </a:cubicBezTo>
                <a:lnTo>
                  <a:pt x="315390" y="81189"/>
                </a:lnTo>
                <a:cubicBezTo>
                  <a:pt x="332540" y="81189"/>
                  <a:pt x="350659" y="79839"/>
                  <a:pt x="369747" y="77139"/>
                </a:cubicBezTo>
                <a:cubicBezTo>
                  <a:pt x="367894" y="93845"/>
                  <a:pt x="366823" y="110219"/>
                  <a:pt x="366532" y="126259"/>
                </a:cubicBezTo>
                <a:lnTo>
                  <a:pt x="362053" y="354930"/>
                </a:lnTo>
                <a:cubicBezTo>
                  <a:pt x="361724" y="378162"/>
                  <a:pt x="352603" y="393615"/>
                  <a:pt x="334689" y="401290"/>
                </a:cubicBezTo>
                <a:cubicBezTo>
                  <a:pt x="316775" y="408964"/>
                  <a:pt x="290089" y="412802"/>
                  <a:pt x="254632" y="412802"/>
                </a:cubicBezTo>
                <a:cubicBezTo>
                  <a:pt x="253585" y="399500"/>
                  <a:pt x="248991" y="384791"/>
                  <a:pt x="240852" y="368675"/>
                </a:cubicBezTo>
                <a:cubicBezTo>
                  <a:pt x="256216" y="369580"/>
                  <a:pt x="269775" y="370032"/>
                  <a:pt x="281528" y="370032"/>
                </a:cubicBezTo>
                <a:cubicBezTo>
                  <a:pt x="293282" y="370032"/>
                  <a:pt x="302256" y="368679"/>
                  <a:pt x="308450" y="365971"/>
                </a:cubicBezTo>
                <a:cubicBezTo>
                  <a:pt x="314643" y="363264"/>
                  <a:pt x="318756" y="358384"/>
                  <a:pt x="320787" y="351334"/>
                </a:cubicBezTo>
                <a:cubicBezTo>
                  <a:pt x="322818" y="344283"/>
                  <a:pt x="323979" y="332301"/>
                  <a:pt x="324270" y="315390"/>
                </a:cubicBezTo>
                <a:lnTo>
                  <a:pt x="326513" y="114093"/>
                </a:lnTo>
                <a:lnTo>
                  <a:pt x="238973" y="114093"/>
                </a:lnTo>
                <a:cubicBezTo>
                  <a:pt x="226081" y="144754"/>
                  <a:pt x="211489" y="172412"/>
                  <a:pt x="195196" y="197068"/>
                </a:cubicBezTo>
                <a:lnTo>
                  <a:pt x="162978" y="182890"/>
                </a:lnTo>
                <a:lnTo>
                  <a:pt x="162978" y="344093"/>
                </a:lnTo>
                <a:cubicBezTo>
                  <a:pt x="162978" y="368501"/>
                  <a:pt x="164026" y="391854"/>
                  <a:pt x="166121" y="414152"/>
                </a:cubicBezTo>
                <a:lnTo>
                  <a:pt x="126481" y="414152"/>
                </a:lnTo>
                <a:lnTo>
                  <a:pt x="126481" y="372883"/>
                </a:lnTo>
                <a:lnTo>
                  <a:pt x="40534" y="372883"/>
                </a:lnTo>
                <a:lnTo>
                  <a:pt x="40534" y="417738"/>
                </a:lnTo>
                <a:lnTo>
                  <a:pt x="0" y="417738"/>
                </a:lnTo>
                <a:cubicBezTo>
                  <a:pt x="2391" y="391692"/>
                  <a:pt x="3587" y="368339"/>
                  <a:pt x="3587" y="347679"/>
                </a:cubicBezTo>
                <a:lnTo>
                  <a:pt x="3587" y="129702"/>
                </a:lnTo>
                <a:cubicBezTo>
                  <a:pt x="3587" y="116424"/>
                  <a:pt x="2539" y="101296"/>
                  <a:pt x="443" y="84318"/>
                </a:cubicBezTo>
                <a:cubicBezTo>
                  <a:pt x="16864" y="86771"/>
                  <a:pt x="33398" y="88123"/>
                  <a:pt x="50042" y="88376"/>
                </a:cubicBezTo>
                <a:cubicBezTo>
                  <a:pt x="59453" y="59591"/>
                  <a:pt x="64832" y="30133"/>
                  <a:pt x="66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7313674-CB15-44C2-82E6-EA6F12F7C04A}"/>
              </a:ext>
            </a:extLst>
          </p:cNvPr>
          <p:cNvGrpSpPr/>
          <p:nvPr/>
        </p:nvGrpSpPr>
        <p:grpSpPr>
          <a:xfrm rot="5400000">
            <a:off x="7269304" y="207326"/>
            <a:ext cx="936715" cy="1792502"/>
            <a:chOff x="3043238" y="1138940"/>
            <a:chExt cx="196850" cy="376693"/>
          </a:xfrm>
        </p:grpSpPr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FBF2AEA5-606E-4A0B-9CBB-BDF2696BE66F}"/>
                </a:ext>
              </a:extLst>
            </p:cNvPr>
            <p:cNvSpPr/>
            <p:nvPr/>
          </p:nvSpPr>
          <p:spPr>
            <a:xfrm>
              <a:off x="3045101" y="1250496"/>
              <a:ext cx="193399" cy="153581"/>
            </a:xfrm>
            <a:prstGeom prst="triangle">
              <a:avLst/>
            </a:prstGeom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47BEC3F-B52F-4FF8-8400-8D926EF9F947}"/>
                </a:ext>
              </a:extLst>
            </p:cNvPr>
            <p:cNvCxnSpPr/>
            <p:nvPr/>
          </p:nvCxnSpPr>
          <p:spPr>
            <a:xfrm>
              <a:off x="3043238" y="1245734"/>
              <a:ext cx="19685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0B8BA23-E3A4-42B1-8C7A-0940196330D6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3138625" y="1138940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E0FAA26-7F0C-47A1-9DB9-B600FECEDE20}"/>
                </a:ext>
              </a:extLst>
            </p:cNvPr>
            <p:cNvCxnSpPr/>
            <p:nvPr/>
          </p:nvCxnSpPr>
          <p:spPr>
            <a:xfrm>
              <a:off x="3138625" y="1404077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70B8C008-E5E0-46E5-900F-8D2789E6A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94" b="89963" l="6333" r="93520">
                        <a14:foregroundMark x1="24448" y1="51301" x2="24448" y2="51301"/>
                        <a14:foregroundMark x1="6480" y1="69517" x2="6480" y2="69517"/>
                        <a14:foregroundMark x1="11487" y1="73606" x2="11487" y2="73606"/>
                        <a14:foregroundMark x1="10751" y1="76952" x2="10751" y2="76952"/>
                        <a14:foregroundMark x1="12960" y1="81413" x2="12960" y2="81413"/>
                        <a14:foregroundMark x1="67599" y1="59480" x2="67599" y2="59480"/>
                        <a14:foregroundMark x1="93520" y1="51301" x2="93520" y2="51301"/>
                        <a14:foregroundMark x1="38144" y1="34944" x2="38144" y2="34944"/>
                        <a14:foregroundMark x1="33137" y1="21190" x2="33137" y2="21190"/>
                        <a14:foregroundMark x1="33432" y1="19703" x2="33432" y2="19703"/>
                        <a14:foregroundMark x1="34168" y1="19703" x2="34168" y2="19703"/>
                        <a14:foregroundMark x1="33284" y1="18216" x2="33284" y2="18216"/>
                        <a14:foregroundMark x1="32401" y1="17472" x2="32401" y2="17472"/>
                        <a14:foregroundMark x1="79971" y1="16729" x2="79971" y2="16729"/>
                        <a14:foregroundMark x1="82327" y1="12639" x2="83652" y2="17844"/>
                        <a14:foregroundMark x1="82180" y1="11524" x2="82180" y2="11524"/>
                        <a14:foregroundMark x1="82327" y1="9665" x2="82327" y2="9665"/>
                        <a14:foregroundMark x1="82327" y1="10037" x2="82327" y2="10037"/>
                        <a14:backgroundMark x1="10015" y1="26766" x2="10015" y2="26766"/>
                        <a14:backgroundMark x1="7953" y1="33457" x2="18704" y2="24535"/>
                        <a14:backgroundMark x1="33284" y1="13011" x2="33579" y2="13011"/>
                        <a14:backgroundMark x1="32548" y1="13383" x2="39470" y2="18959"/>
                        <a14:backgroundMark x1="94109" y1="17472" x2="95582" y2="20446"/>
                        <a14:backgroundMark x1="92636" y1="13011" x2="97349" y2="28996"/>
                        <a14:backgroundMark x1="59057" y1="38662" x2="74374" y2="21561"/>
                        <a14:backgroundMark x1="32695" y1="17472" x2="32695" y2="17472"/>
                        <a14:backgroundMark x1="33284" y1="18959" x2="33284" y2="18959"/>
                        <a14:backgroundMark x1="32401" y1="17472" x2="32401" y2="17472"/>
                        <a14:backgroundMark x1="33284" y1="19703" x2="33284" y2="19703"/>
                        <a14:backgroundMark x1="33284" y1="18216" x2="33284" y2="18216"/>
                        <a14:backgroundMark x1="87334" y1="9294" x2="87334" y2="9294"/>
                        <a14:backgroundMark x1="86745" y1="8550" x2="86745" y2="8550"/>
                        <a14:backgroundMark x1="83505" y1="9665" x2="84094" y2="9665"/>
                        <a14:backgroundMark x1="84389" y1="9665" x2="84389" y2="9665"/>
                        <a14:backgroundMark x1="84831" y1="9665" x2="84831" y2="9665"/>
                        <a14:backgroundMark x1="82622" y1="9294" x2="82622" y2="9294"/>
                        <a14:backgroundMark x1="81885" y1="8922" x2="81885" y2="8922"/>
                        <a14:backgroundMark x1="82327" y1="9294" x2="82327" y2="92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645" y="635220"/>
            <a:ext cx="2364419" cy="93671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1761CCBA-E6DF-43A6-A46B-8F078E7DA046}"/>
              </a:ext>
            </a:extLst>
          </p:cNvPr>
          <p:cNvSpPr txBox="1"/>
          <p:nvPr/>
        </p:nvSpPr>
        <p:spPr>
          <a:xfrm>
            <a:off x="-5050214" y="3072967"/>
            <a:ext cx="4451346" cy="712066"/>
          </a:xfrm>
          <a:custGeom>
            <a:avLst/>
            <a:gdLst/>
            <a:ahLst/>
            <a:cxnLst/>
            <a:rect l="l" t="t" r="r" b="b"/>
            <a:pathLst>
              <a:path w="2695537" h="431196">
                <a:moveTo>
                  <a:pt x="1539980" y="297537"/>
                </a:moveTo>
                <a:lnTo>
                  <a:pt x="1557713" y="311362"/>
                </a:lnTo>
                <a:cubicBezTo>
                  <a:pt x="1579523" y="327311"/>
                  <a:pt x="1600808" y="339688"/>
                  <a:pt x="1621567" y="348493"/>
                </a:cubicBezTo>
                <a:cubicBezTo>
                  <a:pt x="1649104" y="334310"/>
                  <a:pt x="1670393" y="317325"/>
                  <a:pt x="1685433" y="297537"/>
                </a:cubicBezTo>
                <a:close/>
                <a:moveTo>
                  <a:pt x="2460965" y="256274"/>
                </a:moveTo>
                <a:lnTo>
                  <a:pt x="2460965" y="313967"/>
                </a:lnTo>
                <a:lnTo>
                  <a:pt x="2572922" y="313967"/>
                </a:lnTo>
                <a:lnTo>
                  <a:pt x="2572922" y="256274"/>
                </a:lnTo>
                <a:close/>
                <a:moveTo>
                  <a:pt x="1911818" y="211419"/>
                </a:moveTo>
                <a:lnTo>
                  <a:pt x="1911818" y="309031"/>
                </a:lnTo>
                <a:lnTo>
                  <a:pt x="1988792" y="309031"/>
                </a:lnTo>
                <a:lnTo>
                  <a:pt x="1988792" y="211419"/>
                </a:lnTo>
                <a:close/>
                <a:moveTo>
                  <a:pt x="627917" y="189445"/>
                </a:moveTo>
                <a:lnTo>
                  <a:pt x="627917" y="281671"/>
                </a:lnTo>
                <a:lnTo>
                  <a:pt x="725522" y="281671"/>
                </a:lnTo>
                <a:lnTo>
                  <a:pt x="725522" y="189445"/>
                </a:lnTo>
                <a:close/>
                <a:moveTo>
                  <a:pt x="1512482" y="188545"/>
                </a:moveTo>
                <a:lnTo>
                  <a:pt x="1512482" y="214398"/>
                </a:lnTo>
                <a:lnTo>
                  <a:pt x="1717722" y="214398"/>
                </a:lnTo>
                <a:lnTo>
                  <a:pt x="1717722" y="188545"/>
                </a:lnTo>
                <a:close/>
                <a:moveTo>
                  <a:pt x="159399" y="186309"/>
                </a:moveTo>
                <a:cubicBezTo>
                  <a:pt x="174315" y="239263"/>
                  <a:pt x="197613" y="280616"/>
                  <a:pt x="229293" y="310367"/>
                </a:cubicBezTo>
                <a:cubicBezTo>
                  <a:pt x="266279" y="276172"/>
                  <a:pt x="292708" y="234819"/>
                  <a:pt x="308582" y="186309"/>
                </a:cubicBezTo>
                <a:close/>
                <a:moveTo>
                  <a:pt x="2079860" y="185680"/>
                </a:moveTo>
                <a:cubicBezTo>
                  <a:pt x="2109959" y="220165"/>
                  <a:pt x="2133184" y="251341"/>
                  <a:pt x="2149533" y="279206"/>
                </a:cubicBezTo>
                <a:lnTo>
                  <a:pt x="2117072" y="299330"/>
                </a:lnTo>
                <a:cubicBezTo>
                  <a:pt x="2100861" y="267045"/>
                  <a:pt x="2079032" y="235596"/>
                  <a:pt x="2051585" y="204982"/>
                </a:cubicBezTo>
                <a:close/>
                <a:moveTo>
                  <a:pt x="1146592" y="179851"/>
                </a:moveTo>
                <a:lnTo>
                  <a:pt x="1181203" y="188302"/>
                </a:lnTo>
                <a:cubicBezTo>
                  <a:pt x="1174440" y="220868"/>
                  <a:pt x="1163991" y="252195"/>
                  <a:pt x="1149856" y="282285"/>
                </a:cubicBezTo>
                <a:lnTo>
                  <a:pt x="1116445" y="270155"/>
                </a:lnTo>
                <a:cubicBezTo>
                  <a:pt x="1132652" y="244128"/>
                  <a:pt x="1142700" y="214026"/>
                  <a:pt x="1146592" y="179851"/>
                </a:cubicBezTo>
                <a:close/>
                <a:moveTo>
                  <a:pt x="1282351" y="169085"/>
                </a:moveTo>
                <a:cubicBezTo>
                  <a:pt x="1293372" y="176343"/>
                  <a:pt x="1304404" y="181463"/>
                  <a:pt x="1315448" y="184444"/>
                </a:cubicBezTo>
                <a:cubicBezTo>
                  <a:pt x="1322830" y="186659"/>
                  <a:pt x="1326521" y="189911"/>
                  <a:pt x="1326521" y="194202"/>
                </a:cubicBezTo>
                <a:cubicBezTo>
                  <a:pt x="1326521" y="198493"/>
                  <a:pt x="1322790" y="201518"/>
                  <a:pt x="1315327" y="203275"/>
                </a:cubicBezTo>
                <a:cubicBezTo>
                  <a:pt x="1312736" y="203875"/>
                  <a:pt x="1307023" y="211777"/>
                  <a:pt x="1298189" y="226982"/>
                </a:cubicBezTo>
                <a:cubicBezTo>
                  <a:pt x="1289354" y="242186"/>
                  <a:pt x="1278232" y="258229"/>
                  <a:pt x="1264820" y="275113"/>
                </a:cubicBezTo>
                <a:lnTo>
                  <a:pt x="1237546" y="259268"/>
                </a:lnTo>
                <a:cubicBezTo>
                  <a:pt x="1262177" y="229478"/>
                  <a:pt x="1277112" y="199417"/>
                  <a:pt x="1282351" y="169085"/>
                </a:cubicBezTo>
                <a:close/>
                <a:moveTo>
                  <a:pt x="2460965" y="168363"/>
                </a:moveTo>
                <a:lnTo>
                  <a:pt x="2460965" y="226506"/>
                </a:lnTo>
                <a:lnTo>
                  <a:pt x="2572922" y="226506"/>
                </a:lnTo>
                <a:lnTo>
                  <a:pt x="2572922" y="168363"/>
                </a:lnTo>
                <a:close/>
                <a:moveTo>
                  <a:pt x="590520" y="155183"/>
                </a:moveTo>
                <a:cubicBezTo>
                  <a:pt x="611170" y="157584"/>
                  <a:pt x="640245" y="158784"/>
                  <a:pt x="677745" y="158784"/>
                </a:cubicBezTo>
                <a:cubicBezTo>
                  <a:pt x="715245" y="158784"/>
                  <a:pt x="743786" y="157584"/>
                  <a:pt x="763370" y="155183"/>
                </a:cubicBezTo>
                <a:cubicBezTo>
                  <a:pt x="761874" y="177000"/>
                  <a:pt x="761127" y="204643"/>
                  <a:pt x="761127" y="238111"/>
                </a:cubicBezTo>
                <a:cubicBezTo>
                  <a:pt x="761127" y="271580"/>
                  <a:pt x="761874" y="296770"/>
                  <a:pt x="763370" y="313682"/>
                </a:cubicBezTo>
                <a:cubicBezTo>
                  <a:pt x="734499" y="312486"/>
                  <a:pt x="702745" y="311889"/>
                  <a:pt x="668108" y="311889"/>
                </a:cubicBezTo>
                <a:cubicBezTo>
                  <a:pt x="633470" y="311889"/>
                  <a:pt x="607607" y="312636"/>
                  <a:pt x="590520" y="314132"/>
                </a:cubicBezTo>
                <a:cubicBezTo>
                  <a:pt x="592310" y="294639"/>
                  <a:pt x="593206" y="268094"/>
                  <a:pt x="593206" y="234497"/>
                </a:cubicBezTo>
                <a:cubicBezTo>
                  <a:pt x="593206" y="200900"/>
                  <a:pt x="592310" y="174462"/>
                  <a:pt x="590520" y="155183"/>
                </a:cubicBezTo>
                <a:close/>
                <a:moveTo>
                  <a:pt x="2425361" y="134552"/>
                </a:moveTo>
                <a:cubicBezTo>
                  <a:pt x="2444325" y="136952"/>
                  <a:pt x="2474846" y="138153"/>
                  <a:pt x="2516926" y="138153"/>
                </a:cubicBezTo>
                <a:cubicBezTo>
                  <a:pt x="2559005" y="138153"/>
                  <a:pt x="2589838" y="136952"/>
                  <a:pt x="2609427" y="134552"/>
                </a:cubicBezTo>
                <a:cubicBezTo>
                  <a:pt x="2608526" y="145077"/>
                  <a:pt x="2608076" y="155871"/>
                  <a:pt x="2608076" y="166935"/>
                </a:cubicBezTo>
                <a:lnTo>
                  <a:pt x="2608076" y="313596"/>
                </a:lnTo>
                <a:cubicBezTo>
                  <a:pt x="2608076" y="324469"/>
                  <a:pt x="2608526" y="335263"/>
                  <a:pt x="2609427" y="345979"/>
                </a:cubicBezTo>
                <a:cubicBezTo>
                  <a:pt x="2589519" y="343883"/>
                  <a:pt x="2558758" y="342835"/>
                  <a:pt x="2517144" y="342835"/>
                </a:cubicBezTo>
                <a:cubicBezTo>
                  <a:pt x="2475529" y="342835"/>
                  <a:pt x="2444935" y="343883"/>
                  <a:pt x="2425361" y="345979"/>
                </a:cubicBezTo>
                <a:cubicBezTo>
                  <a:pt x="2426256" y="329329"/>
                  <a:pt x="2426704" y="318535"/>
                  <a:pt x="2426704" y="313596"/>
                </a:cubicBezTo>
                <a:lnTo>
                  <a:pt x="2426704" y="166935"/>
                </a:lnTo>
                <a:cubicBezTo>
                  <a:pt x="2426704" y="158248"/>
                  <a:pt x="2426256" y="147454"/>
                  <a:pt x="2425361" y="134552"/>
                </a:cubicBezTo>
                <a:close/>
                <a:moveTo>
                  <a:pt x="1512482" y="131587"/>
                </a:moveTo>
                <a:lnTo>
                  <a:pt x="1512482" y="159677"/>
                </a:lnTo>
                <a:lnTo>
                  <a:pt x="1717722" y="159677"/>
                </a:lnTo>
                <a:lnTo>
                  <a:pt x="1717722" y="131587"/>
                </a:lnTo>
                <a:close/>
                <a:moveTo>
                  <a:pt x="1190004" y="123786"/>
                </a:moveTo>
                <a:cubicBezTo>
                  <a:pt x="1204463" y="126187"/>
                  <a:pt x="1218096" y="127387"/>
                  <a:pt x="1230902" y="127387"/>
                </a:cubicBezTo>
                <a:cubicBezTo>
                  <a:pt x="1239932" y="127387"/>
                  <a:pt x="1244447" y="129994"/>
                  <a:pt x="1244447" y="135209"/>
                </a:cubicBezTo>
                <a:cubicBezTo>
                  <a:pt x="1244447" y="140424"/>
                  <a:pt x="1242503" y="144220"/>
                  <a:pt x="1238617" y="146596"/>
                </a:cubicBezTo>
                <a:cubicBezTo>
                  <a:pt x="1232035" y="150802"/>
                  <a:pt x="1228744" y="172231"/>
                  <a:pt x="1228744" y="210883"/>
                </a:cubicBezTo>
                <a:cubicBezTo>
                  <a:pt x="1228744" y="217022"/>
                  <a:pt x="1228437" y="226118"/>
                  <a:pt x="1227823" y="238172"/>
                </a:cubicBezTo>
                <a:cubicBezTo>
                  <a:pt x="1236891" y="273581"/>
                  <a:pt x="1250575" y="302266"/>
                  <a:pt x="1268875" y="324226"/>
                </a:cubicBezTo>
                <a:cubicBezTo>
                  <a:pt x="1287174" y="346186"/>
                  <a:pt x="1315212" y="367729"/>
                  <a:pt x="1352989" y="388855"/>
                </a:cubicBezTo>
                <a:cubicBezTo>
                  <a:pt x="1338930" y="399361"/>
                  <a:pt x="1329245" y="410484"/>
                  <a:pt x="1323935" y="422224"/>
                </a:cubicBezTo>
                <a:cubicBezTo>
                  <a:pt x="1288764" y="396592"/>
                  <a:pt x="1263092" y="373707"/>
                  <a:pt x="1246918" y="353569"/>
                </a:cubicBezTo>
                <a:cubicBezTo>
                  <a:pt x="1230745" y="333431"/>
                  <a:pt x="1220274" y="311762"/>
                  <a:pt x="1215507" y="288564"/>
                </a:cubicBezTo>
                <a:cubicBezTo>
                  <a:pt x="1201986" y="347548"/>
                  <a:pt x="1158638" y="393596"/>
                  <a:pt x="1085462" y="426710"/>
                </a:cubicBezTo>
                <a:cubicBezTo>
                  <a:pt x="1079100" y="416342"/>
                  <a:pt x="1069991" y="406741"/>
                  <a:pt x="1058138" y="397906"/>
                </a:cubicBezTo>
                <a:cubicBezTo>
                  <a:pt x="1102338" y="378937"/>
                  <a:pt x="1133971" y="358756"/>
                  <a:pt x="1153035" y="337363"/>
                </a:cubicBezTo>
                <a:cubicBezTo>
                  <a:pt x="1172099" y="315970"/>
                  <a:pt x="1183998" y="290628"/>
                  <a:pt x="1188732" y="261336"/>
                </a:cubicBezTo>
                <a:cubicBezTo>
                  <a:pt x="1193466" y="232044"/>
                  <a:pt x="1195833" y="207155"/>
                  <a:pt x="1195833" y="186669"/>
                </a:cubicBezTo>
                <a:cubicBezTo>
                  <a:pt x="1195833" y="166183"/>
                  <a:pt x="1193890" y="145222"/>
                  <a:pt x="1190004" y="123786"/>
                </a:cubicBezTo>
                <a:close/>
                <a:moveTo>
                  <a:pt x="938837" y="112128"/>
                </a:moveTo>
                <a:lnTo>
                  <a:pt x="976234" y="114721"/>
                </a:lnTo>
                <a:cubicBezTo>
                  <a:pt x="973477" y="160232"/>
                  <a:pt x="968652" y="199044"/>
                  <a:pt x="961761" y="231157"/>
                </a:cubicBezTo>
                <a:lnTo>
                  <a:pt x="925378" y="226921"/>
                </a:lnTo>
                <a:cubicBezTo>
                  <a:pt x="934946" y="185611"/>
                  <a:pt x="939432" y="147347"/>
                  <a:pt x="938837" y="112128"/>
                </a:cubicBezTo>
                <a:close/>
                <a:moveTo>
                  <a:pt x="2345079" y="88353"/>
                </a:moveTo>
                <a:cubicBezTo>
                  <a:pt x="2356395" y="91444"/>
                  <a:pt x="2363256" y="93191"/>
                  <a:pt x="2365664" y="93593"/>
                </a:cubicBezTo>
                <a:cubicBezTo>
                  <a:pt x="2368071" y="93996"/>
                  <a:pt x="2373493" y="94197"/>
                  <a:pt x="2381930" y="94197"/>
                </a:cubicBezTo>
                <a:cubicBezTo>
                  <a:pt x="2390367" y="94197"/>
                  <a:pt x="2394585" y="96360"/>
                  <a:pt x="2394585" y="100687"/>
                </a:cubicBezTo>
                <a:cubicBezTo>
                  <a:pt x="2394585" y="105014"/>
                  <a:pt x="2391735" y="109473"/>
                  <a:pt x="2386034" y="114064"/>
                </a:cubicBezTo>
                <a:cubicBezTo>
                  <a:pt x="2385725" y="114326"/>
                  <a:pt x="2385055" y="117034"/>
                  <a:pt x="2384023" y="122190"/>
                </a:cubicBezTo>
                <a:cubicBezTo>
                  <a:pt x="2382992" y="127345"/>
                  <a:pt x="2382477" y="133290"/>
                  <a:pt x="2382477" y="140024"/>
                </a:cubicBezTo>
                <a:lnTo>
                  <a:pt x="2382477" y="430746"/>
                </a:lnTo>
                <a:lnTo>
                  <a:pt x="2342836" y="430746"/>
                </a:lnTo>
                <a:cubicBezTo>
                  <a:pt x="2345822" y="400485"/>
                  <a:pt x="2347315" y="378180"/>
                  <a:pt x="2347315" y="363831"/>
                </a:cubicBezTo>
                <a:lnTo>
                  <a:pt x="2347315" y="149440"/>
                </a:lnTo>
                <a:cubicBezTo>
                  <a:pt x="2347315" y="130290"/>
                  <a:pt x="2346570" y="109928"/>
                  <a:pt x="2345079" y="88353"/>
                </a:cubicBezTo>
                <a:close/>
                <a:moveTo>
                  <a:pt x="1911818" y="80452"/>
                </a:moveTo>
                <a:lnTo>
                  <a:pt x="1911818" y="181658"/>
                </a:lnTo>
                <a:lnTo>
                  <a:pt x="1988792" y="181658"/>
                </a:lnTo>
                <a:lnTo>
                  <a:pt x="1988792" y="80452"/>
                </a:lnTo>
                <a:close/>
                <a:moveTo>
                  <a:pt x="2695537" y="44848"/>
                </a:moveTo>
                <a:cubicBezTo>
                  <a:pt x="2693447" y="58783"/>
                  <a:pt x="2692401" y="77202"/>
                  <a:pt x="2692401" y="100105"/>
                </a:cubicBezTo>
                <a:lnTo>
                  <a:pt x="2692401" y="374146"/>
                </a:lnTo>
                <a:cubicBezTo>
                  <a:pt x="2692401" y="390096"/>
                  <a:pt x="2690452" y="402056"/>
                  <a:pt x="2686554" y="410026"/>
                </a:cubicBezTo>
                <a:cubicBezTo>
                  <a:pt x="2682656" y="417996"/>
                  <a:pt x="2675747" y="423363"/>
                  <a:pt x="2665826" y="426128"/>
                </a:cubicBezTo>
                <a:cubicBezTo>
                  <a:pt x="2655906" y="428893"/>
                  <a:pt x="2639140" y="430582"/>
                  <a:pt x="2615527" y="431196"/>
                </a:cubicBezTo>
                <a:cubicBezTo>
                  <a:pt x="2616427" y="416966"/>
                  <a:pt x="2612391" y="402705"/>
                  <a:pt x="2603419" y="388412"/>
                </a:cubicBezTo>
                <a:cubicBezTo>
                  <a:pt x="2620440" y="391108"/>
                  <a:pt x="2632348" y="392456"/>
                  <a:pt x="2639145" y="392456"/>
                </a:cubicBezTo>
                <a:cubicBezTo>
                  <a:pt x="2645941" y="392456"/>
                  <a:pt x="2650580" y="391484"/>
                  <a:pt x="2653064" y="389541"/>
                </a:cubicBezTo>
                <a:cubicBezTo>
                  <a:pt x="2655548" y="387598"/>
                  <a:pt x="2656790" y="382914"/>
                  <a:pt x="2656790" y="375489"/>
                </a:cubicBezTo>
                <a:lnTo>
                  <a:pt x="2656790" y="80452"/>
                </a:lnTo>
                <a:lnTo>
                  <a:pt x="2575701" y="80452"/>
                </a:lnTo>
                <a:cubicBezTo>
                  <a:pt x="2543897" y="80452"/>
                  <a:pt x="2514862" y="81350"/>
                  <a:pt x="2488597" y="83146"/>
                </a:cubicBezTo>
                <a:lnTo>
                  <a:pt x="2488597" y="45298"/>
                </a:lnTo>
                <a:cubicBezTo>
                  <a:pt x="2513776" y="47398"/>
                  <a:pt x="2549457" y="48448"/>
                  <a:pt x="2595639" y="48448"/>
                </a:cubicBezTo>
                <a:cubicBezTo>
                  <a:pt x="2641821" y="48448"/>
                  <a:pt x="2675121" y="47248"/>
                  <a:pt x="2695537" y="44848"/>
                </a:cubicBezTo>
                <a:close/>
                <a:moveTo>
                  <a:pt x="1872627" y="44848"/>
                </a:moveTo>
                <a:cubicBezTo>
                  <a:pt x="1885624" y="47548"/>
                  <a:pt x="1911582" y="48899"/>
                  <a:pt x="1950501" y="48899"/>
                </a:cubicBezTo>
                <a:cubicBezTo>
                  <a:pt x="1989421" y="48899"/>
                  <a:pt x="2015398" y="47548"/>
                  <a:pt x="2028433" y="44848"/>
                </a:cubicBezTo>
                <a:cubicBezTo>
                  <a:pt x="2026642" y="55983"/>
                  <a:pt x="2025747" y="74102"/>
                  <a:pt x="2025747" y="99205"/>
                </a:cubicBezTo>
                <a:lnTo>
                  <a:pt x="2025747" y="316732"/>
                </a:lnTo>
                <a:cubicBezTo>
                  <a:pt x="2025747" y="336077"/>
                  <a:pt x="2026792" y="357337"/>
                  <a:pt x="2028883" y="380511"/>
                </a:cubicBezTo>
                <a:lnTo>
                  <a:pt x="1988792" y="380511"/>
                </a:lnTo>
                <a:lnTo>
                  <a:pt x="1988792" y="338799"/>
                </a:lnTo>
                <a:lnTo>
                  <a:pt x="1911818" y="338799"/>
                </a:lnTo>
                <a:lnTo>
                  <a:pt x="1911818" y="391727"/>
                </a:lnTo>
                <a:lnTo>
                  <a:pt x="1872177" y="391727"/>
                </a:lnTo>
                <a:cubicBezTo>
                  <a:pt x="1874273" y="371325"/>
                  <a:pt x="1875321" y="348419"/>
                  <a:pt x="1875321" y="323011"/>
                </a:cubicBezTo>
                <a:lnTo>
                  <a:pt x="1875321" y="99205"/>
                </a:lnTo>
                <a:cubicBezTo>
                  <a:pt x="1875321" y="75659"/>
                  <a:pt x="1874423" y="57540"/>
                  <a:pt x="1872627" y="44848"/>
                </a:cubicBezTo>
                <a:close/>
                <a:moveTo>
                  <a:pt x="349594" y="28253"/>
                </a:moveTo>
                <a:cubicBezTo>
                  <a:pt x="356004" y="41793"/>
                  <a:pt x="363617" y="52968"/>
                  <a:pt x="372433" y="61779"/>
                </a:cubicBezTo>
                <a:cubicBezTo>
                  <a:pt x="376028" y="65374"/>
                  <a:pt x="377826" y="69312"/>
                  <a:pt x="377826" y="73591"/>
                </a:cubicBezTo>
                <a:cubicBezTo>
                  <a:pt x="377826" y="77870"/>
                  <a:pt x="375800" y="80010"/>
                  <a:pt x="371747" y="80010"/>
                </a:cubicBezTo>
                <a:cubicBezTo>
                  <a:pt x="367694" y="80010"/>
                  <a:pt x="364627" y="79662"/>
                  <a:pt x="362546" y="78967"/>
                </a:cubicBezTo>
                <a:cubicBezTo>
                  <a:pt x="357507" y="77566"/>
                  <a:pt x="349408" y="76866"/>
                  <a:pt x="338250" y="76866"/>
                </a:cubicBezTo>
                <a:cubicBezTo>
                  <a:pt x="327091" y="76866"/>
                  <a:pt x="308854" y="77834"/>
                  <a:pt x="283539" y="79770"/>
                </a:cubicBezTo>
                <a:cubicBezTo>
                  <a:pt x="258224" y="81706"/>
                  <a:pt x="225280" y="83575"/>
                  <a:pt x="184706" y="85378"/>
                </a:cubicBezTo>
                <a:cubicBezTo>
                  <a:pt x="144132" y="87181"/>
                  <a:pt x="116858" y="87782"/>
                  <a:pt x="102885" y="87182"/>
                </a:cubicBezTo>
                <a:lnTo>
                  <a:pt x="102885" y="153847"/>
                </a:lnTo>
                <a:lnTo>
                  <a:pt x="254847" y="153847"/>
                </a:lnTo>
                <a:cubicBezTo>
                  <a:pt x="293809" y="153847"/>
                  <a:pt x="327775" y="152797"/>
                  <a:pt x="356745" y="150697"/>
                </a:cubicBezTo>
                <a:cubicBezTo>
                  <a:pt x="333042" y="230759"/>
                  <a:pt x="298654" y="290950"/>
                  <a:pt x="253582" y="331270"/>
                </a:cubicBezTo>
                <a:cubicBezTo>
                  <a:pt x="291487" y="356649"/>
                  <a:pt x="340226" y="372958"/>
                  <a:pt x="399800" y="380197"/>
                </a:cubicBezTo>
                <a:cubicBezTo>
                  <a:pt x="390323" y="391746"/>
                  <a:pt x="382403" y="405755"/>
                  <a:pt x="376040" y="422224"/>
                </a:cubicBezTo>
                <a:cubicBezTo>
                  <a:pt x="312027" y="405812"/>
                  <a:pt x="262347" y="383386"/>
                  <a:pt x="227000" y="354944"/>
                </a:cubicBezTo>
                <a:cubicBezTo>
                  <a:pt x="192963" y="382400"/>
                  <a:pt x="149126" y="406022"/>
                  <a:pt x="95491" y="425810"/>
                </a:cubicBezTo>
                <a:cubicBezTo>
                  <a:pt x="90390" y="411818"/>
                  <a:pt x="81284" y="400433"/>
                  <a:pt x="68173" y="391656"/>
                </a:cubicBezTo>
                <a:cubicBezTo>
                  <a:pt x="125376" y="374849"/>
                  <a:pt x="170079" y="355108"/>
                  <a:pt x="202283" y="332434"/>
                </a:cubicBezTo>
                <a:cubicBezTo>
                  <a:pt x="169745" y="297544"/>
                  <a:pt x="143249" y="248835"/>
                  <a:pt x="122794" y="186309"/>
                </a:cubicBezTo>
                <a:lnTo>
                  <a:pt x="102856" y="186309"/>
                </a:lnTo>
                <a:cubicBezTo>
                  <a:pt x="102575" y="232576"/>
                  <a:pt x="97585" y="273821"/>
                  <a:pt x="87886" y="310042"/>
                </a:cubicBezTo>
                <a:cubicBezTo>
                  <a:pt x="78188" y="346263"/>
                  <a:pt x="61625" y="381714"/>
                  <a:pt x="38198" y="416395"/>
                </a:cubicBezTo>
                <a:cubicBezTo>
                  <a:pt x="27197" y="408103"/>
                  <a:pt x="14464" y="401959"/>
                  <a:pt x="0" y="397964"/>
                </a:cubicBezTo>
                <a:cubicBezTo>
                  <a:pt x="43954" y="349053"/>
                  <a:pt x="65930" y="275779"/>
                  <a:pt x="65930" y="178143"/>
                </a:cubicBezTo>
                <a:cubicBezTo>
                  <a:pt x="65930" y="134681"/>
                  <a:pt x="64885" y="91894"/>
                  <a:pt x="62794" y="49784"/>
                </a:cubicBezTo>
                <a:cubicBezTo>
                  <a:pt x="90269" y="50684"/>
                  <a:pt x="116163" y="51135"/>
                  <a:pt x="140475" y="51135"/>
                </a:cubicBezTo>
                <a:cubicBezTo>
                  <a:pt x="244117" y="51135"/>
                  <a:pt x="313823" y="43507"/>
                  <a:pt x="349594" y="28253"/>
                </a:cubicBezTo>
                <a:close/>
                <a:moveTo>
                  <a:pt x="984135" y="9865"/>
                </a:moveTo>
                <a:cubicBezTo>
                  <a:pt x="996208" y="12265"/>
                  <a:pt x="1007776" y="13466"/>
                  <a:pt x="1018840" y="13466"/>
                </a:cubicBezTo>
                <a:cubicBezTo>
                  <a:pt x="1029903" y="13466"/>
                  <a:pt x="1035435" y="15763"/>
                  <a:pt x="1035435" y="20359"/>
                </a:cubicBezTo>
                <a:cubicBezTo>
                  <a:pt x="1035435" y="24955"/>
                  <a:pt x="1033492" y="28523"/>
                  <a:pt x="1029605" y="31064"/>
                </a:cubicBezTo>
                <a:cubicBezTo>
                  <a:pt x="1025719" y="33605"/>
                  <a:pt x="1023776" y="40321"/>
                  <a:pt x="1023776" y="51213"/>
                </a:cubicBezTo>
                <a:lnTo>
                  <a:pt x="1023776" y="108046"/>
                </a:lnTo>
                <a:lnTo>
                  <a:pt x="1045200" y="95083"/>
                </a:lnTo>
                <a:cubicBezTo>
                  <a:pt x="1062955" y="120062"/>
                  <a:pt x="1077492" y="149133"/>
                  <a:pt x="1088813" y="182294"/>
                </a:cubicBezTo>
                <a:lnTo>
                  <a:pt x="1056844" y="196174"/>
                </a:lnTo>
                <a:cubicBezTo>
                  <a:pt x="1053463" y="182975"/>
                  <a:pt x="1048666" y="169243"/>
                  <a:pt x="1042453" y="154980"/>
                </a:cubicBezTo>
                <a:lnTo>
                  <a:pt x="1023776" y="118753"/>
                </a:lnTo>
                <a:lnTo>
                  <a:pt x="1023776" y="348579"/>
                </a:lnTo>
                <a:cubicBezTo>
                  <a:pt x="1023776" y="364752"/>
                  <a:pt x="1025271" y="391094"/>
                  <a:pt x="1028262" y="427603"/>
                </a:cubicBezTo>
                <a:lnTo>
                  <a:pt x="984135" y="427603"/>
                </a:lnTo>
                <a:cubicBezTo>
                  <a:pt x="987126" y="394970"/>
                  <a:pt x="988622" y="368479"/>
                  <a:pt x="988622" y="348129"/>
                </a:cubicBezTo>
                <a:lnTo>
                  <a:pt x="988622" y="73644"/>
                </a:lnTo>
                <a:cubicBezTo>
                  <a:pt x="988622" y="50342"/>
                  <a:pt x="987126" y="29082"/>
                  <a:pt x="984135" y="9865"/>
                </a:cubicBezTo>
                <a:close/>
                <a:moveTo>
                  <a:pt x="2379362" y="8522"/>
                </a:moveTo>
                <a:cubicBezTo>
                  <a:pt x="2409628" y="29763"/>
                  <a:pt x="2434438" y="51130"/>
                  <a:pt x="2453793" y="72623"/>
                </a:cubicBezTo>
                <a:lnTo>
                  <a:pt x="2426011" y="98398"/>
                </a:lnTo>
                <a:cubicBezTo>
                  <a:pt x="2409928" y="76304"/>
                  <a:pt x="2387434" y="54785"/>
                  <a:pt x="2358531" y="33840"/>
                </a:cubicBezTo>
                <a:close/>
                <a:moveTo>
                  <a:pt x="1127210" y="8522"/>
                </a:moveTo>
                <a:cubicBezTo>
                  <a:pt x="1142636" y="12499"/>
                  <a:pt x="1155491" y="14993"/>
                  <a:pt x="1165776" y="16005"/>
                </a:cubicBezTo>
                <a:cubicBezTo>
                  <a:pt x="1176061" y="17017"/>
                  <a:pt x="1181203" y="19654"/>
                  <a:pt x="1181203" y="23917"/>
                </a:cubicBezTo>
                <a:cubicBezTo>
                  <a:pt x="1181203" y="28179"/>
                  <a:pt x="1178803" y="32014"/>
                  <a:pt x="1174002" y="35422"/>
                </a:cubicBezTo>
                <a:cubicBezTo>
                  <a:pt x="1169201" y="38829"/>
                  <a:pt x="1163829" y="55130"/>
                  <a:pt x="1157886" y="84324"/>
                </a:cubicBezTo>
                <a:lnTo>
                  <a:pt x="1247947" y="84324"/>
                </a:lnTo>
                <a:cubicBezTo>
                  <a:pt x="1289314" y="84324"/>
                  <a:pt x="1320589" y="83277"/>
                  <a:pt x="1341773" y="81181"/>
                </a:cubicBezTo>
                <a:lnTo>
                  <a:pt x="1341773" y="117686"/>
                </a:lnTo>
                <a:cubicBezTo>
                  <a:pt x="1320146" y="115890"/>
                  <a:pt x="1288871" y="114993"/>
                  <a:pt x="1247947" y="114993"/>
                </a:cubicBezTo>
                <a:lnTo>
                  <a:pt x="1153007" y="114993"/>
                </a:lnTo>
                <a:cubicBezTo>
                  <a:pt x="1138095" y="193036"/>
                  <a:pt x="1109839" y="259715"/>
                  <a:pt x="1068239" y="315032"/>
                </a:cubicBezTo>
                <a:cubicBezTo>
                  <a:pt x="1057756" y="303997"/>
                  <a:pt x="1046167" y="296815"/>
                  <a:pt x="1033470" y="293486"/>
                </a:cubicBezTo>
                <a:cubicBezTo>
                  <a:pt x="1076656" y="250076"/>
                  <a:pt x="1104912" y="190578"/>
                  <a:pt x="1118238" y="114993"/>
                </a:cubicBezTo>
                <a:cubicBezTo>
                  <a:pt x="1102788" y="115288"/>
                  <a:pt x="1086493" y="116186"/>
                  <a:pt x="1069353" y="117686"/>
                </a:cubicBezTo>
                <a:lnTo>
                  <a:pt x="1069353" y="81181"/>
                </a:lnTo>
                <a:cubicBezTo>
                  <a:pt x="1081893" y="83029"/>
                  <a:pt x="1099405" y="84084"/>
                  <a:pt x="1121888" y="84346"/>
                </a:cubicBezTo>
                <a:cubicBezTo>
                  <a:pt x="1125736" y="57676"/>
                  <a:pt x="1127661" y="40451"/>
                  <a:pt x="1127661" y="32671"/>
                </a:cubicBezTo>
                <a:cubicBezTo>
                  <a:pt x="1127661" y="24892"/>
                  <a:pt x="1127510" y="16842"/>
                  <a:pt x="1127210" y="8522"/>
                </a:cubicBezTo>
                <a:close/>
                <a:moveTo>
                  <a:pt x="1503410" y="8072"/>
                </a:moveTo>
                <a:cubicBezTo>
                  <a:pt x="1513983" y="14535"/>
                  <a:pt x="1524893" y="18628"/>
                  <a:pt x="1536142" y="20352"/>
                </a:cubicBezTo>
                <a:cubicBezTo>
                  <a:pt x="1542791" y="21243"/>
                  <a:pt x="1546115" y="23836"/>
                  <a:pt x="1546115" y="28132"/>
                </a:cubicBezTo>
                <a:cubicBezTo>
                  <a:pt x="1546115" y="32427"/>
                  <a:pt x="1543110" y="35828"/>
                  <a:pt x="1537100" y="38333"/>
                </a:cubicBezTo>
                <a:cubicBezTo>
                  <a:pt x="1531090" y="40838"/>
                  <a:pt x="1523929" y="45105"/>
                  <a:pt x="1515618" y="51135"/>
                </a:cubicBezTo>
                <a:lnTo>
                  <a:pt x="1723194" y="51135"/>
                </a:lnTo>
                <a:cubicBezTo>
                  <a:pt x="1752841" y="51135"/>
                  <a:pt x="1775894" y="49937"/>
                  <a:pt x="1792353" y="47541"/>
                </a:cubicBezTo>
                <a:lnTo>
                  <a:pt x="1792353" y="85389"/>
                </a:lnTo>
                <a:cubicBezTo>
                  <a:pt x="1778989" y="83298"/>
                  <a:pt x="1755937" y="82253"/>
                  <a:pt x="1723194" y="82253"/>
                </a:cubicBezTo>
                <a:lnTo>
                  <a:pt x="1495759" y="82253"/>
                </a:lnTo>
                <a:lnTo>
                  <a:pt x="1480977" y="98677"/>
                </a:lnTo>
                <a:lnTo>
                  <a:pt x="1527588" y="101259"/>
                </a:lnTo>
                <a:cubicBezTo>
                  <a:pt x="1551569" y="101933"/>
                  <a:pt x="1581281" y="102270"/>
                  <a:pt x="1616724" y="102270"/>
                </a:cubicBezTo>
                <a:cubicBezTo>
                  <a:pt x="1687609" y="102270"/>
                  <a:pt x="1734789" y="101219"/>
                  <a:pt x="1758263" y="99119"/>
                </a:cubicBezTo>
                <a:cubicBezTo>
                  <a:pt x="1755872" y="113449"/>
                  <a:pt x="1754677" y="131271"/>
                  <a:pt x="1754677" y="152583"/>
                </a:cubicBezTo>
                <a:lnTo>
                  <a:pt x="1754677" y="197431"/>
                </a:lnTo>
                <a:cubicBezTo>
                  <a:pt x="1754677" y="216986"/>
                  <a:pt x="1755872" y="233610"/>
                  <a:pt x="1758263" y="247302"/>
                </a:cubicBezTo>
                <a:cubicBezTo>
                  <a:pt x="1730612" y="244611"/>
                  <a:pt x="1698739" y="243266"/>
                  <a:pt x="1662644" y="243266"/>
                </a:cubicBezTo>
                <a:lnTo>
                  <a:pt x="1560574" y="243266"/>
                </a:lnTo>
                <a:cubicBezTo>
                  <a:pt x="1551887" y="256167"/>
                  <a:pt x="1544827" y="264335"/>
                  <a:pt x="1539393" y="267769"/>
                </a:cubicBezTo>
                <a:lnTo>
                  <a:pt x="1642463" y="267769"/>
                </a:lnTo>
                <a:cubicBezTo>
                  <a:pt x="1679934" y="267769"/>
                  <a:pt x="1715096" y="266121"/>
                  <a:pt x="1747948" y="262825"/>
                </a:cubicBezTo>
                <a:cubicBezTo>
                  <a:pt x="1713834" y="314522"/>
                  <a:pt x="1683037" y="347834"/>
                  <a:pt x="1655557" y="362759"/>
                </a:cubicBezTo>
                <a:cubicBezTo>
                  <a:pt x="1690071" y="372479"/>
                  <a:pt x="1742995" y="380752"/>
                  <a:pt x="1814327" y="387577"/>
                </a:cubicBezTo>
                <a:cubicBezTo>
                  <a:pt x="1804321" y="400364"/>
                  <a:pt x="1797239" y="412958"/>
                  <a:pt x="1793082" y="425360"/>
                </a:cubicBezTo>
                <a:cubicBezTo>
                  <a:pt x="1717315" y="413363"/>
                  <a:pt x="1660560" y="399609"/>
                  <a:pt x="1622818" y="384098"/>
                </a:cubicBezTo>
                <a:cubicBezTo>
                  <a:pt x="1585294" y="402281"/>
                  <a:pt x="1522124" y="417083"/>
                  <a:pt x="1433308" y="428503"/>
                </a:cubicBezTo>
                <a:cubicBezTo>
                  <a:pt x="1429803" y="417626"/>
                  <a:pt x="1422197" y="405336"/>
                  <a:pt x="1410491" y="391634"/>
                </a:cubicBezTo>
                <a:cubicBezTo>
                  <a:pt x="1486401" y="388362"/>
                  <a:pt x="1545606" y="379590"/>
                  <a:pt x="1588106" y="365317"/>
                </a:cubicBezTo>
                <a:cubicBezTo>
                  <a:pt x="1564989" y="355892"/>
                  <a:pt x="1539424" y="339175"/>
                  <a:pt x="1511411" y="315168"/>
                </a:cubicBezTo>
                <a:lnTo>
                  <a:pt x="1531880" y="297537"/>
                </a:lnTo>
                <a:lnTo>
                  <a:pt x="1520412" y="297537"/>
                </a:lnTo>
                <a:cubicBezTo>
                  <a:pt x="1504505" y="316563"/>
                  <a:pt x="1482412" y="337344"/>
                  <a:pt x="1454132" y="359880"/>
                </a:cubicBezTo>
                <a:cubicBezTo>
                  <a:pt x="1445788" y="349684"/>
                  <a:pt x="1435878" y="341011"/>
                  <a:pt x="1424400" y="333863"/>
                </a:cubicBezTo>
                <a:cubicBezTo>
                  <a:pt x="1467939" y="307355"/>
                  <a:pt x="1501426" y="277603"/>
                  <a:pt x="1524862" y="244609"/>
                </a:cubicBezTo>
                <a:cubicBezTo>
                  <a:pt x="1502969" y="245199"/>
                  <a:pt x="1485627" y="246097"/>
                  <a:pt x="1472835" y="247302"/>
                </a:cubicBezTo>
                <a:cubicBezTo>
                  <a:pt x="1474930" y="230681"/>
                  <a:pt x="1475978" y="214057"/>
                  <a:pt x="1475978" y="197431"/>
                </a:cubicBezTo>
                <a:lnTo>
                  <a:pt x="1475978" y="152583"/>
                </a:lnTo>
                <a:cubicBezTo>
                  <a:pt x="1475978" y="142253"/>
                  <a:pt x="1475716" y="132558"/>
                  <a:pt x="1475192" y="123499"/>
                </a:cubicBezTo>
                <a:lnTo>
                  <a:pt x="1473637" y="106832"/>
                </a:lnTo>
                <a:lnTo>
                  <a:pt x="1431987" y="153112"/>
                </a:lnTo>
                <a:cubicBezTo>
                  <a:pt x="1422881" y="144658"/>
                  <a:pt x="1411829" y="137464"/>
                  <a:pt x="1398833" y="131530"/>
                </a:cubicBezTo>
                <a:cubicBezTo>
                  <a:pt x="1443671" y="99826"/>
                  <a:pt x="1478530" y="58674"/>
                  <a:pt x="1503410" y="8072"/>
                </a:cubicBezTo>
                <a:close/>
                <a:moveTo>
                  <a:pt x="2164607" y="7622"/>
                </a:moveTo>
                <a:cubicBezTo>
                  <a:pt x="2175713" y="10022"/>
                  <a:pt x="2188898" y="11222"/>
                  <a:pt x="2204162" y="11222"/>
                </a:cubicBezTo>
                <a:cubicBezTo>
                  <a:pt x="2212296" y="11222"/>
                  <a:pt x="2216363" y="13549"/>
                  <a:pt x="2216363" y="18202"/>
                </a:cubicBezTo>
                <a:cubicBezTo>
                  <a:pt x="2216363" y="22855"/>
                  <a:pt x="2214644" y="26153"/>
                  <a:pt x="2211205" y="28096"/>
                </a:cubicBezTo>
                <a:cubicBezTo>
                  <a:pt x="2207767" y="30039"/>
                  <a:pt x="2206048" y="35054"/>
                  <a:pt x="2206048" y="43141"/>
                </a:cubicBezTo>
                <a:lnTo>
                  <a:pt x="2206048" y="119765"/>
                </a:lnTo>
                <a:cubicBezTo>
                  <a:pt x="2227731" y="119512"/>
                  <a:pt x="2250606" y="118162"/>
                  <a:pt x="2274670" y="115714"/>
                </a:cubicBezTo>
                <a:lnTo>
                  <a:pt x="2274670" y="154912"/>
                </a:lnTo>
                <a:cubicBezTo>
                  <a:pt x="2255030" y="152816"/>
                  <a:pt x="2232156" y="151769"/>
                  <a:pt x="2206048" y="151769"/>
                </a:cubicBezTo>
                <a:lnTo>
                  <a:pt x="2206048" y="369660"/>
                </a:lnTo>
                <a:cubicBezTo>
                  <a:pt x="2206048" y="384548"/>
                  <a:pt x="2203621" y="396175"/>
                  <a:pt x="2198768" y="404543"/>
                </a:cubicBezTo>
                <a:cubicBezTo>
                  <a:pt x="2193915" y="412911"/>
                  <a:pt x="2184359" y="418996"/>
                  <a:pt x="2170100" y="422799"/>
                </a:cubicBezTo>
                <a:cubicBezTo>
                  <a:pt x="2155841" y="426602"/>
                  <a:pt x="2133079" y="428503"/>
                  <a:pt x="2101813" y="428503"/>
                </a:cubicBezTo>
                <a:cubicBezTo>
                  <a:pt x="2101813" y="412692"/>
                  <a:pt x="2096431" y="396935"/>
                  <a:pt x="2085668" y="381233"/>
                </a:cubicBezTo>
                <a:cubicBezTo>
                  <a:pt x="2108957" y="384829"/>
                  <a:pt x="2126313" y="386626"/>
                  <a:pt x="2137735" y="386626"/>
                </a:cubicBezTo>
                <a:cubicBezTo>
                  <a:pt x="2149158" y="386626"/>
                  <a:pt x="2157315" y="384620"/>
                  <a:pt x="2162206" y="380608"/>
                </a:cubicBezTo>
                <a:cubicBezTo>
                  <a:pt x="2167097" y="376595"/>
                  <a:pt x="2169543" y="367862"/>
                  <a:pt x="2169543" y="354408"/>
                </a:cubicBezTo>
                <a:lnTo>
                  <a:pt x="2169543" y="151318"/>
                </a:lnTo>
                <a:lnTo>
                  <a:pt x="2116708" y="151318"/>
                </a:lnTo>
                <a:cubicBezTo>
                  <a:pt x="2084399" y="151318"/>
                  <a:pt x="2054617" y="152516"/>
                  <a:pt x="2027361" y="154912"/>
                </a:cubicBezTo>
                <a:lnTo>
                  <a:pt x="2027361" y="115714"/>
                </a:lnTo>
                <a:cubicBezTo>
                  <a:pt x="2053888" y="118410"/>
                  <a:pt x="2083670" y="119757"/>
                  <a:pt x="2116708" y="119757"/>
                </a:cubicBezTo>
                <a:lnTo>
                  <a:pt x="2169543" y="119757"/>
                </a:lnTo>
                <a:cubicBezTo>
                  <a:pt x="2169543" y="64579"/>
                  <a:pt x="2167897" y="27201"/>
                  <a:pt x="2164607" y="7622"/>
                </a:cubicBezTo>
                <a:close/>
                <a:moveTo>
                  <a:pt x="656799" y="0"/>
                </a:moveTo>
                <a:cubicBezTo>
                  <a:pt x="673759" y="5762"/>
                  <a:pt x="686679" y="9360"/>
                  <a:pt x="695561" y="10794"/>
                </a:cubicBezTo>
                <a:cubicBezTo>
                  <a:pt x="703691" y="12599"/>
                  <a:pt x="707755" y="15696"/>
                  <a:pt x="707755" y="20084"/>
                </a:cubicBezTo>
                <a:cubicBezTo>
                  <a:pt x="707755" y="24473"/>
                  <a:pt x="704341" y="27888"/>
                  <a:pt x="697511" y="30328"/>
                </a:cubicBezTo>
                <a:cubicBezTo>
                  <a:pt x="690682" y="32769"/>
                  <a:pt x="677202" y="47032"/>
                  <a:pt x="657071" y="73116"/>
                </a:cubicBezTo>
                <a:lnTo>
                  <a:pt x="710356" y="73116"/>
                </a:lnTo>
                <a:cubicBezTo>
                  <a:pt x="781993" y="73116"/>
                  <a:pt x="827771" y="70870"/>
                  <a:pt x="847687" y="66379"/>
                </a:cubicBezTo>
                <a:cubicBezTo>
                  <a:pt x="845597" y="80843"/>
                  <a:pt x="844551" y="110473"/>
                  <a:pt x="844551" y="155269"/>
                </a:cubicBezTo>
                <a:lnTo>
                  <a:pt x="844551" y="370560"/>
                </a:lnTo>
                <a:cubicBezTo>
                  <a:pt x="844551" y="381747"/>
                  <a:pt x="842285" y="390391"/>
                  <a:pt x="837754" y="396492"/>
                </a:cubicBezTo>
                <a:cubicBezTo>
                  <a:pt x="833222" y="402593"/>
                  <a:pt x="823890" y="407135"/>
                  <a:pt x="809758" y="410119"/>
                </a:cubicBezTo>
                <a:cubicBezTo>
                  <a:pt x="795625" y="413102"/>
                  <a:pt x="772478" y="414744"/>
                  <a:pt x="740317" y="415044"/>
                </a:cubicBezTo>
                <a:cubicBezTo>
                  <a:pt x="741217" y="399781"/>
                  <a:pt x="736433" y="384774"/>
                  <a:pt x="725965" y="370024"/>
                </a:cubicBezTo>
                <a:cubicBezTo>
                  <a:pt x="751568" y="373615"/>
                  <a:pt x="769974" y="375411"/>
                  <a:pt x="781183" y="375411"/>
                </a:cubicBezTo>
                <a:cubicBezTo>
                  <a:pt x="792391" y="375411"/>
                  <a:pt x="799372" y="374034"/>
                  <a:pt x="802125" y="371282"/>
                </a:cubicBezTo>
                <a:cubicBezTo>
                  <a:pt x="804877" y="368529"/>
                  <a:pt x="806254" y="363355"/>
                  <a:pt x="806254" y="355758"/>
                </a:cubicBezTo>
                <a:lnTo>
                  <a:pt x="806254" y="103777"/>
                </a:lnTo>
                <a:lnTo>
                  <a:pt x="541799" y="103777"/>
                </a:lnTo>
                <a:lnTo>
                  <a:pt x="541799" y="415944"/>
                </a:lnTo>
                <a:lnTo>
                  <a:pt x="499022" y="415944"/>
                </a:lnTo>
                <a:cubicBezTo>
                  <a:pt x="502308" y="381526"/>
                  <a:pt x="503951" y="344121"/>
                  <a:pt x="503951" y="303730"/>
                </a:cubicBezTo>
                <a:lnTo>
                  <a:pt x="503951" y="155269"/>
                </a:lnTo>
                <a:cubicBezTo>
                  <a:pt x="503951" y="121217"/>
                  <a:pt x="502756" y="91587"/>
                  <a:pt x="500365" y="66379"/>
                </a:cubicBezTo>
                <a:cubicBezTo>
                  <a:pt x="515358" y="70870"/>
                  <a:pt x="538858" y="73116"/>
                  <a:pt x="570867" y="73116"/>
                </a:cubicBezTo>
                <a:lnTo>
                  <a:pt x="622952" y="73116"/>
                </a:lnTo>
                <a:cubicBezTo>
                  <a:pt x="639430" y="47975"/>
                  <a:pt x="650713" y="23603"/>
                  <a:pt x="6567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B1971A-03F8-4D03-A1EE-E64DEC12E226}"/>
              </a:ext>
            </a:extLst>
          </p:cNvPr>
          <p:cNvSpPr txBox="1"/>
          <p:nvPr/>
        </p:nvSpPr>
        <p:spPr>
          <a:xfrm>
            <a:off x="12998248" y="3098746"/>
            <a:ext cx="933746" cy="660509"/>
          </a:xfrm>
          <a:custGeom>
            <a:avLst/>
            <a:gdLst/>
            <a:ahLst/>
            <a:cxnLst/>
            <a:rect l="l" t="t" r="r" b="b"/>
            <a:pathLst>
              <a:path w="565435" h="399975">
                <a:moveTo>
                  <a:pt x="454093" y="233776"/>
                </a:moveTo>
                <a:cubicBezTo>
                  <a:pt x="462124" y="233776"/>
                  <a:pt x="468337" y="236408"/>
                  <a:pt x="472732" y="241671"/>
                </a:cubicBezTo>
                <a:cubicBezTo>
                  <a:pt x="477127" y="246934"/>
                  <a:pt x="479324" y="253852"/>
                  <a:pt x="479324" y="262425"/>
                </a:cubicBezTo>
                <a:cubicBezTo>
                  <a:pt x="479324" y="267309"/>
                  <a:pt x="478565" y="271650"/>
                  <a:pt x="477046" y="275448"/>
                </a:cubicBezTo>
                <a:lnTo>
                  <a:pt x="479324" y="276425"/>
                </a:lnTo>
                <a:cubicBezTo>
                  <a:pt x="490285" y="261774"/>
                  <a:pt x="500947" y="251004"/>
                  <a:pt x="511311" y="244113"/>
                </a:cubicBezTo>
                <a:cubicBezTo>
                  <a:pt x="521675" y="237222"/>
                  <a:pt x="532337" y="233776"/>
                  <a:pt x="543297" y="233776"/>
                </a:cubicBezTo>
                <a:cubicBezTo>
                  <a:pt x="547421" y="233776"/>
                  <a:pt x="551301" y="233993"/>
                  <a:pt x="554936" y="234427"/>
                </a:cubicBezTo>
                <a:cubicBezTo>
                  <a:pt x="558571" y="234861"/>
                  <a:pt x="562071" y="235404"/>
                  <a:pt x="565435" y="236055"/>
                </a:cubicBezTo>
                <a:lnTo>
                  <a:pt x="557134" y="275448"/>
                </a:lnTo>
                <a:lnTo>
                  <a:pt x="538251" y="275448"/>
                </a:lnTo>
                <a:cubicBezTo>
                  <a:pt x="537708" y="268937"/>
                  <a:pt x="536325" y="264270"/>
                  <a:pt x="534100" y="261449"/>
                </a:cubicBezTo>
                <a:cubicBezTo>
                  <a:pt x="531875" y="258627"/>
                  <a:pt x="528647" y="257216"/>
                  <a:pt x="524415" y="257216"/>
                </a:cubicBezTo>
                <a:cubicBezTo>
                  <a:pt x="521919" y="257108"/>
                  <a:pt x="519043" y="257868"/>
                  <a:pt x="515787" y="259495"/>
                </a:cubicBezTo>
                <a:cubicBezTo>
                  <a:pt x="512532" y="261123"/>
                  <a:pt x="509086" y="263456"/>
                  <a:pt x="505451" y="266495"/>
                </a:cubicBezTo>
                <a:cubicBezTo>
                  <a:pt x="501815" y="269534"/>
                  <a:pt x="498207" y="273115"/>
                  <a:pt x="494626" y="277238"/>
                </a:cubicBezTo>
                <a:cubicBezTo>
                  <a:pt x="491045" y="281362"/>
                  <a:pt x="487653" y="285866"/>
                  <a:pt x="484452" y="290749"/>
                </a:cubicBezTo>
                <a:cubicBezTo>
                  <a:pt x="481251" y="295633"/>
                  <a:pt x="478456" y="300815"/>
                  <a:pt x="476069" y="306295"/>
                </a:cubicBezTo>
                <a:cubicBezTo>
                  <a:pt x="473681" y="311775"/>
                  <a:pt x="471891" y="317283"/>
                  <a:pt x="470697" y="322817"/>
                </a:cubicBezTo>
                <a:lnTo>
                  <a:pt x="454093" y="399975"/>
                </a:lnTo>
                <a:lnTo>
                  <a:pt x="422188" y="399975"/>
                </a:lnTo>
                <a:lnTo>
                  <a:pt x="446606" y="293842"/>
                </a:lnTo>
                <a:cubicBezTo>
                  <a:pt x="448125" y="287548"/>
                  <a:pt x="449183" y="282339"/>
                  <a:pt x="449780" y="278215"/>
                </a:cubicBezTo>
                <a:cubicBezTo>
                  <a:pt x="450377" y="274091"/>
                  <a:pt x="450675" y="270619"/>
                  <a:pt x="450675" y="267797"/>
                </a:cubicBezTo>
                <a:cubicBezTo>
                  <a:pt x="450675" y="259875"/>
                  <a:pt x="447474" y="255914"/>
                  <a:pt x="441071" y="255914"/>
                </a:cubicBezTo>
                <a:cubicBezTo>
                  <a:pt x="439009" y="255914"/>
                  <a:pt x="436974" y="256321"/>
                  <a:pt x="434967" y="257135"/>
                </a:cubicBezTo>
                <a:cubicBezTo>
                  <a:pt x="432959" y="257949"/>
                  <a:pt x="430870" y="259170"/>
                  <a:pt x="428700" y="260798"/>
                </a:cubicBezTo>
                <a:cubicBezTo>
                  <a:pt x="426529" y="262425"/>
                  <a:pt x="424142" y="264487"/>
                  <a:pt x="421537" y="266983"/>
                </a:cubicBezTo>
                <a:cubicBezTo>
                  <a:pt x="418933" y="269479"/>
                  <a:pt x="416003" y="272409"/>
                  <a:pt x="412747" y="275773"/>
                </a:cubicBezTo>
                <a:lnTo>
                  <a:pt x="401515" y="265193"/>
                </a:lnTo>
                <a:cubicBezTo>
                  <a:pt x="406941" y="259658"/>
                  <a:pt x="411906" y="254910"/>
                  <a:pt x="416410" y="250949"/>
                </a:cubicBezTo>
                <a:cubicBezTo>
                  <a:pt x="420913" y="246988"/>
                  <a:pt x="425227" y="243733"/>
                  <a:pt x="429351" y="241183"/>
                </a:cubicBezTo>
                <a:cubicBezTo>
                  <a:pt x="433475" y="238632"/>
                  <a:pt x="437544" y="236760"/>
                  <a:pt x="441559" y="235567"/>
                </a:cubicBezTo>
                <a:cubicBezTo>
                  <a:pt x="445575" y="234373"/>
                  <a:pt x="449753" y="233776"/>
                  <a:pt x="454093" y="233776"/>
                </a:cubicBezTo>
                <a:close/>
                <a:moveTo>
                  <a:pt x="273118" y="233776"/>
                </a:moveTo>
                <a:cubicBezTo>
                  <a:pt x="281149" y="233776"/>
                  <a:pt x="287362" y="236408"/>
                  <a:pt x="291757" y="241671"/>
                </a:cubicBezTo>
                <a:cubicBezTo>
                  <a:pt x="296152" y="246934"/>
                  <a:pt x="298349" y="253852"/>
                  <a:pt x="298349" y="262425"/>
                </a:cubicBezTo>
                <a:cubicBezTo>
                  <a:pt x="298349" y="267309"/>
                  <a:pt x="297590" y="271650"/>
                  <a:pt x="296071" y="275448"/>
                </a:cubicBezTo>
                <a:lnTo>
                  <a:pt x="298349" y="276425"/>
                </a:lnTo>
                <a:cubicBezTo>
                  <a:pt x="309310" y="261774"/>
                  <a:pt x="319972" y="251004"/>
                  <a:pt x="330336" y="244113"/>
                </a:cubicBezTo>
                <a:cubicBezTo>
                  <a:pt x="340700" y="237222"/>
                  <a:pt x="351362" y="233776"/>
                  <a:pt x="362322" y="233776"/>
                </a:cubicBezTo>
                <a:cubicBezTo>
                  <a:pt x="366446" y="233776"/>
                  <a:pt x="370326" y="233993"/>
                  <a:pt x="373961" y="234427"/>
                </a:cubicBezTo>
                <a:cubicBezTo>
                  <a:pt x="377597" y="234861"/>
                  <a:pt x="381096" y="235404"/>
                  <a:pt x="384460" y="236055"/>
                </a:cubicBezTo>
                <a:lnTo>
                  <a:pt x="376159" y="275448"/>
                </a:lnTo>
                <a:lnTo>
                  <a:pt x="357276" y="275448"/>
                </a:lnTo>
                <a:cubicBezTo>
                  <a:pt x="356733" y="268937"/>
                  <a:pt x="355350" y="264270"/>
                  <a:pt x="353125" y="261449"/>
                </a:cubicBezTo>
                <a:cubicBezTo>
                  <a:pt x="350900" y="258627"/>
                  <a:pt x="347672" y="257216"/>
                  <a:pt x="343440" y="257216"/>
                </a:cubicBezTo>
                <a:cubicBezTo>
                  <a:pt x="340944" y="257108"/>
                  <a:pt x="338068" y="257868"/>
                  <a:pt x="334812" y="259495"/>
                </a:cubicBezTo>
                <a:cubicBezTo>
                  <a:pt x="331557" y="261123"/>
                  <a:pt x="328111" y="263456"/>
                  <a:pt x="324476" y="266495"/>
                </a:cubicBezTo>
                <a:cubicBezTo>
                  <a:pt x="320840" y="269534"/>
                  <a:pt x="317232" y="273115"/>
                  <a:pt x="313651" y="277238"/>
                </a:cubicBezTo>
                <a:cubicBezTo>
                  <a:pt x="310070" y="281362"/>
                  <a:pt x="306678" y="285866"/>
                  <a:pt x="303477" y="290749"/>
                </a:cubicBezTo>
                <a:cubicBezTo>
                  <a:pt x="300276" y="295633"/>
                  <a:pt x="297481" y="300815"/>
                  <a:pt x="295094" y="306295"/>
                </a:cubicBezTo>
                <a:cubicBezTo>
                  <a:pt x="292706" y="311775"/>
                  <a:pt x="290916" y="317283"/>
                  <a:pt x="289722" y="322817"/>
                </a:cubicBezTo>
                <a:lnTo>
                  <a:pt x="273118" y="399975"/>
                </a:lnTo>
                <a:lnTo>
                  <a:pt x="241213" y="399975"/>
                </a:lnTo>
                <a:lnTo>
                  <a:pt x="265631" y="293842"/>
                </a:lnTo>
                <a:cubicBezTo>
                  <a:pt x="267150" y="287548"/>
                  <a:pt x="268208" y="282339"/>
                  <a:pt x="268805" y="278215"/>
                </a:cubicBezTo>
                <a:cubicBezTo>
                  <a:pt x="269402" y="274091"/>
                  <a:pt x="269700" y="270619"/>
                  <a:pt x="269700" y="267797"/>
                </a:cubicBezTo>
                <a:cubicBezTo>
                  <a:pt x="269700" y="259875"/>
                  <a:pt x="266499" y="255914"/>
                  <a:pt x="260096" y="255914"/>
                </a:cubicBezTo>
                <a:cubicBezTo>
                  <a:pt x="258034" y="255914"/>
                  <a:pt x="255999" y="256321"/>
                  <a:pt x="253992" y="257135"/>
                </a:cubicBezTo>
                <a:cubicBezTo>
                  <a:pt x="251984" y="257949"/>
                  <a:pt x="249895" y="259170"/>
                  <a:pt x="247725" y="260798"/>
                </a:cubicBezTo>
                <a:cubicBezTo>
                  <a:pt x="245554" y="262425"/>
                  <a:pt x="243167" y="264487"/>
                  <a:pt x="240562" y="266983"/>
                </a:cubicBezTo>
                <a:cubicBezTo>
                  <a:pt x="237958" y="269479"/>
                  <a:pt x="235028" y="272409"/>
                  <a:pt x="231772" y="275773"/>
                </a:cubicBezTo>
                <a:lnTo>
                  <a:pt x="220540" y="265193"/>
                </a:lnTo>
                <a:cubicBezTo>
                  <a:pt x="225966" y="259658"/>
                  <a:pt x="230931" y="254910"/>
                  <a:pt x="235435" y="250949"/>
                </a:cubicBezTo>
                <a:cubicBezTo>
                  <a:pt x="239938" y="246988"/>
                  <a:pt x="244252" y="243733"/>
                  <a:pt x="248376" y="241183"/>
                </a:cubicBezTo>
                <a:cubicBezTo>
                  <a:pt x="252500" y="238632"/>
                  <a:pt x="256569" y="236760"/>
                  <a:pt x="260584" y="235567"/>
                </a:cubicBezTo>
                <a:cubicBezTo>
                  <a:pt x="264600" y="234373"/>
                  <a:pt x="268778" y="233776"/>
                  <a:pt x="273118" y="233776"/>
                </a:cubicBezTo>
                <a:close/>
                <a:moveTo>
                  <a:pt x="0" y="0"/>
                </a:moveTo>
                <a:lnTo>
                  <a:pt x="241548" y="0"/>
                </a:lnTo>
                <a:lnTo>
                  <a:pt x="241548" y="77688"/>
                </a:lnTo>
                <a:lnTo>
                  <a:pt x="219671" y="77688"/>
                </a:lnTo>
                <a:cubicBezTo>
                  <a:pt x="216396" y="64889"/>
                  <a:pt x="213159" y="54768"/>
                  <a:pt x="209959" y="47327"/>
                </a:cubicBezTo>
                <a:cubicBezTo>
                  <a:pt x="206760" y="39885"/>
                  <a:pt x="203374" y="34230"/>
                  <a:pt x="199802" y="30360"/>
                </a:cubicBezTo>
                <a:cubicBezTo>
                  <a:pt x="196230" y="26491"/>
                  <a:pt x="192398" y="23738"/>
                  <a:pt x="188305" y="22101"/>
                </a:cubicBezTo>
                <a:cubicBezTo>
                  <a:pt x="184212" y="20463"/>
                  <a:pt x="178073" y="19645"/>
                  <a:pt x="169888" y="19645"/>
                </a:cubicBezTo>
                <a:lnTo>
                  <a:pt x="141536" y="19645"/>
                </a:lnTo>
                <a:lnTo>
                  <a:pt x="141536" y="248245"/>
                </a:lnTo>
                <a:cubicBezTo>
                  <a:pt x="141536" y="257026"/>
                  <a:pt x="142019" y="264021"/>
                  <a:pt x="142987" y="269230"/>
                </a:cubicBezTo>
                <a:cubicBezTo>
                  <a:pt x="143954" y="274439"/>
                  <a:pt x="145443" y="278569"/>
                  <a:pt x="147452" y="281620"/>
                </a:cubicBezTo>
                <a:cubicBezTo>
                  <a:pt x="149461" y="284671"/>
                  <a:pt x="152177" y="287052"/>
                  <a:pt x="155600" y="288763"/>
                </a:cubicBezTo>
                <a:cubicBezTo>
                  <a:pt x="159023" y="290475"/>
                  <a:pt x="164381" y="292149"/>
                  <a:pt x="171673" y="293786"/>
                </a:cubicBezTo>
                <a:lnTo>
                  <a:pt x="171673" y="304725"/>
                </a:lnTo>
                <a:lnTo>
                  <a:pt x="69652" y="304725"/>
                </a:lnTo>
                <a:lnTo>
                  <a:pt x="69652" y="293786"/>
                </a:lnTo>
                <a:cubicBezTo>
                  <a:pt x="74117" y="292744"/>
                  <a:pt x="78061" y="291628"/>
                  <a:pt x="81484" y="290438"/>
                </a:cubicBezTo>
                <a:cubicBezTo>
                  <a:pt x="84907" y="289247"/>
                  <a:pt x="87697" y="287796"/>
                  <a:pt x="89855" y="286084"/>
                </a:cubicBezTo>
                <a:cubicBezTo>
                  <a:pt x="92013" y="284373"/>
                  <a:pt x="93799" y="282178"/>
                  <a:pt x="95213" y="279499"/>
                </a:cubicBezTo>
                <a:cubicBezTo>
                  <a:pt x="96627" y="276820"/>
                  <a:pt x="97743" y="273174"/>
                  <a:pt x="98562" y="268560"/>
                </a:cubicBezTo>
                <a:cubicBezTo>
                  <a:pt x="99380" y="263946"/>
                  <a:pt x="99789" y="257175"/>
                  <a:pt x="99789" y="248245"/>
                </a:cubicBezTo>
                <a:lnTo>
                  <a:pt x="99789" y="19645"/>
                </a:lnTo>
                <a:lnTo>
                  <a:pt x="71661" y="19645"/>
                </a:lnTo>
                <a:cubicBezTo>
                  <a:pt x="64666" y="19645"/>
                  <a:pt x="58899" y="20315"/>
                  <a:pt x="54360" y="21654"/>
                </a:cubicBezTo>
                <a:cubicBezTo>
                  <a:pt x="49820" y="22993"/>
                  <a:pt x="45616" y="25784"/>
                  <a:pt x="41747" y="30026"/>
                </a:cubicBezTo>
                <a:cubicBezTo>
                  <a:pt x="37877" y="34267"/>
                  <a:pt x="34342" y="40295"/>
                  <a:pt x="31143" y="48108"/>
                </a:cubicBezTo>
                <a:cubicBezTo>
                  <a:pt x="27943" y="55922"/>
                  <a:pt x="24929" y="65782"/>
                  <a:pt x="22101" y="77688"/>
                </a:cubicBezTo>
                <a:lnTo>
                  <a:pt x="0" y="77688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9104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A3290E72-1AD7-4713-B40E-A6A5926ED5D5}"/>
              </a:ext>
            </a:extLst>
          </p:cNvPr>
          <p:cNvSpPr txBox="1"/>
          <p:nvPr/>
        </p:nvSpPr>
        <p:spPr>
          <a:xfrm>
            <a:off x="3450142" y="-3200801"/>
            <a:ext cx="4790310" cy="693906"/>
          </a:xfrm>
          <a:custGeom>
            <a:avLst/>
            <a:gdLst/>
            <a:ahLst/>
            <a:cxnLst/>
            <a:rect l="l" t="t" r="r" b="b"/>
            <a:pathLst>
              <a:path w="2729619" h="429846">
                <a:moveTo>
                  <a:pt x="2189830" y="324719"/>
                </a:moveTo>
                <a:cubicBezTo>
                  <a:pt x="2223978" y="348255"/>
                  <a:pt x="2251657" y="372758"/>
                  <a:pt x="2272869" y="398228"/>
                </a:cubicBezTo>
                <a:lnTo>
                  <a:pt x="2248895" y="422224"/>
                </a:lnTo>
                <a:cubicBezTo>
                  <a:pt x="2229754" y="396626"/>
                  <a:pt x="2204049" y="371830"/>
                  <a:pt x="2171778" y="347836"/>
                </a:cubicBezTo>
                <a:close/>
                <a:moveTo>
                  <a:pt x="89875" y="308746"/>
                </a:moveTo>
                <a:lnTo>
                  <a:pt x="89875" y="343107"/>
                </a:lnTo>
                <a:cubicBezTo>
                  <a:pt x="118245" y="338326"/>
                  <a:pt x="141210" y="334418"/>
                  <a:pt x="158769" y="331384"/>
                </a:cubicBezTo>
                <a:lnTo>
                  <a:pt x="158769" y="308746"/>
                </a:lnTo>
                <a:close/>
                <a:moveTo>
                  <a:pt x="615350" y="293944"/>
                </a:moveTo>
                <a:lnTo>
                  <a:pt x="615350" y="330113"/>
                </a:lnTo>
                <a:lnTo>
                  <a:pt x="729550" y="330113"/>
                </a:lnTo>
                <a:lnTo>
                  <a:pt x="729550" y="293944"/>
                </a:lnTo>
                <a:close/>
                <a:moveTo>
                  <a:pt x="577503" y="260582"/>
                </a:moveTo>
                <a:cubicBezTo>
                  <a:pt x="597910" y="262383"/>
                  <a:pt x="629465" y="263283"/>
                  <a:pt x="672168" y="263283"/>
                </a:cubicBezTo>
                <a:cubicBezTo>
                  <a:pt x="714871" y="263283"/>
                  <a:pt x="746167" y="262383"/>
                  <a:pt x="766055" y="260582"/>
                </a:cubicBezTo>
                <a:cubicBezTo>
                  <a:pt x="765155" y="275499"/>
                  <a:pt x="764705" y="292234"/>
                  <a:pt x="764705" y="310789"/>
                </a:cubicBezTo>
                <a:cubicBezTo>
                  <a:pt x="764705" y="329343"/>
                  <a:pt x="765155" y="346603"/>
                  <a:pt x="766055" y="362567"/>
                </a:cubicBezTo>
                <a:cubicBezTo>
                  <a:pt x="747210" y="361371"/>
                  <a:pt x="715869" y="360774"/>
                  <a:pt x="672032" y="360774"/>
                </a:cubicBezTo>
                <a:cubicBezTo>
                  <a:pt x="628196" y="360774"/>
                  <a:pt x="596686" y="361521"/>
                  <a:pt x="577503" y="363017"/>
                </a:cubicBezTo>
                <a:cubicBezTo>
                  <a:pt x="579298" y="345581"/>
                  <a:pt x="580196" y="327597"/>
                  <a:pt x="580196" y="309063"/>
                </a:cubicBezTo>
                <a:cubicBezTo>
                  <a:pt x="580196" y="290530"/>
                  <a:pt x="579298" y="274370"/>
                  <a:pt x="577503" y="260582"/>
                </a:cubicBezTo>
                <a:close/>
                <a:moveTo>
                  <a:pt x="89875" y="252681"/>
                </a:moveTo>
                <a:lnTo>
                  <a:pt x="89875" y="280328"/>
                </a:lnTo>
                <a:lnTo>
                  <a:pt x="158769" y="280328"/>
                </a:lnTo>
                <a:lnTo>
                  <a:pt x="158769" y="252681"/>
                </a:lnTo>
                <a:close/>
                <a:moveTo>
                  <a:pt x="334584" y="244609"/>
                </a:moveTo>
                <a:cubicBezTo>
                  <a:pt x="291979" y="244609"/>
                  <a:pt x="265276" y="244816"/>
                  <a:pt x="254474" y="245231"/>
                </a:cubicBezTo>
                <a:cubicBezTo>
                  <a:pt x="267824" y="276234"/>
                  <a:pt x="282942" y="301235"/>
                  <a:pt x="299830" y="320233"/>
                </a:cubicBezTo>
                <a:cubicBezTo>
                  <a:pt x="316589" y="298263"/>
                  <a:pt x="328174" y="273055"/>
                  <a:pt x="334584" y="244609"/>
                </a:cubicBezTo>
                <a:close/>
                <a:moveTo>
                  <a:pt x="1909931" y="218420"/>
                </a:moveTo>
                <a:cubicBezTo>
                  <a:pt x="1921557" y="224440"/>
                  <a:pt x="1931741" y="229002"/>
                  <a:pt x="1940485" y="232107"/>
                </a:cubicBezTo>
                <a:cubicBezTo>
                  <a:pt x="1946786" y="234808"/>
                  <a:pt x="1949936" y="238131"/>
                  <a:pt x="1949936" y="242077"/>
                </a:cubicBezTo>
                <a:cubicBezTo>
                  <a:pt x="1949936" y="246022"/>
                  <a:pt x="1948057" y="248532"/>
                  <a:pt x="1944300" y="249606"/>
                </a:cubicBezTo>
                <a:cubicBezTo>
                  <a:pt x="1940542" y="250680"/>
                  <a:pt x="1937516" y="252810"/>
                  <a:pt x="1935220" y="255996"/>
                </a:cubicBezTo>
                <a:cubicBezTo>
                  <a:pt x="1932925" y="259182"/>
                  <a:pt x="1928636" y="267357"/>
                  <a:pt x="1922354" y="280521"/>
                </a:cubicBezTo>
                <a:cubicBezTo>
                  <a:pt x="1916072" y="293684"/>
                  <a:pt x="1906293" y="308624"/>
                  <a:pt x="1893015" y="325341"/>
                </a:cubicBezTo>
                <a:cubicBezTo>
                  <a:pt x="1884809" y="319125"/>
                  <a:pt x="1874422" y="314153"/>
                  <a:pt x="1861854" y="310424"/>
                </a:cubicBezTo>
                <a:cubicBezTo>
                  <a:pt x="1886262" y="282921"/>
                  <a:pt x="1902287" y="252253"/>
                  <a:pt x="1909931" y="218420"/>
                </a:cubicBezTo>
                <a:close/>
                <a:moveTo>
                  <a:pt x="499914" y="207662"/>
                </a:moveTo>
                <a:cubicBezTo>
                  <a:pt x="526837" y="210657"/>
                  <a:pt x="586461" y="212155"/>
                  <a:pt x="678787" y="212155"/>
                </a:cubicBezTo>
                <a:cubicBezTo>
                  <a:pt x="771113" y="212155"/>
                  <a:pt x="828158" y="210657"/>
                  <a:pt x="849923" y="207662"/>
                </a:cubicBezTo>
                <a:cubicBezTo>
                  <a:pt x="846936" y="226083"/>
                  <a:pt x="845443" y="250031"/>
                  <a:pt x="845443" y="279506"/>
                </a:cubicBezTo>
                <a:lnTo>
                  <a:pt x="845443" y="368760"/>
                </a:lnTo>
                <a:cubicBezTo>
                  <a:pt x="845443" y="383786"/>
                  <a:pt x="843804" y="394837"/>
                  <a:pt x="840525" y="401914"/>
                </a:cubicBezTo>
                <a:cubicBezTo>
                  <a:pt x="837246" y="408991"/>
                  <a:pt x="830194" y="414065"/>
                  <a:pt x="819369" y="417134"/>
                </a:cubicBezTo>
                <a:cubicBezTo>
                  <a:pt x="808543" y="420204"/>
                  <a:pt x="789705" y="422498"/>
                  <a:pt x="762855" y="424017"/>
                </a:cubicBezTo>
                <a:cubicBezTo>
                  <a:pt x="762507" y="409892"/>
                  <a:pt x="757982" y="395480"/>
                  <a:pt x="749281" y="380783"/>
                </a:cubicBezTo>
                <a:cubicBezTo>
                  <a:pt x="765745" y="382583"/>
                  <a:pt x="778394" y="383484"/>
                  <a:pt x="787229" y="383484"/>
                </a:cubicBezTo>
                <a:cubicBezTo>
                  <a:pt x="796063" y="383484"/>
                  <a:pt x="801665" y="382129"/>
                  <a:pt x="804035" y="379419"/>
                </a:cubicBezTo>
                <a:cubicBezTo>
                  <a:pt x="806404" y="376709"/>
                  <a:pt x="807589" y="370913"/>
                  <a:pt x="807589" y="362031"/>
                </a:cubicBezTo>
                <a:lnTo>
                  <a:pt x="807589" y="243266"/>
                </a:lnTo>
                <a:lnTo>
                  <a:pt x="540898" y="243266"/>
                </a:lnTo>
                <a:lnTo>
                  <a:pt x="540898" y="419531"/>
                </a:lnTo>
                <a:lnTo>
                  <a:pt x="497221" y="419531"/>
                </a:lnTo>
                <a:cubicBezTo>
                  <a:pt x="501408" y="394128"/>
                  <a:pt x="503501" y="366589"/>
                  <a:pt x="503501" y="336913"/>
                </a:cubicBezTo>
                <a:lnTo>
                  <a:pt x="503501" y="279506"/>
                </a:lnTo>
                <a:cubicBezTo>
                  <a:pt x="503501" y="253322"/>
                  <a:pt x="502305" y="229374"/>
                  <a:pt x="499914" y="207662"/>
                </a:cubicBezTo>
                <a:close/>
                <a:moveTo>
                  <a:pt x="1955594" y="197339"/>
                </a:moveTo>
                <a:cubicBezTo>
                  <a:pt x="1973596" y="198891"/>
                  <a:pt x="1986199" y="199759"/>
                  <a:pt x="1993402" y="199943"/>
                </a:cubicBezTo>
                <a:cubicBezTo>
                  <a:pt x="2000606" y="200126"/>
                  <a:pt x="2004207" y="202875"/>
                  <a:pt x="2004207" y="208190"/>
                </a:cubicBezTo>
                <a:cubicBezTo>
                  <a:pt x="2004207" y="211586"/>
                  <a:pt x="2002564" y="214110"/>
                  <a:pt x="1999278" y="215763"/>
                </a:cubicBezTo>
                <a:cubicBezTo>
                  <a:pt x="1995987" y="217201"/>
                  <a:pt x="1994342" y="221854"/>
                  <a:pt x="1994342" y="229721"/>
                </a:cubicBezTo>
                <a:lnTo>
                  <a:pt x="1994342" y="312610"/>
                </a:lnTo>
                <a:cubicBezTo>
                  <a:pt x="2008443" y="289150"/>
                  <a:pt x="2020026" y="260594"/>
                  <a:pt x="2029089" y="226943"/>
                </a:cubicBezTo>
                <a:cubicBezTo>
                  <a:pt x="2040766" y="233786"/>
                  <a:pt x="2050080" y="238056"/>
                  <a:pt x="2057028" y="239751"/>
                </a:cubicBezTo>
                <a:cubicBezTo>
                  <a:pt x="2063977" y="241447"/>
                  <a:pt x="2067451" y="244532"/>
                  <a:pt x="2067451" y="249006"/>
                </a:cubicBezTo>
                <a:cubicBezTo>
                  <a:pt x="2067451" y="253480"/>
                  <a:pt x="2066001" y="256533"/>
                  <a:pt x="2063100" y="258164"/>
                </a:cubicBezTo>
                <a:cubicBezTo>
                  <a:pt x="2060200" y="259795"/>
                  <a:pt x="2056558" y="263439"/>
                  <a:pt x="2052174" y="269094"/>
                </a:cubicBezTo>
                <a:cubicBezTo>
                  <a:pt x="2047790" y="274750"/>
                  <a:pt x="2043745" y="281428"/>
                  <a:pt x="2040040" y="289129"/>
                </a:cubicBezTo>
                <a:cubicBezTo>
                  <a:pt x="2023571" y="323590"/>
                  <a:pt x="2002476" y="351019"/>
                  <a:pt x="1976754" y="371414"/>
                </a:cubicBezTo>
                <a:cubicBezTo>
                  <a:pt x="1951032" y="391810"/>
                  <a:pt x="1917523" y="408446"/>
                  <a:pt x="1876227" y="421324"/>
                </a:cubicBezTo>
                <a:cubicBezTo>
                  <a:pt x="1873012" y="409708"/>
                  <a:pt x="1866728" y="399290"/>
                  <a:pt x="1857375" y="390070"/>
                </a:cubicBezTo>
                <a:cubicBezTo>
                  <a:pt x="1903976" y="377059"/>
                  <a:pt x="1937913" y="361736"/>
                  <a:pt x="1959187" y="344100"/>
                </a:cubicBezTo>
                <a:lnTo>
                  <a:pt x="1959187" y="251703"/>
                </a:lnTo>
                <a:cubicBezTo>
                  <a:pt x="1959187" y="230314"/>
                  <a:pt x="1957990" y="212193"/>
                  <a:pt x="1955594" y="197339"/>
                </a:cubicBezTo>
                <a:close/>
                <a:moveTo>
                  <a:pt x="89875" y="195274"/>
                </a:moveTo>
                <a:lnTo>
                  <a:pt x="89875" y="224714"/>
                </a:lnTo>
                <a:lnTo>
                  <a:pt x="158769" y="224714"/>
                </a:lnTo>
                <a:lnTo>
                  <a:pt x="158769" y="195274"/>
                </a:lnTo>
                <a:close/>
                <a:moveTo>
                  <a:pt x="2627256" y="190166"/>
                </a:moveTo>
                <a:cubicBezTo>
                  <a:pt x="2657036" y="209988"/>
                  <a:pt x="2684431" y="232708"/>
                  <a:pt x="2709438" y="258325"/>
                </a:cubicBezTo>
                <a:lnTo>
                  <a:pt x="2684206" y="280492"/>
                </a:lnTo>
                <a:cubicBezTo>
                  <a:pt x="2666009" y="260618"/>
                  <a:pt x="2640572" y="238651"/>
                  <a:pt x="2607897" y="214591"/>
                </a:cubicBezTo>
                <a:close/>
                <a:moveTo>
                  <a:pt x="2427296" y="181644"/>
                </a:moveTo>
                <a:cubicBezTo>
                  <a:pt x="2431735" y="192750"/>
                  <a:pt x="2438023" y="201978"/>
                  <a:pt x="2446163" y="209326"/>
                </a:cubicBezTo>
                <a:cubicBezTo>
                  <a:pt x="2424369" y="226504"/>
                  <a:pt x="2392930" y="252617"/>
                  <a:pt x="2351844" y="287664"/>
                </a:cubicBezTo>
                <a:cubicBezTo>
                  <a:pt x="2345195" y="276601"/>
                  <a:pt x="2336658" y="268393"/>
                  <a:pt x="2326233" y="263040"/>
                </a:cubicBezTo>
                <a:cubicBezTo>
                  <a:pt x="2367805" y="237327"/>
                  <a:pt x="2401493" y="210195"/>
                  <a:pt x="2427296" y="181644"/>
                </a:cubicBezTo>
                <a:close/>
                <a:moveTo>
                  <a:pt x="2142624" y="177608"/>
                </a:moveTo>
                <a:cubicBezTo>
                  <a:pt x="2154716" y="179108"/>
                  <a:pt x="2168202" y="179858"/>
                  <a:pt x="2183080" y="179858"/>
                </a:cubicBezTo>
                <a:cubicBezTo>
                  <a:pt x="2188218" y="179858"/>
                  <a:pt x="2190788" y="181951"/>
                  <a:pt x="2190788" y="186137"/>
                </a:cubicBezTo>
                <a:cubicBezTo>
                  <a:pt x="2190788" y="190324"/>
                  <a:pt x="2189838" y="193195"/>
                  <a:pt x="2187937" y="194753"/>
                </a:cubicBezTo>
                <a:cubicBezTo>
                  <a:pt x="2186037" y="196310"/>
                  <a:pt x="2184169" y="199318"/>
                  <a:pt x="2182333" y="203775"/>
                </a:cubicBezTo>
                <a:cubicBezTo>
                  <a:pt x="2180497" y="208233"/>
                  <a:pt x="2179579" y="210848"/>
                  <a:pt x="2179579" y="211619"/>
                </a:cubicBezTo>
                <a:cubicBezTo>
                  <a:pt x="2178622" y="257787"/>
                  <a:pt x="2175845" y="290366"/>
                  <a:pt x="2171249" y="309356"/>
                </a:cubicBezTo>
                <a:cubicBezTo>
                  <a:pt x="2166654" y="328347"/>
                  <a:pt x="2155254" y="347787"/>
                  <a:pt x="2137049" y="367678"/>
                </a:cubicBezTo>
                <a:cubicBezTo>
                  <a:pt x="2118844" y="387569"/>
                  <a:pt x="2091806" y="407244"/>
                  <a:pt x="2055935" y="426703"/>
                </a:cubicBezTo>
                <a:cubicBezTo>
                  <a:pt x="2053368" y="418531"/>
                  <a:pt x="2046534" y="408706"/>
                  <a:pt x="2035432" y="397228"/>
                </a:cubicBezTo>
                <a:cubicBezTo>
                  <a:pt x="2063050" y="385517"/>
                  <a:pt x="2084926" y="372175"/>
                  <a:pt x="2101059" y="357202"/>
                </a:cubicBezTo>
                <a:cubicBezTo>
                  <a:pt x="2117192" y="342228"/>
                  <a:pt x="2128601" y="326022"/>
                  <a:pt x="2135288" y="308581"/>
                </a:cubicBezTo>
                <a:cubicBezTo>
                  <a:pt x="2141974" y="291141"/>
                  <a:pt x="2145318" y="264407"/>
                  <a:pt x="2145318" y="228378"/>
                </a:cubicBezTo>
                <a:cubicBezTo>
                  <a:pt x="2145318" y="213510"/>
                  <a:pt x="2144420" y="196586"/>
                  <a:pt x="2142624" y="177608"/>
                </a:cubicBezTo>
                <a:close/>
                <a:moveTo>
                  <a:pt x="0" y="161463"/>
                </a:moveTo>
                <a:cubicBezTo>
                  <a:pt x="29913" y="164759"/>
                  <a:pt x="98476" y="166406"/>
                  <a:pt x="205690" y="166406"/>
                </a:cubicBezTo>
                <a:cubicBezTo>
                  <a:pt x="312903" y="166406"/>
                  <a:pt x="381192" y="164759"/>
                  <a:pt x="410558" y="161463"/>
                </a:cubicBezTo>
                <a:lnTo>
                  <a:pt x="410558" y="198860"/>
                </a:lnTo>
                <a:cubicBezTo>
                  <a:pt x="389141" y="196470"/>
                  <a:pt x="316632" y="195274"/>
                  <a:pt x="193031" y="195274"/>
                </a:cubicBezTo>
                <a:lnTo>
                  <a:pt x="193031" y="325169"/>
                </a:lnTo>
                <a:lnTo>
                  <a:pt x="230257" y="317097"/>
                </a:lnTo>
                <a:cubicBezTo>
                  <a:pt x="229957" y="324393"/>
                  <a:pt x="229807" y="330529"/>
                  <a:pt x="229807" y="335506"/>
                </a:cubicBezTo>
                <a:cubicBezTo>
                  <a:pt x="229807" y="340483"/>
                  <a:pt x="229957" y="346019"/>
                  <a:pt x="230257" y="352115"/>
                </a:cubicBezTo>
                <a:cubicBezTo>
                  <a:pt x="219508" y="353620"/>
                  <a:pt x="207099" y="355544"/>
                  <a:pt x="193031" y="357887"/>
                </a:cubicBezTo>
                <a:lnTo>
                  <a:pt x="195504" y="397553"/>
                </a:lnTo>
                <a:lnTo>
                  <a:pt x="239730" y="374022"/>
                </a:lnTo>
                <a:cubicBezTo>
                  <a:pt x="254081" y="364639"/>
                  <a:pt x="267012" y="354268"/>
                  <a:pt x="278520" y="342907"/>
                </a:cubicBezTo>
                <a:cubicBezTo>
                  <a:pt x="260665" y="325614"/>
                  <a:pt x="242039" y="293446"/>
                  <a:pt x="222642" y="246402"/>
                </a:cubicBezTo>
                <a:lnTo>
                  <a:pt x="208104" y="247302"/>
                </a:lnTo>
                <a:lnTo>
                  <a:pt x="208104" y="212591"/>
                </a:lnTo>
                <a:cubicBezTo>
                  <a:pt x="228569" y="215286"/>
                  <a:pt x="256842" y="216634"/>
                  <a:pt x="292925" y="216634"/>
                </a:cubicBezTo>
                <a:cubicBezTo>
                  <a:pt x="329009" y="216634"/>
                  <a:pt x="357156" y="215286"/>
                  <a:pt x="377368" y="212591"/>
                </a:cubicBezTo>
                <a:cubicBezTo>
                  <a:pt x="364228" y="266026"/>
                  <a:pt x="345540" y="308824"/>
                  <a:pt x="321304" y="340985"/>
                </a:cubicBezTo>
                <a:cubicBezTo>
                  <a:pt x="342378" y="359011"/>
                  <a:pt x="373327" y="376990"/>
                  <a:pt x="414151" y="394921"/>
                </a:cubicBezTo>
                <a:cubicBezTo>
                  <a:pt x="404469" y="402141"/>
                  <a:pt x="396473" y="412437"/>
                  <a:pt x="390163" y="425810"/>
                </a:cubicBezTo>
                <a:cubicBezTo>
                  <a:pt x="346576" y="401969"/>
                  <a:pt x="316880" y="381338"/>
                  <a:pt x="301073" y="363917"/>
                </a:cubicBezTo>
                <a:cubicBezTo>
                  <a:pt x="283847" y="383572"/>
                  <a:pt x="256853" y="404500"/>
                  <a:pt x="220091" y="426703"/>
                </a:cubicBezTo>
                <a:cubicBezTo>
                  <a:pt x="216939" y="420586"/>
                  <a:pt x="213055" y="415235"/>
                  <a:pt x="208442" y="410651"/>
                </a:cubicBezTo>
                <a:lnTo>
                  <a:pt x="195755" y="401590"/>
                </a:lnTo>
                <a:lnTo>
                  <a:pt x="197517" y="429846"/>
                </a:lnTo>
                <a:lnTo>
                  <a:pt x="156526" y="429846"/>
                </a:lnTo>
                <a:cubicBezTo>
                  <a:pt x="158022" y="410449"/>
                  <a:pt x="158769" y="387875"/>
                  <a:pt x="158769" y="362124"/>
                </a:cubicBezTo>
                <a:cubicBezTo>
                  <a:pt x="87956" y="374382"/>
                  <a:pt x="39843" y="383500"/>
                  <a:pt x="14430" y="389477"/>
                </a:cubicBezTo>
                <a:cubicBezTo>
                  <a:pt x="13244" y="378390"/>
                  <a:pt x="9927" y="365779"/>
                  <a:pt x="4479" y="351644"/>
                </a:cubicBezTo>
                <a:cubicBezTo>
                  <a:pt x="22829" y="350510"/>
                  <a:pt x="39574" y="349174"/>
                  <a:pt x="54714" y="347636"/>
                </a:cubicBezTo>
                <a:lnTo>
                  <a:pt x="54714" y="195724"/>
                </a:lnTo>
                <a:cubicBezTo>
                  <a:pt x="48132" y="195724"/>
                  <a:pt x="29894" y="196770"/>
                  <a:pt x="0" y="198860"/>
                </a:cubicBezTo>
                <a:close/>
                <a:moveTo>
                  <a:pt x="589340" y="135174"/>
                </a:moveTo>
                <a:lnTo>
                  <a:pt x="589340" y="163263"/>
                </a:lnTo>
                <a:lnTo>
                  <a:pt x="751975" y="163263"/>
                </a:lnTo>
                <a:lnTo>
                  <a:pt x="751975" y="135174"/>
                </a:lnTo>
                <a:close/>
                <a:moveTo>
                  <a:pt x="107363" y="109156"/>
                </a:moveTo>
                <a:lnTo>
                  <a:pt x="107363" y="126037"/>
                </a:lnTo>
                <a:lnTo>
                  <a:pt x="305881" y="126037"/>
                </a:lnTo>
                <a:lnTo>
                  <a:pt x="305881" y="109156"/>
                </a:lnTo>
                <a:close/>
                <a:moveTo>
                  <a:pt x="551942" y="102706"/>
                </a:moveTo>
                <a:cubicBezTo>
                  <a:pt x="579593" y="104206"/>
                  <a:pt x="619140" y="104956"/>
                  <a:pt x="670582" y="104956"/>
                </a:cubicBezTo>
                <a:cubicBezTo>
                  <a:pt x="722024" y="104956"/>
                  <a:pt x="761473" y="104206"/>
                  <a:pt x="788929" y="102706"/>
                </a:cubicBezTo>
                <a:cubicBezTo>
                  <a:pt x="788029" y="117045"/>
                  <a:pt x="787579" y="132138"/>
                  <a:pt x="787579" y="147983"/>
                </a:cubicBezTo>
                <a:cubicBezTo>
                  <a:pt x="787579" y="163827"/>
                  <a:pt x="788029" y="179591"/>
                  <a:pt x="788929" y="195274"/>
                </a:cubicBezTo>
                <a:cubicBezTo>
                  <a:pt x="757625" y="194379"/>
                  <a:pt x="717228" y="193931"/>
                  <a:pt x="667739" y="193931"/>
                </a:cubicBezTo>
                <a:cubicBezTo>
                  <a:pt x="618249" y="193931"/>
                  <a:pt x="579651" y="194529"/>
                  <a:pt x="551942" y="195724"/>
                </a:cubicBezTo>
                <a:cubicBezTo>
                  <a:pt x="553733" y="178860"/>
                  <a:pt x="554628" y="162588"/>
                  <a:pt x="554628" y="146908"/>
                </a:cubicBezTo>
                <a:cubicBezTo>
                  <a:pt x="554628" y="131227"/>
                  <a:pt x="553733" y="116493"/>
                  <a:pt x="551942" y="102706"/>
                </a:cubicBezTo>
                <a:close/>
                <a:moveTo>
                  <a:pt x="2653046" y="93733"/>
                </a:moveTo>
                <a:cubicBezTo>
                  <a:pt x="2665776" y="103487"/>
                  <a:pt x="2674619" y="109851"/>
                  <a:pt x="2679577" y="112825"/>
                </a:cubicBezTo>
                <a:cubicBezTo>
                  <a:pt x="2684535" y="115799"/>
                  <a:pt x="2687014" y="119034"/>
                  <a:pt x="2687014" y="122529"/>
                </a:cubicBezTo>
                <a:cubicBezTo>
                  <a:pt x="2687014" y="128268"/>
                  <a:pt x="2684643" y="131138"/>
                  <a:pt x="2679902" y="131138"/>
                </a:cubicBezTo>
                <a:cubicBezTo>
                  <a:pt x="2675161" y="131138"/>
                  <a:pt x="2670109" y="133131"/>
                  <a:pt x="2664747" y="137117"/>
                </a:cubicBezTo>
                <a:cubicBezTo>
                  <a:pt x="2659384" y="141103"/>
                  <a:pt x="2652111" y="147305"/>
                  <a:pt x="2642926" y="155723"/>
                </a:cubicBezTo>
                <a:cubicBezTo>
                  <a:pt x="2633742" y="164141"/>
                  <a:pt x="2623216" y="173288"/>
                  <a:pt x="2611347" y="183166"/>
                </a:cubicBezTo>
                <a:cubicBezTo>
                  <a:pt x="2605970" y="175831"/>
                  <a:pt x="2598541" y="169023"/>
                  <a:pt x="2589059" y="162742"/>
                </a:cubicBezTo>
                <a:cubicBezTo>
                  <a:pt x="2614852" y="143420"/>
                  <a:pt x="2636181" y="120417"/>
                  <a:pt x="2653046" y="93733"/>
                </a:cubicBezTo>
                <a:close/>
                <a:moveTo>
                  <a:pt x="107363" y="61615"/>
                </a:moveTo>
                <a:lnTo>
                  <a:pt x="107363" y="81189"/>
                </a:lnTo>
                <a:lnTo>
                  <a:pt x="305881" y="81189"/>
                </a:lnTo>
                <a:lnTo>
                  <a:pt x="305881" y="61615"/>
                </a:lnTo>
                <a:close/>
                <a:moveTo>
                  <a:pt x="975155" y="53371"/>
                </a:moveTo>
                <a:cubicBezTo>
                  <a:pt x="1026204" y="55471"/>
                  <a:pt x="1082442" y="56521"/>
                  <a:pt x="1143869" y="56521"/>
                </a:cubicBezTo>
                <a:cubicBezTo>
                  <a:pt x="1205295" y="56521"/>
                  <a:pt x="1261245" y="55471"/>
                  <a:pt x="1311718" y="53371"/>
                </a:cubicBezTo>
                <a:lnTo>
                  <a:pt x="1311718" y="90318"/>
                </a:lnTo>
                <a:cubicBezTo>
                  <a:pt x="1264541" y="89123"/>
                  <a:pt x="1215354" y="88525"/>
                  <a:pt x="1164157" y="88525"/>
                </a:cubicBezTo>
                <a:lnTo>
                  <a:pt x="1164157" y="351637"/>
                </a:lnTo>
                <a:cubicBezTo>
                  <a:pt x="1242510" y="351637"/>
                  <a:pt x="1300069" y="350289"/>
                  <a:pt x="1336836" y="347593"/>
                </a:cubicBezTo>
                <a:lnTo>
                  <a:pt x="1336836" y="389927"/>
                </a:lnTo>
                <a:cubicBezTo>
                  <a:pt x="1299845" y="387836"/>
                  <a:pt x="1256459" y="386791"/>
                  <a:pt x="1206677" y="386791"/>
                </a:cubicBezTo>
                <a:lnTo>
                  <a:pt x="1076610" y="386791"/>
                </a:lnTo>
                <a:cubicBezTo>
                  <a:pt x="1024723" y="386791"/>
                  <a:pt x="979693" y="387836"/>
                  <a:pt x="941522" y="389927"/>
                </a:cubicBezTo>
                <a:lnTo>
                  <a:pt x="941522" y="347593"/>
                </a:lnTo>
                <a:cubicBezTo>
                  <a:pt x="973283" y="350289"/>
                  <a:pt x="1034429" y="351637"/>
                  <a:pt x="1124959" y="351637"/>
                </a:cubicBezTo>
                <a:lnTo>
                  <a:pt x="1124959" y="88525"/>
                </a:lnTo>
                <a:cubicBezTo>
                  <a:pt x="1053398" y="88525"/>
                  <a:pt x="1003463" y="89123"/>
                  <a:pt x="975155" y="90318"/>
                </a:cubicBezTo>
                <a:close/>
                <a:moveTo>
                  <a:pt x="2064586" y="36326"/>
                </a:moveTo>
                <a:cubicBezTo>
                  <a:pt x="2092842" y="39021"/>
                  <a:pt x="2127005" y="40369"/>
                  <a:pt x="2167074" y="40369"/>
                </a:cubicBezTo>
                <a:cubicBezTo>
                  <a:pt x="2207143" y="40369"/>
                  <a:pt x="2240613" y="39021"/>
                  <a:pt x="2267483" y="36326"/>
                </a:cubicBezTo>
                <a:lnTo>
                  <a:pt x="2267483" y="74173"/>
                </a:lnTo>
                <a:cubicBezTo>
                  <a:pt x="2245456" y="71783"/>
                  <a:pt x="2215998" y="70587"/>
                  <a:pt x="2179108" y="70587"/>
                </a:cubicBezTo>
                <a:cubicBezTo>
                  <a:pt x="2175369" y="87656"/>
                  <a:pt x="2169397" y="105839"/>
                  <a:pt x="2161191" y="125137"/>
                </a:cubicBezTo>
                <a:cubicBezTo>
                  <a:pt x="2199158" y="125137"/>
                  <a:pt x="2227711" y="124387"/>
                  <a:pt x="2246852" y="122887"/>
                </a:cubicBezTo>
                <a:cubicBezTo>
                  <a:pt x="2246256" y="148223"/>
                  <a:pt x="2245959" y="168138"/>
                  <a:pt x="2245959" y="182630"/>
                </a:cubicBezTo>
                <a:lnTo>
                  <a:pt x="2245959" y="262461"/>
                </a:lnTo>
                <a:cubicBezTo>
                  <a:pt x="2245959" y="279559"/>
                  <a:pt x="2246256" y="300518"/>
                  <a:pt x="2246852" y="325341"/>
                </a:cubicBezTo>
                <a:lnTo>
                  <a:pt x="2209904" y="325341"/>
                </a:lnTo>
                <a:lnTo>
                  <a:pt x="2209904" y="154462"/>
                </a:lnTo>
                <a:lnTo>
                  <a:pt x="2112749" y="154462"/>
                </a:lnTo>
                <a:lnTo>
                  <a:pt x="2112749" y="328484"/>
                </a:lnTo>
                <a:lnTo>
                  <a:pt x="2075795" y="328484"/>
                </a:lnTo>
                <a:cubicBezTo>
                  <a:pt x="2076695" y="306795"/>
                  <a:pt x="2077145" y="285686"/>
                  <a:pt x="2077145" y="265154"/>
                </a:cubicBezTo>
                <a:lnTo>
                  <a:pt x="2077145" y="182630"/>
                </a:lnTo>
                <a:cubicBezTo>
                  <a:pt x="2077145" y="156098"/>
                  <a:pt x="2076547" y="136184"/>
                  <a:pt x="2075352" y="122887"/>
                </a:cubicBezTo>
                <a:cubicBezTo>
                  <a:pt x="2093083" y="124092"/>
                  <a:pt x="2110728" y="124694"/>
                  <a:pt x="2128287" y="124694"/>
                </a:cubicBezTo>
                <a:cubicBezTo>
                  <a:pt x="2135497" y="107335"/>
                  <a:pt x="2141024" y="89299"/>
                  <a:pt x="2144868" y="70587"/>
                </a:cubicBezTo>
                <a:cubicBezTo>
                  <a:pt x="2116254" y="70587"/>
                  <a:pt x="2089494" y="71783"/>
                  <a:pt x="2064586" y="74173"/>
                </a:cubicBezTo>
                <a:close/>
                <a:moveTo>
                  <a:pt x="68622" y="30947"/>
                </a:moveTo>
                <a:cubicBezTo>
                  <a:pt x="86925" y="32147"/>
                  <a:pt x="130568" y="32747"/>
                  <a:pt x="199553" y="32747"/>
                </a:cubicBezTo>
                <a:cubicBezTo>
                  <a:pt x="268538" y="32747"/>
                  <a:pt x="316299" y="32147"/>
                  <a:pt x="342835" y="30947"/>
                </a:cubicBezTo>
                <a:cubicBezTo>
                  <a:pt x="341935" y="49454"/>
                  <a:pt x="341485" y="69147"/>
                  <a:pt x="341485" y="90025"/>
                </a:cubicBezTo>
                <a:cubicBezTo>
                  <a:pt x="341485" y="110904"/>
                  <a:pt x="341935" y="132681"/>
                  <a:pt x="342835" y="155355"/>
                </a:cubicBezTo>
                <a:cubicBezTo>
                  <a:pt x="315370" y="154160"/>
                  <a:pt x="266389" y="153562"/>
                  <a:pt x="195892" y="153562"/>
                </a:cubicBezTo>
                <a:cubicBezTo>
                  <a:pt x="125395" y="153562"/>
                  <a:pt x="83119" y="154010"/>
                  <a:pt x="69065" y="154905"/>
                </a:cubicBezTo>
                <a:cubicBezTo>
                  <a:pt x="70561" y="128992"/>
                  <a:pt x="71309" y="107695"/>
                  <a:pt x="71309" y="91015"/>
                </a:cubicBezTo>
                <a:cubicBezTo>
                  <a:pt x="71309" y="74334"/>
                  <a:pt x="70413" y="54311"/>
                  <a:pt x="68622" y="30947"/>
                </a:cubicBezTo>
                <a:close/>
                <a:moveTo>
                  <a:pt x="1961423" y="12551"/>
                </a:moveTo>
                <a:cubicBezTo>
                  <a:pt x="1980030" y="14104"/>
                  <a:pt x="1993084" y="14971"/>
                  <a:pt x="2000585" y="15152"/>
                </a:cubicBezTo>
                <a:cubicBezTo>
                  <a:pt x="2008086" y="15333"/>
                  <a:pt x="2011837" y="17603"/>
                  <a:pt x="2011837" y="21963"/>
                </a:cubicBezTo>
                <a:cubicBezTo>
                  <a:pt x="2011837" y="26323"/>
                  <a:pt x="2010003" y="29813"/>
                  <a:pt x="2006336" y="32432"/>
                </a:cubicBezTo>
                <a:cubicBezTo>
                  <a:pt x="2003126" y="35042"/>
                  <a:pt x="2001521" y="40107"/>
                  <a:pt x="2001521" y="47627"/>
                </a:cubicBezTo>
                <a:lnTo>
                  <a:pt x="2001521" y="81632"/>
                </a:lnTo>
                <a:lnTo>
                  <a:pt x="2034175" y="81632"/>
                </a:lnTo>
                <a:cubicBezTo>
                  <a:pt x="2045662" y="81632"/>
                  <a:pt x="2056904" y="80734"/>
                  <a:pt x="2067901" y="78938"/>
                </a:cubicBezTo>
                <a:lnTo>
                  <a:pt x="2067901" y="114093"/>
                </a:lnTo>
                <a:cubicBezTo>
                  <a:pt x="2056704" y="112597"/>
                  <a:pt x="2045462" y="111850"/>
                  <a:pt x="2034175" y="111850"/>
                </a:cubicBezTo>
                <a:lnTo>
                  <a:pt x="2001521" y="111850"/>
                </a:lnTo>
                <a:lnTo>
                  <a:pt x="2001521" y="157455"/>
                </a:lnTo>
                <a:cubicBezTo>
                  <a:pt x="2031077" y="157184"/>
                  <a:pt x="2054399" y="156277"/>
                  <a:pt x="2071487" y="154733"/>
                </a:cubicBezTo>
                <a:lnTo>
                  <a:pt x="2071487" y="190788"/>
                </a:lnTo>
                <a:cubicBezTo>
                  <a:pt x="2055814" y="188397"/>
                  <a:pt x="2020678" y="187202"/>
                  <a:pt x="1966081" y="187202"/>
                </a:cubicBezTo>
                <a:cubicBezTo>
                  <a:pt x="1911484" y="187202"/>
                  <a:pt x="1875396" y="188397"/>
                  <a:pt x="1857818" y="190788"/>
                </a:cubicBezTo>
                <a:lnTo>
                  <a:pt x="1857818" y="154733"/>
                </a:lnTo>
                <a:cubicBezTo>
                  <a:pt x="1877253" y="156281"/>
                  <a:pt x="1891607" y="157029"/>
                  <a:pt x="1900880" y="156977"/>
                </a:cubicBezTo>
                <a:cubicBezTo>
                  <a:pt x="1900880" y="115962"/>
                  <a:pt x="1900584" y="90227"/>
                  <a:pt x="1899991" y="79771"/>
                </a:cubicBezTo>
                <a:cubicBezTo>
                  <a:pt x="1899398" y="69314"/>
                  <a:pt x="1898349" y="59467"/>
                  <a:pt x="1896844" y="50228"/>
                </a:cubicBezTo>
                <a:cubicBezTo>
                  <a:pt x="1908912" y="52628"/>
                  <a:pt x="1921797" y="53828"/>
                  <a:pt x="1935499" y="53828"/>
                </a:cubicBezTo>
                <a:cubicBezTo>
                  <a:pt x="1942138" y="53828"/>
                  <a:pt x="1945457" y="56037"/>
                  <a:pt x="1945457" y="60454"/>
                </a:cubicBezTo>
                <a:cubicBezTo>
                  <a:pt x="1945457" y="64871"/>
                  <a:pt x="1944228" y="67693"/>
                  <a:pt x="1941771" y="68919"/>
                </a:cubicBezTo>
                <a:cubicBezTo>
                  <a:pt x="1939313" y="70146"/>
                  <a:pt x="1937594" y="71904"/>
                  <a:pt x="1936613" y="74195"/>
                </a:cubicBezTo>
                <a:cubicBezTo>
                  <a:pt x="1935632" y="76486"/>
                  <a:pt x="1935142" y="78543"/>
                  <a:pt x="1935142" y="80367"/>
                </a:cubicBezTo>
                <a:lnTo>
                  <a:pt x="1935142" y="157434"/>
                </a:lnTo>
                <a:lnTo>
                  <a:pt x="1965017" y="157434"/>
                </a:lnTo>
                <a:lnTo>
                  <a:pt x="1965017" y="66915"/>
                </a:lnTo>
                <a:cubicBezTo>
                  <a:pt x="1965017" y="45232"/>
                  <a:pt x="1963819" y="27110"/>
                  <a:pt x="1961423" y="12551"/>
                </a:cubicBezTo>
                <a:close/>
                <a:moveTo>
                  <a:pt x="1624003" y="4929"/>
                </a:moveTo>
                <a:cubicBezTo>
                  <a:pt x="1634771" y="10058"/>
                  <a:pt x="1642144" y="13286"/>
                  <a:pt x="1646123" y="14612"/>
                </a:cubicBezTo>
                <a:cubicBezTo>
                  <a:pt x="1650102" y="15939"/>
                  <a:pt x="1655584" y="16602"/>
                  <a:pt x="1662568" y="16602"/>
                </a:cubicBezTo>
                <a:cubicBezTo>
                  <a:pt x="1669552" y="16602"/>
                  <a:pt x="1673044" y="19682"/>
                  <a:pt x="1673044" y="25842"/>
                </a:cubicBezTo>
                <a:cubicBezTo>
                  <a:pt x="1673044" y="32003"/>
                  <a:pt x="1669756" y="36319"/>
                  <a:pt x="1663179" y="38790"/>
                </a:cubicBezTo>
                <a:cubicBezTo>
                  <a:pt x="1661326" y="39614"/>
                  <a:pt x="1659087" y="42190"/>
                  <a:pt x="1656460" y="46516"/>
                </a:cubicBezTo>
                <a:cubicBezTo>
                  <a:pt x="1653834" y="50843"/>
                  <a:pt x="1649456" y="59585"/>
                  <a:pt x="1643326" y="72741"/>
                </a:cubicBezTo>
                <a:cubicBezTo>
                  <a:pt x="1637197" y="85898"/>
                  <a:pt x="1632151" y="93795"/>
                  <a:pt x="1628189" y="96433"/>
                </a:cubicBezTo>
                <a:lnTo>
                  <a:pt x="1736645" y="96433"/>
                </a:lnTo>
                <a:cubicBezTo>
                  <a:pt x="1762353" y="96433"/>
                  <a:pt x="1787199" y="95086"/>
                  <a:pt x="1811183" y="92390"/>
                </a:cubicBezTo>
                <a:lnTo>
                  <a:pt x="1811183" y="131138"/>
                </a:lnTo>
                <a:cubicBezTo>
                  <a:pt x="1780351" y="128747"/>
                  <a:pt x="1755505" y="127552"/>
                  <a:pt x="1736645" y="127552"/>
                </a:cubicBezTo>
                <a:lnTo>
                  <a:pt x="1661829" y="127552"/>
                </a:lnTo>
                <a:lnTo>
                  <a:pt x="1661829" y="190174"/>
                </a:lnTo>
                <a:lnTo>
                  <a:pt x="1702555" y="190174"/>
                </a:lnTo>
                <a:cubicBezTo>
                  <a:pt x="1731564" y="190174"/>
                  <a:pt x="1761046" y="188526"/>
                  <a:pt x="1791002" y="185230"/>
                </a:cubicBezTo>
                <a:lnTo>
                  <a:pt x="1791002" y="223528"/>
                </a:lnTo>
                <a:cubicBezTo>
                  <a:pt x="1763346" y="220837"/>
                  <a:pt x="1734014" y="219492"/>
                  <a:pt x="1703005" y="219492"/>
                </a:cubicBezTo>
                <a:lnTo>
                  <a:pt x="1661829" y="219492"/>
                </a:lnTo>
                <a:lnTo>
                  <a:pt x="1661829" y="282121"/>
                </a:lnTo>
                <a:lnTo>
                  <a:pt x="1713321" y="282121"/>
                </a:lnTo>
                <a:cubicBezTo>
                  <a:pt x="1740119" y="282121"/>
                  <a:pt x="1771395" y="280473"/>
                  <a:pt x="1807147" y="277177"/>
                </a:cubicBezTo>
                <a:lnTo>
                  <a:pt x="1807147" y="316818"/>
                </a:lnTo>
                <a:cubicBezTo>
                  <a:pt x="1774786" y="314127"/>
                  <a:pt x="1743660" y="312782"/>
                  <a:pt x="1713771" y="312782"/>
                </a:cubicBezTo>
                <a:lnTo>
                  <a:pt x="1661829" y="312782"/>
                </a:lnTo>
                <a:lnTo>
                  <a:pt x="1661829" y="344093"/>
                </a:lnTo>
                <a:cubicBezTo>
                  <a:pt x="1661829" y="369239"/>
                  <a:pt x="1663024" y="396776"/>
                  <a:pt x="1665415" y="426703"/>
                </a:cubicBezTo>
                <a:lnTo>
                  <a:pt x="1619495" y="426703"/>
                </a:lnTo>
                <a:cubicBezTo>
                  <a:pt x="1622186" y="391437"/>
                  <a:pt x="1623531" y="363900"/>
                  <a:pt x="1623531" y="344093"/>
                </a:cubicBezTo>
                <a:lnTo>
                  <a:pt x="1623531" y="127552"/>
                </a:lnTo>
                <a:lnTo>
                  <a:pt x="1612615" y="127552"/>
                </a:lnTo>
                <a:cubicBezTo>
                  <a:pt x="1593313" y="157512"/>
                  <a:pt x="1570565" y="185021"/>
                  <a:pt x="1544371" y="210076"/>
                </a:cubicBezTo>
                <a:cubicBezTo>
                  <a:pt x="1536708" y="200223"/>
                  <a:pt x="1524073" y="193203"/>
                  <a:pt x="1506466" y="189016"/>
                </a:cubicBezTo>
                <a:cubicBezTo>
                  <a:pt x="1534737" y="169971"/>
                  <a:pt x="1560877" y="142403"/>
                  <a:pt x="1584887" y="106313"/>
                </a:cubicBezTo>
                <a:cubicBezTo>
                  <a:pt x="1608897" y="70223"/>
                  <a:pt x="1621936" y="36428"/>
                  <a:pt x="1624003" y="4929"/>
                </a:cubicBezTo>
                <a:close/>
                <a:moveTo>
                  <a:pt x="668814" y="4036"/>
                </a:moveTo>
                <a:cubicBezTo>
                  <a:pt x="679020" y="24381"/>
                  <a:pt x="686257" y="42024"/>
                  <a:pt x="690524" y="56964"/>
                </a:cubicBezTo>
                <a:cubicBezTo>
                  <a:pt x="768048" y="56964"/>
                  <a:pt x="827610" y="55316"/>
                  <a:pt x="869211" y="52021"/>
                </a:cubicBezTo>
                <a:lnTo>
                  <a:pt x="869211" y="92119"/>
                </a:lnTo>
                <a:cubicBezTo>
                  <a:pt x="824334" y="89128"/>
                  <a:pt x="757394" y="87632"/>
                  <a:pt x="668393" y="87632"/>
                </a:cubicBezTo>
                <a:cubicBezTo>
                  <a:pt x="579391" y="87632"/>
                  <a:pt x="515457" y="89128"/>
                  <a:pt x="476590" y="92119"/>
                </a:cubicBezTo>
                <a:lnTo>
                  <a:pt x="476590" y="52021"/>
                </a:lnTo>
                <a:cubicBezTo>
                  <a:pt x="519910" y="55316"/>
                  <a:pt x="578217" y="56964"/>
                  <a:pt x="651512" y="56964"/>
                </a:cubicBezTo>
                <a:cubicBezTo>
                  <a:pt x="646402" y="47953"/>
                  <a:pt x="638777" y="34902"/>
                  <a:pt x="628638" y="17809"/>
                </a:cubicBezTo>
                <a:close/>
                <a:moveTo>
                  <a:pt x="2503848" y="0"/>
                </a:moveTo>
                <a:cubicBezTo>
                  <a:pt x="2517907" y="15154"/>
                  <a:pt x="2530268" y="33395"/>
                  <a:pt x="2540931" y="54721"/>
                </a:cubicBezTo>
                <a:cubicBezTo>
                  <a:pt x="2614231" y="54721"/>
                  <a:pt x="2668905" y="53076"/>
                  <a:pt x="2704952" y="49785"/>
                </a:cubicBezTo>
                <a:lnTo>
                  <a:pt x="2704952" y="88082"/>
                </a:lnTo>
                <a:cubicBezTo>
                  <a:pt x="2686550" y="86587"/>
                  <a:pt x="2661351" y="85465"/>
                  <a:pt x="2629357" y="84718"/>
                </a:cubicBezTo>
                <a:lnTo>
                  <a:pt x="2521736" y="83680"/>
                </a:lnTo>
                <a:lnTo>
                  <a:pt x="2528508" y="85689"/>
                </a:lnTo>
                <a:cubicBezTo>
                  <a:pt x="2534309" y="88247"/>
                  <a:pt x="2537210" y="91811"/>
                  <a:pt x="2537210" y="96383"/>
                </a:cubicBezTo>
                <a:cubicBezTo>
                  <a:pt x="2537210" y="100955"/>
                  <a:pt x="2534606" y="103589"/>
                  <a:pt x="2529398" y="104284"/>
                </a:cubicBezTo>
                <a:cubicBezTo>
                  <a:pt x="2524190" y="104980"/>
                  <a:pt x="2517550" y="110428"/>
                  <a:pt x="2509478" y="120629"/>
                </a:cubicBezTo>
                <a:cubicBezTo>
                  <a:pt x="2501405" y="130831"/>
                  <a:pt x="2492856" y="138910"/>
                  <a:pt x="2483831" y="144868"/>
                </a:cubicBezTo>
                <a:lnTo>
                  <a:pt x="2533288" y="143239"/>
                </a:lnTo>
                <a:cubicBezTo>
                  <a:pt x="2543880" y="129928"/>
                  <a:pt x="2552790" y="116119"/>
                  <a:pt x="2560020" y="101813"/>
                </a:cubicBezTo>
                <a:cubicBezTo>
                  <a:pt x="2574464" y="112371"/>
                  <a:pt x="2584514" y="118593"/>
                  <a:pt x="2590170" y="120479"/>
                </a:cubicBezTo>
                <a:cubicBezTo>
                  <a:pt x="2595825" y="122365"/>
                  <a:pt x="2598653" y="125806"/>
                  <a:pt x="2598653" y="130802"/>
                </a:cubicBezTo>
                <a:cubicBezTo>
                  <a:pt x="2598653" y="135798"/>
                  <a:pt x="2595646" y="138639"/>
                  <a:pt x="2589634" y="139324"/>
                </a:cubicBezTo>
                <a:cubicBezTo>
                  <a:pt x="2583621" y="140010"/>
                  <a:pt x="2567642" y="153745"/>
                  <a:pt x="2541696" y="180530"/>
                </a:cubicBezTo>
                <a:cubicBezTo>
                  <a:pt x="2521617" y="203271"/>
                  <a:pt x="2502329" y="220537"/>
                  <a:pt x="2483831" y="232329"/>
                </a:cubicBezTo>
                <a:lnTo>
                  <a:pt x="2566185" y="227535"/>
                </a:lnTo>
                <a:cubicBezTo>
                  <a:pt x="2560751" y="223921"/>
                  <a:pt x="2552528" y="214724"/>
                  <a:pt x="2541517" y="199946"/>
                </a:cubicBezTo>
                <a:lnTo>
                  <a:pt x="2565670" y="182544"/>
                </a:lnTo>
                <a:cubicBezTo>
                  <a:pt x="2590830" y="211448"/>
                  <a:pt x="2610945" y="239713"/>
                  <a:pt x="2626013" y="267340"/>
                </a:cubicBezTo>
                <a:lnTo>
                  <a:pt x="2595796" y="283628"/>
                </a:lnTo>
                <a:cubicBezTo>
                  <a:pt x="2590399" y="271503"/>
                  <a:pt x="2585258" y="261337"/>
                  <a:pt x="2580372" y="253132"/>
                </a:cubicBezTo>
                <a:lnTo>
                  <a:pt x="2535859" y="256832"/>
                </a:lnTo>
                <a:lnTo>
                  <a:pt x="2535859" y="302302"/>
                </a:lnTo>
                <a:cubicBezTo>
                  <a:pt x="2630704" y="302302"/>
                  <a:pt x="2695291" y="300654"/>
                  <a:pt x="2729619" y="297358"/>
                </a:cubicBezTo>
                <a:lnTo>
                  <a:pt x="2729619" y="335656"/>
                </a:lnTo>
                <a:cubicBezTo>
                  <a:pt x="2687152" y="332665"/>
                  <a:pt x="2622565" y="331170"/>
                  <a:pt x="2535859" y="331170"/>
                </a:cubicBezTo>
                <a:lnTo>
                  <a:pt x="2535859" y="345436"/>
                </a:lnTo>
                <a:cubicBezTo>
                  <a:pt x="2535859" y="371382"/>
                  <a:pt x="2537205" y="399519"/>
                  <a:pt x="2539896" y="429846"/>
                </a:cubicBezTo>
                <a:lnTo>
                  <a:pt x="2496669" y="429846"/>
                </a:lnTo>
                <a:cubicBezTo>
                  <a:pt x="2499360" y="394275"/>
                  <a:pt x="2500705" y="366138"/>
                  <a:pt x="2500705" y="345436"/>
                </a:cubicBezTo>
                <a:lnTo>
                  <a:pt x="2500705" y="331170"/>
                </a:lnTo>
                <a:cubicBezTo>
                  <a:pt x="2411894" y="331170"/>
                  <a:pt x="2349103" y="332665"/>
                  <a:pt x="2312331" y="335656"/>
                </a:cubicBezTo>
                <a:lnTo>
                  <a:pt x="2312331" y="297358"/>
                </a:lnTo>
                <a:cubicBezTo>
                  <a:pt x="2348060" y="300654"/>
                  <a:pt x="2410851" y="302302"/>
                  <a:pt x="2500705" y="302302"/>
                </a:cubicBezTo>
                <a:lnTo>
                  <a:pt x="2500705" y="259411"/>
                </a:lnTo>
                <a:cubicBezTo>
                  <a:pt x="2475935" y="261468"/>
                  <a:pt x="2454840" y="264607"/>
                  <a:pt x="2437419" y="268826"/>
                </a:cubicBezTo>
                <a:cubicBezTo>
                  <a:pt x="2435447" y="257877"/>
                  <a:pt x="2431725" y="246919"/>
                  <a:pt x="2426253" y="235951"/>
                </a:cubicBezTo>
                <a:cubicBezTo>
                  <a:pt x="2441150" y="231193"/>
                  <a:pt x="2454597" y="223610"/>
                  <a:pt x="2466594" y="213202"/>
                </a:cubicBezTo>
                <a:cubicBezTo>
                  <a:pt x="2478590" y="202793"/>
                  <a:pt x="2494595" y="188595"/>
                  <a:pt x="2514607" y="170607"/>
                </a:cubicBezTo>
                <a:lnTo>
                  <a:pt x="2476202" y="175479"/>
                </a:lnTo>
                <a:cubicBezTo>
                  <a:pt x="2462886" y="176670"/>
                  <a:pt x="2449825" y="178932"/>
                  <a:pt x="2437019" y="182266"/>
                </a:cubicBezTo>
                <a:cubicBezTo>
                  <a:pt x="2437019" y="176982"/>
                  <a:pt x="2436420" y="171998"/>
                  <a:pt x="2435224" y="167314"/>
                </a:cubicBezTo>
                <a:lnTo>
                  <a:pt x="2430782" y="156465"/>
                </a:lnTo>
                <a:lnTo>
                  <a:pt x="2405900" y="177779"/>
                </a:lnTo>
                <a:cubicBezTo>
                  <a:pt x="2391798" y="160687"/>
                  <a:pt x="2370474" y="142677"/>
                  <a:pt x="2341928" y="123751"/>
                </a:cubicBezTo>
                <a:lnTo>
                  <a:pt x="2361395" y="99569"/>
                </a:lnTo>
                <a:lnTo>
                  <a:pt x="2430194" y="155029"/>
                </a:lnTo>
                <a:lnTo>
                  <a:pt x="2429839" y="154162"/>
                </a:lnTo>
                <a:cubicBezTo>
                  <a:pt x="2451627" y="146990"/>
                  <a:pt x="2474054" y="123468"/>
                  <a:pt x="2497119" y="83596"/>
                </a:cubicBezTo>
                <a:cubicBezTo>
                  <a:pt x="2428344" y="83596"/>
                  <a:pt x="2375718" y="85091"/>
                  <a:pt x="2339242" y="88082"/>
                </a:cubicBezTo>
                <a:lnTo>
                  <a:pt x="2339242" y="49785"/>
                </a:lnTo>
                <a:cubicBezTo>
                  <a:pt x="2373832" y="53076"/>
                  <a:pt x="2429446" y="54721"/>
                  <a:pt x="2506084" y="54721"/>
                </a:cubicBezTo>
                <a:cubicBezTo>
                  <a:pt x="2498374" y="45720"/>
                  <a:pt x="2487311" y="34280"/>
                  <a:pt x="2472894" y="20402"/>
                </a:cubicBezTo>
                <a:close/>
                <a:moveTo>
                  <a:pt x="1500023" y="0"/>
                </a:moveTo>
                <a:cubicBezTo>
                  <a:pt x="1514877" y="7391"/>
                  <a:pt x="1526421" y="12011"/>
                  <a:pt x="1534656" y="13859"/>
                </a:cubicBezTo>
                <a:cubicBezTo>
                  <a:pt x="1542890" y="15707"/>
                  <a:pt x="1547007" y="19434"/>
                  <a:pt x="1547007" y="25042"/>
                </a:cubicBezTo>
                <a:cubicBezTo>
                  <a:pt x="1547007" y="30650"/>
                  <a:pt x="1544387" y="34299"/>
                  <a:pt x="1539146" y="35990"/>
                </a:cubicBezTo>
                <a:cubicBezTo>
                  <a:pt x="1533904" y="37681"/>
                  <a:pt x="1529048" y="41391"/>
                  <a:pt x="1524576" y="47120"/>
                </a:cubicBezTo>
                <a:cubicBezTo>
                  <a:pt x="1520104" y="52849"/>
                  <a:pt x="1512034" y="65394"/>
                  <a:pt x="1500366" y="84753"/>
                </a:cubicBezTo>
                <a:lnTo>
                  <a:pt x="1500366" y="426703"/>
                </a:lnTo>
                <a:lnTo>
                  <a:pt x="1457582" y="426703"/>
                </a:lnTo>
                <a:cubicBezTo>
                  <a:pt x="1460873" y="391389"/>
                  <a:pt x="1462518" y="358769"/>
                  <a:pt x="1462518" y="328841"/>
                </a:cubicBezTo>
                <a:lnTo>
                  <a:pt x="1462518" y="136517"/>
                </a:lnTo>
                <a:cubicBezTo>
                  <a:pt x="1455389" y="156286"/>
                  <a:pt x="1443006" y="175722"/>
                  <a:pt x="1425371" y="194824"/>
                </a:cubicBezTo>
                <a:cubicBezTo>
                  <a:pt x="1415169" y="184861"/>
                  <a:pt x="1403182" y="179189"/>
                  <a:pt x="1389409" y="177808"/>
                </a:cubicBezTo>
                <a:cubicBezTo>
                  <a:pt x="1406845" y="161296"/>
                  <a:pt x="1427251" y="136174"/>
                  <a:pt x="1450627" y="102441"/>
                </a:cubicBezTo>
                <a:cubicBezTo>
                  <a:pt x="1474004" y="68708"/>
                  <a:pt x="1490469" y="34561"/>
                  <a:pt x="1500023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B0D512B-1B65-48C7-9620-DAC27673B990}"/>
              </a:ext>
            </a:extLst>
          </p:cNvPr>
          <p:cNvSpPr txBox="1"/>
          <p:nvPr/>
        </p:nvSpPr>
        <p:spPr>
          <a:xfrm>
            <a:off x="2652660" y="-4191267"/>
            <a:ext cx="1101497" cy="479633"/>
          </a:xfrm>
          <a:custGeom>
            <a:avLst/>
            <a:gdLst/>
            <a:ahLst/>
            <a:cxnLst/>
            <a:rect l="l" t="t" r="r" b="b"/>
            <a:pathLst>
              <a:path w="877740" h="415495">
                <a:moveTo>
                  <a:pt x="107642" y="181194"/>
                </a:moveTo>
                <a:cubicBezTo>
                  <a:pt x="120219" y="183895"/>
                  <a:pt x="133404" y="185245"/>
                  <a:pt x="147197" y="185245"/>
                </a:cubicBezTo>
                <a:cubicBezTo>
                  <a:pt x="154731" y="185245"/>
                  <a:pt x="158498" y="187287"/>
                  <a:pt x="158498" y="191371"/>
                </a:cubicBezTo>
                <a:cubicBezTo>
                  <a:pt x="158498" y="195454"/>
                  <a:pt x="156704" y="198468"/>
                  <a:pt x="153115" y="200411"/>
                </a:cubicBezTo>
                <a:cubicBezTo>
                  <a:pt x="149527" y="202354"/>
                  <a:pt x="147732" y="204950"/>
                  <a:pt x="147732" y="208198"/>
                </a:cubicBezTo>
                <a:lnTo>
                  <a:pt x="147732" y="243552"/>
                </a:lnTo>
                <a:cubicBezTo>
                  <a:pt x="182846" y="243552"/>
                  <a:pt x="212898" y="241904"/>
                  <a:pt x="237886" y="238609"/>
                </a:cubicBezTo>
                <a:lnTo>
                  <a:pt x="237886" y="280042"/>
                </a:lnTo>
                <a:cubicBezTo>
                  <a:pt x="212593" y="277052"/>
                  <a:pt x="182541" y="275556"/>
                  <a:pt x="147732" y="275556"/>
                </a:cubicBezTo>
                <a:lnTo>
                  <a:pt x="147732" y="338628"/>
                </a:lnTo>
                <a:cubicBezTo>
                  <a:pt x="184889" y="333037"/>
                  <a:pt x="218977" y="326608"/>
                  <a:pt x="249995" y="319340"/>
                </a:cubicBezTo>
                <a:cubicBezTo>
                  <a:pt x="247304" y="330889"/>
                  <a:pt x="245959" y="339193"/>
                  <a:pt x="245959" y="344250"/>
                </a:cubicBezTo>
                <a:cubicBezTo>
                  <a:pt x="245959" y="349308"/>
                  <a:pt x="246109" y="354378"/>
                  <a:pt x="246409" y="359459"/>
                </a:cubicBezTo>
                <a:cubicBezTo>
                  <a:pt x="154250" y="367780"/>
                  <a:pt x="76133" y="380626"/>
                  <a:pt x="12058" y="398000"/>
                </a:cubicBezTo>
                <a:cubicBezTo>
                  <a:pt x="10948" y="383093"/>
                  <a:pt x="6929" y="368220"/>
                  <a:pt x="0" y="353380"/>
                </a:cubicBezTo>
                <a:cubicBezTo>
                  <a:pt x="36247" y="351685"/>
                  <a:pt x="73325" y="348310"/>
                  <a:pt x="111235" y="343257"/>
                </a:cubicBezTo>
                <a:lnTo>
                  <a:pt x="111235" y="275556"/>
                </a:lnTo>
                <a:cubicBezTo>
                  <a:pt x="74297" y="275556"/>
                  <a:pt x="43198" y="277052"/>
                  <a:pt x="17937" y="280042"/>
                </a:cubicBezTo>
                <a:lnTo>
                  <a:pt x="17937" y="238609"/>
                </a:lnTo>
                <a:cubicBezTo>
                  <a:pt x="42888" y="241904"/>
                  <a:pt x="73987" y="243552"/>
                  <a:pt x="111235" y="243552"/>
                </a:cubicBezTo>
                <a:cubicBezTo>
                  <a:pt x="110940" y="217592"/>
                  <a:pt x="109742" y="196806"/>
                  <a:pt x="107642" y="181194"/>
                </a:cubicBezTo>
                <a:close/>
                <a:moveTo>
                  <a:pt x="698768" y="144590"/>
                </a:moveTo>
                <a:cubicBezTo>
                  <a:pt x="673336" y="147271"/>
                  <a:pt x="645233" y="149026"/>
                  <a:pt x="614457" y="149855"/>
                </a:cubicBezTo>
                <a:lnTo>
                  <a:pt x="614457" y="215291"/>
                </a:lnTo>
                <a:lnTo>
                  <a:pt x="705783" y="215291"/>
                </a:lnTo>
                <a:cubicBezTo>
                  <a:pt x="701911" y="192284"/>
                  <a:pt x="699573" y="168716"/>
                  <a:pt x="698768" y="144590"/>
                </a:cubicBezTo>
                <a:close/>
                <a:moveTo>
                  <a:pt x="819462" y="91940"/>
                </a:moveTo>
                <a:cubicBezTo>
                  <a:pt x="824767" y="106185"/>
                  <a:pt x="830384" y="116405"/>
                  <a:pt x="836314" y="122601"/>
                </a:cubicBezTo>
                <a:cubicBezTo>
                  <a:pt x="839114" y="125873"/>
                  <a:pt x="840514" y="129384"/>
                  <a:pt x="840514" y="133135"/>
                </a:cubicBezTo>
                <a:cubicBezTo>
                  <a:pt x="840514" y="136885"/>
                  <a:pt x="838539" y="138760"/>
                  <a:pt x="834588" y="138760"/>
                </a:cubicBezTo>
                <a:cubicBezTo>
                  <a:pt x="830638" y="138760"/>
                  <a:pt x="827167" y="138163"/>
                  <a:pt x="824176" y="136967"/>
                </a:cubicBezTo>
                <a:cubicBezTo>
                  <a:pt x="821185" y="135772"/>
                  <a:pt x="815144" y="135174"/>
                  <a:pt x="806053" y="135174"/>
                </a:cubicBezTo>
                <a:cubicBezTo>
                  <a:pt x="796961" y="135174"/>
                  <a:pt x="773015" y="137267"/>
                  <a:pt x="734215" y="141454"/>
                </a:cubicBezTo>
                <a:cubicBezTo>
                  <a:pt x="734215" y="165247"/>
                  <a:pt x="736108" y="189860"/>
                  <a:pt x="739894" y="215291"/>
                </a:cubicBezTo>
                <a:cubicBezTo>
                  <a:pt x="787367" y="215291"/>
                  <a:pt x="824045" y="214094"/>
                  <a:pt x="849930" y="211698"/>
                </a:cubicBezTo>
                <a:lnTo>
                  <a:pt x="849930" y="247302"/>
                </a:lnTo>
                <a:cubicBezTo>
                  <a:pt x="821464" y="246702"/>
                  <a:pt x="786331" y="246402"/>
                  <a:pt x="744531" y="246402"/>
                </a:cubicBezTo>
                <a:cubicBezTo>
                  <a:pt x="754156" y="283993"/>
                  <a:pt x="768787" y="313547"/>
                  <a:pt x="788425" y="335064"/>
                </a:cubicBezTo>
                <a:cubicBezTo>
                  <a:pt x="808064" y="356580"/>
                  <a:pt x="821209" y="367339"/>
                  <a:pt x="827863" y="367339"/>
                </a:cubicBezTo>
                <a:cubicBezTo>
                  <a:pt x="830268" y="367339"/>
                  <a:pt x="832430" y="363947"/>
                  <a:pt x="834349" y="357163"/>
                </a:cubicBezTo>
                <a:cubicBezTo>
                  <a:pt x="836268" y="350379"/>
                  <a:pt x="838078" y="337173"/>
                  <a:pt x="839778" y="317547"/>
                </a:cubicBezTo>
                <a:cubicBezTo>
                  <a:pt x="853194" y="329377"/>
                  <a:pt x="865848" y="335828"/>
                  <a:pt x="877740" y="336899"/>
                </a:cubicBezTo>
                <a:cubicBezTo>
                  <a:pt x="872449" y="362007"/>
                  <a:pt x="866303" y="380262"/>
                  <a:pt x="859302" y="391663"/>
                </a:cubicBezTo>
                <a:cubicBezTo>
                  <a:pt x="852301" y="403065"/>
                  <a:pt x="843467" y="408766"/>
                  <a:pt x="832799" y="408766"/>
                </a:cubicBezTo>
                <a:cubicBezTo>
                  <a:pt x="816430" y="408766"/>
                  <a:pt x="794665" y="393882"/>
                  <a:pt x="767505" y="364114"/>
                </a:cubicBezTo>
                <a:cubicBezTo>
                  <a:pt x="740344" y="334346"/>
                  <a:pt x="721402" y="295109"/>
                  <a:pt x="710676" y="246402"/>
                </a:cubicBezTo>
                <a:lnTo>
                  <a:pt x="614457" y="246402"/>
                </a:lnTo>
                <a:lnTo>
                  <a:pt x="614457" y="351187"/>
                </a:lnTo>
                <a:lnTo>
                  <a:pt x="700575" y="298259"/>
                </a:lnTo>
                <a:cubicBezTo>
                  <a:pt x="699680" y="312532"/>
                  <a:pt x="700875" y="324591"/>
                  <a:pt x="704161" y="334435"/>
                </a:cubicBezTo>
                <a:lnTo>
                  <a:pt x="698359" y="337923"/>
                </a:lnTo>
                <a:lnTo>
                  <a:pt x="729516" y="358570"/>
                </a:lnTo>
                <a:cubicBezTo>
                  <a:pt x="739616" y="366123"/>
                  <a:pt x="748657" y="373835"/>
                  <a:pt x="756639" y="381705"/>
                </a:cubicBezTo>
                <a:lnTo>
                  <a:pt x="732886" y="406522"/>
                </a:lnTo>
                <a:cubicBezTo>
                  <a:pt x="720861" y="392959"/>
                  <a:pt x="701511" y="377600"/>
                  <a:pt x="674836" y="360445"/>
                </a:cubicBezTo>
                <a:lnTo>
                  <a:pt x="690544" y="342621"/>
                </a:lnTo>
                <a:lnTo>
                  <a:pt x="624730" y="382184"/>
                </a:lnTo>
                <a:cubicBezTo>
                  <a:pt x="611995" y="389704"/>
                  <a:pt x="599398" y="399014"/>
                  <a:pt x="586940" y="410116"/>
                </a:cubicBezTo>
                <a:cubicBezTo>
                  <a:pt x="580953" y="398681"/>
                  <a:pt x="572726" y="388794"/>
                  <a:pt x="562258" y="380455"/>
                </a:cubicBezTo>
                <a:cubicBezTo>
                  <a:pt x="569373" y="373378"/>
                  <a:pt x="574142" y="367351"/>
                  <a:pt x="576563" y="362374"/>
                </a:cubicBezTo>
                <a:cubicBezTo>
                  <a:pt x="578985" y="357397"/>
                  <a:pt x="580196" y="350406"/>
                  <a:pt x="580196" y="341400"/>
                </a:cubicBezTo>
                <a:lnTo>
                  <a:pt x="580196" y="186666"/>
                </a:lnTo>
                <a:cubicBezTo>
                  <a:pt x="580196" y="156043"/>
                  <a:pt x="579151" y="132093"/>
                  <a:pt x="577060" y="114814"/>
                </a:cubicBezTo>
                <a:cubicBezTo>
                  <a:pt x="588080" y="115719"/>
                  <a:pt x="599022" y="116172"/>
                  <a:pt x="609885" y="116172"/>
                </a:cubicBezTo>
                <a:cubicBezTo>
                  <a:pt x="644875" y="116172"/>
                  <a:pt x="683783" y="113801"/>
                  <a:pt x="726607" y="109060"/>
                </a:cubicBezTo>
                <a:cubicBezTo>
                  <a:pt x="769431" y="104319"/>
                  <a:pt x="800383" y="98612"/>
                  <a:pt x="819462" y="91940"/>
                </a:cubicBezTo>
                <a:close/>
                <a:moveTo>
                  <a:pt x="267762" y="58750"/>
                </a:moveTo>
                <a:cubicBezTo>
                  <a:pt x="277910" y="61451"/>
                  <a:pt x="290648" y="62801"/>
                  <a:pt x="305973" y="62801"/>
                </a:cubicBezTo>
                <a:cubicBezTo>
                  <a:pt x="312312" y="62801"/>
                  <a:pt x="315482" y="64884"/>
                  <a:pt x="315482" y="69052"/>
                </a:cubicBezTo>
                <a:cubicBezTo>
                  <a:pt x="315482" y="73219"/>
                  <a:pt x="313911" y="76274"/>
                  <a:pt x="310770" y="78217"/>
                </a:cubicBezTo>
                <a:cubicBezTo>
                  <a:pt x="307630" y="80160"/>
                  <a:pt x="306059" y="83270"/>
                  <a:pt x="306059" y="87547"/>
                </a:cubicBezTo>
                <a:lnTo>
                  <a:pt x="306059" y="220756"/>
                </a:lnTo>
                <a:cubicBezTo>
                  <a:pt x="306059" y="242659"/>
                  <a:pt x="307107" y="267953"/>
                  <a:pt x="309202" y="296637"/>
                </a:cubicBezTo>
                <a:lnTo>
                  <a:pt x="268212" y="296637"/>
                </a:lnTo>
                <a:cubicBezTo>
                  <a:pt x="270302" y="267038"/>
                  <a:pt x="271348" y="241745"/>
                  <a:pt x="271348" y="220756"/>
                </a:cubicBezTo>
                <a:lnTo>
                  <a:pt x="271348" y="122980"/>
                </a:lnTo>
                <a:cubicBezTo>
                  <a:pt x="271348" y="97238"/>
                  <a:pt x="270152" y="75829"/>
                  <a:pt x="267762" y="58750"/>
                </a:cubicBezTo>
                <a:close/>
                <a:moveTo>
                  <a:pt x="8072" y="28254"/>
                </a:moveTo>
                <a:cubicBezTo>
                  <a:pt x="37223" y="30949"/>
                  <a:pt x="78433" y="32297"/>
                  <a:pt x="131702" y="32297"/>
                </a:cubicBezTo>
                <a:cubicBezTo>
                  <a:pt x="184970" y="32297"/>
                  <a:pt x="225897" y="30949"/>
                  <a:pt x="254481" y="28254"/>
                </a:cubicBezTo>
                <a:lnTo>
                  <a:pt x="254481" y="67451"/>
                </a:lnTo>
                <a:cubicBezTo>
                  <a:pt x="225416" y="65056"/>
                  <a:pt x="187154" y="63858"/>
                  <a:pt x="139696" y="63858"/>
                </a:cubicBezTo>
                <a:cubicBezTo>
                  <a:pt x="119426" y="92814"/>
                  <a:pt x="95195" y="121163"/>
                  <a:pt x="67001" y="148904"/>
                </a:cubicBezTo>
                <a:lnTo>
                  <a:pt x="191066" y="143575"/>
                </a:lnTo>
                <a:cubicBezTo>
                  <a:pt x="178079" y="132531"/>
                  <a:pt x="163727" y="119422"/>
                  <a:pt x="148011" y="104249"/>
                </a:cubicBezTo>
                <a:lnTo>
                  <a:pt x="174407" y="82075"/>
                </a:lnTo>
                <a:cubicBezTo>
                  <a:pt x="205773" y="112317"/>
                  <a:pt x="232912" y="143806"/>
                  <a:pt x="255824" y="176544"/>
                </a:cubicBezTo>
                <a:lnTo>
                  <a:pt x="225906" y="197968"/>
                </a:lnTo>
                <a:cubicBezTo>
                  <a:pt x="219948" y="188043"/>
                  <a:pt x="214048" y="179073"/>
                  <a:pt x="208204" y="171057"/>
                </a:cubicBezTo>
                <a:lnTo>
                  <a:pt x="86075" y="180923"/>
                </a:lnTo>
                <a:cubicBezTo>
                  <a:pt x="63581" y="182675"/>
                  <a:pt x="43993" y="185666"/>
                  <a:pt x="27310" y="189895"/>
                </a:cubicBezTo>
                <a:cubicBezTo>
                  <a:pt x="24743" y="175065"/>
                  <a:pt x="20273" y="160482"/>
                  <a:pt x="13901" y="146147"/>
                </a:cubicBezTo>
                <a:cubicBezTo>
                  <a:pt x="22940" y="145685"/>
                  <a:pt x="30393" y="143203"/>
                  <a:pt x="36258" y="138700"/>
                </a:cubicBezTo>
                <a:cubicBezTo>
                  <a:pt x="42123" y="134197"/>
                  <a:pt x="51994" y="123605"/>
                  <a:pt x="65872" y="106924"/>
                </a:cubicBezTo>
                <a:cubicBezTo>
                  <a:pt x="79750" y="90244"/>
                  <a:pt x="90982" y="75888"/>
                  <a:pt x="99569" y="63858"/>
                </a:cubicBezTo>
                <a:cubicBezTo>
                  <a:pt x="61388" y="63858"/>
                  <a:pt x="30889" y="65056"/>
                  <a:pt x="8072" y="67451"/>
                </a:cubicBezTo>
                <a:close/>
                <a:moveTo>
                  <a:pt x="345357" y="1793"/>
                </a:moveTo>
                <a:cubicBezTo>
                  <a:pt x="355758" y="3941"/>
                  <a:pt x="363338" y="5077"/>
                  <a:pt x="368096" y="5201"/>
                </a:cubicBezTo>
                <a:cubicBezTo>
                  <a:pt x="372853" y="5325"/>
                  <a:pt x="378729" y="5387"/>
                  <a:pt x="385723" y="5387"/>
                </a:cubicBezTo>
                <a:cubicBezTo>
                  <a:pt x="392716" y="5387"/>
                  <a:pt x="396213" y="7802"/>
                  <a:pt x="396213" y="12634"/>
                </a:cubicBezTo>
                <a:cubicBezTo>
                  <a:pt x="396213" y="17465"/>
                  <a:pt x="394568" y="20778"/>
                  <a:pt x="391277" y="22571"/>
                </a:cubicBezTo>
                <a:cubicBezTo>
                  <a:pt x="387986" y="24364"/>
                  <a:pt x="386341" y="27334"/>
                  <a:pt x="386341" y="31483"/>
                </a:cubicBezTo>
                <a:lnTo>
                  <a:pt x="386341" y="364724"/>
                </a:lnTo>
                <a:cubicBezTo>
                  <a:pt x="386341" y="376045"/>
                  <a:pt x="384357" y="384896"/>
                  <a:pt x="380390" y="391278"/>
                </a:cubicBezTo>
                <a:cubicBezTo>
                  <a:pt x="376423" y="397659"/>
                  <a:pt x="368773" y="402686"/>
                  <a:pt x="357441" y="406358"/>
                </a:cubicBezTo>
                <a:cubicBezTo>
                  <a:pt x="346108" y="410030"/>
                  <a:pt x="327579" y="413076"/>
                  <a:pt x="301852" y="415495"/>
                </a:cubicBezTo>
                <a:cubicBezTo>
                  <a:pt x="301852" y="400407"/>
                  <a:pt x="296918" y="384503"/>
                  <a:pt x="287050" y="367782"/>
                </a:cubicBezTo>
                <a:cubicBezTo>
                  <a:pt x="307590" y="370778"/>
                  <a:pt x="321737" y="372275"/>
                  <a:pt x="329491" y="372275"/>
                </a:cubicBezTo>
                <a:cubicBezTo>
                  <a:pt x="337244" y="372275"/>
                  <a:pt x="342424" y="371351"/>
                  <a:pt x="345032" y="369504"/>
                </a:cubicBezTo>
                <a:cubicBezTo>
                  <a:pt x="347639" y="367656"/>
                  <a:pt x="348943" y="363074"/>
                  <a:pt x="348943" y="355759"/>
                </a:cubicBezTo>
                <a:lnTo>
                  <a:pt x="348943" y="79917"/>
                </a:lnTo>
                <a:cubicBezTo>
                  <a:pt x="348943" y="49847"/>
                  <a:pt x="347748" y="23805"/>
                  <a:pt x="345357" y="1793"/>
                </a:cubicBezTo>
                <a:close/>
                <a:moveTo>
                  <a:pt x="667107" y="0"/>
                </a:moveTo>
                <a:cubicBezTo>
                  <a:pt x="681156" y="15607"/>
                  <a:pt x="693372" y="32952"/>
                  <a:pt x="703754" y="52035"/>
                </a:cubicBezTo>
                <a:cubicBezTo>
                  <a:pt x="789903" y="52035"/>
                  <a:pt x="841469" y="50537"/>
                  <a:pt x="858452" y="47542"/>
                </a:cubicBezTo>
                <a:lnTo>
                  <a:pt x="858452" y="85389"/>
                </a:lnTo>
                <a:cubicBezTo>
                  <a:pt x="838045" y="83594"/>
                  <a:pt x="797499" y="82696"/>
                  <a:pt x="736815" y="82696"/>
                </a:cubicBezTo>
                <a:lnTo>
                  <a:pt x="548963" y="82696"/>
                </a:lnTo>
                <a:cubicBezTo>
                  <a:pt x="549273" y="107814"/>
                  <a:pt x="549428" y="128266"/>
                  <a:pt x="549428" y="144054"/>
                </a:cubicBezTo>
                <a:cubicBezTo>
                  <a:pt x="549428" y="223516"/>
                  <a:pt x="545786" y="280163"/>
                  <a:pt x="538501" y="313993"/>
                </a:cubicBezTo>
                <a:cubicBezTo>
                  <a:pt x="531217" y="347823"/>
                  <a:pt x="517193" y="381507"/>
                  <a:pt x="496428" y="415045"/>
                </a:cubicBezTo>
                <a:cubicBezTo>
                  <a:pt x="484917" y="408282"/>
                  <a:pt x="472175" y="402927"/>
                  <a:pt x="458202" y="398979"/>
                </a:cubicBezTo>
                <a:cubicBezTo>
                  <a:pt x="478990" y="369970"/>
                  <a:pt x="493531" y="338734"/>
                  <a:pt x="501825" y="305270"/>
                </a:cubicBezTo>
                <a:cubicBezTo>
                  <a:pt x="510119" y="271807"/>
                  <a:pt x="514266" y="228086"/>
                  <a:pt x="514266" y="174108"/>
                </a:cubicBezTo>
                <a:cubicBezTo>
                  <a:pt x="514266" y="139660"/>
                  <a:pt x="512623" y="97472"/>
                  <a:pt x="509337" y="47542"/>
                </a:cubicBezTo>
                <a:cubicBezTo>
                  <a:pt x="525982" y="50537"/>
                  <a:pt x="578007" y="52035"/>
                  <a:pt x="665414" y="52035"/>
                </a:cubicBezTo>
                <a:cubicBezTo>
                  <a:pt x="656393" y="43167"/>
                  <a:pt x="645780" y="31845"/>
                  <a:pt x="633574" y="1806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90E5078-7807-46B0-A9C1-E86BA3DCBB10}"/>
              </a:ext>
            </a:extLst>
          </p:cNvPr>
          <p:cNvSpPr txBox="1"/>
          <p:nvPr/>
        </p:nvSpPr>
        <p:spPr>
          <a:xfrm>
            <a:off x="3845226" y="-4179574"/>
            <a:ext cx="1653431" cy="488950"/>
          </a:xfrm>
          <a:custGeom>
            <a:avLst/>
            <a:gdLst/>
            <a:ahLst/>
            <a:cxnLst/>
            <a:rect l="l" t="t" r="r" b="b"/>
            <a:pathLst>
              <a:path w="1317555" h="423567">
                <a:moveTo>
                  <a:pt x="0" y="200482"/>
                </a:moveTo>
                <a:cubicBezTo>
                  <a:pt x="43148" y="203182"/>
                  <a:pt x="111268" y="204533"/>
                  <a:pt x="204361" y="204533"/>
                </a:cubicBezTo>
                <a:cubicBezTo>
                  <a:pt x="297453" y="204533"/>
                  <a:pt x="365440" y="203182"/>
                  <a:pt x="408322" y="200482"/>
                </a:cubicBezTo>
                <a:lnTo>
                  <a:pt x="408322" y="236987"/>
                </a:lnTo>
                <a:cubicBezTo>
                  <a:pt x="358444" y="234596"/>
                  <a:pt x="297149" y="233400"/>
                  <a:pt x="224435" y="233400"/>
                </a:cubicBezTo>
                <a:lnTo>
                  <a:pt x="224435" y="276742"/>
                </a:lnTo>
                <a:cubicBezTo>
                  <a:pt x="288867" y="276742"/>
                  <a:pt x="333120" y="275244"/>
                  <a:pt x="357194" y="272248"/>
                </a:cubicBezTo>
                <a:lnTo>
                  <a:pt x="357194" y="309646"/>
                </a:lnTo>
                <a:cubicBezTo>
                  <a:pt x="333239" y="307855"/>
                  <a:pt x="288986" y="306960"/>
                  <a:pt x="224435" y="306960"/>
                </a:cubicBezTo>
                <a:lnTo>
                  <a:pt x="224435" y="373889"/>
                </a:lnTo>
                <a:cubicBezTo>
                  <a:pt x="241046" y="376699"/>
                  <a:pt x="264833" y="378104"/>
                  <a:pt x="295794" y="378104"/>
                </a:cubicBezTo>
                <a:cubicBezTo>
                  <a:pt x="326755" y="378104"/>
                  <a:pt x="366807" y="376606"/>
                  <a:pt x="415952" y="373611"/>
                </a:cubicBezTo>
                <a:cubicBezTo>
                  <a:pt x="412027" y="383469"/>
                  <a:pt x="409551" y="389943"/>
                  <a:pt x="408522" y="393031"/>
                </a:cubicBezTo>
                <a:cubicBezTo>
                  <a:pt x="407493" y="396120"/>
                  <a:pt x="406979" y="402522"/>
                  <a:pt x="406979" y="412237"/>
                </a:cubicBezTo>
                <a:cubicBezTo>
                  <a:pt x="382400" y="412913"/>
                  <a:pt x="360692" y="413252"/>
                  <a:pt x="341857" y="413252"/>
                </a:cubicBezTo>
                <a:cubicBezTo>
                  <a:pt x="291793" y="413252"/>
                  <a:pt x="251261" y="411211"/>
                  <a:pt x="220259" y="407129"/>
                </a:cubicBezTo>
                <a:cubicBezTo>
                  <a:pt x="189258" y="403048"/>
                  <a:pt x="162995" y="394212"/>
                  <a:pt x="141471" y="380622"/>
                </a:cubicBezTo>
                <a:cubicBezTo>
                  <a:pt x="119947" y="367033"/>
                  <a:pt x="103967" y="352644"/>
                  <a:pt x="93533" y="337456"/>
                </a:cubicBezTo>
                <a:cubicBezTo>
                  <a:pt x="77359" y="367893"/>
                  <a:pt x="57392" y="395702"/>
                  <a:pt x="33632" y="420881"/>
                </a:cubicBezTo>
                <a:cubicBezTo>
                  <a:pt x="24360" y="411708"/>
                  <a:pt x="14497" y="404191"/>
                  <a:pt x="4043" y="398328"/>
                </a:cubicBezTo>
                <a:cubicBezTo>
                  <a:pt x="49110" y="359295"/>
                  <a:pt x="77790" y="310839"/>
                  <a:pt x="90082" y="252960"/>
                </a:cubicBezTo>
                <a:cubicBezTo>
                  <a:pt x="104941" y="259818"/>
                  <a:pt x="116883" y="264554"/>
                  <a:pt x="125908" y="267169"/>
                </a:cubicBezTo>
                <a:cubicBezTo>
                  <a:pt x="130894" y="269164"/>
                  <a:pt x="133388" y="272165"/>
                  <a:pt x="133388" y="276170"/>
                </a:cubicBezTo>
                <a:cubicBezTo>
                  <a:pt x="133388" y="280175"/>
                  <a:pt x="130956" y="283556"/>
                  <a:pt x="126094" y="286311"/>
                </a:cubicBezTo>
                <a:cubicBezTo>
                  <a:pt x="121231" y="289066"/>
                  <a:pt x="115440" y="296992"/>
                  <a:pt x="108720" y="310089"/>
                </a:cubicBezTo>
                <a:cubicBezTo>
                  <a:pt x="130018" y="337644"/>
                  <a:pt x="156271" y="356278"/>
                  <a:pt x="187480" y="365988"/>
                </a:cubicBezTo>
                <a:lnTo>
                  <a:pt x="187480" y="233400"/>
                </a:lnTo>
                <a:cubicBezTo>
                  <a:pt x="112033" y="233400"/>
                  <a:pt x="49539" y="234596"/>
                  <a:pt x="0" y="236987"/>
                </a:cubicBezTo>
                <a:close/>
                <a:moveTo>
                  <a:pt x="112306" y="126651"/>
                </a:moveTo>
                <a:lnTo>
                  <a:pt x="112306" y="155198"/>
                </a:lnTo>
                <a:lnTo>
                  <a:pt x="295122" y="155198"/>
                </a:lnTo>
                <a:lnTo>
                  <a:pt x="295122" y="126651"/>
                </a:lnTo>
                <a:close/>
                <a:moveTo>
                  <a:pt x="1198890" y="84768"/>
                </a:moveTo>
                <a:cubicBezTo>
                  <a:pt x="1213230" y="91664"/>
                  <a:pt x="1224407" y="96448"/>
                  <a:pt x="1232423" y="99119"/>
                </a:cubicBezTo>
                <a:cubicBezTo>
                  <a:pt x="1240438" y="101791"/>
                  <a:pt x="1244446" y="105769"/>
                  <a:pt x="1244446" y="111053"/>
                </a:cubicBezTo>
                <a:cubicBezTo>
                  <a:pt x="1244446" y="116337"/>
                  <a:pt x="1240912" y="119858"/>
                  <a:pt x="1233844" y="121615"/>
                </a:cubicBezTo>
                <a:cubicBezTo>
                  <a:pt x="1232430" y="122010"/>
                  <a:pt x="1229257" y="124331"/>
                  <a:pt x="1224325" y="128577"/>
                </a:cubicBezTo>
                <a:cubicBezTo>
                  <a:pt x="1219394" y="132822"/>
                  <a:pt x="1215037" y="135562"/>
                  <a:pt x="1211256" y="136796"/>
                </a:cubicBezTo>
                <a:cubicBezTo>
                  <a:pt x="1169503" y="198403"/>
                  <a:pt x="1138648" y="241286"/>
                  <a:pt x="1118691" y="265444"/>
                </a:cubicBezTo>
                <a:cubicBezTo>
                  <a:pt x="1098733" y="289602"/>
                  <a:pt x="1075617" y="312801"/>
                  <a:pt x="1049343" y="335042"/>
                </a:cubicBezTo>
                <a:lnTo>
                  <a:pt x="1243374" y="328219"/>
                </a:lnTo>
                <a:cubicBezTo>
                  <a:pt x="1231430" y="312879"/>
                  <a:pt x="1213339" y="290017"/>
                  <a:pt x="1189103" y="259632"/>
                </a:cubicBezTo>
                <a:lnTo>
                  <a:pt x="1215985" y="240401"/>
                </a:lnTo>
                <a:cubicBezTo>
                  <a:pt x="1254418" y="284964"/>
                  <a:pt x="1288275" y="332727"/>
                  <a:pt x="1317555" y="383691"/>
                </a:cubicBezTo>
                <a:lnTo>
                  <a:pt x="1285236" y="399800"/>
                </a:lnTo>
                <a:lnTo>
                  <a:pt x="1261133" y="360781"/>
                </a:lnTo>
                <a:cubicBezTo>
                  <a:pt x="1172013" y="365848"/>
                  <a:pt x="1109293" y="369801"/>
                  <a:pt x="1072974" y="372639"/>
                </a:cubicBezTo>
                <a:cubicBezTo>
                  <a:pt x="1036655" y="375478"/>
                  <a:pt x="1007673" y="379297"/>
                  <a:pt x="986028" y="384098"/>
                </a:cubicBezTo>
                <a:cubicBezTo>
                  <a:pt x="984532" y="370653"/>
                  <a:pt x="981060" y="357999"/>
                  <a:pt x="975612" y="346136"/>
                </a:cubicBezTo>
                <a:cubicBezTo>
                  <a:pt x="988923" y="340683"/>
                  <a:pt x="1001733" y="333194"/>
                  <a:pt x="1014042" y="323669"/>
                </a:cubicBezTo>
                <a:cubicBezTo>
                  <a:pt x="1026351" y="314144"/>
                  <a:pt x="1045231" y="294657"/>
                  <a:pt x="1070685" y="265208"/>
                </a:cubicBezTo>
                <a:cubicBezTo>
                  <a:pt x="1096138" y="235759"/>
                  <a:pt x="1119799" y="205605"/>
                  <a:pt x="1141669" y="174747"/>
                </a:cubicBezTo>
                <a:cubicBezTo>
                  <a:pt x="1163538" y="143888"/>
                  <a:pt x="1182612" y="113895"/>
                  <a:pt x="1198890" y="84768"/>
                </a:cubicBezTo>
                <a:close/>
                <a:moveTo>
                  <a:pt x="112306" y="64308"/>
                </a:moveTo>
                <a:lnTo>
                  <a:pt x="112306" y="97333"/>
                </a:lnTo>
                <a:lnTo>
                  <a:pt x="295122" y="97333"/>
                </a:lnTo>
                <a:lnTo>
                  <a:pt x="295122" y="64308"/>
                </a:lnTo>
                <a:close/>
                <a:moveTo>
                  <a:pt x="72216" y="31397"/>
                </a:moveTo>
                <a:cubicBezTo>
                  <a:pt x="85355" y="33792"/>
                  <a:pt x="128976" y="34990"/>
                  <a:pt x="203078" y="34990"/>
                </a:cubicBezTo>
                <a:cubicBezTo>
                  <a:pt x="277181" y="34990"/>
                  <a:pt x="321225" y="33792"/>
                  <a:pt x="335213" y="31397"/>
                </a:cubicBezTo>
                <a:cubicBezTo>
                  <a:pt x="333422" y="45436"/>
                  <a:pt x="332527" y="61910"/>
                  <a:pt x="332527" y="80817"/>
                </a:cubicBezTo>
                <a:lnTo>
                  <a:pt x="332527" y="139574"/>
                </a:lnTo>
                <a:cubicBezTo>
                  <a:pt x="332527" y="153410"/>
                  <a:pt x="333422" y="168988"/>
                  <a:pt x="335213" y="186309"/>
                </a:cubicBezTo>
                <a:cubicBezTo>
                  <a:pt x="326797" y="184513"/>
                  <a:pt x="282597" y="183616"/>
                  <a:pt x="202611" y="183616"/>
                </a:cubicBezTo>
                <a:cubicBezTo>
                  <a:pt x="122624" y="183616"/>
                  <a:pt x="79159" y="184213"/>
                  <a:pt x="72216" y="185409"/>
                </a:cubicBezTo>
                <a:cubicBezTo>
                  <a:pt x="73711" y="166011"/>
                  <a:pt x="74459" y="150433"/>
                  <a:pt x="74459" y="138674"/>
                </a:cubicBezTo>
                <a:lnTo>
                  <a:pt x="74459" y="79924"/>
                </a:lnTo>
                <a:cubicBezTo>
                  <a:pt x="74459" y="59564"/>
                  <a:pt x="73711" y="43389"/>
                  <a:pt x="72216" y="31397"/>
                </a:cubicBezTo>
                <a:close/>
                <a:moveTo>
                  <a:pt x="704440" y="3586"/>
                </a:moveTo>
                <a:cubicBezTo>
                  <a:pt x="721918" y="6582"/>
                  <a:pt x="735512" y="8079"/>
                  <a:pt x="745220" y="8079"/>
                </a:cubicBezTo>
                <a:cubicBezTo>
                  <a:pt x="754928" y="8079"/>
                  <a:pt x="759783" y="10094"/>
                  <a:pt x="759783" y="14123"/>
                </a:cubicBezTo>
                <a:cubicBezTo>
                  <a:pt x="759783" y="18152"/>
                  <a:pt x="757689" y="21437"/>
                  <a:pt x="753503" y="23978"/>
                </a:cubicBezTo>
                <a:cubicBezTo>
                  <a:pt x="749317" y="26519"/>
                  <a:pt x="747224" y="36645"/>
                  <a:pt x="747224" y="54357"/>
                </a:cubicBezTo>
                <a:lnTo>
                  <a:pt x="747224" y="149361"/>
                </a:lnTo>
                <a:cubicBezTo>
                  <a:pt x="794154" y="149361"/>
                  <a:pt x="837211" y="147864"/>
                  <a:pt x="876397" y="144868"/>
                </a:cubicBezTo>
                <a:lnTo>
                  <a:pt x="876397" y="184066"/>
                </a:lnTo>
                <a:cubicBezTo>
                  <a:pt x="842879" y="181375"/>
                  <a:pt x="799821" y="180030"/>
                  <a:pt x="747224" y="180030"/>
                </a:cubicBezTo>
                <a:lnTo>
                  <a:pt x="747224" y="338264"/>
                </a:lnTo>
                <a:cubicBezTo>
                  <a:pt x="747224" y="361981"/>
                  <a:pt x="748419" y="390415"/>
                  <a:pt x="750810" y="423567"/>
                </a:cubicBezTo>
                <a:lnTo>
                  <a:pt x="706233" y="423567"/>
                </a:lnTo>
                <a:cubicBezTo>
                  <a:pt x="708624" y="395154"/>
                  <a:pt x="709819" y="366720"/>
                  <a:pt x="709819" y="338264"/>
                </a:cubicBezTo>
                <a:lnTo>
                  <a:pt x="709819" y="180030"/>
                </a:lnTo>
                <a:cubicBezTo>
                  <a:pt x="653903" y="180030"/>
                  <a:pt x="609052" y="181375"/>
                  <a:pt x="575267" y="184066"/>
                </a:cubicBezTo>
                <a:lnTo>
                  <a:pt x="575267" y="144868"/>
                </a:lnTo>
                <a:cubicBezTo>
                  <a:pt x="615591" y="147864"/>
                  <a:pt x="660442" y="149361"/>
                  <a:pt x="709819" y="149361"/>
                </a:cubicBezTo>
                <a:lnTo>
                  <a:pt x="709819" y="76781"/>
                </a:lnTo>
                <a:cubicBezTo>
                  <a:pt x="709819" y="46253"/>
                  <a:pt x="708026" y="21855"/>
                  <a:pt x="704440" y="3586"/>
                </a:cubicBezTo>
                <a:close/>
                <a:moveTo>
                  <a:pt x="1112515" y="2693"/>
                </a:moveTo>
                <a:cubicBezTo>
                  <a:pt x="1124383" y="9580"/>
                  <a:pt x="1136289" y="14626"/>
                  <a:pt x="1148234" y="17831"/>
                </a:cubicBezTo>
                <a:cubicBezTo>
                  <a:pt x="1153768" y="19679"/>
                  <a:pt x="1156535" y="22769"/>
                  <a:pt x="1156535" y="27103"/>
                </a:cubicBezTo>
                <a:cubicBezTo>
                  <a:pt x="1156535" y="31437"/>
                  <a:pt x="1154632" y="34421"/>
                  <a:pt x="1150827" y="36054"/>
                </a:cubicBezTo>
                <a:cubicBezTo>
                  <a:pt x="1147022" y="37688"/>
                  <a:pt x="1142682" y="41011"/>
                  <a:pt x="1137807" y="46023"/>
                </a:cubicBezTo>
                <a:cubicBezTo>
                  <a:pt x="1132933" y="51036"/>
                  <a:pt x="1128860" y="56012"/>
                  <a:pt x="1125588" y="60950"/>
                </a:cubicBezTo>
                <a:cubicBezTo>
                  <a:pt x="1097708" y="105094"/>
                  <a:pt x="1073917" y="139349"/>
                  <a:pt x="1054215" y="163717"/>
                </a:cubicBezTo>
                <a:cubicBezTo>
                  <a:pt x="1034512" y="188084"/>
                  <a:pt x="1007671" y="216844"/>
                  <a:pt x="973690" y="249995"/>
                </a:cubicBezTo>
                <a:cubicBezTo>
                  <a:pt x="962713" y="241932"/>
                  <a:pt x="950647" y="235560"/>
                  <a:pt x="937493" y="230879"/>
                </a:cubicBezTo>
                <a:cubicBezTo>
                  <a:pt x="974421" y="199865"/>
                  <a:pt x="1008695" y="164169"/>
                  <a:pt x="1040313" y="123790"/>
                </a:cubicBezTo>
                <a:cubicBezTo>
                  <a:pt x="1071931" y="83411"/>
                  <a:pt x="1095998" y="43046"/>
                  <a:pt x="1112515" y="2693"/>
                </a:cubicBezTo>
                <a:close/>
                <a:moveTo>
                  <a:pt x="554371" y="0"/>
                </a:moveTo>
                <a:cubicBezTo>
                  <a:pt x="570926" y="7067"/>
                  <a:pt x="582987" y="11289"/>
                  <a:pt x="590554" y="12666"/>
                </a:cubicBezTo>
                <a:cubicBezTo>
                  <a:pt x="598122" y="14042"/>
                  <a:pt x="601906" y="17548"/>
                  <a:pt x="601906" y="23185"/>
                </a:cubicBezTo>
                <a:cubicBezTo>
                  <a:pt x="601906" y="28821"/>
                  <a:pt x="599838" y="32069"/>
                  <a:pt x="595701" y="32929"/>
                </a:cubicBezTo>
                <a:cubicBezTo>
                  <a:pt x="591565" y="33789"/>
                  <a:pt x="587287" y="38017"/>
                  <a:pt x="582868" y="45613"/>
                </a:cubicBezTo>
                <a:cubicBezTo>
                  <a:pt x="578448" y="53209"/>
                  <a:pt x="570890" y="68858"/>
                  <a:pt x="560193" y="92561"/>
                </a:cubicBezTo>
                <a:lnTo>
                  <a:pt x="560193" y="422674"/>
                </a:lnTo>
                <a:lnTo>
                  <a:pt x="517860" y="422674"/>
                </a:lnTo>
                <a:cubicBezTo>
                  <a:pt x="521446" y="390313"/>
                  <a:pt x="523239" y="356644"/>
                  <a:pt x="523239" y="321669"/>
                </a:cubicBezTo>
                <a:lnTo>
                  <a:pt x="523239" y="146390"/>
                </a:lnTo>
                <a:cubicBezTo>
                  <a:pt x="514085" y="168783"/>
                  <a:pt x="501055" y="189862"/>
                  <a:pt x="484148" y="209626"/>
                </a:cubicBezTo>
                <a:cubicBezTo>
                  <a:pt x="473966" y="200696"/>
                  <a:pt x="462776" y="194327"/>
                  <a:pt x="450580" y="190517"/>
                </a:cubicBezTo>
                <a:cubicBezTo>
                  <a:pt x="477669" y="162751"/>
                  <a:pt x="501198" y="129122"/>
                  <a:pt x="521167" y="89629"/>
                </a:cubicBezTo>
                <a:cubicBezTo>
                  <a:pt x="541136" y="50136"/>
                  <a:pt x="552204" y="20260"/>
                  <a:pt x="5543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E5E7CC-1EFB-477F-BC1C-562D6B4547AF}"/>
              </a:ext>
            </a:extLst>
          </p:cNvPr>
          <p:cNvSpPr txBox="1"/>
          <p:nvPr/>
        </p:nvSpPr>
        <p:spPr>
          <a:xfrm>
            <a:off x="5589726" y="-4197484"/>
            <a:ext cx="1650041" cy="485850"/>
          </a:xfrm>
          <a:custGeom>
            <a:avLst/>
            <a:gdLst/>
            <a:ahLst/>
            <a:cxnLst/>
            <a:rect l="l" t="t" r="r" b="b"/>
            <a:pathLst>
              <a:path w="1314854" h="420881">
                <a:moveTo>
                  <a:pt x="538934" y="147561"/>
                </a:moveTo>
                <a:cubicBezTo>
                  <a:pt x="572066" y="149962"/>
                  <a:pt x="617164" y="151162"/>
                  <a:pt x="674225" y="151162"/>
                </a:cubicBezTo>
                <a:cubicBezTo>
                  <a:pt x="731287" y="151162"/>
                  <a:pt x="776399" y="149962"/>
                  <a:pt x="809560" y="147561"/>
                </a:cubicBezTo>
                <a:lnTo>
                  <a:pt x="809560" y="184959"/>
                </a:lnTo>
                <a:cubicBezTo>
                  <a:pt x="777847" y="182868"/>
                  <a:pt x="739275" y="181823"/>
                  <a:pt x="693846" y="181823"/>
                </a:cubicBezTo>
                <a:lnTo>
                  <a:pt x="693846" y="248488"/>
                </a:lnTo>
                <a:cubicBezTo>
                  <a:pt x="767746" y="248488"/>
                  <a:pt x="816933" y="247288"/>
                  <a:pt x="841407" y="244888"/>
                </a:cubicBezTo>
                <a:lnTo>
                  <a:pt x="841407" y="281842"/>
                </a:lnTo>
                <a:cubicBezTo>
                  <a:pt x="821562" y="280047"/>
                  <a:pt x="772375" y="279149"/>
                  <a:pt x="693846" y="279149"/>
                </a:cubicBezTo>
                <a:lnTo>
                  <a:pt x="693846" y="360824"/>
                </a:lnTo>
                <a:cubicBezTo>
                  <a:pt x="712781" y="363676"/>
                  <a:pt x="735234" y="365103"/>
                  <a:pt x="761204" y="365103"/>
                </a:cubicBezTo>
                <a:cubicBezTo>
                  <a:pt x="787174" y="365103"/>
                  <a:pt x="827065" y="363155"/>
                  <a:pt x="880876" y="359259"/>
                </a:cubicBezTo>
                <a:cubicBezTo>
                  <a:pt x="875385" y="374523"/>
                  <a:pt x="871925" y="388763"/>
                  <a:pt x="870496" y="401979"/>
                </a:cubicBezTo>
                <a:cubicBezTo>
                  <a:pt x="848056" y="402322"/>
                  <a:pt x="828910" y="402493"/>
                  <a:pt x="813061" y="402493"/>
                </a:cubicBezTo>
                <a:cubicBezTo>
                  <a:pt x="757911" y="402493"/>
                  <a:pt x="715787" y="400458"/>
                  <a:pt x="686688" y="396389"/>
                </a:cubicBezTo>
                <a:cubicBezTo>
                  <a:pt x="657589" y="392319"/>
                  <a:pt x="632766" y="384917"/>
                  <a:pt x="612218" y="374182"/>
                </a:cubicBezTo>
                <a:cubicBezTo>
                  <a:pt x="591670" y="363448"/>
                  <a:pt x="574271" y="347917"/>
                  <a:pt x="560022" y="327591"/>
                </a:cubicBezTo>
                <a:cubicBezTo>
                  <a:pt x="543920" y="361505"/>
                  <a:pt x="520812" y="391406"/>
                  <a:pt x="490699" y="417295"/>
                </a:cubicBezTo>
                <a:cubicBezTo>
                  <a:pt x="482946" y="407799"/>
                  <a:pt x="472113" y="399840"/>
                  <a:pt x="458202" y="393421"/>
                </a:cubicBezTo>
                <a:cubicBezTo>
                  <a:pt x="517810" y="351020"/>
                  <a:pt x="550864" y="292689"/>
                  <a:pt x="557364" y="218427"/>
                </a:cubicBezTo>
                <a:cubicBezTo>
                  <a:pt x="571633" y="223014"/>
                  <a:pt x="583370" y="225733"/>
                  <a:pt x="592576" y="226585"/>
                </a:cubicBezTo>
                <a:cubicBezTo>
                  <a:pt x="601782" y="227438"/>
                  <a:pt x="606385" y="229786"/>
                  <a:pt x="606385" y="233629"/>
                </a:cubicBezTo>
                <a:cubicBezTo>
                  <a:pt x="606385" y="237473"/>
                  <a:pt x="603920" y="240963"/>
                  <a:pt x="598991" y="244102"/>
                </a:cubicBezTo>
                <a:cubicBezTo>
                  <a:pt x="593262" y="247336"/>
                  <a:pt x="587602" y="258220"/>
                  <a:pt x="582010" y="276756"/>
                </a:cubicBezTo>
                <a:cubicBezTo>
                  <a:pt x="579829" y="284395"/>
                  <a:pt x="577338" y="291308"/>
                  <a:pt x="574538" y="297494"/>
                </a:cubicBezTo>
                <a:cubicBezTo>
                  <a:pt x="596369" y="327384"/>
                  <a:pt x="623970" y="346477"/>
                  <a:pt x="657341" y="354773"/>
                </a:cubicBezTo>
                <a:lnTo>
                  <a:pt x="657341" y="181823"/>
                </a:lnTo>
                <a:cubicBezTo>
                  <a:pt x="610645" y="181823"/>
                  <a:pt x="571176" y="182868"/>
                  <a:pt x="538934" y="184959"/>
                </a:cubicBezTo>
                <a:close/>
                <a:moveTo>
                  <a:pt x="257617" y="119929"/>
                </a:moveTo>
                <a:cubicBezTo>
                  <a:pt x="257617" y="143213"/>
                  <a:pt x="255972" y="173207"/>
                  <a:pt x="252681" y="209912"/>
                </a:cubicBezTo>
                <a:lnTo>
                  <a:pt x="325362" y="209912"/>
                </a:lnTo>
                <a:lnTo>
                  <a:pt x="330105" y="119929"/>
                </a:lnTo>
                <a:close/>
                <a:moveTo>
                  <a:pt x="33018" y="42612"/>
                </a:moveTo>
                <a:cubicBezTo>
                  <a:pt x="63374" y="62820"/>
                  <a:pt x="91147" y="87537"/>
                  <a:pt x="116336" y="116765"/>
                </a:cubicBezTo>
                <a:lnTo>
                  <a:pt x="89096" y="141010"/>
                </a:lnTo>
                <a:cubicBezTo>
                  <a:pt x="69413" y="115341"/>
                  <a:pt x="43300" y="90949"/>
                  <a:pt x="10758" y="67837"/>
                </a:cubicBezTo>
                <a:close/>
                <a:moveTo>
                  <a:pt x="1314854" y="32740"/>
                </a:moveTo>
                <a:lnTo>
                  <a:pt x="1314854" y="67966"/>
                </a:lnTo>
                <a:cubicBezTo>
                  <a:pt x="1303029" y="69042"/>
                  <a:pt x="1285695" y="78000"/>
                  <a:pt x="1262852" y="94840"/>
                </a:cubicBezTo>
                <a:cubicBezTo>
                  <a:pt x="1240008" y="111681"/>
                  <a:pt x="1207110" y="137341"/>
                  <a:pt x="1164157" y="171821"/>
                </a:cubicBezTo>
                <a:lnTo>
                  <a:pt x="1164157" y="371904"/>
                </a:lnTo>
                <a:cubicBezTo>
                  <a:pt x="1164157" y="383991"/>
                  <a:pt x="1161669" y="393381"/>
                  <a:pt x="1156692" y="400075"/>
                </a:cubicBezTo>
                <a:cubicBezTo>
                  <a:pt x="1151715" y="406769"/>
                  <a:pt x="1142328" y="411685"/>
                  <a:pt x="1128531" y="414823"/>
                </a:cubicBezTo>
                <a:cubicBezTo>
                  <a:pt x="1114734" y="417962"/>
                  <a:pt x="1092315" y="419681"/>
                  <a:pt x="1061273" y="419981"/>
                </a:cubicBezTo>
                <a:cubicBezTo>
                  <a:pt x="1062768" y="404322"/>
                  <a:pt x="1059480" y="390211"/>
                  <a:pt x="1051407" y="377647"/>
                </a:cubicBezTo>
                <a:cubicBezTo>
                  <a:pt x="1072824" y="380643"/>
                  <a:pt x="1088573" y="382141"/>
                  <a:pt x="1098652" y="382141"/>
                </a:cubicBezTo>
                <a:cubicBezTo>
                  <a:pt x="1108732" y="382141"/>
                  <a:pt x="1116010" y="380689"/>
                  <a:pt x="1120487" y="377786"/>
                </a:cubicBezTo>
                <a:cubicBezTo>
                  <a:pt x="1124964" y="374884"/>
                  <a:pt x="1127202" y="367241"/>
                  <a:pt x="1127202" y="354859"/>
                </a:cubicBezTo>
                <a:lnTo>
                  <a:pt x="1127202" y="153141"/>
                </a:lnTo>
                <a:cubicBezTo>
                  <a:pt x="1163316" y="130604"/>
                  <a:pt x="1203236" y="102639"/>
                  <a:pt x="1246960" y="69244"/>
                </a:cubicBezTo>
                <a:cubicBezTo>
                  <a:pt x="1174704" y="69244"/>
                  <a:pt x="1119448" y="69692"/>
                  <a:pt x="1081193" y="70587"/>
                </a:cubicBezTo>
                <a:cubicBezTo>
                  <a:pt x="1042938" y="71483"/>
                  <a:pt x="1006247" y="73876"/>
                  <a:pt x="971119" y="77767"/>
                </a:cubicBezTo>
                <a:lnTo>
                  <a:pt x="971119" y="33190"/>
                </a:lnTo>
                <a:cubicBezTo>
                  <a:pt x="1005189" y="35885"/>
                  <a:pt x="1064622" y="37233"/>
                  <a:pt x="1149416" y="37233"/>
                </a:cubicBezTo>
                <a:cubicBezTo>
                  <a:pt x="1234210" y="37233"/>
                  <a:pt x="1289356" y="35735"/>
                  <a:pt x="1314854" y="32740"/>
                </a:cubicBezTo>
                <a:close/>
                <a:moveTo>
                  <a:pt x="217977" y="450"/>
                </a:moveTo>
                <a:cubicBezTo>
                  <a:pt x="229335" y="2550"/>
                  <a:pt x="237736" y="3600"/>
                  <a:pt x="243180" y="3600"/>
                </a:cubicBezTo>
                <a:cubicBezTo>
                  <a:pt x="260877" y="3600"/>
                  <a:pt x="269726" y="5794"/>
                  <a:pt x="269726" y="10180"/>
                </a:cubicBezTo>
                <a:cubicBezTo>
                  <a:pt x="269726" y="14566"/>
                  <a:pt x="267242" y="18621"/>
                  <a:pt x="262275" y="22346"/>
                </a:cubicBezTo>
                <a:cubicBezTo>
                  <a:pt x="259170" y="25041"/>
                  <a:pt x="257617" y="47199"/>
                  <a:pt x="257617" y="88818"/>
                </a:cubicBezTo>
                <a:cubicBezTo>
                  <a:pt x="309329" y="88818"/>
                  <a:pt x="346107" y="87170"/>
                  <a:pt x="367953" y="83875"/>
                </a:cubicBezTo>
                <a:lnTo>
                  <a:pt x="360773" y="209912"/>
                </a:lnTo>
                <a:cubicBezTo>
                  <a:pt x="376970" y="209912"/>
                  <a:pt x="394163" y="208264"/>
                  <a:pt x="412351" y="204968"/>
                </a:cubicBezTo>
                <a:lnTo>
                  <a:pt x="412351" y="244616"/>
                </a:lnTo>
                <a:cubicBezTo>
                  <a:pt x="382314" y="241625"/>
                  <a:pt x="337613" y="240130"/>
                  <a:pt x="278249" y="240130"/>
                </a:cubicBezTo>
                <a:cubicBezTo>
                  <a:pt x="305990" y="302438"/>
                  <a:pt x="352036" y="349536"/>
                  <a:pt x="416387" y="381426"/>
                </a:cubicBezTo>
                <a:cubicBezTo>
                  <a:pt x="406062" y="390099"/>
                  <a:pt x="397485" y="400410"/>
                  <a:pt x="390655" y="412359"/>
                </a:cubicBezTo>
                <a:cubicBezTo>
                  <a:pt x="319023" y="368272"/>
                  <a:pt x="272007" y="310863"/>
                  <a:pt x="249609" y="240130"/>
                </a:cubicBezTo>
                <a:lnTo>
                  <a:pt x="249295" y="240130"/>
                </a:lnTo>
                <a:cubicBezTo>
                  <a:pt x="243628" y="274415"/>
                  <a:pt x="231056" y="305711"/>
                  <a:pt x="211580" y="334017"/>
                </a:cubicBezTo>
                <a:cubicBezTo>
                  <a:pt x="192103" y="362323"/>
                  <a:pt x="161363" y="391277"/>
                  <a:pt x="119357" y="420881"/>
                </a:cubicBezTo>
                <a:cubicBezTo>
                  <a:pt x="110575" y="410818"/>
                  <a:pt x="99493" y="402441"/>
                  <a:pt x="86110" y="395749"/>
                </a:cubicBezTo>
                <a:cubicBezTo>
                  <a:pt x="125882" y="370970"/>
                  <a:pt x="155524" y="346403"/>
                  <a:pt x="175036" y="322047"/>
                </a:cubicBezTo>
                <a:cubicBezTo>
                  <a:pt x="194548" y="297692"/>
                  <a:pt x="207366" y="270386"/>
                  <a:pt x="213491" y="240130"/>
                </a:cubicBezTo>
                <a:cubicBezTo>
                  <a:pt x="175319" y="240721"/>
                  <a:pt x="142277" y="242216"/>
                  <a:pt x="114364" y="244616"/>
                </a:cubicBezTo>
                <a:lnTo>
                  <a:pt x="114364" y="215537"/>
                </a:lnTo>
                <a:lnTo>
                  <a:pt x="37876" y="360331"/>
                </a:lnTo>
                <a:cubicBezTo>
                  <a:pt x="27513" y="353368"/>
                  <a:pt x="14887" y="346655"/>
                  <a:pt x="0" y="340192"/>
                </a:cubicBezTo>
                <a:cubicBezTo>
                  <a:pt x="37633" y="298140"/>
                  <a:pt x="65153" y="247683"/>
                  <a:pt x="82560" y="188824"/>
                </a:cubicBezTo>
                <a:cubicBezTo>
                  <a:pt x="87961" y="193088"/>
                  <a:pt x="93587" y="196924"/>
                  <a:pt x="99441" y="200330"/>
                </a:cubicBezTo>
                <a:lnTo>
                  <a:pt x="114364" y="207639"/>
                </a:lnTo>
                <a:lnTo>
                  <a:pt x="114364" y="204968"/>
                </a:lnTo>
                <a:cubicBezTo>
                  <a:pt x="143429" y="207716"/>
                  <a:pt x="177631" y="209367"/>
                  <a:pt x="216970" y="209919"/>
                </a:cubicBezTo>
                <a:cubicBezTo>
                  <a:pt x="219732" y="179534"/>
                  <a:pt x="221263" y="149538"/>
                  <a:pt x="221563" y="119929"/>
                </a:cubicBezTo>
                <a:cubicBezTo>
                  <a:pt x="180596" y="119929"/>
                  <a:pt x="150247" y="120677"/>
                  <a:pt x="130516" y="122172"/>
                </a:cubicBezTo>
                <a:lnTo>
                  <a:pt x="130516" y="83875"/>
                </a:lnTo>
                <a:cubicBezTo>
                  <a:pt x="152609" y="87170"/>
                  <a:pt x="182808" y="88818"/>
                  <a:pt x="221113" y="88818"/>
                </a:cubicBezTo>
                <a:cubicBezTo>
                  <a:pt x="221113" y="63991"/>
                  <a:pt x="220068" y="34535"/>
                  <a:pt x="217977" y="450"/>
                </a:cubicBezTo>
                <a:close/>
                <a:moveTo>
                  <a:pt x="660977" y="0"/>
                </a:moveTo>
                <a:cubicBezTo>
                  <a:pt x="674417" y="16083"/>
                  <a:pt x="686362" y="36116"/>
                  <a:pt x="696810" y="60100"/>
                </a:cubicBezTo>
                <a:cubicBezTo>
                  <a:pt x="772434" y="60105"/>
                  <a:pt x="825117" y="58760"/>
                  <a:pt x="854859" y="56064"/>
                </a:cubicBezTo>
                <a:lnTo>
                  <a:pt x="854859" y="156255"/>
                </a:lnTo>
                <a:lnTo>
                  <a:pt x="818804" y="156255"/>
                </a:lnTo>
                <a:lnTo>
                  <a:pt x="818804" y="92119"/>
                </a:lnTo>
                <a:lnTo>
                  <a:pt x="523853" y="92119"/>
                </a:lnTo>
                <a:lnTo>
                  <a:pt x="523853" y="157605"/>
                </a:lnTo>
                <a:lnTo>
                  <a:pt x="488249" y="157605"/>
                </a:lnTo>
                <a:lnTo>
                  <a:pt x="488249" y="56064"/>
                </a:lnTo>
                <a:cubicBezTo>
                  <a:pt x="517471" y="59060"/>
                  <a:pt x="574283" y="60558"/>
                  <a:pt x="658684" y="60558"/>
                </a:cubicBezTo>
                <a:cubicBezTo>
                  <a:pt x="650817" y="48713"/>
                  <a:pt x="639456" y="34680"/>
                  <a:pt x="624601" y="184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F066F1B-36EE-4DA1-BD88-76ECC2925AEB}"/>
              </a:ext>
            </a:extLst>
          </p:cNvPr>
          <p:cNvSpPr txBox="1"/>
          <p:nvPr/>
        </p:nvSpPr>
        <p:spPr>
          <a:xfrm>
            <a:off x="7286124" y="-4197484"/>
            <a:ext cx="1669756" cy="489990"/>
          </a:xfrm>
          <a:custGeom>
            <a:avLst/>
            <a:gdLst/>
            <a:ahLst/>
            <a:cxnLst/>
            <a:rect l="l" t="t" r="r" b="b"/>
            <a:pathLst>
              <a:path w="1330564" h="424467">
                <a:moveTo>
                  <a:pt x="0" y="333249"/>
                </a:moveTo>
                <a:cubicBezTo>
                  <a:pt x="42267" y="335944"/>
                  <a:pt x="106324" y="337292"/>
                  <a:pt x="192170" y="337292"/>
                </a:cubicBezTo>
                <a:cubicBezTo>
                  <a:pt x="278017" y="337292"/>
                  <a:pt x="347079" y="335944"/>
                  <a:pt x="399357" y="333249"/>
                </a:cubicBezTo>
                <a:lnTo>
                  <a:pt x="399357" y="374682"/>
                </a:lnTo>
                <a:cubicBezTo>
                  <a:pt x="351841" y="371692"/>
                  <a:pt x="285127" y="370196"/>
                  <a:pt x="199214" y="370196"/>
                </a:cubicBezTo>
                <a:cubicBezTo>
                  <a:pt x="113301" y="370196"/>
                  <a:pt x="46896" y="371692"/>
                  <a:pt x="0" y="374682"/>
                </a:cubicBezTo>
                <a:close/>
                <a:moveTo>
                  <a:pt x="1039928" y="325798"/>
                </a:moveTo>
                <a:lnTo>
                  <a:pt x="1039928" y="363302"/>
                </a:lnTo>
                <a:lnTo>
                  <a:pt x="1241581" y="363302"/>
                </a:lnTo>
                <a:lnTo>
                  <a:pt x="1241581" y="325798"/>
                </a:lnTo>
                <a:close/>
                <a:moveTo>
                  <a:pt x="1039928" y="212319"/>
                </a:moveTo>
                <a:lnTo>
                  <a:pt x="1039928" y="242209"/>
                </a:lnTo>
                <a:lnTo>
                  <a:pt x="1218707" y="242209"/>
                </a:lnTo>
                <a:lnTo>
                  <a:pt x="1218707" y="212319"/>
                </a:lnTo>
                <a:close/>
                <a:moveTo>
                  <a:pt x="1000730" y="179858"/>
                </a:moveTo>
                <a:cubicBezTo>
                  <a:pt x="1040968" y="181358"/>
                  <a:pt x="1084865" y="182108"/>
                  <a:pt x="1132421" y="182108"/>
                </a:cubicBezTo>
                <a:cubicBezTo>
                  <a:pt x="1179977" y="182108"/>
                  <a:pt x="1221205" y="181358"/>
                  <a:pt x="1256105" y="179858"/>
                </a:cubicBezTo>
                <a:cubicBezTo>
                  <a:pt x="1254314" y="194446"/>
                  <a:pt x="1253419" y="210876"/>
                  <a:pt x="1253419" y="229150"/>
                </a:cubicBezTo>
                <a:cubicBezTo>
                  <a:pt x="1253419" y="247424"/>
                  <a:pt x="1254314" y="262447"/>
                  <a:pt x="1256105" y="274220"/>
                </a:cubicBezTo>
                <a:cubicBezTo>
                  <a:pt x="1225977" y="272724"/>
                  <a:pt x="1187527" y="271977"/>
                  <a:pt x="1140754" y="271977"/>
                </a:cubicBezTo>
                <a:lnTo>
                  <a:pt x="1039928" y="271977"/>
                </a:lnTo>
                <a:lnTo>
                  <a:pt x="1039928" y="296030"/>
                </a:lnTo>
                <a:lnTo>
                  <a:pt x="1143448" y="296030"/>
                </a:lnTo>
                <a:cubicBezTo>
                  <a:pt x="1187739" y="296030"/>
                  <a:pt x="1233366" y="295280"/>
                  <a:pt x="1280329" y="293779"/>
                </a:cubicBezTo>
                <a:cubicBezTo>
                  <a:pt x="1278834" y="302114"/>
                  <a:pt x="1278086" y="313803"/>
                  <a:pt x="1278086" y="328848"/>
                </a:cubicBezTo>
                <a:lnTo>
                  <a:pt x="1278086" y="377740"/>
                </a:lnTo>
                <a:cubicBezTo>
                  <a:pt x="1278086" y="388898"/>
                  <a:pt x="1279131" y="402083"/>
                  <a:pt x="1281222" y="417295"/>
                </a:cubicBezTo>
                <a:lnTo>
                  <a:pt x="1241581" y="417295"/>
                </a:lnTo>
                <a:lnTo>
                  <a:pt x="1241581" y="393971"/>
                </a:lnTo>
                <a:lnTo>
                  <a:pt x="1039928" y="393971"/>
                </a:lnTo>
                <a:cubicBezTo>
                  <a:pt x="1040461" y="404229"/>
                  <a:pt x="1041206" y="414395"/>
                  <a:pt x="1042164" y="424467"/>
                </a:cubicBezTo>
                <a:lnTo>
                  <a:pt x="999830" y="424467"/>
                </a:lnTo>
                <a:cubicBezTo>
                  <a:pt x="1002225" y="406055"/>
                  <a:pt x="1003423" y="391225"/>
                  <a:pt x="1003423" y="379976"/>
                </a:cubicBezTo>
                <a:lnTo>
                  <a:pt x="1003423" y="228378"/>
                </a:lnTo>
                <a:cubicBezTo>
                  <a:pt x="1003423" y="206823"/>
                  <a:pt x="1002525" y="190650"/>
                  <a:pt x="1000730" y="179858"/>
                </a:cubicBezTo>
                <a:close/>
                <a:moveTo>
                  <a:pt x="691582" y="68351"/>
                </a:moveTo>
                <a:cubicBezTo>
                  <a:pt x="691142" y="129941"/>
                  <a:pt x="689250" y="178181"/>
                  <a:pt x="685906" y="213070"/>
                </a:cubicBezTo>
                <a:lnTo>
                  <a:pt x="685027" y="221072"/>
                </a:lnTo>
                <a:lnTo>
                  <a:pt x="714192" y="207662"/>
                </a:lnTo>
                <a:cubicBezTo>
                  <a:pt x="728084" y="241423"/>
                  <a:pt x="745855" y="272222"/>
                  <a:pt x="767505" y="300059"/>
                </a:cubicBezTo>
                <a:cubicBezTo>
                  <a:pt x="785946" y="273427"/>
                  <a:pt x="798264" y="238949"/>
                  <a:pt x="804460" y="196624"/>
                </a:cubicBezTo>
                <a:lnTo>
                  <a:pt x="765977" y="196624"/>
                </a:lnTo>
                <a:cubicBezTo>
                  <a:pt x="758376" y="196624"/>
                  <a:pt x="747581" y="197522"/>
                  <a:pt x="733594" y="199318"/>
                </a:cubicBezTo>
                <a:lnTo>
                  <a:pt x="780236" y="68351"/>
                </a:lnTo>
                <a:close/>
                <a:moveTo>
                  <a:pt x="30504" y="66830"/>
                </a:moveTo>
                <a:cubicBezTo>
                  <a:pt x="71585" y="69525"/>
                  <a:pt x="126309" y="70873"/>
                  <a:pt x="194674" y="70873"/>
                </a:cubicBezTo>
                <a:cubicBezTo>
                  <a:pt x="263040" y="70873"/>
                  <a:pt x="317511" y="69525"/>
                  <a:pt x="358087" y="66830"/>
                </a:cubicBezTo>
                <a:lnTo>
                  <a:pt x="358087" y="106027"/>
                </a:lnTo>
                <a:cubicBezTo>
                  <a:pt x="319573" y="104232"/>
                  <a:pt x="268093" y="103334"/>
                  <a:pt x="203647" y="103334"/>
                </a:cubicBezTo>
                <a:cubicBezTo>
                  <a:pt x="139201" y="103334"/>
                  <a:pt x="81486" y="104232"/>
                  <a:pt x="30504" y="106027"/>
                </a:cubicBezTo>
                <a:close/>
                <a:moveTo>
                  <a:pt x="526832" y="1793"/>
                </a:moveTo>
                <a:cubicBezTo>
                  <a:pt x="537667" y="4265"/>
                  <a:pt x="544660" y="5706"/>
                  <a:pt x="547810" y="6118"/>
                </a:cubicBezTo>
                <a:cubicBezTo>
                  <a:pt x="550960" y="6530"/>
                  <a:pt x="556578" y="6736"/>
                  <a:pt x="564662" y="6736"/>
                </a:cubicBezTo>
                <a:cubicBezTo>
                  <a:pt x="572746" y="6736"/>
                  <a:pt x="576789" y="8729"/>
                  <a:pt x="576789" y="12716"/>
                </a:cubicBezTo>
                <a:cubicBezTo>
                  <a:pt x="576789" y="16702"/>
                  <a:pt x="575146" y="20175"/>
                  <a:pt x="571860" y="23135"/>
                </a:cubicBezTo>
                <a:cubicBezTo>
                  <a:pt x="568573" y="26095"/>
                  <a:pt x="566330" y="28832"/>
                  <a:pt x="565130" y="31347"/>
                </a:cubicBezTo>
                <a:cubicBezTo>
                  <a:pt x="563930" y="33861"/>
                  <a:pt x="563330" y="35850"/>
                  <a:pt x="563330" y="37312"/>
                </a:cubicBezTo>
                <a:lnTo>
                  <a:pt x="563330" y="99598"/>
                </a:lnTo>
                <a:cubicBezTo>
                  <a:pt x="588433" y="99336"/>
                  <a:pt x="609364" y="97981"/>
                  <a:pt x="626123" y="95533"/>
                </a:cubicBezTo>
                <a:lnTo>
                  <a:pt x="626123" y="134731"/>
                </a:lnTo>
                <a:cubicBezTo>
                  <a:pt x="605335" y="132631"/>
                  <a:pt x="584404" y="131433"/>
                  <a:pt x="563330" y="131138"/>
                </a:cubicBezTo>
                <a:lnTo>
                  <a:pt x="563330" y="152162"/>
                </a:lnTo>
                <a:cubicBezTo>
                  <a:pt x="586871" y="179236"/>
                  <a:pt x="609147" y="208366"/>
                  <a:pt x="630160" y="239551"/>
                </a:cubicBezTo>
                <a:lnTo>
                  <a:pt x="598184" y="259861"/>
                </a:lnTo>
                <a:cubicBezTo>
                  <a:pt x="586054" y="236372"/>
                  <a:pt x="574436" y="212753"/>
                  <a:pt x="563330" y="189002"/>
                </a:cubicBezTo>
                <a:lnTo>
                  <a:pt x="563330" y="335127"/>
                </a:lnTo>
                <a:cubicBezTo>
                  <a:pt x="563330" y="346615"/>
                  <a:pt x="563704" y="359542"/>
                  <a:pt x="564451" y="373909"/>
                </a:cubicBezTo>
                <a:lnTo>
                  <a:pt x="564461" y="374059"/>
                </a:lnTo>
                <a:lnTo>
                  <a:pt x="614368" y="324155"/>
                </a:lnTo>
                <a:cubicBezTo>
                  <a:pt x="627415" y="306298"/>
                  <a:pt x="636739" y="287352"/>
                  <a:pt x="642340" y="267319"/>
                </a:cubicBezTo>
                <a:cubicBezTo>
                  <a:pt x="653541" y="227252"/>
                  <a:pt x="658273" y="160929"/>
                  <a:pt x="656534" y="68351"/>
                </a:cubicBezTo>
                <a:cubicBezTo>
                  <a:pt x="635784" y="68351"/>
                  <a:pt x="619908" y="68949"/>
                  <a:pt x="608907" y="70144"/>
                </a:cubicBezTo>
                <a:lnTo>
                  <a:pt x="608907" y="34540"/>
                </a:lnTo>
                <a:cubicBezTo>
                  <a:pt x="632905" y="36635"/>
                  <a:pt x="666324" y="37683"/>
                  <a:pt x="709162" y="37683"/>
                </a:cubicBezTo>
                <a:cubicBezTo>
                  <a:pt x="752001" y="37683"/>
                  <a:pt x="791299" y="35290"/>
                  <a:pt x="827056" y="30504"/>
                </a:cubicBezTo>
                <a:lnTo>
                  <a:pt x="777721" y="166406"/>
                </a:lnTo>
                <a:lnTo>
                  <a:pt x="812618" y="166406"/>
                </a:lnTo>
                <a:cubicBezTo>
                  <a:pt x="820486" y="166406"/>
                  <a:pt x="831728" y="165359"/>
                  <a:pt x="846344" y="163263"/>
                </a:cubicBezTo>
                <a:cubicBezTo>
                  <a:pt x="836957" y="211045"/>
                  <a:pt x="828075" y="246053"/>
                  <a:pt x="819698" y="268287"/>
                </a:cubicBezTo>
                <a:cubicBezTo>
                  <a:pt x="811320" y="290521"/>
                  <a:pt x="801067" y="308917"/>
                  <a:pt x="788937" y="323476"/>
                </a:cubicBezTo>
                <a:cubicBezTo>
                  <a:pt x="801471" y="336497"/>
                  <a:pt x="813729" y="347318"/>
                  <a:pt x="825709" y="355941"/>
                </a:cubicBezTo>
                <a:cubicBezTo>
                  <a:pt x="837689" y="364563"/>
                  <a:pt x="855481" y="374642"/>
                  <a:pt x="879084" y="386177"/>
                </a:cubicBezTo>
                <a:cubicBezTo>
                  <a:pt x="868806" y="394944"/>
                  <a:pt x="860624" y="405167"/>
                  <a:pt x="854538" y="416845"/>
                </a:cubicBezTo>
                <a:cubicBezTo>
                  <a:pt x="821291" y="399776"/>
                  <a:pt x="792573" y="376602"/>
                  <a:pt x="768384" y="347322"/>
                </a:cubicBezTo>
                <a:cubicBezTo>
                  <a:pt x="740395" y="376787"/>
                  <a:pt x="699685" y="401607"/>
                  <a:pt x="646254" y="421781"/>
                </a:cubicBezTo>
                <a:cubicBezTo>
                  <a:pt x="641068" y="408894"/>
                  <a:pt x="632955" y="397985"/>
                  <a:pt x="621916" y="389056"/>
                </a:cubicBezTo>
                <a:cubicBezTo>
                  <a:pt x="653224" y="379631"/>
                  <a:pt x="677930" y="370062"/>
                  <a:pt x="696032" y="360348"/>
                </a:cubicBezTo>
                <a:cubicBezTo>
                  <a:pt x="714134" y="350635"/>
                  <a:pt x="731139" y="338187"/>
                  <a:pt x="747046" y="323004"/>
                </a:cubicBezTo>
                <a:cubicBezTo>
                  <a:pt x="731008" y="304984"/>
                  <a:pt x="714721" y="281665"/>
                  <a:pt x="698185" y="253048"/>
                </a:cubicBezTo>
                <a:lnTo>
                  <a:pt x="684303" y="227667"/>
                </a:lnTo>
                <a:lnTo>
                  <a:pt x="684112" y="229402"/>
                </a:lnTo>
                <a:cubicBezTo>
                  <a:pt x="683474" y="234475"/>
                  <a:pt x="682796" y="239177"/>
                  <a:pt x="682077" y="243509"/>
                </a:cubicBezTo>
                <a:cubicBezTo>
                  <a:pt x="676326" y="278161"/>
                  <a:pt x="667349" y="305936"/>
                  <a:pt x="655145" y="326834"/>
                </a:cubicBezTo>
                <a:cubicBezTo>
                  <a:pt x="642941" y="347731"/>
                  <a:pt x="623311" y="370858"/>
                  <a:pt x="596255" y="396214"/>
                </a:cubicBezTo>
                <a:cubicBezTo>
                  <a:pt x="592483" y="391789"/>
                  <a:pt x="587914" y="387764"/>
                  <a:pt x="582548" y="384139"/>
                </a:cubicBezTo>
                <a:lnTo>
                  <a:pt x="564500" y="374692"/>
                </a:lnTo>
                <a:lnTo>
                  <a:pt x="565853" y="396540"/>
                </a:lnTo>
                <a:cubicBezTo>
                  <a:pt x="566414" y="404444"/>
                  <a:pt x="567068" y="412707"/>
                  <a:pt x="567816" y="421331"/>
                </a:cubicBezTo>
                <a:lnTo>
                  <a:pt x="524589" y="421331"/>
                </a:lnTo>
                <a:cubicBezTo>
                  <a:pt x="527575" y="386336"/>
                  <a:pt x="529068" y="357602"/>
                  <a:pt x="529068" y="335127"/>
                </a:cubicBezTo>
                <a:lnTo>
                  <a:pt x="529068" y="196624"/>
                </a:lnTo>
                <a:cubicBezTo>
                  <a:pt x="522315" y="237996"/>
                  <a:pt x="504611" y="279111"/>
                  <a:pt x="475955" y="319968"/>
                </a:cubicBezTo>
                <a:cubicBezTo>
                  <a:pt x="468644" y="310167"/>
                  <a:pt x="459141" y="302783"/>
                  <a:pt x="447444" y="297816"/>
                </a:cubicBezTo>
                <a:cubicBezTo>
                  <a:pt x="471383" y="268483"/>
                  <a:pt x="492672" y="229250"/>
                  <a:pt x="511312" y="180115"/>
                </a:cubicBezTo>
                <a:lnTo>
                  <a:pt x="527877" y="131198"/>
                </a:lnTo>
                <a:lnTo>
                  <a:pt x="458653" y="134731"/>
                </a:lnTo>
                <a:lnTo>
                  <a:pt x="458653" y="95533"/>
                </a:lnTo>
                <a:cubicBezTo>
                  <a:pt x="479712" y="98234"/>
                  <a:pt x="503184" y="99584"/>
                  <a:pt x="529068" y="99584"/>
                </a:cubicBezTo>
                <a:cubicBezTo>
                  <a:pt x="529068" y="42872"/>
                  <a:pt x="528323" y="10275"/>
                  <a:pt x="526832" y="1793"/>
                </a:cubicBezTo>
                <a:close/>
                <a:moveTo>
                  <a:pt x="1006931" y="1350"/>
                </a:moveTo>
                <a:cubicBezTo>
                  <a:pt x="1019813" y="9427"/>
                  <a:pt x="1029206" y="14247"/>
                  <a:pt x="1035109" y="15809"/>
                </a:cubicBezTo>
                <a:cubicBezTo>
                  <a:pt x="1041012" y="17371"/>
                  <a:pt x="1043964" y="20127"/>
                  <a:pt x="1043964" y="24078"/>
                </a:cubicBezTo>
                <a:cubicBezTo>
                  <a:pt x="1043964" y="28028"/>
                  <a:pt x="1042244" y="30730"/>
                  <a:pt x="1038806" y="32182"/>
                </a:cubicBezTo>
                <a:cubicBezTo>
                  <a:pt x="1035367" y="33635"/>
                  <a:pt x="1029162" y="37559"/>
                  <a:pt x="1020189" y="43955"/>
                </a:cubicBezTo>
                <a:cubicBezTo>
                  <a:pt x="1083235" y="43960"/>
                  <a:pt x="1120461" y="42167"/>
                  <a:pt x="1131868" y="38576"/>
                </a:cubicBezTo>
                <a:lnTo>
                  <a:pt x="1131868" y="76424"/>
                </a:lnTo>
                <a:cubicBezTo>
                  <a:pt x="1118795" y="74328"/>
                  <a:pt x="1095323" y="73280"/>
                  <a:pt x="1061452" y="73280"/>
                </a:cubicBezTo>
                <a:cubicBezTo>
                  <a:pt x="1067791" y="82134"/>
                  <a:pt x="1075118" y="97491"/>
                  <a:pt x="1083433" y="119350"/>
                </a:cubicBezTo>
                <a:lnTo>
                  <a:pt x="1044450" y="128902"/>
                </a:lnTo>
                <a:cubicBezTo>
                  <a:pt x="1041659" y="108090"/>
                  <a:pt x="1036982" y="89549"/>
                  <a:pt x="1030419" y="73280"/>
                </a:cubicBezTo>
                <a:lnTo>
                  <a:pt x="1001158" y="73280"/>
                </a:lnTo>
                <a:cubicBezTo>
                  <a:pt x="988838" y="88125"/>
                  <a:pt x="972357" y="104422"/>
                  <a:pt x="951717" y="122172"/>
                </a:cubicBezTo>
                <a:cubicBezTo>
                  <a:pt x="943963" y="113357"/>
                  <a:pt x="935036" y="106449"/>
                  <a:pt x="924935" y="101448"/>
                </a:cubicBezTo>
                <a:cubicBezTo>
                  <a:pt x="960120" y="76421"/>
                  <a:pt x="987452" y="43055"/>
                  <a:pt x="1006931" y="1350"/>
                </a:cubicBezTo>
                <a:close/>
                <a:moveTo>
                  <a:pt x="1189446" y="0"/>
                </a:moveTo>
                <a:cubicBezTo>
                  <a:pt x="1202777" y="6239"/>
                  <a:pt x="1212660" y="10663"/>
                  <a:pt x="1219097" y="13273"/>
                </a:cubicBezTo>
                <a:cubicBezTo>
                  <a:pt x="1225533" y="15883"/>
                  <a:pt x="1228751" y="19027"/>
                  <a:pt x="1228751" y="22706"/>
                </a:cubicBezTo>
                <a:cubicBezTo>
                  <a:pt x="1228751" y="26385"/>
                  <a:pt x="1226407" y="29230"/>
                  <a:pt x="1221718" y="31239"/>
                </a:cubicBezTo>
                <a:cubicBezTo>
                  <a:pt x="1217029" y="33249"/>
                  <a:pt x="1210851" y="38086"/>
                  <a:pt x="1203184" y="45748"/>
                </a:cubicBezTo>
                <a:cubicBezTo>
                  <a:pt x="1272288" y="45758"/>
                  <a:pt x="1314748" y="43515"/>
                  <a:pt x="1330564" y="39019"/>
                </a:cubicBezTo>
                <a:lnTo>
                  <a:pt x="1330564" y="76874"/>
                </a:lnTo>
                <a:cubicBezTo>
                  <a:pt x="1318453" y="75078"/>
                  <a:pt x="1290942" y="74181"/>
                  <a:pt x="1248032" y="74181"/>
                </a:cubicBezTo>
                <a:cubicBezTo>
                  <a:pt x="1258276" y="91083"/>
                  <a:pt x="1265453" y="105184"/>
                  <a:pt x="1269563" y="116486"/>
                </a:cubicBezTo>
                <a:lnTo>
                  <a:pt x="1231637" y="127101"/>
                </a:lnTo>
                <a:cubicBezTo>
                  <a:pt x="1229037" y="111652"/>
                  <a:pt x="1223851" y="94012"/>
                  <a:pt x="1216078" y="74181"/>
                </a:cubicBezTo>
                <a:lnTo>
                  <a:pt x="1189032" y="74181"/>
                </a:lnTo>
                <a:cubicBezTo>
                  <a:pt x="1180474" y="87977"/>
                  <a:pt x="1170553" y="101432"/>
                  <a:pt x="1159271" y="114543"/>
                </a:cubicBezTo>
                <a:cubicBezTo>
                  <a:pt x="1155082" y="110371"/>
                  <a:pt x="1150615" y="106862"/>
                  <a:pt x="1145869" y="104016"/>
                </a:cubicBezTo>
                <a:lnTo>
                  <a:pt x="1133224" y="98524"/>
                </a:lnTo>
                <a:lnTo>
                  <a:pt x="1160257" y="132324"/>
                </a:lnTo>
                <a:cubicBezTo>
                  <a:pt x="1236166" y="132324"/>
                  <a:pt x="1291140" y="131123"/>
                  <a:pt x="1325178" y="128723"/>
                </a:cubicBezTo>
                <a:cubicBezTo>
                  <a:pt x="1323087" y="142382"/>
                  <a:pt x="1322041" y="155684"/>
                  <a:pt x="1322041" y="168628"/>
                </a:cubicBezTo>
                <a:cubicBezTo>
                  <a:pt x="1322041" y="181573"/>
                  <a:pt x="1322789" y="195241"/>
                  <a:pt x="1324285" y="209633"/>
                </a:cubicBezTo>
                <a:lnTo>
                  <a:pt x="1285087" y="209633"/>
                </a:lnTo>
                <a:lnTo>
                  <a:pt x="1285087" y="161191"/>
                </a:lnTo>
                <a:lnTo>
                  <a:pt x="978027" y="161191"/>
                </a:lnTo>
                <a:lnTo>
                  <a:pt x="978027" y="210976"/>
                </a:lnTo>
                <a:lnTo>
                  <a:pt x="938836" y="210976"/>
                </a:lnTo>
                <a:cubicBezTo>
                  <a:pt x="940032" y="197174"/>
                  <a:pt x="940629" y="182627"/>
                  <a:pt x="940629" y="167335"/>
                </a:cubicBezTo>
                <a:cubicBezTo>
                  <a:pt x="940629" y="152043"/>
                  <a:pt x="940032" y="139172"/>
                  <a:pt x="938836" y="128723"/>
                </a:cubicBezTo>
                <a:cubicBezTo>
                  <a:pt x="974841" y="131123"/>
                  <a:pt x="1036884" y="132324"/>
                  <a:pt x="1124967" y="132324"/>
                </a:cubicBezTo>
                <a:cubicBezTo>
                  <a:pt x="1119471" y="126756"/>
                  <a:pt x="1111696" y="119105"/>
                  <a:pt x="1101642" y="109371"/>
                </a:cubicBezTo>
                <a:lnTo>
                  <a:pt x="1125095" y="88361"/>
                </a:lnTo>
                <a:lnTo>
                  <a:pt x="1131564" y="96448"/>
                </a:lnTo>
                <a:lnTo>
                  <a:pt x="1167415" y="48752"/>
                </a:lnTo>
                <a:cubicBezTo>
                  <a:pt x="1177190" y="32507"/>
                  <a:pt x="1184534" y="16257"/>
                  <a:pt x="11894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F0C5064-57C2-45AC-BAC8-3006C1BE92F8}"/>
              </a:ext>
            </a:extLst>
          </p:cNvPr>
          <p:cNvSpPr txBox="1"/>
          <p:nvPr/>
        </p:nvSpPr>
        <p:spPr>
          <a:xfrm>
            <a:off x="9075338" y="-4197484"/>
            <a:ext cx="464004" cy="482222"/>
          </a:xfrm>
          <a:custGeom>
            <a:avLst/>
            <a:gdLst/>
            <a:ahLst/>
            <a:cxnLst/>
            <a:rect l="l" t="t" r="r" b="b"/>
            <a:pathLst>
              <a:path w="369747" h="417738">
                <a:moveTo>
                  <a:pt x="40534" y="247303"/>
                </a:moveTo>
                <a:lnTo>
                  <a:pt x="40534" y="342672"/>
                </a:lnTo>
                <a:lnTo>
                  <a:pt x="126481" y="342672"/>
                </a:lnTo>
                <a:lnTo>
                  <a:pt x="126481" y="247303"/>
                </a:lnTo>
                <a:close/>
                <a:moveTo>
                  <a:pt x="241909" y="174472"/>
                </a:moveTo>
                <a:cubicBezTo>
                  <a:pt x="260726" y="204157"/>
                  <a:pt x="278819" y="240285"/>
                  <a:pt x="296187" y="282857"/>
                </a:cubicBezTo>
                <a:lnTo>
                  <a:pt x="264234" y="300224"/>
                </a:lnTo>
                <a:cubicBezTo>
                  <a:pt x="245345" y="255861"/>
                  <a:pt x="227684" y="220685"/>
                  <a:pt x="211248" y="194696"/>
                </a:cubicBezTo>
                <a:close/>
                <a:moveTo>
                  <a:pt x="40534" y="120373"/>
                </a:moveTo>
                <a:lnTo>
                  <a:pt x="40534" y="216192"/>
                </a:lnTo>
                <a:lnTo>
                  <a:pt x="126481" y="216192"/>
                </a:lnTo>
                <a:lnTo>
                  <a:pt x="126481" y="120373"/>
                </a:lnTo>
                <a:close/>
                <a:moveTo>
                  <a:pt x="66180" y="0"/>
                </a:moveTo>
                <a:cubicBezTo>
                  <a:pt x="81611" y="4339"/>
                  <a:pt x="95136" y="7673"/>
                  <a:pt x="106757" y="10001"/>
                </a:cubicBezTo>
                <a:cubicBezTo>
                  <a:pt x="112543" y="11063"/>
                  <a:pt x="115436" y="13436"/>
                  <a:pt x="115436" y="17120"/>
                </a:cubicBezTo>
                <a:cubicBezTo>
                  <a:pt x="115436" y="20804"/>
                  <a:pt x="113788" y="24294"/>
                  <a:pt x="110493" y="27589"/>
                </a:cubicBezTo>
                <a:cubicBezTo>
                  <a:pt x="102963" y="35119"/>
                  <a:pt x="93848" y="55376"/>
                  <a:pt x="83147" y="88361"/>
                </a:cubicBezTo>
                <a:cubicBezTo>
                  <a:pt x="112765" y="88361"/>
                  <a:pt x="140423" y="87014"/>
                  <a:pt x="166121" y="84318"/>
                </a:cubicBezTo>
                <a:cubicBezTo>
                  <a:pt x="164026" y="99082"/>
                  <a:pt x="162978" y="114210"/>
                  <a:pt x="162978" y="129702"/>
                </a:cubicBezTo>
                <a:lnTo>
                  <a:pt x="162978" y="179752"/>
                </a:lnTo>
                <a:lnTo>
                  <a:pt x="175376" y="159521"/>
                </a:lnTo>
                <a:cubicBezTo>
                  <a:pt x="188240" y="137392"/>
                  <a:pt x="197954" y="116979"/>
                  <a:pt x="204519" y="98284"/>
                </a:cubicBezTo>
                <a:cubicBezTo>
                  <a:pt x="213272" y="73357"/>
                  <a:pt x="221745" y="41791"/>
                  <a:pt x="229936" y="3586"/>
                </a:cubicBezTo>
                <a:cubicBezTo>
                  <a:pt x="244800" y="9687"/>
                  <a:pt x="257235" y="13326"/>
                  <a:pt x="267241" y="14502"/>
                </a:cubicBezTo>
                <a:cubicBezTo>
                  <a:pt x="273685" y="15426"/>
                  <a:pt x="276906" y="17891"/>
                  <a:pt x="276906" y="21896"/>
                </a:cubicBezTo>
                <a:cubicBezTo>
                  <a:pt x="276906" y="25901"/>
                  <a:pt x="274765" y="29569"/>
                  <a:pt x="270481" y="32901"/>
                </a:cubicBezTo>
                <a:cubicBezTo>
                  <a:pt x="266197" y="36232"/>
                  <a:pt x="258919" y="52328"/>
                  <a:pt x="248646" y="81189"/>
                </a:cubicBezTo>
                <a:lnTo>
                  <a:pt x="315390" y="81189"/>
                </a:lnTo>
                <a:cubicBezTo>
                  <a:pt x="332540" y="81189"/>
                  <a:pt x="350659" y="79839"/>
                  <a:pt x="369747" y="77139"/>
                </a:cubicBezTo>
                <a:cubicBezTo>
                  <a:pt x="367894" y="93845"/>
                  <a:pt x="366823" y="110219"/>
                  <a:pt x="366532" y="126259"/>
                </a:cubicBezTo>
                <a:lnTo>
                  <a:pt x="362053" y="354930"/>
                </a:lnTo>
                <a:cubicBezTo>
                  <a:pt x="361724" y="378162"/>
                  <a:pt x="352603" y="393615"/>
                  <a:pt x="334689" y="401290"/>
                </a:cubicBezTo>
                <a:cubicBezTo>
                  <a:pt x="316775" y="408964"/>
                  <a:pt x="290089" y="412802"/>
                  <a:pt x="254632" y="412802"/>
                </a:cubicBezTo>
                <a:cubicBezTo>
                  <a:pt x="253585" y="399500"/>
                  <a:pt x="248991" y="384791"/>
                  <a:pt x="240852" y="368675"/>
                </a:cubicBezTo>
                <a:cubicBezTo>
                  <a:pt x="256216" y="369580"/>
                  <a:pt x="269775" y="370032"/>
                  <a:pt x="281528" y="370032"/>
                </a:cubicBezTo>
                <a:cubicBezTo>
                  <a:pt x="293282" y="370032"/>
                  <a:pt x="302256" y="368679"/>
                  <a:pt x="308450" y="365971"/>
                </a:cubicBezTo>
                <a:cubicBezTo>
                  <a:pt x="314643" y="363264"/>
                  <a:pt x="318756" y="358384"/>
                  <a:pt x="320787" y="351334"/>
                </a:cubicBezTo>
                <a:cubicBezTo>
                  <a:pt x="322818" y="344283"/>
                  <a:pt x="323979" y="332301"/>
                  <a:pt x="324270" y="315390"/>
                </a:cubicBezTo>
                <a:lnTo>
                  <a:pt x="326513" y="114093"/>
                </a:lnTo>
                <a:lnTo>
                  <a:pt x="238973" y="114093"/>
                </a:lnTo>
                <a:cubicBezTo>
                  <a:pt x="226081" y="144754"/>
                  <a:pt x="211489" y="172412"/>
                  <a:pt x="195196" y="197068"/>
                </a:cubicBezTo>
                <a:lnTo>
                  <a:pt x="162978" y="182890"/>
                </a:lnTo>
                <a:lnTo>
                  <a:pt x="162978" y="344093"/>
                </a:lnTo>
                <a:cubicBezTo>
                  <a:pt x="162978" y="368501"/>
                  <a:pt x="164026" y="391854"/>
                  <a:pt x="166121" y="414152"/>
                </a:cubicBezTo>
                <a:lnTo>
                  <a:pt x="126481" y="414152"/>
                </a:lnTo>
                <a:lnTo>
                  <a:pt x="126481" y="372883"/>
                </a:lnTo>
                <a:lnTo>
                  <a:pt x="40534" y="372883"/>
                </a:lnTo>
                <a:lnTo>
                  <a:pt x="40534" y="417738"/>
                </a:lnTo>
                <a:lnTo>
                  <a:pt x="0" y="417738"/>
                </a:lnTo>
                <a:cubicBezTo>
                  <a:pt x="2391" y="391692"/>
                  <a:pt x="3587" y="368339"/>
                  <a:pt x="3587" y="347679"/>
                </a:cubicBezTo>
                <a:lnTo>
                  <a:pt x="3587" y="129702"/>
                </a:lnTo>
                <a:cubicBezTo>
                  <a:pt x="3587" y="116424"/>
                  <a:pt x="2539" y="101296"/>
                  <a:pt x="443" y="84318"/>
                </a:cubicBezTo>
                <a:cubicBezTo>
                  <a:pt x="16864" y="86771"/>
                  <a:pt x="33398" y="88123"/>
                  <a:pt x="50042" y="88376"/>
                </a:cubicBezTo>
                <a:cubicBezTo>
                  <a:pt x="59453" y="59591"/>
                  <a:pt x="64832" y="30133"/>
                  <a:pt x="66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313F1A1-71A8-4095-B6FE-1F7BC002D274}"/>
              </a:ext>
            </a:extLst>
          </p:cNvPr>
          <p:cNvGrpSpPr/>
          <p:nvPr/>
        </p:nvGrpSpPr>
        <p:grpSpPr>
          <a:xfrm rot="5400000">
            <a:off x="7161589" y="-5591001"/>
            <a:ext cx="657227" cy="1257672"/>
            <a:chOff x="3043238" y="1138940"/>
            <a:chExt cx="196850" cy="376693"/>
          </a:xfrm>
        </p:grpSpPr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08F785C0-D651-4A30-AC94-88B2D37E8F6B}"/>
                </a:ext>
              </a:extLst>
            </p:cNvPr>
            <p:cNvSpPr/>
            <p:nvPr/>
          </p:nvSpPr>
          <p:spPr>
            <a:xfrm>
              <a:off x="3045101" y="1250496"/>
              <a:ext cx="193399" cy="153581"/>
            </a:xfrm>
            <a:prstGeom prst="triangle">
              <a:avLst/>
            </a:prstGeom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56AE4D2-FF21-406B-A753-21569BCBFC5C}"/>
                </a:ext>
              </a:extLst>
            </p:cNvPr>
            <p:cNvCxnSpPr/>
            <p:nvPr/>
          </p:nvCxnSpPr>
          <p:spPr>
            <a:xfrm>
              <a:off x="3043238" y="1245734"/>
              <a:ext cx="19685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0B0829A-40B9-4472-BDEB-61CF207F22C2}"/>
                </a:ext>
              </a:extLst>
            </p:cNvPr>
            <p:cNvCxnSpPr>
              <a:endCxn id="11" idx="0"/>
            </p:cNvCxnSpPr>
            <p:nvPr/>
          </p:nvCxnSpPr>
          <p:spPr>
            <a:xfrm>
              <a:off x="3138625" y="1138940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21383EA-9318-4E4F-8A78-9E191C698896}"/>
                </a:ext>
              </a:extLst>
            </p:cNvPr>
            <p:cNvCxnSpPr/>
            <p:nvPr/>
          </p:nvCxnSpPr>
          <p:spPr>
            <a:xfrm>
              <a:off x="3138625" y="1404077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F52A3AE0-ECCE-439F-A3F0-D5C02E3E4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94" b="89963" l="6333" r="93520">
                        <a14:foregroundMark x1="24448" y1="51301" x2="24448" y2="51301"/>
                        <a14:foregroundMark x1="6480" y1="69517" x2="6480" y2="69517"/>
                        <a14:foregroundMark x1="11487" y1="73606" x2="11487" y2="73606"/>
                        <a14:foregroundMark x1="10751" y1="76952" x2="10751" y2="76952"/>
                        <a14:foregroundMark x1="12960" y1="81413" x2="12960" y2="81413"/>
                        <a14:foregroundMark x1="67599" y1="59480" x2="67599" y2="59480"/>
                        <a14:foregroundMark x1="93520" y1="51301" x2="93520" y2="51301"/>
                        <a14:foregroundMark x1="38144" y1="34944" x2="38144" y2="34944"/>
                        <a14:foregroundMark x1="33137" y1="21190" x2="33137" y2="21190"/>
                        <a14:foregroundMark x1="33432" y1="19703" x2="33432" y2="19703"/>
                        <a14:foregroundMark x1="34168" y1="19703" x2="34168" y2="19703"/>
                        <a14:foregroundMark x1="33284" y1="18216" x2="33284" y2="18216"/>
                        <a14:foregroundMark x1="32401" y1="17472" x2="32401" y2="17472"/>
                        <a14:foregroundMark x1="79971" y1="16729" x2="79971" y2="16729"/>
                        <a14:foregroundMark x1="82327" y1="12639" x2="83652" y2="17844"/>
                        <a14:foregroundMark x1="82180" y1="11524" x2="82180" y2="11524"/>
                        <a14:foregroundMark x1="82327" y1="9665" x2="82327" y2="9665"/>
                        <a14:foregroundMark x1="82327" y1="10037" x2="82327" y2="10037"/>
                        <a14:backgroundMark x1="10015" y1="26766" x2="10015" y2="26766"/>
                        <a14:backgroundMark x1="7953" y1="33457" x2="18704" y2="24535"/>
                        <a14:backgroundMark x1="33284" y1="13011" x2="33579" y2="13011"/>
                        <a14:backgroundMark x1="32548" y1="13383" x2="39470" y2="18959"/>
                        <a14:backgroundMark x1="94109" y1="17472" x2="95582" y2="20446"/>
                        <a14:backgroundMark x1="92636" y1="13011" x2="97349" y2="28996"/>
                        <a14:backgroundMark x1="59057" y1="38662" x2="74374" y2="21561"/>
                        <a14:backgroundMark x1="32695" y1="17472" x2="32695" y2="17472"/>
                        <a14:backgroundMark x1="33284" y1="18959" x2="33284" y2="18959"/>
                        <a14:backgroundMark x1="32401" y1="17472" x2="32401" y2="17472"/>
                        <a14:backgroundMark x1="33284" y1="19703" x2="33284" y2="19703"/>
                        <a14:backgroundMark x1="33284" y1="18216" x2="33284" y2="18216"/>
                        <a14:backgroundMark x1="87334" y1="9294" x2="87334" y2="9294"/>
                        <a14:backgroundMark x1="86745" y1="8550" x2="86745" y2="8550"/>
                        <a14:backgroundMark x1="83505" y1="9665" x2="84094" y2="9665"/>
                        <a14:backgroundMark x1="84389" y1="9665" x2="84389" y2="9665"/>
                        <a14:backgroundMark x1="84831" y1="9665" x2="84831" y2="9665"/>
                        <a14:backgroundMark x1="82622" y1="9294" x2="82622" y2="9294"/>
                        <a14:backgroundMark x1="81885" y1="8922" x2="81885" y2="8922"/>
                        <a14:backgroundMark x1="82327" y1="9294" x2="82327" y2="92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226" y="-5290778"/>
            <a:ext cx="1658946" cy="65722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C755B79-77D1-4C72-BF1A-34803E13411A}"/>
              </a:ext>
            </a:extLst>
          </p:cNvPr>
          <p:cNvSpPr txBox="1"/>
          <p:nvPr/>
        </p:nvSpPr>
        <p:spPr>
          <a:xfrm>
            <a:off x="3163583" y="3072967"/>
            <a:ext cx="4451346" cy="712066"/>
          </a:xfrm>
          <a:custGeom>
            <a:avLst/>
            <a:gdLst/>
            <a:ahLst/>
            <a:cxnLst/>
            <a:rect l="l" t="t" r="r" b="b"/>
            <a:pathLst>
              <a:path w="2695537" h="431196">
                <a:moveTo>
                  <a:pt x="1539980" y="297537"/>
                </a:moveTo>
                <a:lnTo>
                  <a:pt x="1557713" y="311362"/>
                </a:lnTo>
                <a:cubicBezTo>
                  <a:pt x="1579523" y="327311"/>
                  <a:pt x="1600808" y="339688"/>
                  <a:pt x="1621567" y="348493"/>
                </a:cubicBezTo>
                <a:cubicBezTo>
                  <a:pt x="1649104" y="334310"/>
                  <a:pt x="1670393" y="317325"/>
                  <a:pt x="1685433" y="297537"/>
                </a:cubicBezTo>
                <a:close/>
                <a:moveTo>
                  <a:pt x="2460965" y="256274"/>
                </a:moveTo>
                <a:lnTo>
                  <a:pt x="2460965" y="313967"/>
                </a:lnTo>
                <a:lnTo>
                  <a:pt x="2572922" y="313967"/>
                </a:lnTo>
                <a:lnTo>
                  <a:pt x="2572922" y="256274"/>
                </a:lnTo>
                <a:close/>
                <a:moveTo>
                  <a:pt x="1911818" y="211419"/>
                </a:moveTo>
                <a:lnTo>
                  <a:pt x="1911818" y="309031"/>
                </a:lnTo>
                <a:lnTo>
                  <a:pt x="1988792" y="309031"/>
                </a:lnTo>
                <a:lnTo>
                  <a:pt x="1988792" y="211419"/>
                </a:lnTo>
                <a:close/>
                <a:moveTo>
                  <a:pt x="627917" y="189445"/>
                </a:moveTo>
                <a:lnTo>
                  <a:pt x="627917" y="281671"/>
                </a:lnTo>
                <a:lnTo>
                  <a:pt x="725522" y="281671"/>
                </a:lnTo>
                <a:lnTo>
                  <a:pt x="725522" y="189445"/>
                </a:lnTo>
                <a:close/>
                <a:moveTo>
                  <a:pt x="1512482" y="188545"/>
                </a:moveTo>
                <a:lnTo>
                  <a:pt x="1512482" y="214398"/>
                </a:lnTo>
                <a:lnTo>
                  <a:pt x="1717722" y="214398"/>
                </a:lnTo>
                <a:lnTo>
                  <a:pt x="1717722" y="188545"/>
                </a:lnTo>
                <a:close/>
                <a:moveTo>
                  <a:pt x="159399" y="186309"/>
                </a:moveTo>
                <a:cubicBezTo>
                  <a:pt x="174315" y="239263"/>
                  <a:pt x="197613" y="280616"/>
                  <a:pt x="229293" y="310367"/>
                </a:cubicBezTo>
                <a:cubicBezTo>
                  <a:pt x="266279" y="276172"/>
                  <a:pt x="292708" y="234819"/>
                  <a:pt x="308582" y="186309"/>
                </a:cubicBezTo>
                <a:close/>
                <a:moveTo>
                  <a:pt x="2079860" y="185680"/>
                </a:moveTo>
                <a:cubicBezTo>
                  <a:pt x="2109959" y="220165"/>
                  <a:pt x="2133184" y="251341"/>
                  <a:pt x="2149533" y="279206"/>
                </a:cubicBezTo>
                <a:lnTo>
                  <a:pt x="2117072" y="299330"/>
                </a:lnTo>
                <a:cubicBezTo>
                  <a:pt x="2100861" y="267045"/>
                  <a:pt x="2079032" y="235596"/>
                  <a:pt x="2051585" y="204982"/>
                </a:cubicBezTo>
                <a:close/>
                <a:moveTo>
                  <a:pt x="1146592" y="179851"/>
                </a:moveTo>
                <a:lnTo>
                  <a:pt x="1181203" y="188302"/>
                </a:lnTo>
                <a:cubicBezTo>
                  <a:pt x="1174440" y="220868"/>
                  <a:pt x="1163991" y="252195"/>
                  <a:pt x="1149856" y="282285"/>
                </a:cubicBezTo>
                <a:lnTo>
                  <a:pt x="1116445" y="270155"/>
                </a:lnTo>
                <a:cubicBezTo>
                  <a:pt x="1132652" y="244128"/>
                  <a:pt x="1142700" y="214026"/>
                  <a:pt x="1146592" y="179851"/>
                </a:cubicBezTo>
                <a:close/>
                <a:moveTo>
                  <a:pt x="1282351" y="169085"/>
                </a:moveTo>
                <a:cubicBezTo>
                  <a:pt x="1293372" y="176343"/>
                  <a:pt x="1304404" y="181463"/>
                  <a:pt x="1315448" y="184444"/>
                </a:cubicBezTo>
                <a:cubicBezTo>
                  <a:pt x="1322830" y="186659"/>
                  <a:pt x="1326521" y="189911"/>
                  <a:pt x="1326521" y="194202"/>
                </a:cubicBezTo>
                <a:cubicBezTo>
                  <a:pt x="1326521" y="198493"/>
                  <a:pt x="1322790" y="201518"/>
                  <a:pt x="1315327" y="203275"/>
                </a:cubicBezTo>
                <a:cubicBezTo>
                  <a:pt x="1312736" y="203875"/>
                  <a:pt x="1307023" y="211777"/>
                  <a:pt x="1298189" y="226982"/>
                </a:cubicBezTo>
                <a:cubicBezTo>
                  <a:pt x="1289354" y="242186"/>
                  <a:pt x="1278232" y="258229"/>
                  <a:pt x="1264820" y="275113"/>
                </a:cubicBezTo>
                <a:lnTo>
                  <a:pt x="1237546" y="259268"/>
                </a:lnTo>
                <a:cubicBezTo>
                  <a:pt x="1262177" y="229478"/>
                  <a:pt x="1277112" y="199417"/>
                  <a:pt x="1282351" y="169085"/>
                </a:cubicBezTo>
                <a:close/>
                <a:moveTo>
                  <a:pt x="2460965" y="168363"/>
                </a:moveTo>
                <a:lnTo>
                  <a:pt x="2460965" y="226506"/>
                </a:lnTo>
                <a:lnTo>
                  <a:pt x="2572922" y="226506"/>
                </a:lnTo>
                <a:lnTo>
                  <a:pt x="2572922" y="168363"/>
                </a:lnTo>
                <a:close/>
                <a:moveTo>
                  <a:pt x="590520" y="155183"/>
                </a:moveTo>
                <a:cubicBezTo>
                  <a:pt x="611170" y="157584"/>
                  <a:pt x="640245" y="158784"/>
                  <a:pt x="677745" y="158784"/>
                </a:cubicBezTo>
                <a:cubicBezTo>
                  <a:pt x="715245" y="158784"/>
                  <a:pt x="743786" y="157584"/>
                  <a:pt x="763370" y="155183"/>
                </a:cubicBezTo>
                <a:cubicBezTo>
                  <a:pt x="761874" y="177000"/>
                  <a:pt x="761127" y="204643"/>
                  <a:pt x="761127" y="238111"/>
                </a:cubicBezTo>
                <a:cubicBezTo>
                  <a:pt x="761127" y="271580"/>
                  <a:pt x="761874" y="296770"/>
                  <a:pt x="763370" y="313682"/>
                </a:cubicBezTo>
                <a:cubicBezTo>
                  <a:pt x="734499" y="312486"/>
                  <a:pt x="702745" y="311889"/>
                  <a:pt x="668108" y="311889"/>
                </a:cubicBezTo>
                <a:cubicBezTo>
                  <a:pt x="633470" y="311889"/>
                  <a:pt x="607607" y="312636"/>
                  <a:pt x="590520" y="314132"/>
                </a:cubicBezTo>
                <a:cubicBezTo>
                  <a:pt x="592310" y="294639"/>
                  <a:pt x="593206" y="268094"/>
                  <a:pt x="593206" y="234497"/>
                </a:cubicBezTo>
                <a:cubicBezTo>
                  <a:pt x="593206" y="200900"/>
                  <a:pt x="592310" y="174462"/>
                  <a:pt x="590520" y="155183"/>
                </a:cubicBezTo>
                <a:close/>
                <a:moveTo>
                  <a:pt x="2425361" y="134552"/>
                </a:moveTo>
                <a:cubicBezTo>
                  <a:pt x="2444325" y="136952"/>
                  <a:pt x="2474846" y="138153"/>
                  <a:pt x="2516926" y="138153"/>
                </a:cubicBezTo>
                <a:cubicBezTo>
                  <a:pt x="2559005" y="138153"/>
                  <a:pt x="2589838" y="136952"/>
                  <a:pt x="2609427" y="134552"/>
                </a:cubicBezTo>
                <a:cubicBezTo>
                  <a:pt x="2608526" y="145077"/>
                  <a:pt x="2608076" y="155871"/>
                  <a:pt x="2608076" y="166935"/>
                </a:cubicBezTo>
                <a:lnTo>
                  <a:pt x="2608076" y="313596"/>
                </a:lnTo>
                <a:cubicBezTo>
                  <a:pt x="2608076" y="324469"/>
                  <a:pt x="2608526" y="335263"/>
                  <a:pt x="2609427" y="345979"/>
                </a:cubicBezTo>
                <a:cubicBezTo>
                  <a:pt x="2589519" y="343883"/>
                  <a:pt x="2558758" y="342835"/>
                  <a:pt x="2517144" y="342835"/>
                </a:cubicBezTo>
                <a:cubicBezTo>
                  <a:pt x="2475529" y="342835"/>
                  <a:pt x="2444935" y="343883"/>
                  <a:pt x="2425361" y="345979"/>
                </a:cubicBezTo>
                <a:cubicBezTo>
                  <a:pt x="2426256" y="329329"/>
                  <a:pt x="2426704" y="318535"/>
                  <a:pt x="2426704" y="313596"/>
                </a:cubicBezTo>
                <a:lnTo>
                  <a:pt x="2426704" y="166935"/>
                </a:lnTo>
                <a:cubicBezTo>
                  <a:pt x="2426704" y="158248"/>
                  <a:pt x="2426256" y="147454"/>
                  <a:pt x="2425361" y="134552"/>
                </a:cubicBezTo>
                <a:close/>
                <a:moveTo>
                  <a:pt x="1512482" y="131587"/>
                </a:moveTo>
                <a:lnTo>
                  <a:pt x="1512482" y="159677"/>
                </a:lnTo>
                <a:lnTo>
                  <a:pt x="1717722" y="159677"/>
                </a:lnTo>
                <a:lnTo>
                  <a:pt x="1717722" y="131587"/>
                </a:lnTo>
                <a:close/>
                <a:moveTo>
                  <a:pt x="1190004" y="123786"/>
                </a:moveTo>
                <a:cubicBezTo>
                  <a:pt x="1204463" y="126187"/>
                  <a:pt x="1218096" y="127387"/>
                  <a:pt x="1230902" y="127387"/>
                </a:cubicBezTo>
                <a:cubicBezTo>
                  <a:pt x="1239932" y="127387"/>
                  <a:pt x="1244447" y="129994"/>
                  <a:pt x="1244447" y="135209"/>
                </a:cubicBezTo>
                <a:cubicBezTo>
                  <a:pt x="1244447" y="140424"/>
                  <a:pt x="1242503" y="144220"/>
                  <a:pt x="1238617" y="146596"/>
                </a:cubicBezTo>
                <a:cubicBezTo>
                  <a:pt x="1232035" y="150802"/>
                  <a:pt x="1228744" y="172231"/>
                  <a:pt x="1228744" y="210883"/>
                </a:cubicBezTo>
                <a:cubicBezTo>
                  <a:pt x="1228744" y="217022"/>
                  <a:pt x="1228437" y="226118"/>
                  <a:pt x="1227823" y="238172"/>
                </a:cubicBezTo>
                <a:cubicBezTo>
                  <a:pt x="1236891" y="273581"/>
                  <a:pt x="1250575" y="302266"/>
                  <a:pt x="1268875" y="324226"/>
                </a:cubicBezTo>
                <a:cubicBezTo>
                  <a:pt x="1287174" y="346186"/>
                  <a:pt x="1315212" y="367729"/>
                  <a:pt x="1352989" y="388855"/>
                </a:cubicBezTo>
                <a:cubicBezTo>
                  <a:pt x="1338930" y="399361"/>
                  <a:pt x="1329245" y="410484"/>
                  <a:pt x="1323935" y="422224"/>
                </a:cubicBezTo>
                <a:cubicBezTo>
                  <a:pt x="1288764" y="396592"/>
                  <a:pt x="1263092" y="373707"/>
                  <a:pt x="1246918" y="353569"/>
                </a:cubicBezTo>
                <a:cubicBezTo>
                  <a:pt x="1230745" y="333431"/>
                  <a:pt x="1220274" y="311762"/>
                  <a:pt x="1215507" y="288564"/>
                </a:cubicBezTo>
                <a:cubicBezTo>
                  <a:pt x="1201986" y="347548"/>
                  <a:pt x="1158638" y="393596"/>
                  <a:pt x="1085462" y="426710"/>
                </a:cubicBezTo>
                <a:cubicBezTo>
                  <a:pt x="1079100" y="416342"/>
                  <a:pt x="1069991" y="406741"/>
                  <a:pt x="1058138" y="397906"/>
                </a:cubicBezTo>
                <a:cubicBezTo>
                  <a:pt x="1102338" y="378937"/>
                  <a:pt x="1133971" y="358756"/>
                  <a:pt x="1153035" y="337363"/>
                </a:cubicBezTo>
                <a:cubicBezTo>
                  <a:pt x="1172099" y="315970"/>
                  <a:pt x="1183998" y="290628"/>
                  <a:pt x="1188732" y="261336"/>
                </a:cubicBezTo>
                <a:cubicBezTo>
                  <a:pt x="1193466" y="232044"/>
                  <a:pt x="1195833" y="207155"/>
                  <a:pt x="1195833" y="186669"/>
                </a:cubicBezTo>
                <a:cubicBezTo>
                  <a:pt x="1195833" y="166183"/>
                  <a:pt x="1193890" y="145222"/>
                  <a:pt x="1190004" y="123786"/>
                </a:cubicBezTo>
                <a:close/>
                <a:moveTo>
                  <a:pt x="938837" y="112128"/>
                </a:moveTo>
                <a:lnTo>
                  <a:pt x="976234" y="114721"/>
                </a:lnTo>
                <a:cubicBezTo>
                  <a:pt x="973477" y="160232"/>
                  <a:pt x="968652" y="199044"/>
                  <a:pt x="961761" y="231157"/>
                </a:cubicBezTo>
                <a:lnTo>
                  <a:pt x="925378" y="226921"/>
                </a:lnTo>
                <a:cubicBezTo>
                  <a:pt x="934946" y="185611"/>
                  <a:pt x="939432" y="147347"/>
                  <a:pt x="938837" y="112128"/>
                </a:cubicBezTo>
                <a:close/>
                <a:moveTo>
                  <a:pt x="2345079" y="88353"/>
                </a:moveTo>
                <a:cubicBezTo>
                  <a:pt x="2356395" y="91444"/>
                  <a:pt x="2363256" y="93191"/>
                  <a:pt x="2365664" y="93593"/>
                </a:cubicBezTo>
                <a:cubicBezTo>
                  <a:pt x="2368071" y="93996"/>
                  <a:pt x="2373493" y="94197"/>
                  <a:pt x="2381930" y="94197"/>
                </a:cubicBezTo>
                <a:cubicBezTo>
                  <a:pt x="2390367" y="94197"/>
                  <a:pt x="2394585" y="96360"/>
                  <a:pt x="2394585" y="100687"/>
                </a:cubicBezTo>
                <a:cubicBezTo>
                  <a:pt x="2394585" y="105014"/>
                  <a:pt x="2391735" y="109473"/>
                  <a:pt x="2386034" y="114064"/>
                </a:cubicBezTo>
                <a:cubicBezTo>
                  <a:pt x="2385725" y="114326"/>
                  <a:pt x="2385055" y="117034"/>
                  <a:pt x="2384023" y="122190"/>
                </a:cubicBezTo>
                <a:cubicBezTo>
                  <a:pt x="2382992" y="127345"/>
                  <a:pt x="2382477" y="133290"/>
                  <a:pt x="2382477" y="140024"/>
                </a:cubicBezTo>
                <a:lnTo>
                  <a:pt x="2382477" y="430746"/>
                </a:lnTo>
                <a:lnTo>
                  <a:pt x="2342836" y="430746"/>
                </a:lnTo>
                <a:cubicBezTo>
                  <a:pt x="2345822" y="400485"/>
                  <a:pt x="2347315" y="378180"/>
                  <a:pt x="2347315" y="363831"/>
                </a:cubicBezTo>
                <a:lnTo>
                  <a:pt x="2347315" y="149440"/>
                </a:lnTo>
                <a:cubicBezTo>
                  <a:pt x="2347315" y="130290"/>
                  <a:pt x="2346570" y="109928"/>
                  <a:pt x="2345079" y="88353"/>
                </a:cubicBezTo>
                <a:close/>
                <a:moveTo>
                  <a:pt x="1911818" y="80452"/>
                </a:moveTo>
                <a:lnTo>
                  <a:pt x="1911818" y="181658"/>
                </a:lnTo>
                <a:lnTo>
                  <a:pt x="1988792" y="181658"/>
                </a:lnTo>
                <a:lnTo>
                  <a:pt x="1988792" y="80452"/>
                </a:lnTo>
                <a:close/>
                <a:moveTo>
                  <a:pt x="2695537" y="44848"/>
                </a:moveTo>
                <a:cubicBezTo>
                  <a:pt x="2693447" y="58783"/>
                  <a:pt x="2692401" y="77202"/>
                  <a:pt x="2692401" y="100105"/>
                </a:cubicBezTo>
                <a:lnTo>
                  <a:pt x="2692401" y="374146"/>
                </a:lnTo>
                <a:cubicBezTo>
                  <a:pt x="2692401" y="390096"/>
                  <a:pt x="2690452" y="402056"/>
                  <a:pt x="2686554" y="410026"/>
                </a:cubicBezTo>
                <a:cubicBezTo>
                  <a:pt x="2682656" y="417996"/>
                  <a:pt x="2675747" y="423363"/>
                  <a:pt x="2665826" y="426128"/>
                </a:cubicBezTo>
                <a:cubicBezTo>
                  <a:pt x="2655906" y="428893"/>
                  <a:pt x="2639140" y="430582"/>
                  <a:pt x="2615527" y="431196"/>
                </a:cubicBezTo>
                <a:cubicBezTo>
                  <a:pt x="2616427" y="416966"/>
                  <a:pt x="2612391" y="402705"/>
                  <a:pt x="2603419" y="388412"/>
                </a:cubicBezTo>
                <a:cubicBezTo>
                  <a:pt x="2620440" y="391108"/>
                  <a:pt x="2632348" y="392456"/>
                  <a:pt x="2639145" y="392456"/>
                </a:cubicBezTo>
                <a:cubicBezTo>
                  <a:pt x="2645941" y="392456"/>
                  <a:pt x="2650580" y="391484"/>
                  <a:pt x="2653064" y="389541"/>
                </a:cubicBezTo>
                <a:cubicBezTo>
                  <a:pt x="2655548" y="387598"/>
                  <a:pt x="2656790" y="382914"/>
                  <a:pt x="2656790" y="375489"/>
                </a:cubicBezTo>
                <a:lnTo>
                  <a:pt x="2656790" y="80452"/>
                </a:lnTo>
                <a:lnTo>
                  <a:pt x="2575701" y="80452"/>
                </a:lnTo>
                <a:cubicBezTo>
                  <a:pt x="2543897" y="80452"/>
                  <a:pt x="2514862" y="81350"/>
                  <a:pt x="2488597" y="83146"/>
                </a:cubicBezTo>
                <a:lnTo>
                  <a:pt x="2488597" y="45298"/>
                </a:lnTo>
                <a:cubicBezTo>
                  <a:pt x="2513776" y="47398"/>
                  <a:pt x="2549457" y="48448"/>
                  <a:pt x="2595639" y="48448"/>
                </a:cubicBezTo>
                <a:cubicBezTo>
                  <a:pt x="2641821" y="48448"/>
                  <a:pt x="2675121" y="47248"/>
                  <a:pt x="2695537" y="44848"/>
                </a:cubicBezTo>
                <a:close/>
                <a:moveTo>
                  <a:pt x="1872627" y="44848"/>
                </a:moveTo>
                <a:cubicBezTo>
                  <a:pt x="1885624" y="47548"/>
                  <a:pt x="1911582" y="48899"/>
                  <a:pt x="1950501" y="48899"/>
                </a:cubicBezTo>
                <a:cubicBezTo>
                  <a:pt x="1989421" y="48899"/>
                  <a:pt x="2015398" y="47548"/>
                  <a:pt x="2028433" y="44848"/>
                </a:cubicBezTo>
                <a:cubicBezTo>
                  <a:pt x="2026642" y="55983"/>
                  <a:pt x="2025747" y="74102"/>
                  <a:pt x="2025747" y="99205"/>
                </a:cubicBezTo>
                <a:lnTo>
                  <a:pt x="2025747" y="316732"/>
                </a:lnTo>
                <a:cubicBezTo>
                  <a:pt x="2025747" y="336077"/>
                  <a:pt x="2026792" y="357337"/>
                  <a:pt x="2028883" y="380511"/>
                </a:cubicBezTo>
                <a:lnTo>
                  <a:pt x="1988792" y="380511"/>
                </a:lnTo>
                <a:lnTo>
                  <a:pt x="1988792" y="338799"/>
                </a:lnTo>
                <a:lnTo>
                  <a:pt x="1911818" y="338799"/>
                </a:lnTo>
                <a:lnTo>
                  <a:pt x="1911818" y="391727"/>
                </a:lnTo>
                <a:lnTo>
                  <a:pt x="1872177" y="391727"/>
                </a:lnTo>
                <a:cubicBezTo>
                  <a:pt x="1874273" y="371325"/>
                  <a:pt x="1875321" y="348419"/>
                  <a:pt x="1875321" y="323011"/>
                </a:cubicBezTo>
                <a:lnTo>
                  <a:pt x="1875321" y="99205"/>
                </a:lnTo>
                <a:cubicBezTo>
                  <a:pt x="1875321" y="75659"/>
                  <a:pt x="1874423" y="57540"/>
                  <a:pt x="1872627" y="44848"/>
                </a:cubicBezTo>
                <a:close/>
                <a:moveTo>
                  <a:pt x="349594" y="28253"/>
                </a:moveTo>
                <a:cubicBezTo>
                  <a:pt x="356004" y="41793"/>
                  <a:pt x="363617" y="52968"/>
                  <a:pt x="372433" y="61779"/>
                </a:cubicBezTo>
                <a:cubicBezTo>
                  <a:pt x="376028" y="65374"/>
                  <a:pt x="377826" y="69312"/>
                  <a:pt x="377826" y="73591"/>
                </a:cubicBezTo>
                <a:cubicBezTo>
                  <a:pt x="377826" y="77870"/>
                  <a:pt x="375800" y="80010"/>
                  <a:pt x="371747" y="80010"/>
                </a:cubicBezTo>
                <a:cubicBezTo>
                  <a:pt x="367694" y="80010"/>
                  <a:pt x="364627" y="79662"/>
                  <a:pt x="362546" y="78967"/>
                </a:cubicBezTo>
                <a:cubicBezTo>
                  <a:pt x="357507" y="77566"/>
                  <a:pt x="349408" y="76866"/>
                  <a:pt x="338250" y="76866"/>
                </a:cubicBezTo>
                <a:cubicBezTo>
                  <a:pt x="327091" y="76866"/>
                  <a:pt x="308854" y="77834"/>
                  <a:pt x="283539" y="79770"/>
                </a:cubicBezTo>
                <a:cubicBezTo>
                  <a:pt x="258224" y="81706"/>
                  <a:pt x="225280" y="83575"/>
                  <a:pt x="184706" y="85378"/>
                </a:cubicBezTo>
                <a:cubicBezTo>
                  <a:pt x="144132" y="87181"/>
                  <a:pt x="116858" y="87782"/>
                  <a:pt x="102885" y="87182"/>
                </a:cubicBezTo>
                <a:lnTo>
                  <a:pt x="102885" y="153847"/>
                </a:lnTo>
                <a:lnTo>
                  <a:pt x="254847" y="153847"/>
                </a:lnTo>
                <a:cubicBezTo>
                  <a:pt x="293809" y="153847"/>
                  <a:pt x="327775" y="152797"/>
                  <a:pt x="356745" y="150697"/>
                </a:cubicBezTo>
                <a:cubicBezTo>
                  <a:pt x="333042" y="230759"/>
                  <a:pt x="298654" y="290950"/>
                  <a:pt x="253582" y="331270"/>
                </a:cubicBezTo>
                <a:cubicBezTo>
                  <a:pt x="291487" y="356649"/>
                  <a:pt x="340226" y="372958"/>
                  <a:pt x="399800" y="380197"/>
                </a:cubicBezTo>
                <a:cubicBezTo>
                  <a:pt x="390323" y="391746"/>
                  <a:pt x="382403" y="405755"/>
                  <a:pt x="376040" y="422224"/>
                </a:cubicBezTo>
                <a:cubicBezTo>
                  <a:pt x="312027" y="405812"/>
                  <a:pt x="262347" y="383386"/>
                  <a:pt x="227000" y="354944"/>
                </a:cubicBezTo>
                <a:cubicBezTo>
                  <a:pt x="192963" y="382400"/>
                  <a:pt x="149126" y="406022"/>
                  <a:pt x="95491" y="425810"/>
                </a:cubicBezTo>
                <a:cubicBezTo>
                  <a:pt x="90390" y="411818"/>
                  <a:pt x="81284" y="400433"/>
                  <a:pt x="68173" y="391656"/>
                </a:cubicBezTo>
                <a:cubicBezTo>
                  <a:pt x="125376" y="374849"/>
                  <a:pt x="170079" y="355108"/>
                  <a:pt x="202283" y="332434"/>
                </a:cubicBezTo>
                <a:cubicBezTo>
                  <a:pt x="169745" y="297544"/>
                  <a:pt x="143249" y="248835"/>
                  <a:pt x="122794" y="186309"/>
                </a:cubicBezTo>
                <a:lnTo>
                  <a:pt x="102856" y="186309"/>
                </a:lnTo>
                <a:cubicBezTo>
                  <a:pt x="102575" y="232576"/>
                  <a:pt x="97585" y="273821"/>
                  <a:pt x="87886" y="310042"/>
                </a:cubicBezTo>
                <a:cubicBezTo>
                  <a:pt x="78188" y="346263"/>
                  <a:pt x="61625" y="381714"/>
                  <a:pt x="38198" y="416395"/>
                </a:cubicBezTo>
                <a:cubicBezTo>
                  <a:pt x="27197" y="408103"/>
                  <a:pt x="14464" y="401959"/>
                  <a:pt x="0" y="397964"/>
                </a:cubicBezTo>
                <a:cubicBezTo>
                  <a:pt x="43954" y="349053"/>
                  <a:pt x="65930" y="275779"/>
                  <a:pt x="65930" y="178143"/>
                </a:cubicBezTo>
                <a:cubicBezTo>
                  <a:pt x="65930" y="134681"/>
                  <a:pt x="64885" y="91894"/>
                  <a:pt x="62794" y="49784"/>
                </a:cubicBezTo>
                <a:cubicBezTo>
                  <a:pt x="90269" y="50684"/>
                  <a:pt x="116163" y="51135"/>
                  <a:pt x="140475" y="51135"/>
                </a:cubicBezTo>
                <a:cubicBezTo>
                  <a:pt x="244117" y="51135"/>
                  <a:pt x="313823" y="43507"/>
                  <a:pt x="349594" y="28253"/>
                </a:cubicBezTo>
                <a:close/>
                <a:moveTo>
                  <a:pt x="984135" y="9865"/>
                </a:moveTo>
                <a:cubicBezTo>
                  <a:pt x="996208" y="12265"/>
                  <a:pt x="1007776" y="13466"/>
                  <a:pt x="1018840" y="13466"/>
                </a:cubicBezTo>
                <a:cubicBezTo>
                  <a:pt x="1029903" y="13466"/>
                  <a:pt x="1035435" y="15763"/>
                  <a:pt x="1035435" y="20359"/>
                </a:cubicBezTo>
                <a:cubicBezTo>
                  <a:pt x="1035435" y="24955"/>
                  <a:pt x="1033492" y="28523"/>
                  <a:pt x="1029605" y="31064"/>
                </a:cubicBezTo>
                <a:cubicBezTo>
                  <a:pt x="1025719" y="33605"/>
                  <a:pt x="1023776" y="40321"/>
                  <a:pt x="1023776" y="51213"/>
                </a:cubicBezTo>
                <a:lnTo>
                  <a:pt x="1023776" y="108046"/>
                </a:lnTo>
                <a:lnTo>
                  <a:pt x="1045200" y="95083"/>
                </a:lnTo>
                <a:cubicBezTo>
                  <a:pt x="1062955" y="120062"/>
                  <a:pt x="1077492" y="149133"/>
                  <a:pt x="1088813" y="182294"/>
                </a:cubicBezTo>
                <a:lnTo>
                  <a:pt x="1056844" y="196174"/>
                </a:lnTo>
                <a:cubicBezTo>
                  <a:pt x="1053463" y="182975"/>
                  <a:pt x="1048666" y="169243"/>
                  <a:pt x="1042453" y="154980"/>
                </a:cubicBezTo>
                <a:lnTo>
                  <a:pt x="1023776" y="118753"/>
                </a:lnTo>
                <a:lnTo>
                  <a:pt x="1023776" y="348579"/>
                </a:lnTo>
                <a:cubicBezTo>
                  <a:pt x="1023776" y="364752"/>
                  <a:pt x="1025271" y="391094"/>
                  <a:pt x="1028262" y="427603"/>
                </a:cubicBezTo>
                <a:lnTo>
                  <a:pt x="984135" y="427603"/>
                </a:lnTo>
                <a:cubicBezTo>
                  <a:pt x="987126" y="394970"/>
                  <a:pt x="988622" y="368479"/>
                  <a:pt x="988622" y="348129"/>
                </a:cubicBezTo>
                <a:lnTo>
                  <a:pt x="988622" y="73644"/>
                </a:lnTo>
                <a:cubicBezTo>
                  <a:pt x="988622" y="50342"/>
                  <a:pt x="987126" y="29082"/>
                  <a:pt x="984135" y="9865"/>
                </a:cubicBezTo>
                <a:close/>
                <a:moveTo>
                  <a:pt x="2379362" y="8522"/>
                </a:moveTo>
                <a:cubicBezTo>
                  <a:pt x="2409628" y="29763"/>
                  <a:pt x="2434438" y="51130"/>
                  <a:pt x="2453793" y="72623"/>
                </a:cubicBezTo>
                <a:lnTo>
                  <a:pt x="2426011" y="98398"/>
                </a:lnTo>
                <a:cubicBezTo>
                  <a:pt x="2409928" y="76304"/>
                  <a:pt x="2387434" y="54785"/>
                  <a:pt x="2358531" y="33840"/>
                </a:cubicBezTo>
                <a:close/>
                <a:moveTo>
                  <a:pt x="1127210" y="8522"/>
                </a:moveTo>
                <a:cubicBezTo>
                  <a:pt x="1142636" y="12499"/>
                  <a:pt x="1155491" y="14993"/>
                  <a:pt x="1165776" y="16005"/>
                </a:cubicBezTo>
                <a:cubicBezTo>
                  <a:pt x="1176061" y="17017"/>
                  <a:pt x="1181203" y="19654"/>
                  <a:pt x="1181203" y="23917"/>
                </a:cubicBezTo>
                <a:cubicBezTo>
                  <a:pt x="1181203" y="28179"/>
                  <a:pt x="1178803" y="32014"/>
                  <a:pt x="1174002" y="35422"/>
                </a:cubicBezTo>
                <a:cubicBezTo>
                  <a:pt x="1169201" y="38829"/>
                  <a:pt x="1163829" y="55130"/>
                  <a:pt x="1157886" y="84324"/>
                </a:cubicBezTo>
                <a:lnTo>
                  <a:pt x="1247947" y="84324"/>
                </a:lnTo>
                <a:cubicBezTo>
                  <a:pt x="1289314" y="84324"/>
                  <a:pt x="1320589" y="83277"/>
                  <a:pt x="1341773" y="81181"/>
                </a:cubicBezTo>
                <a:lnTo>
                  <a:pt x="1341773" y="117686"/>
                </a:lnTo>
                <a:cubicBezTo>
                  <a:pt x="1320146" y="115890"/>
                  <a:pt x="1288871" y="114993"/>
                  <a:pt x="1247947" y="114993"/>
                </a:cubicBezTo>
                <a:lnTo>
                  <a:pt x="1153007" y="114993"/>
                </a:lnTo>
                <a:cubicBezTo>
                  <a:pt x="1138095" y="193036"/>
                  <a:pt x="1109839" y="259715"/>
                  <a:pt x="1068239" y="315032"/>
                </a:cubicBezTo>
                <a:cubicBezTo>
                  <a:pt x="1057756" y="303997"/>
                  <a:pt x="1046167" y="296815"/>
                  <a:pt x="1033470" y="293486"/>
                </a:cubicBezTo>
                <a:cubicBezTo>
                  <a:pt x="1076656" y="250076"/>
                  <a:pt x="1104912" y="190578"/>
                  <a:pt x="1118238" y="114993"/>
                </a:cubicBezTo>
                <a:cubicBezTo>
                  <a:pt x="1102788" y="115288"/>
                  <a:pt x="1086493" y="116186"/>
                  <a:pt x="1069353" y="117686"/>
                </a:cubicBezTo>
                <a:lnTo>
                  <a:pt x="1069353" y="81181"/>
                </a:lnTo>
                <a:cubicBezTo>
                  <a:pt x="1081893" y="83029"/>
                  <a:pt x="1099405" y="84084"/>
                  <a:pt x="1121888" y="84346"/>
                </a:cubicBezTo>
                <a:cubicBezTo>
                  <a:pt x="1125736" y="57676"/>
                  <a:pt x="1127661" y="40451"/>
                  <a:pt x="1127661" y="32671"/>
                </a:cubicBezTo>
                <a:cubicBezTo>
                  <a:pt x="1127661" y="24892"/>
                  <a:pt x="1127510" y="16842"/>
                  <a:pt x="1127210" y="8522"/>
                </a:cubicBezTo>
                <a:close/>
                <a:moveTo>
                  <a:pt x="1503410" y="8072"/>
                </a:moveTo>
                <a:cubicBezTo>
                  <a:pt x="1513983" y="14535"/>
                  <a:pt x="1524893" y="18628"/>
                  <a:pt x="1536142" y="20352"/>
                </a:cubicBezTo>
                <a:cubicBezTo>
                  <a:pt x="1542791" y="21243"/>
                  <a:pt x="1546115" y="23836"/>
                  <a:pt x="1546115" y="28132"/>
                </a:cubicBezTo>
                <a:cubicBezTo>
                  <a:pt x="1546115" y="32427"/>
                  <a:pt x="1543110" y="35828"/>
                  <a:pt x="1537100" y="38333"/>
                </a:cubicBezTo>
                <a:cubicBezTo>
                  <a:pt x="1531090" y="40838"/>
                  <a:pt x="1523929" y="45105"/>
                  <a:pt x="1515618" y="51135"/>
                </a:cubicBezTo>
                <a:lnTo>
                  <a:pt x="1723194" y="51135"/>
                </a:lnTo>
                <a:cubicBezTo>
                  <a:pt x="1752841" y="51135"/>
                  <a:pt x="1775894" y="49937"/>
                  <a:pt x="1792353" y="47541"/>
                </a:cubicBezTo>
                <a:lnTo>
                  <a:pt x="1792353" y="85389"/>
                </a:lnTo>
                <a:cubicBezTo>
                  <a:pt x="1778989" y="83298"/>
                  <a:pt x="1755937" y="82253"/>
                  <a:pt x="1723194" y="82253"/>
                </a:cubicBezTo>
                <a:lnTo>
                  <a:pt x="1495759" y="82253"/>
                </a:lnTo>
                <a:lnTo>
                  <a:pt x="1480977" y="98677"/>
                </a:lnTo>
                <a:lnTo>
                  <a:pt x="1527588" y="101259"/>
                </a:lnTo>
                <a:cubicBezTo>
                  <a:pt x="1551569" y="101933"/>
                  <a:pt x="1581281" y="102270"/>
                  <a:pt x="1616724" y="102270"/>
                </a:cubicBezTo>
                <a:cubicBezTo>
                  <a:pt x="1687609" y="102270"/>
                  <a:pt x="1734789" y="101219"/>
                  <a:pt x="1758263" y="99119"/>
                </a:cubicBezTo>
                <a:cubicBezTo>
                  <a:pt x="1755872" y="113449"/>
                  <a:pt x="1754677" y="131271"/>
                  <a:pt x="1754677" y="152583"/>
                </a:cubicBezTo>
                <a:lnTo>
                  <a:pt x="1754677" y="197431"/>
                </a:lnTo>
                <a:cubicBezTo>
                  <a:pt x="1754677" y="216986"/>
                  <a:pt x="1755872" y="233610"/>
                  <a:pt x="1758263" y="247302"/>
                </a:cubicBezTo>
                <a:cubicBezTo>
                  <a:pt x="1730612" y="244611"/>
                  <a:pt x="1698739" y="243266"/>
                  <a:pt x="1662644" y="243266"/>
                </a:cubicBezTo>
                <a:lnTo>
                  <a:pt x="1560574" y="243266"/>
                </a:lnTo>
                <a:cubicBezTo>
                  <a:pt x="1551887" y="256167"/>
                  <a:pt x="1544827" y="264335"/>
                  <a:pt x="1539393" y="267769"/>
                </a:cubicBezTo>
                <a:lnTo>
                  <a:pt x="1642463" y="267769"/>
                </a:lnTo>
                <a:cubicBezTo>
                  <a:pt x="1679934" y="267769"/>
                  <a:pt x="1715096" y="266121"/>
                  <a:pt x="1747948" y="262825"/>
                </a:cubicBezTo>
                <a:cubicBezTo>
                  <a:pt x="1713834" y="314522"/>
                  <a:pt x="1683037" y="347834"/>
                  <a:pt x="1655557" y="362759"/>
                </a:cubicBezTo>
                <a:cubicBezTo>
                  <a:pt x="1690071" y="372479"/>
                  <a:pt x="1742995" y="380752"/>
                  <a:pt x="1814327" y="387577"/>
                </a:cubicBezTo>
                <a:cubicBezTo>
                  <a:pt x="1804321" y="400364"/>
                  <a:pt x="1797239" y="412958"/>
                  <a:pt x="1793082" y="425360"/>
                </a:cubicBezTo>
                <a:cubicBezTo>
                  <a:pt x="1717315" y="413363"/>
                  <a:pt x="1660560" y="399609"/>
                  <a:pt x="1622818" y="384098"/>
                </a:cubicBezTo>
                <a:cubicBezTo>
                  <a:pt x="1585294" y="402281"/>
                  <a:pt x="1522124" y="417083"/>
                  <a:pt x="1433308" y="428503"/>
                </a:cubicBezTo>
                <a:cubicBezTo>
                  <a:pt x="1429803" y="417626"/>
                  <a:pt x="1422197" y="405336"/>
                  <a:pt x="1410491" y="391634"/>
                </a:cubicBezTo>
                <a:cubicBezTo>
                  <a:pt x="1486401" y="388362"/>
                  <a:pt x="1545606" y="379590"/>
                  <a:pt x="1588106" y="365317"/>
                </a:cubicBezTo>
                <a:cubicBezTo>
                  <a:pt x="1564989" y="355892"/>
                  <a:pt x="1539424" y="339175"/>
                  <a:pt x="1511411" y="315168"/>
                </a:cubicBezTo>
                <a:lnTo>
                  <a:pt x="1531880" y="297537"/>
                </a:lnTo>
                <a:lnTo>
                  <a:pt x="1520412" y="297537"/>
                </a:lnTo>
                <a:cubicBezTo>
                  <a:pt x="1504505" y="316563"/>
                  <a:pt x="1482412" y="337344"/>
                  <a:pt x="1454132" y="359880"/>
                </a:cubicBezTo>
                <a:cubicBezTo>
                  <a:pt x="1445788" y="349684"/>
                  <a:pt x="1435878" y="341011"/>
                  <a:pt x="1424400" y="333863"/>
                </a:cubicBezTo>
                <a:cubicBezTo>
                  <a:pt x="1467939" y="307355"/>
                  <a:pt x="1501426" y="277603"/>
                  <a:pt x="1524862" y="244609"/>
                </a:cubicBezTo>
                <a:cubicBezTo>
                  <a:pt x="1502969" y="245199"/>
                  <a:pt x="1485627" y="246097"/>
                  <a:pt x="1472835" y="247302"/>
                </a:cubicBezTo>
                <a:cubicBezTo>
                  <a:pt x="1474930" y="230681"/>
                  <a:pt x="1475978" y="214057"/>
                  <a:pt x="1475978" y="197431"/>
                </a:cubicBezTo>
                <a:lnTo>
                  <a:pt x="1475978" y="152583"/>
                </a:lnTo>
                <a:cubicBezTo>
                  <a:pt x="1475978" y="142253"/>
                  <a:pt x="1475716" y="132558"/>
                  <a:pt x="1475192" y="123499"/>
                </a:cubicBezTo>
                <a:lnTo>
                  <a:pt x="1473637" y="106832"/>
                </a:lnTo>
                <a:lnTo>
                  <a:pt x="1431987" y="153112"/>
                </a:lnTo>
                <a:cubicBezTo>
                  <a:pt x="1422881" y="144658"/>
                  <a:pt x="1411829" y="137464"/>
                  <a:pt x="1398833" y="131530"/>
                </a:cubicBezTo>
                <a:cubicBezTo>
                  <a:pt x="1443671" y="99826"/>
                  <a:pt x="1478530" y="58674"/>
                  <a:pt x="1503410" y="8072"/>
                </a:cubicBezTo>
                <a:close/>
                <a:moveTo>
                  <a:pt x="2164607" y="7622"/>
                </a:moveTo>
                <a:cubicBezTo>
                  <a:pt x="2175713" y="10022"/>
                  <a:pt x="2188898" y="11222"/>
                  <a:pt x="2204162" y="11222"/>
                </a:cubicBezTo>
                <a:cubicBezTo>
                  <a:pt x="2212296" y="11222"/>
                  <a:pt x="2216363" y="13549"/>
                  <a:pt x="2216363" y="18202"/>
                </a:cubicBezTo>
                <a:cubicBezTo>
                  <a:pt x="2216363" y="22855"/>
                  <a:pt x="2214644" y="26153"/>
                  <a:pt x="2211205" y="28096"/>
                </a:cubicBezTo>
                <a:cubicBezTo>
                  <a:pt x="2207767" y="30039"/>
                  <a:pt x="2206048" y="35054"/>
                  <a:pt x="2206048" y="43141"/>
                </a:cubicBezTo>
                <a:lnTo>
                  <a:pt x="2206048" y="119765"/>
                </a:lnTo>
                <a:cubicBezTo>
                  <a:pt x="2227731" y="119512"/>
                  <a:pt x="2250606" y="118162"/>
                  <a:pt x="2274670" y="115714"/>
                </a:cubicBezTo>
                <a:lnTo>
                  <a:pt x="2274670" y="154912"/>
                </a:lnTo>
                <a:cubicBezTo>
                  <a:pt x="2255030" y="152816"/>
                  <a:pt x="2232156" y="151769"/>
                  <a:pt x="2206048" y="151769"/>
                </a:cubicBezTo>
                <a:lnTo>
                  <a:pt x="2206048" y="369660"/>
                </a:lnTo>
                <a:cubicBezTo>
                  <a:pt x="2206048" y="384548"/>
                  <a:pt x="2203621" y="396175"/>
                  <a:pt x="2198768" y="404543"/>
                </a:cubicBezTo>
                <a:cubicBezTo>
                  <a:pt x="2193915" y="412911"/>
                  <a:pt x="2184359" y="418996"/>
                  <a:pt x="2170100" y="422799"/>
                </a:cubicBezTo>
                <a:cubicBezTo>
                  <a:pt x="2155841" y="426602"/>
                  <a:pt x="2133079" y="428503"/>
                  <a:pt x="2101813" y="428503"/>
                </a:cubicBezTo>
                <a:cubicBezTo>
                  <a:pt x="2101813" y="412692"/>
                  <a:pt x="2096431" y="396935"/>
                  <a:pt x="2085668" y="381233"/>
                </a:cubicBezTo>
                <a:cubicBezTo>
                  <a:pt x="2108957" y="384829"/>
                  <a:pt x="2126313" y="386626"/>
                  <a:pt x="2137735" y="386626"/>
                </a:cubicBezTo>
                <a:cubicBezTo>
                  <a:pt x="2149158" y="386626"/>
                  <a:pt x="2157315" y="384620"/>
                  <a:pt x="2162206" y="380608"/>
                </a:cubicBezTo>
                <a:cubicBezTo>
                  <a:pt x="2167097" y="376595"/>
                  <a:pt x="2169543" y="367862"/>
                  <a:pt x="2169543" y="354408"/>
                </a:cubicBezTo>
                <a:lnTo>
                  <a:pt x="2169543" y="151318"/>
                </a:lnTo>
                <a:lnTo>
                  <a:pt x="2116708" y="151318"/>
                </a:lnTo>
                <a:cubicBezTo>
                  <a:pt x="2084399" y="151318"/>
                  <a:pt x="2054617" y="152516"/>
                  <a:pt x="2027361" y="154912"/>
                </a:cubicBezTo>
                <a:lnTo>
                  <a:pt x="2027361" y="115714"/>
                </a:lnTo>
                <a:cubicBezTo>
                  <a:pt x="2053888" y="118410"/>
                  <a:pt x="2083670" y="119757"/>
                  <a:pt x="2116708" y="119757"/>
                </a:cubicBezTo>
                <a:lnTo>
                  <a:pt x="2169543" y="119757"/>
                </a:lnTo>
                <a:cubicBezTo>
                  <a:pt x="2169543" y="64579"/>
                  <a:pt x="2167897" y="27201"/>
                  <a:pt x="2164607" y="7622"/>
                </a:cubicBezTo>
                <a:close/>
                <a:moveTo>
                  <a:pt x="656799" y="0"/>
                </a:moveTo>
                <a:cubicBezTo>
                  <a:pt x="673759" y="5762"/>
                  <a:pt x="686679" y="9360"/>
                  <a:pt x="695561" y="10794"/>
                </a:cubicBezTo>
                <a:cubicBezTo>
                  <a:pt x="703691" y="12599"/>
                  <a:pt x="707755" y="15696"/>
                  <a:pt x="707755" y="20084"/>
                </a:cubicBezTo>
                <a:cubicBezTo>
                  <a:pt x="707755" y="24473"/>
                  <a:pt x="704341" y="27888"/>
                  <a:pt x="697511" y="30328"/>
                </a:cubicBezTo>
                <a:cubicBezTo>
                  <a:pt x="690682" y="32769"/>
                  <a:pt x="677202" y="47032"/>
                  <a:pt x="657071" y="73116"/>
                </a:cubicBezTo>
                <a:lnTo>
                  <a:pt x="710356" y="73116"/>
                </a:lnTo>
                <a:cubicBezTo>
                  <a:pt x="781993" y="73116"/>
                  <a:pt x="827771" y="70870"/>
                  <a:pt x="847687" y="66379"/>
                </a:cubicBezTo>
                <a:cubicBezTo>
                  <a:pt x="845597" y="80843"/>
                  <a:pt x="844551" y="110473"/>
                  <a:pt x="844551" y="155269"/>
                </a:cubicBezTo>
                <a:lnTo>
                  <a:pt x="844551" y="370560"/>
                </a:lnTo>
                <a:cubicBezTo>
                  <a:pt x="844551" y="381747"/>
                  <a:pt x="842285" y="390391"/>
                  <a:pt x="837754" y="396492"/>
                </a:cubicBezTo>
                <a:cubicBezTo>
                  <a:pt x="833222" y="402593"/>
                  <a:pt x="823890" y="407135"/>
                  <a:pt x="809758" y="410119"/>
                </a:cubicBezTo>
                <a:cubicBezTo>
                  <a:pt x="795625" y="413102"/>
                  <a:pt x="772478" y="414744"/>
                  <a:pt x="740317" y="415044"/>
                </a:cubicBezTo>
                <a:cubicBezTo>
                  <a:pt x="741217" y="399781"/>
                  <a:pt x="736433" y="384774"/>
                  <a:pt x="725965" y="370024"/>
                </a:cubicBezTo>
                <a:cubicBezTo>
                  <a:pt x="751568" y="373615"/>
                  <a:pt x="769974" y="375411"/>
                  <a:pt x="781183" y="375411"/>
                </a:cubicBezTo>
                <a:cubicBezTo>
                  <a:pt x="792391" y="375411"/>
                  <a:pt x="799372" y="374034"/>
                  <a:pt x="802125" y="371282"/>
                </a:cubicBezTo>
                <a:cubicBezTo>
                  <a:pt x="804877" y="368529"/>
                  <a:pt x="806254" y="363355"/>
                  <a:pt x="806254" y="355758"/>
                </a:cubicBezTo>
                <a:lnTo>
                  <a:pt x="806254" y="103777"/>
                </a:lnTo>
                <a:lnTo>
                  <a:pt x="541799" y="103777"/>
                </a:lnTo>
                <a:lnTo>
                  <a:pt x="541799" y="415944"/>
                </a:lnTo>
                <a:lnTo>
                  <a:pt x="499022" y="415944"/>
                </a:lnTo>
                <a:cubicBezTo>
                  <a:pt x="502308" y="381526"/>
                  <a:pt x="503951" y="344121"/>
                  <a:pt x="503951" y="303730"/>
                </a:cubicBezTo>
                <a:lnTo>
                  <a:pt x="503951" y="155269"/>
                </a:lnTo>
                <a:cubicBezTo>
                  <a:pt x="503951" y="121217"/>
                  <a:pt x="502756" y="91587"/>
                  <a:pt x="500365" y="66379"/>
                </a:cubicBezTo>
                <a:cubicBezTo>
                  <a:pt x="515358" y="70870"/>
                  <a:pt x="538858" y="73116"/>
                  <a:pt x="570867" y="73116"/>
                </a:cubicBezTo>
                <a:lnTo>
                  <a:pt x="622952" y="73116"/>
                </a:lnTo>
                <a:cubicBezTo>
                  <a:pt x="639430" y="47975"/>
                  <a:pt x="650713" y="23603"/>
                  <a:pt x="6567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15BDB8-F852-4B5A-9F7B-7AC9E3708915}"/>
              </a:ext>
            </a:extLst>
          </p:cNvPr>
          <p:cNvSpPr txBox="1"/>
          <p:nvPr/>
        </p:nvSpPr>
        <p:spPr>
          <a:xfrm>
            <a:off x="8094671" y="3098746"/>
            <a:ext cx="933746" cy="660509"/>
          </a:xfrm>
          <a:custGeom>
            <a:avLst/>
            <a:gdLst/>
            <a:ahLst/>
            <a:cxnLst/>
            <a:rect l="l" t="t" r="r" b="b"/>
            <a:pathLst>
              <a:path w="565435" h="399975">
                <a:moveTo>
                  <a:pt x="454093" y="233776"/>
                </a:moveTo>
                <a:cubicBezTo>
                  <a:pt x="462124" y="233776"/>
                  <a:pt x="468337" y="236408"/>
                  <a:pt x="472732" y="241671"/>
                </a:cubicBezTo>
                <a:cubicBezTo>
                  <a:pt x="477127" y="246934"/>
                  <a:pt x="479324" y="253852"/>
                  <a:pt x="479324" y="262425"/>
                </a:cubicBezTo>
                <a:cubicBezTo>
                  <a:pt x="479324" y="267309"/>
                  <a:pt x="478565" y="271650"/>
                  <a:pt x="477046" y="275448"/>
                </a:cubicBezTo>
                <a:lnTo>
                  <a:pt x="479324" y="276425"/>
                </a:lnTo>
                <a:cubicBezTo>
                  <a:pt x="490285" y="261774"/>
                  <a:pt x="500947" y="251004"/>
                  <a:pt x="511311" y="244113"/>
                </a:cubicBezTo>
                <a:cubicBezTo>
                  <a:pt x="521675" y="237222"/>
                  <a:pt x="532337" y="233776"/>
                  <a:pt x="543297" y="233776"/>
                </a:cubicBezTo>
                <a:cubicBezTo>
                  <a:pt x="547421" y="233776"/>
                  <a:pt x="551301" y="233993"/>
                  <a:pt x="554936" y="234427"/>
                </a:cubicBezTo>
                <a:cubicBezTo>
                  <a:pt x="558571" y="234861"/>
                  <a:pt x="562071" y="235404"/>
                  <a:pt x="565435" y="236055"/>
                </a:cubicBezTo>
                <a:lnTo>
                  <a:pt x="557134" y="275448"/>
                </a:lnTo>
                <a:lnTo>
                  <a:pt x="538251" y="275448"/>
                </a:lnTo>
                <a:cubicBezTo>
                  <a:pt x="537708" y="268937"/>
                  <a:pt x="536325" y="264270"/>
                  <a:pt x="534100" y="261449"/>
                </a:cubicBezTo>
                <a:cubicBezTo>
                  <a:pt x="531875" y="258627"/>
                  <a:pt x="528647" y="257216"/>
                  <a:pt x="524415" y="257216"/>
                </a:cubicBezTo>
                <a:cubicBezTo>
                  <a:pt x="521919" y="257108"/>
                  <a:pt x="519043" y="257868"/>
                  <a:pt x="515787" y="259495"/>
                </a:cubicBezTo>
                <a:cubicBezTo>
                  <a:pt x="512532" y="261123"/>
                  <a:pt x="509086" y="263456"/>
                  <a:pt x="505451" y="266495"/>
                </a:cubicBezTo>
                <a:cubicBezTo>
                  <a:pt x="501815" y="269534"/>
                  <a:pt x="498207" y="273115"/>
                  <a:pt x="494626" y="277238"/>
                </a:cubicBezTo>
                <a:cubicBezTo>
                  <a:pt x="491045" y="281362"/>
                  <a:pt x="487653" y="285866"/>
                  <a:pt x="484452" y="290749"/>
                </a:cubicBezTo>
                <a:cubicBezTo>
                  <a:pt x="481251" y="295633"/>
                  <a:pt x="478456" y="300815"/>
                  <a:pt x="476069" y="306295"/>
                </a:cubicBezTo>
                <a:cubicBezTo>
                  <a:pt x="473681" y="311775"/>
                  <a:pt x="471891" y="317283"/>
                  <a:pt x="470697" y="322817"/>
                </a:cubicBezTo>
                <a:lnTo>
                  <a:pt x="454093" y="399975"/>
                </a:lnTo>
                <a:lnTo>
                  <a:pt x="422188" y="399975"/>
                </a:lnTo>
                <a:lnTo>
                  <a:pt x="446606" y="293842"/>
                </a:lnTo>
                <a:cubicBezTo>
                  <a:pt x="448125" y="287548"/>
                  <a:pt x="449183" y="282339"/>
                  <a:pt x="449780" y="278215"/>
                </a:cubicBezTo>
                <a:cubicBezTo>
                  <a:pt x="450377" y="274091"/>
                  <a:pt x="450675" y="270619"/>
                  <a:pt x="450675" y="267797"/>
                </a:cubicBezTo>
                <a:cubicBezTo>
                  <a:pt x="450675" y="259875"/>
                  <a:pt x="447474" y="255914"/>
                  <a:pt x="441071" y="255914"/>
                </a:cubicBezTo>
                <a:cubicBezTo>
                  <a:pt x="439009" y="255914"/>
                  <a:pt x="436974" y="256321"/>
                  <a:pt x="434967" y="257135"/>
                </a:cubicBezTo>
                <a:cubicBezTo>
                  <a:pt x="432959" y="257949"/>
                  <a:pt x="430870" y="259170"/>
                  <a:pt x="428700" y="260798"/>
                </a:cubicBezTo>
                <a:cubicBezTo>
                  <a:pt x="426529" y="262425"/>
                  <a:pt x="424142" y="264487"/>
                  <a:pt x="421537" y="266983"/>
                </a:cubicBezTo>
                <a:cubicBezTo>
                  <a:pt x="418933" y="269479"/>
                  <a:pt x="416003" y="272409"/>
                  <a:pt x="412747" y="275773"/>
                </a:cubicBezTo>
                <a:lnTo>
                  <a:pt x="401515" y="265193"/>
                </a:lnTo>
                <a:cubicBezTo>
                  <a:pt x="406941" y="259658"/>
                  <a:pt x="411906" y="254910"/>
                  <a:pt x="416410" y="250949"/>
                </a:cubicBezTo>
                <a:cubicBezTo>
                  <a:pt x="420913" y="246988"/>
                  <a:pt x="425227" y="243733"/>
                  <a:pt x="429351" y="241183"/>
                </a:cubicBezTo>
                <a:cubicBezTo>
                  <a:pt x="433475" y="238632"/>
                  <a:pt x="437544" y="236760"/>
                  <a:pt x="441559" y="235567"/>
                </a:cubicBezTo>
                <a:cubicBezTo>
                  <a:pt x="445575" y="234373"/>
                  <a:pt x="449753" y="233776"/>
                  <a:pt x="454093" y="233776"/>
                </a:cubicBezTo>
                <a:close/>
                <a:moveTo>
                  <a:pt x="273118" y="233776"/>
                </a:moveTo>
                <a:cubicBezTo>
                  <a:pt x="281149" y="233776"/>
                  <a:pt x="287362" y="236408"/>
                  <a:pt x="291757" y="241671"/>
                </a:cubicBezTo>
                <a:cubicBezTo>
                  <a:pt x="296152" y="246934"/>
                  <a:pt x="298349" y="253852"/>
                  <a:pt x="298349" y="262425"/>
                </a:cubicBezTo>
                <a:cubicBezTo>
                  <a:pt x="298349" y="267309"/>
                  <a:pt x="297590" y="271650"/>
                  <a:pt x="296071" y="275448"/>
                </a:cubicBezTo>
                <a:lnTo>
                  <a:pt x="298349" y="276425"/>
                </a:lnTo>
                <a:cubicBezTo>
                  <a:pt x="309310" y="261774"/>
                  <a:pt x="319972" y="251004"/>
                  <a:pt x="330336" y="244113"/>
                </a:cubicBezTo>
                <a:cubicBezTo>
                  <a:pt x="340700" y="237222"/>
                  <a:pt x="351362" y="233776"/>
                  <a:pt x="362322" y="233776"/>
                </a:cubicBezTo>
                <a:cubicBezTo>
                  <a:pt x="366446" y="233776"/>
                  <a:pt x="370326" y="233993"/>
                  <a:pt x="373961" y="234427"/>
                </a:cubicBezTo>
                <a:cubicBezTo>
                  <a:pt x="377597" y="234861"/>
                  <a:pt x="381096" y="235404"/>
                  <a:pt x="384460" y="236055"/>
                </a:cubicBezTo>
                <a:lnTo>
                  <a:pt x="376159" y="275448"/>
                </a:lnTo>
                <a:lnTo>
                  <a:pt x="357276" y="275448"/>
                </a:lnTo>
                <a:cubicBezTo>
                  <a:pt x="356733" y="268937"/>
                  <a:pt x="355350" y="264270"/>
                  <a:pt x="353125" y="261449"/>
                </a:cubicBezTo>
                <a:cubicBezTo>
                  <a:pt x="350900" y="258627"/>
                  <a:pt x="347672" y="257216"/>
                  <a:pt x="343440" y="257216"/>
                </a:cubicBezTo>
                <a:cubicBezTo>
                  <a:pt x="340944" y="257108"/>
                  <a:pt x="338068" y="257868"/>
                  <a:pt x="334812" y="259495"/>
                </a:cubicBezTo>
                <a:cubicBezTo>
                  <a:pt x="331557" y="261123"/>
                  <a:pt x="328111" y="263456"/>
                  <a:pt x="324476" y="266495"/>
                </a:cubicBezTo>
                <a:cubicBezTo>
                  <a:pt x="320840" y="269534"/>
                  <a:pt x="317232" y="273115"/>
                  <a:pt x="313651" y="277238"/>
                </a:cubicBezTo>
                <a:cubicBezTo>
                  <a:pt x="310070" y="281362"/>
                  <a:pt x="306678" y="285866"/>
                  <a:pt x="303477" y="290749"/>
                </a:cubicBezTo>
                <a:cubicBezTo>
                  <a:pt x="300276" y="295633"/>
                  <a:pt x="297481" y="300815"/>
                  <a:pt x="295094" y="306295"/>
                </a:cubicBezTo>
                <a:cubicBezTo>
                  <a:pt x="292706" y="311775"/>
                  <a:pt x="290916" y="317283"/>
                  <a:pt x="289722" y="322817"/>
                </a:cubicBezTo>
                <a:lnTo>
                  <a:pt x="273118" y="399975"/>
                </a:lnTo>
                <a:lnTo>
                  <a:pt x="241213" y="399975"/>
                </a:lnTo>
                <a:lnTo>
                  <a:pt x="265631" y="293842"/>
                </a:lnTo>
                <a:cubicBezTo>
                  <a:pt x="267150" y="287548"/>
                  <a:pt x="268208" y="282339"/>
                  <a:pt x="268805" y="278215"/>
                </a:cubicBezTo>
                <a:cubicBezTo>
                  <a:pt x="269402" y="274091"/>
                  <a:pt x="269700" y="270619"/>
                  <a:pt x="269700" y="267797"/>
                </a:cubicBezTo>
                <a:cubicBezTo>
                  <a:pt x="269700" y="259875"/>
                  <a:pt x="266499" y="255914"/>
                  <a:pt x="260096" y="255914"/>
                </a:cubicBezTo>
                <a:cubicBezTo>
                  <a:pt x="258034" y="255914"/>
                  <a:pt x="255999" y="256321"/>
                  <a:pt x="253992" y="257135"/>
                </a:cubicBezTo>
                <a:cubicBezTo>
                  <a:pt x="251984" y="257949"/>
                  <a:pt x="249895" y="259170"/>
                  <a:pt x="247725" y="260798"/>
                </a:cubicBezTo>
                <a:cubicBezTo>
                  <a:pt x="245554" y="262425"/>
                  <a:pt x="243167" y="264487"/>
                  <a:pt x="240562" y="266983"/>
                </a:cubicBezTo>
                <a:cubicBezTo>
                  <a:pt x="237958" y="269479"/>
                  <a:pt x="235028" y="272409"/>
                  <a:pt x="231772" y="275773"/>
                </a:cubicBezTo>
                <a:lnTo>
                  <a:pt x="220540" y="265193"/>
                </a:lnTo>
                <a:cubicBezTo>
                  <a:pt x="225966" y="259658"/>
                  <a:pt x="230931" y="254910"/>
                  <a:pt x="235435" y="250949"/>
                </a:cubicBezTo>
                <a:cubicBezTo>
                  <a:pt x="239938" y="246988"/>
                  <a:pt x="244252" y="243733"/>
                  <a:pt x="248376" y="241183"/>
                </a:cubicBezTo>
                <a:cubicBezTo>
                  <a:pt x="252500" y="238632"/>
                  <a:pt x="256569" y="236760"/>
                  <a:pt x="260584" y="235567"/>
                </a:cubicBezTo>
                <a:cubicBezTo>
                  <a:pt x="264600" y="234373"/>
                  <a:pt x="268778" y="233776"/>
                  <a:pt x="273118" y="233776"/>
                </a:cubicBezTo>
                <a:close/>
                <a:moveTo>
                  <a:pt x="0" y="0"/>
                </a:moveTo>
                <a:lnTo>
                  <a:pt x="241548" y="0"/>
                </a:lnTo>
                <a:lnTo>
                  <a:pt x="241548" y="77688"/>
                </a:lnTo>
                <a:lnTo>
                  <a:pt x="219671" y="77688"/>
                </a:lnTo>
                <a:cubicBezTo>
                  <a:pt x="216396" y="64889"/>
                  <a:pt x="213159" y="54768"/>
                  <a:pt x="209959" y="47327"/>
                </a:cubicBezTo>
                <a:cubicBezTo>
                  <a:pt x="206760" y="39885"/>
                  <a:pt x="203374" y="34230"/>
                  <a:pt x="199802" y="30360"/>
                </a:cubicBezTo>
                <a:cubicBezTo>
                  <a:pt x="196230" y="26491"/>
                  <a:pt x="192398" y="23738"/>
                  <a:pt x="188305" y="22101"/>
                </a:cubicBezTo>
                <a:cubicBezTo>
                  <a:pt x="184212" y="20463"/>
                  <a:pt x="178073" y="19645"/>
                  <a:pt x="169888" y="19645"/>
                </a:cubicBezTo>
                <a:lnTo>
                  <a:pt x="141536" y="19645"/>
                </a:lnTo>
                <a:lnTo>
                  <a:pt x="141536" y="248245"/>
                </a:lnTo>
                <a:cubicBezTo>
                  <a:pt x="141536" y="257026"/>
                  <a:pt x="142019" y="264021"/>
                  <a:pt x="142987" y="269230"/>
                </a:cubicBezTo>
                <a:cubicBezTo>
                  <a:pt x="143954" y="274439"/>
                  <a:pt x="145443" y="278569"/>
                  <a:pt x="147452" y="281620"/>
                </a:cubicBezTo>
                <a:cubicBezTo>
                  <a:pt x="149461" y="284671"/>
                  <a:pt x="152177" y="287052"/>
                  <a:pt x="155600" y="288763"/>
                </a:cubicBezTo>
                <a:cubicBezTo>
                  <a:pt x="159023" y="290475"/>
                  <a:pt x="164381" y="292149"/>
                  <a:pt x="171673" y="293786"/>
                </a:cubicBezTo>
                <a:lnTo>
                  <a:pt x="171673" y="304725"/>
                </a:lnTo>
                <a:lnTo>
                  <a:pt x="69652" y="304725"/>
                </a:lnTo>
                <a:lnTo>
                  <a:pt x="69652" y="293786"/>
                </a:lnTo>
                <a:cubicBezTo>
                  <a:pt x="74117" y="292744"/>
                  <a:pt x="78061" y="291628"/>
                  <a:pt x="81484" y="290438"/>
                </a:cubicBezTo>
                <a:cubicBezTo>
                  <a:pt x="84907" y="289247"/>
                  <a:pt x="87697" y="287796"/>
                  <a:pt x="89855" y="286084"/>
                </a:cubicBezTo>
                <a:cubicBezTo>
                  <a:pt x="92013" y="284373"/>
                  <a:pt x="93799" y="282178"/>
                  <a:pt x="95213" y="279499"/>
                </a:cubicBezTo>
                <a:cubicBezTo>
                  <a:pt x="96627" y="276820"/>
                  <a:pt x="97743" y="273174"/>
                  <a:pt x="98562" y="268560"/>
                </a:cubicBezTo>
                <a:cubicBezTo>
                  <a:pt x="99380" y="263946"/>
                  <a:pt x="99789" y="257175"/>
                  <a:pt x="99789" y="248245"/>
                </a:cubicBezTo>
                <a:lnTo>
                  <a:pt x="99789" y="19645"/>
                </a:lnTo>
                <a:lnTo>
                  <a:pt x="71661" y="19645"/>
                </a:lnTo>
                <a:cubicBezTo>
                  <a:pt x="64666" y="19645"/>
                  <a:pt x="58899" y="20315"/>
                  <a:pt x="54360" y="21654"/>
                </a:cubicBezTo>
                <a:cubicBezTo>
                  <a:pt x="49820" y="22993"/>
                  <a:pt x="45616" y="25784"/>
                  <a:pt x="41747" y="30026"/>
                </a:cubicBezTo>
                <a:cubicBezTo>
                  <a:pt x="37877" y="34267"/>
                  <a:pt x="34342" y="40295"/>
                  <a:pt x="31143" y="48108"/>
                </a:cubicBezTo>
                <a:cubicBezTo>
                  <a:pt x="27943" y="55922"/>
                  <a:pt x="24929" y="65782"/>
                  <a:pt x="22101" y="77688"/>
                </a:cubicBezTo>
                <a:lnTo>
                  <a:pt x="0" y="77688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2F4C030-A1C9-4FED-AB43-C761CFB53A8A}"/>
              </a:ext>
            </a:extLst>
          </p:cNvPr>
          <p:cNvSpPr txBox="1"/>
          <p:nvPr/>
        </p:nvSpPr>
        <p:spPr>
          <a:xfrm>
            <a:off x="3739494" y="8502445"/>
            <a:ext cx="2260104" cy="712066"/>
          </a:xfrm>
          <a:custGeom>
            <a:avLst/>
            <a:gdLst/>
            <a:ahLst/>
            <a:cxnLst/>
            <a:rect l="l" t="t" r="r" b="b"/>
            <a:pathLst>
              <a:path w="1337286" h="421324">
                <a:moveTo>
                  <a:pt x="161641" y="314854"/>
                </a:moveTo>
                <a:cubicBezTo>
                  <a:pt x="161032" y="325421"/>
                  <a:pt x="162079" y="336790"/>
                  <a:pt x="164784" y="348958"/>
                </a:cubicBezTo>
                <a:cubicBezTo>
                  <a:pt x="92666" y="364203"/>
                  <a:pt x="43060" y="376066"/>
                  <a:pt x="15966" y="384548"/>
                </a:cubicBezTo>
                <a:cubicBezTo>
                  <a:pt x="14080" y="370608"/>
                  <a:pt x="9505" y="356340"/>
                  <a:pt x="2243" y="341743"/>
                </a:cubicBezTo>
                <a:cubicBezTo>
                  <a:pt x="50111" y="339438"/>
                  <a:pt x="103243" y="330475"/>
                  <a:pt x="161641" y="314854"/>
                </a:cubicBezTo>
                <a:close/>
                <a:moveTo>
                  <a:pt x="1054722" y="290808"/>
                </a:moveTo>
                <a:lnTo>
                  <a:pt x="1054722" y="358366"/>
                </a:lnTo>
                <a:lnTo>
                  <a:pt x="1211534" y="358366"/>
                </a:lnTo>
                <a:lnTo>
                  <a:pt x="1211534" y="290808"/>
                </a:lnTo>
                <a:close/>
                <a:moveTo>
                  <a:pt x="212326" y="272420"/>
                </a:moveTo>
                <a:lnTo>
                  <a:pt x="212326" y="352087"/>
                </a:lnTo>
                <a:lnTo>
                  <a:pt x="345357" y="352087"/>
                </a:lnTo>
                <a:lnTo>
                  <a:pt x="345357" y="272420"/>
                </a:lnTo>
                <a:close/>
                <a:moveTo>
                  <a:pt x="174028" y="238608"/>
                </a:moveTo>
                <a:cubicBezTo>
                  <a:pt x="193559" y="241004"/>
                  <a:pt x="228703" y="242202"/>
                  <a:pt x="279459" y="242202"/>
                </a:cubicBezTo>
                <a:cubicBezTo>
                  <a:pt x="330216" y="242202"/>
                  <a:pt x="364947" y="241004"/>
                  <a:pt x="383655" y="238608"/>
                </a:cubicBezTo>
                <a:cubicBezTo>
                  <a:pt x="381564" y="255296"/>
                  <a:pt x="380519" y="273713"/>
                  <a:pt x="380519" y="293858"/>
                </a:cubicBezTo>
                <a:lnTo>
                  <a:pt x="380519" y="345443"/>
                </a:lnTo>
                <a:cubicBezTo>
                  <a:pt x="380519" y="363626"/>
                  <a:pt x="381714" y="386677"/>
                  <a:pt x="384105" y="414595"/>
                </a:cubicBezTo>
                <a:lnTo>
                  <a:pt x="345357" y="414595"/>
                </a:lnTo>
                <a:lnTo>
                  <a:pt x="345357" y="382755"/>
                </a:lnTo>
                <a:lnTo>
                  <a:pt x="212326" y="382755"/>
                </a:lnTo>
                <a:lnTo>
                  <a:pt x="212326" y="417738"/>
                </a:lnTo>
                <a:lnTo>
                  <a:pt x="172235" y="417738"/>
                </a:lnTo>
                <a:cubicBezTo>
                  <a:pt x="175221" y="393121"/>
                  <a:pt x="176715" y="367674"/>
                  <a:pt x="176715" y="341400"/>
                </a:cubicBezTo>
                <a:lnTo>
                  <a:pt x="176715" y="293858"/>
                </a:lnTo>
                <a:cubicBezTo>
                  <a:pt x="176715" y="276299"/>
                  <a:pt x="175819" y="257882"/>
                  <a:pt x="174028" y="238608"/>
                </a:cubicBezTo>
                <a:close/>
                <a:moveTo>
                  <a:pt x="679944" y="204247"/>
                </a:moveTo>
                <a:lnTo>
                  <a:pt x="679944" y="264183"/>
                </a:lnTo>
                <a:lnTo>
                  <a:pt x="779792" y="264183"/>
                </a:lnTo>
                <a:lnTo>
                  <a:pt x="779792" y="204247"/>
                </a:lnTo>
                <a:close/>
                <a:moveTo>
                  <a:pt x="540012" y="204247"/>
                </a:moveTo>
                <a:lnTo>
                  <a:pt x="540012" y="264183"/>
                </a:lnTo>
                <a:lnTo>
                  <a:pt x="642547" y="264183"/>
                </a:lnTo>
                <a:lnTo>
                  <a:pt x="642547" y="204247"/>
                </a:lnTo>
                <a:close/>
                <a:moveTo>
                  <a:pt x="1135182" y="182716"/>
                </a:moveTo>
                <a:cubicBezTo>
                  <a:pt x="1095939" y="221263"/>
                  <a:pt x="1062094" y="246845"/>
                  <a:pt x="1033648" y="259461"/>
                </a:cubicBezTo>
                <a:cubicBezTo>
                  <a:pt x="1046359" y="259918"/>
                  <a:pt x="1077524" y="260147"/>
                  <a:pt x="1127142" y="260147"/>
                </a:cubicBezTo>
                <a:cubicBezTo>
                  <a:pt x="1176760" y="260147"/>
                  <a:pt x="1212516" y="259806"/>
                  <a:pt x="1234409" y="259125"/>
                </a:cubicBezTo>
                <a:cubicBezTo>
                  <a:pt x="1202881" y="245523"/>
                  <a:pt x="1169805" y="220054"/>
                  <a:pt x="1135182" y="182716"/>
                </a:cubicBezTo>
                <a:close/>
                <a:moveTo>
                  <a:pt x="1128481" y="131409"/>
                </a:moveTo>
                <a:cubicBezTo>
                  <a:pt x="1140430" y="139048"/>
                  <a:pt x="1151372" y="145139"/>
                  <a:pt x="1161307" y="149683"/>
                </a:cubicBezTo>
                <a:cubicBezTo>
                  <a:pt x="1166798" y="151974"/>
                  <a:pt x="1169543" y="155031"/>
                  <a:pt x="1169543" y="158855"/>
                </a:cubicBezTo>
                <a:cubicBezTo>
                  <a:pt x="1169543" y="163999"/>
                  <a:pt x="1167304" y="166571"/>
                  <a:pt x="1162825" y="166571"/>
                </a:cubicBezTo>
                <a:cubicBezTo>
                  <a:pt x="1158346" y="166571"/>
                  <a:pt x="1155651" y="166409"/>
                  <a:pt x="1154742" y="166085"/>
                </a:cubicBezTo>
                <a:cubicBezTo>
                  <a:pt x="1201205" y="216539"/>
                  <a:pt x="1262053" y="249219"/>
                  <a:pt x="1337286" y="264126"/>
                </a:cubicBezTo>
                <a:cubicBezTo>
                  <a:pt x="1328247" y="275437"/>
                  <a:pt x="1321743" y="287469"/>
                  <a:pt x="1317776" y="300223"/>
                </a:cubicBezTo>
                <a:cubicBezTo>
                  <a:pt x="1287301" y="290436"/>
                  <a:pt x="1264741" y="280721"/>
                  <a:pt x="1250096" y="271077"/>
                </a:cubicBezTo>
                <a:cubicBezTo>
                  <a:pt x="1249620" y="278797"/>
                  <a:pt x="1249382" y="287138"/>
                  <a:pt x="1249382" y="296101"/>
                </a:cubicBezTo>
                <a:lnTo>
                  <a:pt x="1249382" y="384012"/>
                </a:lnTo>
                <a:cubicBezTo>
                  <a:pt x="1249382" y="392332"/>
                  <a:pt x="1250130" y="403274"/>
                  <a:pt x="1251625" y="416838"/>
                </a:cubicBezTo>
                <a:lnTo>
                  <a:pt x="1211534" y="416838"/>
                </a:lnTo>
                <a:lnTo>
                  <a:pt x="1211534" y="387684"/>
                </a:lnTo>
                <a:lnTo>
                  <a:pt x="1054722" y="387684"/>
                </a:lnTo>
                <a:lnTo>
                  <a:pt x="1054722" y="421324"/>
                </a:lnTo>
                <a:lnTo>
                  <a:pt x="1014631" y="421324"/>
                </a:lnTo>
                <a:cubicBezTo>
                  <a:pt x="1016727" y="403536"/>
                  <a:pt x="1017774" y="390949"/>
                  <a:pt x="1017774" y="383562"/>
                </a:cubicBezTo>
                <a:lnTo>
                  <a:pt x="1017774" y="293858"/>
                </a:lnTo>
                <a:cubicBezTo>
                  <a:pt x="1017774" y="285366"/>
                  <a:pt x="1017489" y="278220"/>
                  <a:pt x="1016917" y="272420"/>
                </a:cubicBezTo>
                <a:cubicBezTo>
                  <a:pt x="1001039" y="282992"/>
                  <a:pt x="979351" y="294056"/>
                  <a:pt x="951852" y="305609"/>
                </a:cubicBezTo>
                <a:cubicBezTo>
                  <a:pt x="947866" y="294460"/>
                  <a:pt x="940386" y="284152"/>
                  <a:pt x="929413" y="274684"/>
                </a:cubicBezTo>
                <a:cubicBezTo>
                  <a:pt x="974067" y="260806"/>
                  <a:pt x="1009788" y="244152"/>
                  <a:pt x="1036577" y="224721"/>
                </a:cubicBezTo>
                <a:cubicBezTo>
                  <a:pt x="1063366" y="205290"/>
                  <a:pt x="1083910" y="189015"/>
                  <a:pt x="1098210" y="175897"/>
                </a:cubicBezTo>
                <a:cubicBezTo>
                  <a:pt x="1112509" y="162779"/>
                  <a:pt x="1122599" y="147949"/>
                  <a:pt x="1128481" y="131409"/>
                </a:cubicBezTo>
                <a:close/>
                <a:moveTo>
                  <a:pt x="679944" y="108713"/>
                </a:moveTo>
                <a:lnTo>
                  <a:pt x="679944" y="173579"/>
                </a:lnTo>
                <a:lnTo>
                  <a:pt x="779792" y="173579"/>
                </a:lnTo>
                <a:lnTo>
                  <a:pt x="779792" y="108713"/>
                </a:lnTo>
                <a:close/>
                <a:moveTo>
                  <a:pt x="540012" y="108713"/>
                </a:moveTo>
                <a:lnTo>
                  <a:pt x="540012" y="173579"/>
                </a:lnTo>
                <a:lnTo>
                  <a:pt x="642547" y="173579"/>
                </a:lnTo>
                <a:lnTo>
                  <a:pt x="642547" y="108713"/>
                </a:lnTo>
                <a:close/>
                <a:moveTo>
                  <a:pt x="1185395" y="95976"/>
                </a:moveTo>
                <a:cubicBezTo>
                  <a:pt x="1231377" y="119898"/>
                  <a:pt x="1269749" y="145230"/>
                  <a:pt x="1300510" y="171971"/>
                </a:cubicBezTo>
                <a:lnTo>
                  <a:pt x="1278264" y="197967"/>
                </a:lnTo>
                <a:cubicBezTo>
                  <a:pt x="1249318" y="171417"/>
                  <a:pt x="1212870" y="146109"/>
                  <a:pt x="1168922" y="122044"/>
                </a:cubicBezTo>
                <a:close/>
                <a:moveTo>
                  <a:pt x="1074946" y="91940"/>
                </a:moveTo>
                <a:cubicBezTo>
                  <a:pt x="1084099" y="101313"/>
                  <a:pt x="1092362" y="107906"/>
                  <a:pt x="1099735" y="111721"/>
                </a:cubicBezTo>
                <a:cubicBezTo>
                  <a:pt x="1104411" y="114050"/>
                  <a:pt x="1106750" y="117207"/>
                  <a:pt x="1106750" y="121194"/>
                </a:cubicBezTo>
                <a:cubicBezTo>
                  <a:pt x="1106750" y="125180"/>
                  <a:pt x="1103783" y="127440"/>
                  <a:pt x="1097849" y="127973"/>
                </a:cubicBezTo>
                <a:cubicBezTo>
                  <a:pt x="1092934" y="128235"/>
                  <a:pt x="1085014" y="132964"/>
                  <a:pt x="1074089" y="142160"/>
                </a:cubicBezTo>
                <a:cubicBezTo>
                  <a:pt x="1044390" y="166221"/>
                  <a:pt x="1015310" y="187364"/>
                  <a:pt x="986849" y="205590"/>
                </a:cubicBezTo>
                <a:cubicBezTo>
                  <a:pt x="982315" y="194884"/>
                  <a:pt x="974683" y="185966"/>
                  <a:pt x="963953" y="178836"/>
                </a:cubicBezTo>
                <a:cubicBezTo>
                  <a:pt x="1015065" y="151505"/>
                  <a:pt x="1052062" y="122539"/>
                  <a:pt x="1074946" y="91940"/>
                </a:cubicBezTo>
                <a:close/>
                <a:moveTo>
                  <a:pt x="256553" y="5829"/>
                </a:moveTo>
                <a:cubicBezTo>
                  <a:pt x="271312" y="8225"/>
                  <a:pt x="284497" y="9422"/>
                  <a:pt x="296108" y="9422"/>
                </a:cubicBezTo>
                <a:cubicBezTo>
                  <a:pt x="303342" y="9422"/>
                  <a:pt x="306959" y="11474"/>
                  <a:pt x="306959" y="15577"/>
                </a:cubicBezTo>
                <a:cubicBezTo>
                  <a:pt x="306959" y="19680"/>
                  <a:pt x="305692" y="22184"/>
                  <a:pt x="303159" y="23088"/>
                </a:cubicBezTo>
                <a:cubicBezTo>
                  <a:pt x="300625" y="23993"/>
                  <a:pt x="298906" y="25403"/>
                  <a:pt x="298001" y="27318"/>
                </a:cubicBezTo>
                <a:cubicBezTo>
                  <a:pt x="297096" y="29232"/>
                  <a:pt x="296644" y="31368"/>
                  <a:pt x="296644" y="33725"/>
                </a:cubicBezTo>
                <a:lnTo>
                  <a:pt x="296644" y="79838"/>
                </a:lnTo>
                <a:cubicBezTo>
                  <a:pt x="342111" y="79838"/>
                  <a:pt x="380535" y="78193"/>
                  <a:pt x="411915" y="74902"/>
                </a:cubicBezTo>
                <a:lnTo>
                  <a:pt x="411915" y="114993"/>
                </a:lnTo>
                <a:cubicBezTo>
                  <a:pt x="380145" y="112002"/>
                  <a:pt x="341721" y="110507"/>
                  <a:pt x="296644" y="110507"/>
                </a:cubicBezTo>
                <a:lnTo>
                  <a:pt x="296644" y="171778"/>
                </a:lnTo>
                <a:cubicBezTo>
                  <a:pt x="338173" y="171478"/>
                  <a:pt x="372410" y="169983"/>
                  <a:pt x="399357" y="167292"/>
                </a:cubicBezTo>
                <a:lnTo>
                  <a:pt x="399357" y="206933"/>
                </a:lnTo>
                <a:cubicBezTo>
                  <a:pt x="369620" y="203947"/>
                  <a:pt x="329288" y="202454"/>
                  <a:pt x="278363" y="202454"/>
                </a:cubicBezTo>
                <a:cubicBezTo>
                  <a:pt x="227438" y="202454"/>
                  <a:pt x="187275" y="203947"/>
                  <a:pt x="157876" y="206933"/>
                </a:cubicBezTo>
                <a:lnTo>
                  <a:pt x="157876" y="167292"/>
                </a:lnTo>
                <a:cubicBezTo>
                  <a:pt x="184804" y="170288"/>
                  <a:pt x="218741" y="171783"/>
                  <a:pt x="259689" y="171778"/>
                </a:cubicBezTo>
                <a:lnTo>
                  <a:pt x="259689" y="110507"/>
                </a:lnTo>
                <a:cubicBezTo>
                  <a:pt x="239058" y="110657"/>
                  <a:pt x="219511" y="111105"/>
                  <a:pt x="201048" y="111853"/>
                </a:cubicBezTo>
                <a:lnTo>
                  <a:pt x="161918" y="114209"/>
                </a:lnTo>
                <a:lnTo>
                  <a:pt x="165827" y="116457"/>
                </a:lnTo>
                <a:cubicBezTo>
                  <a:pt x="169914" y="118686"/>
                  <a:pt x="171957" y="121585"/>
                  <a:pt x="171957" y="125155"/>
                </a:cubicBezTo>
                <a:cubicBezTo>
                  <a:pt x="171957" y="128724"/>
                  <a:pt x="169683" y="131145"/>
                  <a:pt x="165134" y="132416"/>
                </a:cubicBezTo>
                <a:cubicBezTo>
                  <a:pt x="160586" y="133688"/>
                  <a:pt x="157010" y="135432"/>
                  <a:pt x="154405" y="137649"/>
                </a:cubicBezTo>
                <a:cubicBezTo>
                  <a:pt x="151799" y="139866"/>
                  <a:pt x="147504" y="145035"/>
                  <a:pt x="141517" y="153155"/>
                </a:cubicBezTo>
                <a:cubicBezTo>
                  <a:pt x="135531" y="161275"/>
                  <a:pt x="124910" y="176167"/>
                  <a:pt x="109656" y="197832"/>
                </a:cubicBezTo>
                <a:lnTo>
                  <a:pt x="62972" y="260132"/>
                </a:lnTo>
                <a:lnTo>
                  <a:pt x="152226" y="248474"/>
                </a:lnTo>
                <a:cubicBezTo>
                  <a:pt x="150730" y="257475"/>
                  <a:pt x="149983" y="263790"/>
                  <a:pt x="149983" y="267419"/>
                </a:cubicBezTo>
                <a:cubicBezTo>
                  <a:pt x="149983" y="271048"/>
                  <a:pt x="150280" y="275822"/>
                  <a:pt x="150876" y="281742"/>
                </a:cubicBezTo>
                <a:lnTo>
                  <a:pt x="64186" y="291665"/>
                </a:lnTo>
                <a:cubicBezTo>
                  <a:pt x="45093" y="294308"/>
                  <a:pt x="29620" y="297761"/>
                  <a:pt x="17766" y="302023"/>
                </a:cubicBezTo>
                <a:cubicBezTo>
                  <a:pt x="16166" y="289260"/>
                  <a:pt x="12787" y="277077"/>
                  <a:pt x="7629" y="265476"/>
                </a:cubicBezTo>
                <a:cubicBezTo>
                  <a:pt x="14187" y="263928"/>
                  <a:pt x="20795" y="261005"/>
                  <a:pt x="27453" y="256707"/>
                </a:cubicBezTo>
                <a:cubicBezTo>
                  <a:pt x="34111" y="252409"/>
                  <a:pt x="41295" y="244626"/>
                  <a:pt x="49006" y="233358"/>
                </a:cubicBezTo>
                <a:lnTo>
                  <a:pt x="90154" y="175986"/>
                </a:lnTo>
                <a:lnTo>
                  <a:pt x="47920" y="179129"/>
                </a:lnTo>
                <a:cubicBezTo>
                  <a:pt x="35666" y="179982"/>
                  <a:pt x="23443" y="182373"/>
                  <a:pt x="11251" y="186302"/>
                </a:cubicBezTo>
                <a:cubicBezTo>
                  <a:pt x="10094" y="172381"/>
                  <a:pt x="6343" y="159186"/>
                  <a:pt x="0" y="146718"/>
                </a:cubicBezTo>
                <a:cubicBezTo>
                  <a:pt x="18959" y="142622"/>
                  <a:pt x="45181" y="97753"/>
                  <a:pt x="78667" y="12109"/>
                </a:cubicBezTo>
                <a:cubicBezTo>
                  <a:pt x="90420" y="19533"/>
                  <a:pt x="100834" y="24235"/>
                  <a:pt x="109906" y="26214"/>
                </a:cubicBezTo>
                <a:cubicBezTo>
                  <a:pt x="118979" y="28193"/>
                  <a:pt x="123515" y="31481"/>
                  <a:pt x="123515" y="36079"/>
                </a:cubicBezTo>
                <a:cubicBezTo>
                  <a:pt x="123515" y="40678"/>
                  <a:pt x="121242" y="43676"/>
                  <a:pt x="116696" y="45073"/>
                </a:cubicBezTo>
                <a:cubicBezTo>
                  <a:pt x="112150" y="46471"/>
                  <a:pt x="108024" y="49299"/>
                  <a:pt x="104316" y="53557"/>
                </a:cubicBezTo>
                <a:cubicBezTo>
                  <a:pt x="100609" y="57814"/>
                  <a:pt x="94567" y="67307"/>
                  <a:pt x="86192" y="82035"/>
                </a:cubicBezTo>
                <a:cubicBezTo>
                  <a:pt x="77818" y="96763"/>
                  <a:pt x="64843" y="118605"/>
                  <a:pt x="47270" y="147561"/>
                </a:cubicBezTo>
                <a:lnTo>
                  <a:pt x="105813" y="145061"/>
                </a:lnTo>
                <a:cubicBezTo>
                  <a:pt x="118281" y="124844"/>
                  <a:pt x="126553" y="108035"/>
                  <a:pt x="130630" y="94633"/>
                </a:cubicBezTo>
                <a:lnTo>
                  <a:pt x="148911" y="106625"/>
                </a:lnTo>
                <a:lnTo>
                  <a:pt x="148911" y="74902"/>
                </a:lnTo>
                <a:cubicBezTo>
                  <a:pt x="181039" y="77898"/>
                  <a:pt x="217965" y="79391"/>
                  <a:pt x="259689" y="79381"/>
                </a:cubicBezTo>
                <a:lnTo>
                  <a:pt x="259689" y="70502"/>
                </a:lnTo>
                <a:cubicBezTo>
                  <a:pt x="259689" y="44365"/>
                  <a:pt x="258644" y="22807"/>
                  <a:pt x="256553" y="5829"/>
                </a:cubicBezTo>
                <a:close/>
                <a:moveTo>
                  <a:pt x="637610" y="4036"/>
                </a:moveTo>
                <a:cubicBezTo>
                  <a:pt x="654184" y="6132"/>
                  <a:pt x="668864" y="7179"/>
                  <a:pt x="681651" y="7179"/>
                </a:cubicBezTo>
                <a:cubicBezTo>
                  <a:pt x="690081" y="7179"/>
                  <a:pt x="694296" y="9656"/>
                  <a:pt x="694296" y="14609"/>
                </a:cubicBezTo>
                <a:cubicBezTo>
                  <a:pt x="694296" y="19562"/>
                  <a:pt x="692575" y="22726"/>
                  <a:pt x="689135" y="24103"/>
                </a:cubicBezTo>
                <a:cubicBezTo>
                  <a:pt x="685694" y="25479"/>
                  <a:pt x="683302" y="27396"/>
                  <a:pt x="681959" y="29854"/>
                </a:cubicBezTo>
                <a:cubicBezTo>
                  <a:pt x="680616" y="32311"/>
                  <a:pt x="679944" y="34497"/>
                  <a:pt x="679944" y="36412"/>
                </a:cubicBezTo>
                <a:lnTo>
                  <a:pt x="679944" y="77145"/>
                </a:lnTo>
                <a:cubicBezTo>
                  <a:pt x="741499" y="77150"/>
                  <a:pt x="788296" y="75354"/>
                  <a:pt x="820333" y="71759"/>
                </a:cubicBezTo>
                <a:cubicBezTo>
                  <a:pt x="818238" y="87318"/>
                  <a:pt x="817190" y="105737"/>
                  <a:pt x="817190" y="127016"/>
                </a:cubicBezTo>
                <a:lnTo>
                  <a:pt x="817190" y="259325"/>
                </a:lnTo>
                <a:cubicBezTo>
                  <a:pt x="817190" y="280556"/>
                  <a:pt x="818685" y="303459"/>
                  <a:pt x="821676" y="328034"/>
                </a:cubicBezTo>
                <a:lnTo>
                  <a:pt x="779792" y="328034"/>
                </a:lnTo>
                <a:lnTo>
                  <a:pt x="779792" y="295744"/>
                </a:lnTo>
                <a:lnTo>
                  <a:pt x="679944" y="295744"/>
                </a:lnTo>
                <a:lnTo>
                  <a:pt x="679944" y="353958"/>
                </a:lnTo>
                <a:cubicBezTo>
                  <a:pt x="679944" y="363417"/>
                  <a:pt x="680723" y="369943"/>
                  <a:pt x="682280" y="373536"/>
                </a:cubicBezTo>
                <a:cubicBezTo>
                  <a:pt x="683837" y="377129"/>
                  <a:pt x="687442" y="379761"/>
                  <a:pt x="693092" y="381430"/>
                </a:cubicBezTo>
                <a:cubicBezTo>
                  <a:pt x="698743" y="383099"/>
                  <a:pt x="708660" y="383934"/>
                  <a:pt x="722842" y="383934"/>
                </a:cubicBezTo>
                <a:lnTo>
                  <a:pt x="793780" y="383484"/>
                </a:lnTo>
                <a:cubicBezTo>
                  <a:pt x="809858" y="383484"/>
                  <a:pt x="820680" y="378598"/>
                  <a:pt x="826245" y="368828"/>
                </a:cubicBezTo>
                <a:cubicBezTo>
                  <a:pt x="831810" y="359058"/>
                  <a:pt x="836326" y="342114"/>
                  <a:pt x="839793" y="317997"/>
                </a:cubicBezTo>
                <a:cubicBezTo>
                  <a:pt x="850675" y="326779"/>
                  <a:pt x="863474" y="333539"/>
                  <a:pt x="878190" y="338278"/>
                </a:cubicBezTo>
                <a:cubicBezTo>
                  <a:pt x="870656" y="369477"/>
                  <a:pt x="861216" y="390669"/>
                  <a:pt x="849869" y="401854"/>
                </a:cubicBezTo>
                <a:cubicBezTo>
                  <a:pt x="838522" y="413038"/>
                  <a:pt x="819952" y="418631"/>
                  <a:pt x="794158" y="418631"/>
                </a:cubicBezTo>
                <a:lnTo>
                  <a:pt x="723364" y="418188"/>
                </a:lnTo>
                <a:cubicBezTo>
                  <a:pt x="699094" y="418188"/>
                  <a:pt x="681310" y="416411"/>
                  <a:pt x="670011" y="412859"/>
                </a:cubicBezTo>
                <a:cubicBezTo>
                  <a:pt x="658712" y="409306"/>
                  <a:pt x="651310" y="402937"/>
                  <a:pt x="647804" y="393753"/>
                </a:cubicBezTo>
                <a:cubicBezTo>
                  <a:pt x="644299" y="384568"/>
                  <a:pt x="642547" y="370408"/>
                  <a:pt x="642547" y="351272"/>
                </a:cubicBezTo>
                <a:lnTo>
                  <a:pt x="642547" y="295744"/>
                </a:lnTo>
                <a:lnTo>
                  <a:pt x="540012" y="295744"/>
                </a:lnTo>
                <a:lnTo>
                  <a:pt x="540012" y="337006"/>
                </a:lnTo>
                <a:lnTo>
                  <a:pt x="499472" y="337006"/>
                </a:lnTo>
                <a:cubicBezTo>
                  <a:pt x="502758" y="312051"/>
                  <a:pt x="504401" y="287652"/>
                  <a:pt x="504401" y="263811"/>
                </a:cubicBezTo>
                <a:lnTo>
                  <a:pt x="504401" y="127016"/>
                </a:lnTo>
                <a:cubicBezTo>
                  <a:pt x="504401" y="107756"/>
                  <a:pt x="503355" y="89337"/>
                  <a:pt x="501265" y="71759"/>
                </a:cubicBezTo>
                <a:cubicBezTo>
                  <a:pt x="534674" y="75354"/>
                  <a:pt x="581768" y="77150"/>
                  <a:pt x="642547" y="77145"/>
                </a:cubicBezTo>
                <a:cubicBezTo>
                  <a:pt x="642547" y="47441"/>
                  <a:pt x="640901" y="23072"/>
                  <a:pt x="637610" y="4036"/>
                </a:cubicBezTo>
                <a:close/>
                <a:moveTo>
                  <a:pt x="1125681" y="0"/>
                </a:moveTo>
                <a:cubicBezTo>
                  <a:pt x="1140145" y="19017"/>
                  <a:pt x="1152360" y="37109"/>
                  <a:pt x="1162328" y="54278"/>
                </a:cubicBezTo>
                <a:cubicBezTo>
                  <a:pt x="1234194" y="54278"/>
                  <a:pt x="1285489" y="53228"/>
                  <a:pt x="1316212" y="51128"/>
                </a:cubicBezTo>
                <a:lnTo>
                  <a:pt x="1316212" y="144589"/>
                </a:lnTo>
                <a:lnTo>
                  <a:pt x="1279257" y="144589"/>
                </a:lnTo>
                <a:lnTo>
                  <a:pt x="1279257" y="86289"/>
                </a:lnTo>
                <a:lnTo>
                  <a:pt x="992378" y="86289"/>
                </a:lnTo>
                <a:lnTo>
                  <a:pt x="992378" y="146832"/>
                </a:lnTo>
                <a:lnTo>
                  <a:pt x="956324" y="146832"/>
                </a:lnTo>
                <a:lnTo>
                  <a:pt x="956324" y="51128"/>
                </a:lnTo>
                <a:cubicBezTo>
                  <a:pt x="978065" y="53228"/>
                  <a:pt x="1034129" y="54278"/>
                  <a:pt x="1124516" y="54278"/>
                </a:cubicBezTo>
                <a:cubicBezTo>
                  <a:pt x="1117215" y="45586"/>
                  <a:pt x="1106752" y="32632"/>
                  <a:pt x="1093127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9A359DF-4995-4D0F-B8F5-F0B9D738ED8F}"/>
              </a:ext>
            </a:extLst>
          </p:cNvPr>
          <p:cNvSpPr txBox="1"/>
          <p:nvPr/>
        </p:nvSpPr>
        <p:spPr>
          <a:xfrm>
            <a:off x="7796123" y="8561669"/>
            <a:ext cx="376351" cy="593619"/>
          </a:xfrm>
          <a:custGeom>
            <a:avLst/>
            <a:gdLst/>
            <a:ahLst/>
            <a:cxnLst/>
            <a:rect l="l" t="t" r="r" b="b"/>
            <a:pathLst>
              <a:path w="301256" h="475171">
                <a:moveTo>
                  <a:pt x="288559" y="238976"/>
                </a:moveTo>
                <a:lnTo>
                  <a:pt x="300279" y="238976"/>
                </a:lnTo>
                <a:lnTo>
                  <a:pt x="300279" y="398501"/>
                </a:lnTo>
                <a:cubicBezTo>
                  <a:pt x="300279" y="410113"/>
                  <a:pt x="299357" y="420015"/>
                  <a:pt x="297512" y="428209"/>
                </a:cubicBezTo>
                <a:cubicBezTo>
                  <a:pt x="295667" y="436402"/>
                  <a:pt x="292439" y="443401"/>
                  <a:pt x="287827" y="449207"/>
                </a:cubicBezTo>
                <a:cubicBezTo>
                  <a:pt x="283215" y="455013"/>
                  <a:pt x="277029" y="459951"/>
                  <a:pt x="269270" y="464020"/>
                </a:cubicBezTo>
                <a:cubicBezTo>
                  <a:pt x="261510" y="468090"/>
                  <a:pt x="251771" y="471807"/>
                  <a:pt x="240051" y="475171"/>
                </a:cubicBezTo>
                <a:cubicBezTo>
                  <a:pt x="238965" y="472566"/>
                  <a:pt x="237934" y="469826"/>
                  <a:pt x="236958" y="466950"/>
                </a:cubicBezTo>
                <a:cubicBezTo>
                  <a:pt x="235981" y="464075"/>
                  <a:pt x="234950" y="461226"/>
                  <a:pt x="233865" y="458404"/>
                </a:cubicBezTo>
                <a:cubicBezTo>
                  <a:pt x="240593" y="456125"/>
                  <a:pt x="246128" y="453874"/>
                  <a:pt x="250468" y="451649"/>
                </a:cubicBezTo>
                <a:cubicBezTo>
                  <a:pt x="254809" y="449424"/>
                  <a:pt x="258255" y="446684"/>
                  <a:pt x="260805" y="443429"/>
                </a:cubicBezTo>
                <a:cubicBezTo>
                  <a:pt x="263355" y="440173"/>
                  <a:pt x="265173" y="436103"/>
                  <a:pt x="266258" y="431220"/>
                </a:cubicBezTo>
                <a:cubicBezTo>
                  <a:pt x="267343" y="426337"/>
                  <a:pt x="267995" y="420042"/>
                  <a:pt x="268212" y="412337"/>
                </a:cubicBezTo>
                <a:lnTo>
                  <a:pt x="268212" y="285857"/>
                </a:lnTo>
                <a:cubicBezTo>
                  <a:pt x="268212" y="279562"/>
                  <a:pt x="268157" y="274435"/>
                  <a:pt x="268049" y="270474"/>
                </a:cubicBezTo>
                <a:cubicBezTo>
                  <a:pt x="267940" y="266513"/>
                  <a:pt x="267262" y="263339"/>
                  <a:pt x="266014" y="260951"/>
                </a:cubicBezTo>
                <a:cubicBezTo>
                  <a:pt x="264766" y="258564"/>
                  <a:pt x="262650" y="256719"/>
                  <a:pt x="259666" y="255417"/>
                </a:cubicBezTo>
                <a:cubicBezTo>
                  <a:pt x="256681" y="254114"/>
                  <a:pt x="252259" y="252921"/>
                  <a:pt x="246399" y="251835"/>
                </a:cubicBezTo>
                <a:lnTo>
                  <a:pt x="246399" y="240766"/>
                </a:lnTo>
                <a:close/>
                <a:moveTo>
                  <a:pt x="267235" y="173375"/>
                </a:moveTo>
                <a:lnTo>
                  <a:pt x="301256" y="173375"/>
                </a:lnTo>
                <a:lnTo>
                  <a:pt x="301256" y="208373"/>
                </a:lnTo>
                <a:lnTo>
                  <a:pt x="267235" y="208373"/>
                </a:lnTo>
                <a:close/>
                <a:moveTo>
                  <a:pt x="129257" y="0"/>
                </a:moveTo>
                <a:cubicBezTo>
                  <a:pt x="142801" y="0"/>
                  <a:pt x="155302" y="707"/>
                  <a:pt x="166762" y="2120"/>
                </a:cubicBezTo>
                <a:cubicBezTo>
                  <a:pt x="178222" y="3534"/>
                  <a:pt x="191319" y="6176"/>
                  <a:pt x="206053" y="10046"/>
                </a:cubicBezTo>
                <a:lnTo>
                  <a:pt x="206053" y="71884"/>
                </a:lnTo>
                <a:lnTo>
                  <a:pt x="183952" y="71884"/>
                </a:lnTo>
                <a:cubicBezTo>
                  <a:pt x="180380" y="58936"/>
                  <a:pt x="175840" y="48629"/>
                  <a:pt x="170334" y="40965"/>
                </a:cubicBezTo>
                <a:cubicBezTo>
                  <a:pt x="164827" y="33300"/>
                  <a:pt x="158428" y="27831"/>
                  <a:pt x="151135" y="24556"/>
                </a:cubicBezTo>
                <a:cubicBezTo>
                  <a:pt x="143842" y="21282"/>
                  <a:pt x="135062" y="19645"/>
                  <a:pt x="124792" y="19645"/>
                </a:cubicBezTo>
                <a:cubicBezTo>
                  <a:pt x="109463" y="19645"/>
                  <a:pt x="95808" y="24742"/>
                  <a:pt x="83828" y="34937"/>
                </a:cubicBezTo>
                <a:cubicBezTo>
                  <a:pt x="71847" y="45132"/>
                  <a:pt x="62433" y="60461"/>
                  <a:pt x="55587" y="80925"/>
                </a:cubicBezTo>
                <a:cubicBezTo>
                  <a:pt x="48741" y="101389"/>
                  <a:pt x="45318" y="126132"/>
                  <a:pt x="45318" y="155153"/>
                </a:cubicBezTo>
                <a:cubicBezTo>
                  <a:pt x="45318" y="184323"/>
                  <a:pt x="48146" y="209215"/>
                  <a:pt x="53801" y="229828"/>
                </a:cubicBezTo>
                <a:cubicBezTo>
                  <a:pt x="59457" y="250440"/>
                  <a:pt x="67791" y="265993"/>
                  <a:pt x="78805" y="276485"/>
                </a:cubicBezTo>
                <a:cubicBezTo>
                  <a:pt x="89818" y="286978"/>
                  <a:pt x="103361" y="292224"/>
                  <a:pt x="119435" y="292224"/>
                </a:cubicBezTo>
                <a:cubicBezTo>
                  <a:pt x="131639" y="292224"/>
                  <a:pt x="141610" y="290475"/>
                  <a:pt x="149349" y="286978"/>
                </a:cubicBezTo>
                <a:cubicBezTo>
                  <a:pt x="157088" y="283480"/>
                  <a:pt x="163599" y="277936"/>
                  <a:pt x="168883" y="270346"/>
                </a:cubicBezTo>
                <a:cubicBezTo>
                  <a:pt x="174166" y="262756"/>
                  <a:pt x="179189" y="251594"/>
                  <a:pt x="183952" y="236860"/>
                </a:cubicBezTo>
                <a:lnTo>
                  <a:pt x="206053" y="236860"/>
                </a:lnTo>
                <a:lnTo>
                  <a:pt x="206053" y="300707"/>
                </a:lnTo>
                <a:cubicBezTo>
                  <a:pt x="192063" y="304428"/>
                  <a:pt x="177738" y="307218"/>
                  <a:pt x="163078" y="309078"/>
                </a:cubicBezTo>
                <a:cubicBezTo>
                  <a:pt x="148419" y="310939"/>
                  <a:pt x="132308" y="311869"/>
                  <a:pt x="114747" y="311869"/>
                </a:cubicBezTo>
                <a:cubicBezTo>
                  <a:pt x="76944" y="311869"/>
                  <a:pt x="48369" y="299070"/>
                  <a:pt x="29022" y="273471"/>
                </a:cubicBezTo>
                <a:cubicBezTo>
                  <a:pt x="9674" y="247873"/>
                  <a:pt x="0" y="209699"/>
                  <a:pt x="0" y="158948"/>
                </a:cubicBezTo>
                <a:cubicBezTo>
                  <a:pt x="0" y="127099"/>
                  <a:pt x="5023" y="99194"/>
                  <a:pt x="15069" y="75232"/>
                </a:cubicBezTo>
                <a:cubicBezTo>
                  <a:pt x="25115" y="51271"/>
                  <a:pt x="39886" y="32742"/>
                  <a:pt x="59382" y="19645"/>
                </a:cubicBezTo>
                <a:cubicBezTo>
                  <a:pt x="78879" y="6548"/>
                  <a:pt x="102171" y="0"/>
                  <a:pt x="129257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545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文本框 100">
            <a:extLst>
              <a:ext uri="{FF2B5EF4-FFF2-40B4-BE49-F238E27FC236}">
                <a16:creationId xmlns:a16="http://schemas.microsoft.com/office/drawing/2014/main" id="{A3290E72-1AD7-4713-B40E-A6A5926ED5D5}"/>
              </a:ext>
            </a:extLst>
          </p:cNvPr>
          <p:cNvSpPr txBox="1"/>
          <p:nvPr/>
        </p:nvSpPr>
        <p:spPr>
          <a:xfrm>
            <a:off x="3450141" y="-1448201"/>
            <a:ext cx="4790310" cy="693906"/>
          </a:xfrm>
          <a:custGeom>
            <a:avLst/>
            <a:gdLst/>
            <a:ahLst/>
            <a:cxnLst/>
            <a:rect l="l" t="t" r="r" b="b"/>
            <a:pathLst>
              <a:path w="2729619" h="429846">
                <a:moveTo>
                  <a:pt x="2189830" y="324719"/>
                </a:moveTo>
                <a:cubicBezTo>
                  <a:pt x="2223978" y="348255"/>
                  <a:pt x="2251657" y="372758"/>
                  <a:pt x="2272869" y="398228"/>
                </a:cubicBezTo>
                <a:lnTo>
                  <a:pt x="2248895" y="422224"/>
                </a:lnTo>
                <a:cubicBezTo>
                  <a:pt x="2229754" y="396626"/>
                  <a:pt x="2204049" y="371830"/>
                  <a:pt x="2171778" y="347836"/>
                </a:cubicBezTo>
                <a:close/>
                <a:moveTo>
                  <a:pt x="89875" y="308746"/>
                </a:moveTo>
                <a:lnTo>
                  <a:pt x="89875" y="343107"/>
                </a:lnTo>
                <a:cubicBezTo>
                  <a:pt x="118245" y="338326"/>
                  <a:pt x="141210" y="334418"/>
                  <a:pt x="158769" y="331384"/>
                </a:cubicBezTo>
                <a:lnTo>
                  <a:pt x="158769" y="308746"/>
                </a:lnTo>
                <a:close/>
                <a:moveTo>
                  <a:pt x="615350" y="293944"/>
                </a:moveTo>
                <a:lnTo>
                  <a:pt x="615350" y="330113"/>
                </a:lnTo>
                <a:lnTo>
                  <a:pt x="729550" y="330113"/>
                </a:lnTo>
                <a:lnTo>
                  <a:pt x="729550" y="293944"/>
                </a:lnTo>
                <a:close/>
                <a:moveTo>
                  <a:pt x="577503" y="260582"/>
                </a:moveTo>
                <a:cubicBezTo>
                  <a:pt x="597910" y="262383"/>
                  <a:pt x="629465" y="263283"/>
                  <a:pt x="672168" y="263283"/>
                </a:cubicBezTo>
                <a:cubicBezTo>
                  <a:pt x="714871" y="263283"/>
                  <a:pt x="746167" y="262383"/>
                  <a:pt x="766055" y="260582"/>
                </a:cubicBezTo>
                <a:cubicBezTo>
                  <a:pt x="765155" y="275499"/>
                  <a:pt x="764705" y="292234"/>
                  <a:pt x="764705" y="310789"/>
                </a:cubicBezTo>
                <a:cubicBezTo>
                  <a:pt x="764705" y="329343"/>
                  <a:pt x="765155" y="346603"/>
                  <a:pt x="766055" y="362567"/>
                </a:cubicBezTo>
                <a:cubicBezTo>
                  <a:pt x="747210" y="361371"/>
                  <a:pt x="715869" y="360774"/>
                  <a:pt x="672032" y="360774"/>
                </a:cubicBezTo>
                <a:cubicBezTo>
                  <a:pt x="628196" y="360774"/>
                  <a:pt x="596686" y="361521"/>
                  <a:pt x="577503" y="363017"/>
                </a:cubicBezTo>
                <a:cubicBezTo>
                  <a:pt x="579298" y="345581"/>
                  <a:pt x="580196" y="327597"/>
                  <a:pt x="580196" y="309063"/>
                </a:cubicBezTo>
                <a:cubicBezTo>
                  <a:pt x="580196" y="290530"/>
                  <a:pt x="579298" y="274370"/>
                  <a:pt x="577503" y="260582"/>
                </a:cubicBezTo>
                <a:close/>
                <a:moveTo>
                  <a:pt x="89875" y="252681"/>
                </a:moveTo>
                <a:lnTo>
                  <a:pt x="89875" y="280328"/>
                </a:lnTo>
                <a:lnTo>
                  <a:pt x="158769" y="280328"/>
                </a:lnTo>
                <a:lnTo>
                  <a:pt x="158769" y="252681"/>
                </a:lnTo>
                <a:close/>
                <a:moveTo>
                  <a:pt x="334584" y="244609"/>
                </a:moveTo>
                <a:cubicBezTo>
                  <a:pt x="291979" y="244609"/>
                  <a:pt x="265276" y="244816"/>
                  <a:pt x="254474" y="245231"/>
                </a:cubicBezTo>
                <a:cubicBezTo>
                  <a:pt x="267824" y="276234"/>
                  <a:pt x="282942" y="301235"/>
                  <a:pt x="299830" y="320233"/>
                </a:cubicBezTo>
                <a:cubicBezTo>
                  <a:pt x="316589" y="298263"/>
                  <a:pt x="328174" y="273055"/>
                  <a:pt x="334584" y="244609"/>
                </a:cubicBezTo>
                <a:close/>
                <a:moveTo>
                  <a:pt x="1909931" y="218420"/>
                </a:moveTo>
                <a:cubicBezTo>
                  <a:pt x="1921557" y="224440"/>
                  <a:pt x="1931741" y="229002"/>
                  <a:pt x="1940485" y="232107"/>
                </a:cubicBezTo>
                <a:cubicBezTo>
                  <a:pt x="1946786" y="234808"/>
                  <a:pt x="1949936" y="238131"/>
                  <a:pt x="1949936" y="242077"/>
                </a:cubicBezTo>
                <a:cubicBezTo>
                  <a:pt x="1949936" y="246022"/>
                  <a:pt x="1948057" y="248532"/>
                  <a:pt x="1944300" y="249606"/>
                </a:cubicBezTo>
                <a:cubicBezTo>
                  <a:pt x="1940542" y="250680"/>
                  <a:pt x="1937516" y="252810"/>
                  <a:pt x="1935220" y="255996"/>
                </a:cubicBezTo>
                <a:cubicBezTo>
                  <a:pt x="1932925" y="259182"/>
                  <a:pt x="1928636" y="267357"/>
                  <a:pt x="1922354" y="280521"/>
                </a:cubicBezTo>
                <a:cubicBezTo>
                  <a:pt x="1916072" y="293684"/>
                  <a:pt x="1906293" y="308624"/>
                  <a:pt x="1893015" y="325341"/>
                </a:cubicBezTo>
                <a:cubicBezTo>
                  <a:pt x="1884809" y="319125"/>
                  <a:pt x="1874422" y="314153"/>
                  <a:pt x="1861854" y="310424"/>
                </a:cubicBezTo>
                <a:cubicBezTo>
                  <a:pt x="1886262" y="282921"/>
                  <a:pt x="1902287" y="252253"/>
                  <a:pt x="1909931" y="218420"/>
                </a:cubicBezTo>
                <a:close/>
                <a:moveTo>
                  <a:pt x="499914" y="207662"/>
                </a:moveTo>
                <a:cubicBezTo>
                  <a:pt x="526837" y="210657"/>
                  <a:pt x="586461" y="212155"/>
                  <a:pt x="678787" y="212155"/>
                </a:cubicBezTo>
                <a:cubicBezTo>
                  <a:pt x="771113" y="212155"/>
                  <a:pt x="828158" y="210657"/>
                  <a:pt x="849923" y="207662"/>
                </a:cubicBezTo>
                <a:cubicBezTo>
                  <a:pt x="846936" y="226083"/>
                  <a:pt x="845443" y="250031"/>
                  <a:pt x="845443" y="279506"/>
                </a:cubicBezTo>
                <a:lnTo>
                  <a:pt x="845443" y="368760"/>
                </a:lnTo>
                <a:cubicBezTo>
                  <a:pt x="845443" y="383786"/>
                  <a:pt x="843804" y="394837"/>
                  <a:pt x="840525" y="401914"/>
                </a:cubicBezTo>
                <a:cubicBezTo>
                  <a:pt x="837246" y="408991"/>
                  <a:pt x="830194" y="414065"/>
                  <a:pt x="819369" y="417134"/>
                </a:cubicBezTo>
                <a:cubicBezTo>
                  <a:pt x="808543" y="420204"/>
                  <a:pt x="789705" y="422498"/>
                  <a:pt x="762855" y="424017"/>
                </a:cubicBezTo>
                <a:cubicBezTo>
                  <a:pt x="762507" y="409892"/>
                  <a:pt x="757982" y="395480"/>
                  <a:pt x="749281" y="380783"/>
                </a:cubicBezTo>
                <a:cubicBezTo>
                  <a:pt x="765745" y="382583"/>
                  <a:pt x="778394" y="383484"/>
                  <a:pt x="787229" y="383484"/>
                </a:cubicBezTo>
                <a:cubicBezTo>
                  <a:pt x="796063" y="383484"/>
                  <a:pt x="801665" y="382129"/>
                  <a:pt x="804035" y="379419"/>
                </a:cubicBezTo>
                <a:cubicBezTo>
                  <a:pt x="806404" y="376709"/>
                  <a:pt x="807589" y="370913"/>
                  <a:pt x="807589" y="362031"/>
                </a:cubicBezTo>
                <a:lnTo>
                  <a:pt x="807589" y="243266"/>
                </a:lnTo>
                <a:lnTo>
                  <a:pt x="540898" y="243266"/>
                </a:lnTo>
                <a:lnTo>
                  <a:pt x="540898" y="419531"/>
                </a:lnTo>
                <a:lnTo>
                  <a:pt x="497221" y="419531"/>
                </a:lnTo>
                <a:cubicBezTo>
                  <a:pt x="501408" y="394128"/>
                  <a:pt x="503501" y="366589"/>
                  <a:pt x="503501" y="336913"/>
                </a:cubicBezTo>
                <a:lnTo>
                  <a:pt x="503501" y="279506"/>
                </a:lnTo>
                <a:cubicBezTo>
                  <a:pt x="503501" y="253322"/>
                  <a:pt x="502305" y="229374"/>
                  <a:pt x="499914" y="207662"/>
                </a:cubicBezTo>
                <a:close/>
                <a:moveTo>
                  <a:pt x="1955594" y="197339"/>
                </a:moveTo>
                <a:cubicBezTo>
                  <a:pt x="1973596" y="198891"/>
                  <a:pt x="1986199" y="199759"/>
                  <a:pt x="1993402" y="199943"/>
                </a:cubicBezTo>
                <a:cubicBezTo>
                  <a:pt x="2000606" y="200126"/>
                  <a:pt x="2004207" y="202875"/>
                  <a:pt x="2004207" y="208190"/>
                </a:cubicBezTo>
                <a:cubicBezTo>
                  <a:pt x="2004207" y="211586"/>
                  <a:pt x="2002564" y="214110"/>
                  <a:pt x="1999278" y="215763"/>
                </a:cubicBezTo>
                <a:cubicBezTo>
                  <a:pt x="1995987" y="217201"/>
                  <a:pt x="1994342" y="221854"/>
                  <a:pt x="1994342" y="229721"/>
                </a:cubicBezTo>
                <a:lnTo>
                  <a:pt x="1994342" y="312610"/>
                </a:lnTo>
                <a:cubicBezTo>
                  <a:pt x="2008443" y="289150"/>
                  <a:pt x="2020026" y="260594"/>
                  <a:pt x="2029089" y="226943"/>
                </a:cubicBezTo>
                <a:cubicBezTo>
                  <a:pt x="2040766" y="233786"/>
                  <a:pt x="2050080" y="238056"/>
                  <a:pt x="2057028" y="239751"/>
                </a:cubicBezTo>
                <a:cubicBezTo>
                  <a:pt x="2063977" y="241447"/>
                  <a:pt x="2067451" y="244532"/>
                  <a:pt x="2067451" y="249006"/>
                </a:cubicBezTo>
                <a:cubicBezTo>
                  <a:pt x="2067451" y="253480"/>
                  <a:pt x="2066001" y="256533"/>
                  <a:pt x="2063100" y="258164"/>
                </a:cubicBezTo>
                <a:cubicBezTo>
                  <a:pt x="2060200" y="259795"/>
                  <a:pt x="2056558" y="263439"/>
                  <a:pt x="2052174" y="269094"/>
                </a:cubicBezTo>
                <a:cubicBezTo>
                  <a:pt x="2047790" y="274750"/>
                  <a:pt x="2043745" y="281428"/>
                  <a:pt x="2040040" y="289129"/>
                </a:cubicBezTo>
                <a:cubicBezTo>
                  <a:pt x="2023571" y="323590"/>
                  <a:pt x="2002476" y="351019"/>
                  <a:pt x="1976754" y="371414"/>
                </a:cubicBezTo>
                <a:cubicBezTo>
                  <a:pt x="1951032" y="391810"/>
                  <a:pt x="1917523" y="408446"/>
                  <a:pt x="1876227" y="421324"/>
                </a:cubicBezTo>
                <a:cubicBezTo>
                  <a:pt x="1873012" y="409708"/>
                  <a:pt x="1866728" y="399290"/>
                  <a:pt x="1857375" y="390070"/>
                </a:cubicBezTo>
                <a:cubicBezTo>
                  <a:pt x="1903976" y="377059"/>
                  <a:pt x="1937913" y="361736"/>
                  <a:pt x="1959187" y="344100"/>
                </a:cubicBezTo>
                <a:lnTo>
                  <a:pt x="1959187" y="251703"/>
                </a:lnTo>
                <a:cubicBezTo>
                  <a:pt x="1959187" y="230314"/>
                  <a:pt x="1957990" y="212193"/>
                  <a:pt x="1955594" y="197339"/>
                </a:cubicBezTo>
                <a:close/>
                <a:moveTo>
                  <a:pt x="89875" y="195274"/>
                </a:moveTo>
                <a:lnTo>
                  <a:pt x="89875" y="224714"/>
                </a:lnTo>
                <a:lnTo>
                  <a:pt x="158769" y="224714"/>
                </a:lnTo>
                <a:lnTo>
                  <a:pt x="158769" y="195274"/>
                </a:lnTo>
                <a:close/>
                <a:moveTo>
                  <a:pt x="2627256" y="190166"/>
                </a:moveTo>
                <a:cubicBezTo>
                  <a:pt x="2657036" y="209988"/>
                  <a:pt x="2684431" y="232708"/>
                  <a:pt x="2709438" y="258325"/>
                </a:cubicBezTo>
                <a:lnTo>
                  <a:pt x="2684206" y="280492"/>
                </a:lnTo>
                <a:cubicBezTo>
                  <a:pt x="2666009" y="260618"/>
                  <a:pt x="2640572" y="238651"/>
                  <a:pt x="2607897" y="214591"/>
                </a:cubicBezTo>
                <a:close/>
                <a:moveTo>
                  <a:pt x="2427296" y="181644"/>
                </a:moveTo>
                <a:cubicBezTo>
                  <a:pt x="2431735" y="192750"/>
                  <a:pt x="2438023" y="201978"/>
                  <a:pt x="2446163" y="209326"/>
                </a:cubicBezTo>
                <a:cubicBezTo>
                  <a:pt x="2424369" y="226504"/>
                  <a:pt x="2392930" y="252617"/>
                  <a:pt x="2351844" y="287664"/>
                </a:cubicBezTo>
                <a:cubicBezTo>
                  <a:pt x="2345195" y="276601"/>
                  <a:pt x="2336658" y="268393"/>
                  <a:pt x="2326233" y="263040"/>
                </a:cubicBezTo>
                <a:cubicBezTo>
                  <a:pt x="2367805" y="237327"/>
                  <a:pt x="2401493" y="210195"/>
                  <a:pt x="2427296" y="181644"/>
                </a:cubicBezTo>
                <a:close/>
                <a:moveTo>
                  <a:pt x="2142624" y="177608"/>
                </a:moveTo>
                <a:cubicBezTo>
                  <a:pt x="2154716" y="179108"/>
                  <a:pt x="2168202" y="179858"/>
                  <a:pt x="2183080" y="179858"/>
                </a:cubicBezTo>
                <a:cubicBezTo>
                  <a:pt x="2188218" y="179858"/>
                  <a:pt x="2190788" y="181951"/>
                  <a:pt x="2190788" y="186137"/>
                </a:cubicBezTo>
                <a:cubicBezTo>
                  <a:pt x="2190788" y="190324"/>
                  <a:pt x="2189838" y="193195"/>
                  <a:pt x="2187937" y="194753"/>
                </a:cubicBezTo>
                <a:cubicBezTo>
                  <a:pt x="2186037" y="196310"/>
                  <a:pt x="2184169" y="199318"/>
                  <a:pt x="2182333" y="203775"/>
                </a:cubicBezTo>
                <a:cubicBezTo>
                  <a:pt x="2180497" y="208233"/>
                  <a:pt x="2179579" y="210848"/>
                  <a:pt x="2179579" y="211619"/>
                </a:cubicBezTo>
                <a:cubicBezTo>
                  <a:pt x="2178622" y="257787"/>
                  <a:pt x="2175845" y="290366"/>
                  <a:pt x="2171249" y="309356"/>
                </a:cubicBezTo>
                <a:cubicBezTo>
                  <a:pt x="2166654" y="328347"/>
                  <a:pt x="2155254" y="347787"/>
                  <a:pt x="2137049" y="367678"/>
                </a:cubicBezTo>
                <a:cubicBezTo>
                  <a:pt x="2118844" y="387569"/>
                  <a:pt x="2091806" y="407244"/>
                  <a:pt x="2055935" y="426703"/>
                </a:cubicBezTo>
                <a:cubicBezTo>
                  <a:pt x="2053368" y="418531"/>
                  <a:pt x="2046534" y="408706"/>
                  <a:pt x="2035432" y="397228"/>
                </a:cubicBezTo>
                <a:cubicBezTo>
                  <a:pt x="2063050" y="385517"/>
                  <a:pt x="2084926" y="372175"/>
                  <a:pt x="2101059" y="357202"/>
                </a:cubicBezTo>
                <a:cubicBezTo>
                  <a:pt x="2117192" y="342228"/>
                  <a:pt x="2128601" y="326022"/>
                  <a:pt x="2135288" y="308581"/>
                </a:cubicBezTo>
                <a:cubicBezTo>
                  <a:pt x="2141974" y="291141"/>
                  <a:pt x="2145318" y="264407"/>
                  <a:pt x="2145318" y="228378"/>
                </a:cubicBezTo>
                <a:cubicBezTo>
                  <a:pt x="2145318" y="213510"/>
                  <a:pt x="2144420" y="196586"/>
                  <a:pt x="2142624" y="177608"/>
                </a:cubicBezTo>
                <a:close/>
                <a:moveTo>
                  <a:pt x="0" y="161463"/>
                </a:moveTo>
                <a:cubicBezTo>
                  <a:pt x="29913" y="164759"/>
                  <a:pt x="98476" y="166406"/>
                  <a:pt x="205690" y="166406"/>
                </a:cubicBezTo>
                <a:cubicBezTo>
                  <a:pt x="312903" y="166406"/>
                  <a:pt x="381192" y="164759"/>
                  <a:pt x="410558" y="161463"/>
                </a:cubicBezTo>
                <a:lnTo>
                  <a:pt x="410558" y="198860"/>
                </a:lnTo>
                <a:cubicBezTo>
                  <a:pt x="389141" y="196470"/>
                  <a:pt x="316632" y="195274"/>
                  <a:pt x="193031" y="195274"/>
                </a:cubicBezTo>
                <a:lnTo>
                  <a:pt x="193031" y="325169"/>
                </a:lnTo>
                <a:lnTo>
                  <a:pt x="230257" y="317097"/>
                </a:lnTo>
                <a:cubicBezTo>
                  <a:pt x="229957" y="324393"/>
                  <a:pt x="229807" y="330529"/>
                  <a:pt x="229807" y="335506"/>
                </a:cubicBezTo>
                <a:cubicBezTo>
                  <a:pt x="229807" y="340483"/>
                  <a:pt x="229957" y="346019"/>
                  <a:pt x="230257" y="352115"/>
                </a:cubicBezTo>
                <a:cubicBezTo>
                  <a:pt x="219508" y="353620"/>
                  <a:pt x="207099" y="355544"/>
                  <a:pt x="193031" y="357887"/>
                </a:cubicBezTo>
                <a:lnTo>
                  <a:pt x="195504" y="397553"/>
                </a:lnTo>
                <a:lnTo>
                  <a:pt x="239730" y="374022"/>
                </a:lnTo>
                <a:cubicBezTo>
                  <a:pt x="254081" y="364639"/>
                  <a:pt x="267012" y="354268"/>
                  <a:pt x="278520" y="342907"/>
                </a:cubicBezTo>
                <a:cubicBezTo>
                  <a:pt x="260665" y="325614"/>
                  <a:pt x="242039" y="293446"/>
                  <a:pt x="222642" y="246402"/>
                </a:cubicBezTo>
                <a:lnTo>
                  <a:pt x="208104" y="247302"/>
                </a:lnTo>
                <a:lnTo>
                  <a:pt x="208104" y="212591"/>
                </a:lnTo>
                <a:cubicBezTo>
                  <a:pt x="228569" y="215286"/>
                  <a:pt x="256842" y="216634"/>
                  <a:pt x="292925" y="216634"/>
                </a:cubicBezTo>
                <a:cubicBezTo>
                  <a:pt x="329009" y="216634"/>
                  <a:pt x="357156" y="215286"/>
                  <a:pt x="377368" y="212591"/>
                </a:cubicBezTo>
                <a:cubicBezTo>
                  <a:pt x="364228" y="266026"/>
                  <a:pt x="345540" y="308824"/>
                  <a:pt x="321304" y="340985"/>
                </a:cubicBezTo>
                <a:cubicBezTo>
                  <a:pt x="342378" y="359011"/>
                  <a:pt x="373327" y="376990"/>
                  <a:pt x="414151" y="394921"/>
                </a:cubicBezTo>
                <a:cubicBezTo>
                  <a:pt x="404469" y="402141"/>
                  <a:pt x="396473" y="412437"/>
                  <a:pt x="390163" y="425810"/>
                </a:cubicBezTo>
                <a:cubicBezTo>
                  <a:pt x="346576" y="401969"/>
                  <a:pt x="316880" y="381338"/>
                  <a:pt x="301073" y="363917"/>
                </a:cubicBezTo>
                <a:cubicBezTo>
                  <a:pt x="283847" y="383572"/>
                  <a:pt x="256853" y="404500"/>
                  <a:pt x="220091" y="426703"/>
                </a:cubicBezTo>
                <a:cubicBezTo>
                  <a:pt x="216939" y="420586"/>
                  <a:pt x="213055" y="415235"/>
                  <a:pt x="208442" y="410651"/>
                </a:cubicBezTo>
                <a:lnTo>
                  <a:pt x="195755" y="401590"/>
                </a:lnTo>
                <a:lnTo>
                  <a:pt x="197517" y="429846"/>
                </a:lnTo>
                <a:lnTo>
                  <a:pt x="156526" y="429846"/>
                </a:lnTo>
                <a:cubicBezTo>
                  <a:pt x="158022" y="410449"/>
                  <a:pt x="158769" y="387875"/>
                  <a:pt x="158769" y="362124"/>
                </a:cubicBezTo>
                <a:cubicBezTo>
                  <a:pt x="87956" y="374382"/>
                  <a:pt x="39843" y="383500"/>
                  <a:pt x="14430" y="389477"/>
                </a:cubicBezTo>
                <a:cubicBezTo>
                  <a:pt x="13244" y="378390"/>
                  <a:pt x="9927" y="365779"/>
                  <a:pt x="4479" y="351644"/>
                </a:cubicBezTo>
                <a:cubicBezTo>
                  <a:pt x="22829" y="350510"/>
                  <a:pt x="39574" y="349174"/>
                  <a:pt x="54714" y="347636"/>
                </a:cubicBezTo>
                <a:lnTo>
                  <a:pt x="54714" y="195724"/>
                </a:lnTo>
                <a:cubicBezTo>
                  <a:pt x="48132" y="195724"/>
                  <a:pt x="29894" y="196770"/>
                  <a:pt x="0" y="198860"/>
                </a:cubicBezTo>
                <a:close/>
                <a:moveTo>
                  <a:pt x="589340" y="135174"/>
                </a:moveTo>
                <a:lnTo>
                  <a:pt x="589340" y="163263"/>
                </a:lnTo>
                <a:lnTo>
                  <a:pt x="751975" y="163263"/>
                </a:lnTo>
                <a:lnTo>
                  <a:pt x="751975" y="135174"/>
                </a:lnTo>
                <a:close/>
                <a:moveTo>
                  <a:pt x="107363" y="109156"/>
                </a:moveTo>
                <a:lnTo>
                  <a:pt x="107363" y="126037"/>
                </a:lnTo>
                <a:lnTo>
                  <a:pt x="305881" y="126037"/>
                </a:lnTo>
                <a:lnTo>
                  <a:pt x="305881" y="109156"/>
                </a:lnTo>
                <a:close/>
                <a:moveTo>
                  <a:pt x="551942" y="102706"/>
                </a:moveTo>
                <a:cubicBezTo>
                  <a:pt x="579593" y="104206"/>
                  <a:pt x="619140" y="104956"/>
                  <a:pt x="670582" y="104956"/>
                </a:cubicBezTo>
                <a:cubicBezTo>
                  <a:pt x="722024" y="104956"/>
                  <a:pt x="761473" y="104206"/>
                  <a:pt x="788929" y="102706"/>
                </a:cubicBezTo>
                <a:cubicBezTo>
                  <a:pt x="788029" y="117045"/>
                  <a:pt x="787579" y="132138"/>
                  <a:pt x="787579" y="147983"/>
                </a:cubicBezTo>
                <a:cubicBezTo>
                  <a:pt x="787579" y="163827"/>
                  <a:pt x="788029" y="179591"/>
                  <a:pt x="788929" y="195274"/>
                </a:cubicBezTo>
                <a:cubicBezTo>
                  <a:pt x="757625" y="194379"/>
                  <a:pt x="717228" y="193931"/>
                  <a:pt x="667739" y="193931"/>
                </a:cubicBezTo>
                <a:cubicBezTo>
                  <a:pt x="618249" y="193931"/>
                  <a:pt x="579651" y="194529"/>
                  <a:pt x="551942" y="195724"/>
                </a:cubicBezTo>
                <a:cubicBezTo>
                  <a:pt x="553733" y="178860"/>
                  <a:pt x="554628" y="162588"/>
                  <a:pt x="554628" y="146908"/>
                </a:cubicBezTo>
                <a:cubicBezTo>
                  <a:pt x="554628" y="131227"/>
                  <a:pt x="553733" y="116493"/>
                  <a:pt x="551942" y="102706"/>
                </a:cubicBezTo>
                <a:close/>
                <a:moveTo>
                  <a:pt x="2653046" y="93733"/>
                </a:moveTo>
                <a:cubicBezTo>
                  <a:pt x="2665776" y="103487"/>
                  <a:pt x="2674619" y="109851"/>
                  <a:pt x="2679577" y="112825"/>
                </a:cubicBezTo>
                <a:cubicBezTo>
                  <a:pt x="2684535" y="115799"/>
                  <a:pt x="2687014" y="119034"/>
                  <a:pt x="2687014" y="122529"/>
                </a:cubicBezTo>
                <a:cubicBezTo>
                  <a:pt x="2687014" y="128268"/>
                  <a:pt x="2684643" y="131138"/>
                  <a:pt x="2679902" y="131138"/>
                </a:cubicBezTo>
                <a:cubicBezTo>
                  <a:pt x="2675161" y="131138"/>
                  <a:pt x="2670109" y="133131"/>
                  <a:pt x="2664747" y="137117"/>
                </a:cubicBezTo>
                <a:cubicBezTo>
                  <a:pt x="2659384" y="141103"/>
                  <a:pt x="2652111" y="147305"/>
                  <a:pt x="2642926" y="155723"/>
                </a:cubicBezTo>
                <a:cubicBezTo>
                  <a:pt x="2633742" y="164141"/>
                  <a:pt x="2623216" y="173288"/>
                  <a:pt x="2611347" y="183166"/>
                </a:cubicBezTo>
                <a:cubicBezTo>
                  <a:pt x="2605970" y="175831"/>
                  <a:pt x="2598541" y="169023"/>
                  <a:pt x="2589059" y="162742"/>
                </a:cubicBezTo>
                <a:cubicBezTo>
                  <a:pt x="2614852" y="143420"/>
                  <a:pt x="2636181" y="120417"/>
                  <a:pt x="2653046" y="93733"/>
                </a:cubicBezTo>
                <a:close/>
                <a:moveTo>
                  <a:pt x="107363" y="61615"/>
                </a:moveTo>
                <a:lnTo>
                  <a:pt x="107363" y="81189"/>
                </a:lnTo>
                <a:lnTo>
                  <a:pt x="305881" y="81189"/>
                </a:lnTo>
                <a:lnTo>
                  <a:pt x="305881" y="61615"/>
                </a:lnTo>
                <a:close/>
                <a:moveTo>
                  <a:pt x="975155" y="53371"/>
                </a:moveTo>
                <a:cubicBezTo>
                  <a:pt x="1026204" y="55471"/>
                  <a:pt x="1082442" y="56521"/>
                  <a:pt x="1143869" y="56521"/>
                </a:cubicBezTo>
                <a:cubicBezTo>
                  <a:pt x="1205295" y="56521"/>
                  <a:pt x="1261245" y="55471"/>
                  <a:pt x="1311718" y="53371"/>
                </a:cubicBezTo>
                <a:lnTo>
                  <a:pt x="1311718" y="90318"/>
                </a:lnTo>
                <a:cubicBezTo>
                  <a:pt x="1264541" y="89123"/>
                  <a:pt x="1215354" y="88525"/>
                  <a:pt x="1164157" y="88525"/>
                </a:cubicBezTo>
                <a:lnTo>
                  <a:pt x="1164157" y="351637"/>
                </a:lnTo>
                <a:cubicBezTo>
                  <a:pt x="1242510" y="351637"/>
                  <a:pt x="1300069" y="350289"/>
                  <a:pt x="1336836" y="347593"/>
                </a:cubicBezTo>
                <a:lnTo>
                  <a:pt x="1336836" y="389927"/>
                </a:lnTo>
                <a:cubicBezTo>
                  <a:pt x="1299845" y="387836"/>
                  <a:pt x="1256459" y="386791"/>
                  <a:pt x="1206677" y="386791"/>
                </a:cubicBezTo>
                <a:lnTo>
                  <a:pt x="1076610" y="386791"/>
                </a:lnTo>
                <a:cubicBezTo>
                  <a:pt x="1024723" y="386791"/>
                  <a:pt x="979693" y="387836"/>
                  <a:pt x="941522" y="389927"/>
                </a:cubicBezTo>
                <a:lnTo>
                  <a:pt x="941522" y="347593"/>
                </a:lnTo>
                <a:cubicBezTo>
                  <a:pt x="973283" y="350289"/>
                  <a:pt x="1034429" y="351637"/>
                  <a:pt x="1124959" y="351637"/>
                </a:cubicBezTo>
                <a:lnTo>
                  <a:pt x="1124959" y="88525"/>
                </a:lnTo>
                <a:cubicBezTo>
                  <a:pt x="1053398" y="88525"/>
                  <a:pt x="1003463" y="89123"/>
                  <a:pt x="975155" y="90318"/>
                </a:cubicBezTo>
                <a:close/>
                <a:moveTo>
                  <a:pt x="2064586" y="36326"/>
                </a:moveTo>
                <a:cubicBezTo>
                  <a:pt x="2092842" y="39021"/>
                  <a:pt x="2127005" y="40369"/>
                  <a:pt x="2167074" y="40369"/>
                </a:cubicBezTo>
                <a:cubicBezTo>
                  <a:pt x="2207143" y="40369"/>
                  <a:pt x="2240613" y="39021"/>
                  <a:pt x="2267483" y="36326"/>
                </a:cubicBezTo>
                <a:lnTo>
                  <a:pt x="2267483" y="74173"/>
                </a:lnTo>
                <a:cubicBezTo>
                  <a:pt x="2245456" y="71783"/>
                  <a:pt x="2215998" y="70587"/>
                  <a:pt x="2179108" y="70587"/>
                </a:cubicBezTo>
                <a:cubicBezTo>
                  <a:pt x="2175369" y="87656"/>
                  <a:pt x="2169397" y="105839"/>
                  <a:pt x="2161191" y="125137"/>
                </a:cubicBezTo>
                <a:cubicBezTo>
                  <a:pt x="2199158" y="125137"/>
                  <a:pt x="2227711" y="124387"/>
                  <a:pt x="2246852" y="122887"/>
                </a:cubicBezTo>
                <a:cubicBezTo>
                  <a:pt x="2246256" y="148223"/>
                  <a:pt x="2245959" y="168138"/>
                  <a:pt x="2245959" y="182630"/>
                </a:cubicBezTo>
                <a:lnTo>
                  <a:pt x="2245959" y="262461"/>
                </a:lnTo>
                <a:cubicBezTo>
                  <a:pt x="2245959" y="279559"/>
                  <a:pt x="2246256" y="300518"/>
                  <a:pt x="2246852" y="325341"/>
                </a:cubicBezTo>
                <a:lnTo>
                  <a:pt x="2209904" y="325341"/>
                </a:lnTo>
                <a:lnTo>
                  <a:pt x="2209904" y="154462"/>
                </a:lnTo>
                <a:lnTo>
                  <a:pt x="2112749" y="154462"/>
                </a:lnTo>
                <a:lnTo>
                  <a:pt x="2112749" y="328484"/>
                </a:lnTo>
                <a:lnTo>
                  <a:pt x="2075795" y="328484"/>
                </a:lnTo>
                <a:cubicBezTo>
                  <a:pt x="2076695" y="306795"/>
                  <a:pt x="2077145" y="285686"/>
                  <a:pt x="2077145" y="265154"/>
                </a:cubicBezTo>
                <a:lnTo>
                  <a:pt x="2077145" y="182630"/>
                </a:lnTo>
                <a:cubicBezTo>
                  <a:pt x="2077145" y="156098"/>
                  <a:pt x="2076547" y="136184"/>
                  <a:pt x="2075352" y="122887"/>
                </a:cubicBezTo>
                <a:cubicBezTo>
                  <a:pt x="2093083" y="124092"/>
                  <a:pt x="2110728" y="124694"/>
                  <a:pt x="2128287" y="124694"/>
                </a:cubicBezTo>
                <a:cubicBezTo>
                  <a:pt x="2135497" y="107335"/>
                  <a:pt x="2141024" y="89299"/>
                  <a:pt x="2144868" y="70587"/>
                </a:cubicBezTo>
                <a:cubicBezTo>
                  <a:pt x="2116254" y="70587"/>
                  <a:pt x="2089494" y="71783"/>
                  <a:pt x="2064586" y="74173"/>
                </a:cubicBezTo>
                <a:close/>
                <a:moveTo>
                  <a:pt x="68622" y="30947"/>
                </a:moveTo>
                <a:cubicBezTo>
                  <a:pt x="86925" y="32147"/>
                  <a:pt x="130568" y="32747"/>
                  <a:pt x="199553" y="32747"/>
                </a:cubicBezTo>
                <a:cubicBezTo>
                  <a:pt x="268538" y="32747"/>
                  <a:pt x="316299" y="32147"/>
                  <a:pt x="342835" y="30947"/>
                </a:cubicBezTo>
                <a:cubicBezTo>
                  <a:pt x="341935" y="49454"/>
                  <a:pt x="341485" y="69147"/>
                  <a:pt x="341485" y="90025"/>
                </a:cubicBezTo>
                <a:cubicBezTo>
                  <a:pt x="341485" y="110904"/>
                  <a:pt x="341935" y="132681"/>
                  <a:pt x="342835" y="155355"/>
                </a:cubicBezTo>
                <a:cubicBezTo>
                  <a:pt x="315370" y="154160"/>
                  <a:pt x="266389" y="153562"/>
                  <a:pt x="195892" y="153562"/>
                </a:cubicBezTo>
                <a:cubicBezTo>
                  <a:pt x="125395" y="153562"/>
                  <a:pt x="83119" y="154010"/>
                  <a:pt x="69065" y="154905"/>
                </a:cubicBezTo>
                <a:cubicBezTo>
                  <a:pt x="70561" y="128992"/>
                  <a:pt x="71309" y="107695"/>
                  <a:pt x="71309" y="91015"/>
                </a:cubicBezTo>
                <a:cubicBezTo>
                  <a:pt x="71309" y="74334"/>
                  <a:pt x="70413" y="54311"/>
                  <a:pt x="68622" y="30947"/>
                </a:cubicBezTo>
                <a:close/>
                <a:moveTo>
                  <a:pt x="1961423" y="12551"/>
                </a:moveTo>
                <a:cubicBezTo>
                  <a:pt x="1980030" y="14104"/>
                  <a:pt x="1993084" y="14971"/>
                  <a:pt x="2000585" y="15152"/>
                </a:cubicBezTo>
                <a:cubicBezTo>
                  <a:pt x="2008086" y="15333"/>
                  <a:pt x="2011837" y="17603"/>
                  <a:pt x="2011837" y="21963"/>
                </a:cubicBezTo>
                <a:cubicBezTo>
                  <a:pt x="2011837" y="26323"/>
                  <a:pt x="2010003" y="29813"/>
                  <a:pt x="2006336" y="32432"/>
                </a:cubicBezTo>
                <a:cubicBezTo>
                  <a:pt x="2003126" y="35042"/>
                  <a:pt x="2001521" y="40107"/>
                  <a:pt x="2001521" y="47627"/>
                </a:cubicBezTo>
                <a:lnTo>
                  <a:pt x="2001521" y="81632"/>
                </a:lnTo>
                <a:lnTo>
                  <a:pt x="2034175" y="81632"/>
                </a:lnTo>
                <a:cubicBezTo>
                  <a:pt x="2045662" y="81632"/>
                  <a:pt x="2056904" y="80734"/>
                  <a:pt x="2067901" y="78938"/>
                </a:cubicBezTo>
                <a:lnTo>
                  <a:pt x="2067901" y="114093"/>
                </a:lnTo>
                <a:cubicBezTo>
                  <a:pt x="2056704" y="112597"/>
                  <a:pt x="2045462" y="111850"/>
                  <a:pt x="2034175" y="111850"/>
                </a:cubicBezTo>
                <a:lnTo>
                  <a:pt x="2001521" y="111850"/>
                </a:lnTo>
                <a:lnTo>
                  <a:pt x="2001521" y="157455"/>
                </a:lnTo>
                <a:cubicBezTo>
                  <a:pt x="2031077" y="157184"/>
                  <a:pt x="2054399" y="156277"/>
                  <a:pt x="2071487" y="154733"/>
                </a:cubicBezTo>
                <a:lnTo>
                  <a:pt x="2071487" y="190788"/>
                </a:lnTo>
                <a:cubicBezTo>
                  <a:pt x="2055814" y="188397"/>
                  <a:pt x="2020678" y="187202"/>
                  <a:pt x="1966081" y="187202"/>
                </a:cubicBezTo>
                <a:cubicBezTo>
                  <a:pt x="1911484" y="187202"/>
                  <a:pt x="1875396" y="188397"/>
                  <a:pt x="1857818" y="190788"/>
                </a:cubicBezTo>
                <a:lnTo>
                  <a:pt x="1857818" y="154733"/>
                </a:lnTo>
                <a:cubicBezTo>
                  <a:pt x="1877253" y="156281"/>
                  <a:pt x="1891607" y="157029"/>
                  <a:pt x="1900880" y="156977"/>
                </a:cubicBezTo>
                <a:cubicBezTo>
                  <a:pt x="1900880" y="115962"/>
                  <a:pt x="1900584" y="90227"/>
                  <a:pt x="1899991" y="79771"/>
                </a:cubicBezTo>
                <a:cubicBezTo>
                  <a:pt x="1899398" y="69314"/>
                  <a:pt x="1898349" y="59467"/>
                  <a:pt x="1896844" y="50228"/>
                </a:cubicBezTo>
                <a:cubicBezTo>
                  <a:pt x="1908912" y="52628"/>
                  <a:pt x="1921797" y="53828"/>
                  <a:pt x="1935499" y="53828"/>
                </a:cubicBezTo>
                <a:cubicBezTo>
                  <a:pt x="1942138" y="53828"/>
                  <a:pt x="1945457" y="56037"/>
                  <a:pt x="1945457" y="60454"/>
                </a:cubicBezTo>
                <a:cubicBezTo>
                  <a:pt x="1945457" y="64871"/>
                  <a:pt x="1944228" y="67693"/>
                  <a:pt x="1941771" y="68919"/>
                </a:cubicBezTo>
                <a:cubicBezTo>
                  <a:pt x="1939313" y="70146"/>
                  <a:pt x="1937594" y="71904"/>
                  <a:pt x="1936613" y="74195"/>
                </a:cubicBezTo>
                <a:cubicBezTo>
                  <a:pt x="1935632" y="76486"/>
                  <a:pt x="1935142" y="78543"/>
                  <a:pt x="1935142" y="80367"/>
                </a:cubicBezTo>
                <a:lnTo>
                  <a:pt x="1935142" y="157434"/>
                </a:lnTo>
                <a:lnTo>
                  <a:pt x="1965017" y="157434"/>
                </a:lnTo>
                <a:lnTo>
                  <a:pt x="1965017" y="66915"/>
                </a:lnTo>
                <a:cubicBezTo>
                  <a:pt x="1965017" y="45232"/>
                  <a:pt x="1963819" y="27110"/>
                  <a:pt x="1961423" y="12551"/>
                </a:cubicBezTo>
                <a:close/>
                <a:moveTo>
                  <a:pt x="1624003" y="4929"/>
                </a:moveTo>
                <a:cubicBezTo>
                  <a:pt x="1634771" y="10058"/>
                  <a:pt x="1642144" y="13286"/>
                  <a:pt x="1646123" y="14612"/>
                </a:cubicBezTo>
                <a:cubicBezTo>
                  <a:pt x="1650102" y="15939"/>
                  <a:pt x="1655584" y="16602"/>
                  <a:pt x="1662568" y="16602"/>
                </a:cubicBezTo>
                <a:cubicBezTo>
                  <a:pt x="1669552" y="16602"/>
                  <a:pt x="1673044" y="19682"/>
                  <a:pt x="1673044" y="25842"/>
                </a:cubicBezTo>
                <a:cubicBezTo>
                  <a:pt x="1673044" y="32003"/>
                  <a:pt x="1669756" y="36319"/>
                  <a:pt x="1663179" y="38790"/>
                </a:cubicBezTo>
                <a:cubicBezTo>
                  <a:pt x="1661326" y="39614"/>
                  <a:pt x="1659087" y="42190"/>
                  <a:pt x="1656460" y="46516"/>
                </a:cubicBezTo>
                <a:cubicBezTo>
                  <a:pt x="1653834" y="50843"/>
                  <a:pt x="1649456" y="59585"/>
                  <a:pt x="1643326" y="72741"/>
                </a:cubicBezTo>
                <a:cubicBezTo>
                  <a:pt x="1637197" y="85898"/>
                  <a:pt x="1632151" y="93795"/>
                  <a:pt x="1628189" y="96433"/>
                </a:cubicBezTo>
                <a:lnTo>
                  <a:pt x="1736645" y="96433"/>
                </a:lnTo>
                <a:cubicBezTo>
                  <a:pt x="1762353" y="96433"/>
                  <a:pt x="1787199" y="95086"/>
                  <a:pt x="1811183" y="92390"/>
                </a:cubicBezTo>
                <a:lnTo>
                  <a:pt x="1811183" y="131138"/>
                </a:lnTo>
                <a:cubicBezTo>
                  <a:pt x="1780351" y="128747"/>
                  <a:pt x="1755505" y="127552"/>
                  <a:pt x="1736645" y="127552"/>
                </a:cubicBezTo>
                <a:lnTo>
                  <a:pt x="1661829" y="127552"/>
                </a:lnTo>
                <a:lnTo>
                  <a:pt x="1661829" y="190174"/>
                </a:lnTo>
                <a:lnTo>
                  <a:pt x="1702555" y="190174"/>
                </a:lnTo>
                <a:cubicBezTo>
                  <a:pt x="1731564" y="190174"/>
                  <a:pt x="1761046" y="188526"/>
                  <a:pt x="1791002" y="185230"/>
                </a:cubicBezTo>
                <a:lnTo>
                  <a:pt x="1791002" y="223528"/>
                </a:lnTo>
                <a:cubicBezTo>
                  <a:pt x="1763346" y="220837"/>
                  <a:pt x="1734014" y="219492"/>
                  <a:pt x="1703005" y="219492"/>
                </a:cubicBezTo>
                <a:lnTo>
                  <a:pt x="1661829" y="219492"/>
                </a:lnTo>
                <a:lnTo>
                  <a:pt x="1661829" y="282121"/>
                </a:lnTo>
                <a:lnTo>
                  <a:pt x="1713321" y="282121"/>
                </a:lnTo>
                <a:cubicBezTo>
                  <a:pt x="1740119" y="282121"/>
                  <a:pt x="1771395" y="280473"/>
                  <a:pt x="1807147" y="277177"/>
                </a:cubicBezTo>
                <a:lnTo>
                  <a:pt x="1807147" y="316818"/>
                </a:lnTo>
                <a:cubicBezTo>
                  <a:pt x="1774786" y="314127"/>
                  <a:pt x="1743660" y="312782"/>
                  <a:pt x="1713771" y="312782"/>
                </a:cubicBezTo>
                <a:lnTo>
                  <a:pt x="1661829" y="312782"/>
                </a:lnTo>
                <a:lnTo>
                  <a:pt x="1661829" y="344093"/>
                </a:lnTo>
                <a:cubicBezTo>
                  <a:pt x="1661829" y="369239"/>
                  <a:pt x="1663024" y="396776"/>
                  <a:pt x="1665415" y="426703"/>
                </a:cubicBezTo>
                <a:lnTo>
                  <a:pt x="1619495" y="426703"/>
                </a:lnTo>
                <a:cubicBezTo>
                  <a:pt x="1622186" y="391437"/>
                  <a:pt x="1623531" y="363900"/>
                  <a:pt x="1623531" y="344093"/>
                </a:cubicBezTo>
                <a:lnTo>
                  <a:pt x="1623531" y="127552"/>
                </a:lnTo>
                <a:lnTo>
                  <a:pt x="1612615" y="127552"/>
                </a:lnTo>
                <a:cubicBezTo>
                  <a:pt x="1593313" y="157512"/>
                  <a:pt x="1570565" y="185021"/>
                  <a:pt x="1544371" y="210076"/>
                </a:cubicBezTo>
                <a:cubicBezTo>
                  <a:pt x="1536708" y="200223"/>
                  <a:pt x="1524073" y="193203"/>
                  <a:pt x="1506466" y="189016"/>
                </a:cubicBezTo>
                <a:cubicBezTo>
                  <a:pt x="1534737" y="169971"/>
                  <a:pt x="1560877" y="142403"/>
                  <a:pt x="1584887" y="106313"/>
                </a:cubicBezTo>
                <a:cubicBezTo>
                  <a:pt x="1608897" y="70223"/>
                  <a:pt x="1621936" y="36428"/>
                  <a:pt x="1624003" y="4929"/>
                </a:cubicBezTo>
                <a:close/>
                <a:moveTo>
                  <a:pt x="668814" y="4036"/>
                </a:moveTo>
                <a:cubicBezTo>
                  <a:pt x="679020" y="24381"/>
                  <a:pt x="686257" y="42024"/>
                  <a:pt x="690524" y="56964"/>
                </a:cubicBezTo>
                <a:cubicBezTo>
                  <a:pt x="768048" y="56964"/>
                  <a:pt x="827610" y="55316"/>
                  <a:pt x="869211" y="52021"/>
                </a:cubicBezTo>
                <a:lnTo>
                  <a:pt x="869211" y="92119"/>
                </a:lnTo>
                <a:cubicBezTo>
                  <a:pt x="824334" y="89128"/>
                  <a:pt x="757394" y="87632"/>
                  <a:pt x="668393" y="87632"/>
                </a:cubicBezTo>
                <a:cubicBezTo>
                  <a:pt x="579391" y="87632"/>
                  <a:pt x="515457" y="89128"/>
                  <a:pt x="476590" y="92119"/>
                </a:cubicBezTo>
                <a:lnTo>
                  <a:pt x="476590" y="52021"/>
                </a:lnTo>
                <a:cubicBezTo>
                  <a:pt x="519910" y="55316"/>
                  <a:pt x="578217" y="56964"/>
                  <a:pt x="651512" y="56964"/>
                </a:cubicBezTo>
                <a:cubicBezTo>
                  <a:pt x="646402" y="47953"/>
                  <a:pt x="638777" y="34902"/>
                  <a:pt x="628638" y="17809"/>
                </a:cubicBezTo>
                <a:close/>
                <a:moveTo>
                  <a:pt x="2503848" y="0"/>
                </a:moveTo>
                <a:cubicBezTo>
                  <a:pt x="2517907" y="15154"/>
                  <a:pt x="2530268" y="33395"/>
                  <a:pt x="2540931" y="54721"/>
                </a:cubicBezTo>
                <a:cubicBezTo>
                  <a:pt x="2614231" y="54721"/>
                  <a:pt x="2668905" y="53076"/>
                  <a:pt x="2704952" y="49785"/>
                </a:cubicBezTo>
                <a:lnTo>
                  <a:pt x="2704952" y="88082"/>
                </a:lnTo>
                <a:cubicBezTo>
                  <a:pt x="2686550" y="86587"/>
                  <a:pt x="2661351" y="85465"/>
                  <a:pt x="2629357" y="84718"/>
                </a:cubicBezTo>
                <a:lnTo>
                  <a:pt x="2521736" y="83680"/>
                </a:lnTo>
                <a:lnTo>
                  <a:pt x="2528508" y="85689"/>
                </a:lnTo>
                <a:cubicBezTo>
                  <a:pt x="2534309" y="88247"/>
                  <a:pt x="2537210" y="91811"/>
                  <a:pt x="2537210" y="96383"/>
                </a:cubicBezTo>
                <a:cubicBezTo>
                  <a:pt x="2537210" y="100955"/>
                  <a:pt x="2534606" y="103589"/>
                  <a:pt x="2529398" y="104284"/>
                </a:cubicBezTo>
                <a:cubicBezTo>
                  <a:pt x="2524190" y="104980"/>
                  <a:pt x="2517550" y="110428"/>
                  <a:pt x="2509478" y="120629"/>
                </a:cubicBezTo>
                <a:cubicBezTo>
                  <a:pt x="2501405" y="130831"/>
                  <a:pt x="2492856" y="138910"/>
                  <a:pt x="2483831" y="144868"/>
                </a:cubicBezTo>
                <a:lnTo>
                  <a:pt x="2533288" y="143239"/>
                </a:lnTo>
                <a:cubicBezTo>
                  <a:pt x="2543880" y="129928"/>
                  <a:pt x="2552790" y="116119"/>
                  <a:pt x="2560020" y="101813"/>
                </a:cubicBezTo>
                <a:cubicBezTo>
                  <a:pt x="2574464" y="112371"/>
                  <a:pt x="2584514" y="118593"/>
                  <a:pt x="2590170" y="120479"/>
                </a:cubicBezTo>
                <a:cubicBezTo>
                  <a:pt x="2595825" y="122365"/>
                  <a:pt x="2598653" y="125806"/>
                  <a:pt x="2598653" y="130802"/>
                </a:cubicBezTo>
                <a:cubicBezTo>
                  <a:pt x="2598653" y="135798"/>
                  <a:pt x="2595646" y="138639"/>
                  <a:pt x="2589634" y="139324"/>
                </a:cubicBezTo>
                <a:cubicBezTo>
                  <a:pt x="2583621" y="140010"/>
                  <a:pt x="2567642" y="153745"/>
                  <a:pt x="2541696" y="180530"/>
                </a:cubicBezTo>
                <a:cubicBezTo>
                  <a:pt x="2521617" y="203271"/>
                  <a:pt x="2502329" y="220537"/>
                  <a:pt x="2483831" y="232329"/>
                </a:cubicBezTo>
                <a:lnTo>
                  <a:pt x="2566185" y="227535"/>
                </a:lnTo>
                <a:cubicBezTo>
                  <a:pt x="2560751" y="223921"/>
                  <a:pt x="2552528" y="214724"/>
                  <a:pt x="2541517" y="199946"/>
                </a:cubicBezTo>
                <a:lnTo>
                  <a:pt x="2565670" y="182544"/>
                </a:lnTo>
                <a:cubicBezTo>
                  <a:pt x="2590830" y="211448"/>
                  <a:pt x="2610945" y="239713"/>
                  <a:pt x="2626013" y="267340"/>
                </a:cubicBezTo>
                <a:lnTo>
                  <a:pt x="2595796" y="283628"/>
                </a:lnTo>
                <a:cubicBezTo>
                  <a:pt x="2590399" y="271503"/>
                  <a:pt x="2585258" y="261337"/>
                  <a:pt x="2580372" y="253132"/>
                </a:cubicBezTo>
                <a:lnTo>
                  <a:pt x="2535859" y="256832"/>
                </a:lnTo>
                <a:lnTo>
                  <a:pt x="2535859" y="302302"/>
                </a:lnTo>
                <a:cubicBezTo>
                  <a:pt x="2630704" y="302302"/>
                  <a:pt x="2695291" y="300654"/>
                  <a:pt x="2729619" y="297358"/>
                </a:cubicBezTo>
                <a:lnTo>
                  <a:pt x="2729619" y="335656"/>
                </a:lnTo>
                <a:cubicBezTo>
                  <a:pt x="2687152" y="332665"/>
                  <a:pt x="2622565" y="331170"/>
                  <a:pt x="2535859" y="331170"/>
                </a:cubicBezTo>
                <a:lnTo>
                  <a:pt x="2535859" y="345436"/>
                </a:lnTo>
                <a:cubicBezTo>
                  <a:pt x="2535859" y="371382"/>
                  <a:pt x="2537205" y="399519"/>
                  <a:pt x="2539896" y="429846"/>
                </a:cubicBezTo>
                <a:lnTo>
                  <a:pt x="2496669" y="429846"/>
                </a:lnTo>
                <a:cubicBezTo>
                  <a:pt x="2499360" y="394275"/>
                  <a:pt x="2500705" y="366138"/>
                  <a:pt x="2500705" y="345436"/>
                </a:cubicBezTo>
                <a:lnTo>
                  <a:pt x="2500705" y="331170"/>
                </a:lnTo>
                <a:cubicBezTo>
                  <a:pt x="2411894" y="331170"/>
                  <a:pt x="2349103" y="332665"/>
                  <a:pt x="2312331" y="335656"/>
                </a:cubicBezTo>
                <a:lnTo>
                  <a:pt x="2312331" y="297358"/>
                </a:lnTo>
                <a:cubicBezTo>
                  <a:pt x="2348060" y="300654"/>
                  <a:pt x="2410851" y="302302"/>
                  <a:pt x="2500705" y="302302"/>
                </a:cubicBezTo>
                <a:lnTo>
                  <a:pt x="2500705" y="259411"/>
                </a:lnTo>
                <a:cubicBezTo>
                  <a:pt x="2475935" y="261468"/>
                  <a:pt x="2454840" y="264607"/>
                  <a:pt x="2437419" y="268826"/>
                </a:cubicBezTo>
                <a:cubicBezTo>
                  <a:pt x="2435447" y="257877"/>
                  <a:pt x="2431725" y="246919"/>
                  <a:pt x="2426253" y="235951"/>
                </a:cubicBezTo>
                <a:cubicBezTo>
                  <a:pt x="2441150" y="231193"/>
                  <a:pt x="2454597" y="223610"/>
                  <a:pt x="2466594" y="213202"/>
                </a:cubicBezTo>
                <a:cubicBezTo>
                  <a:pt x="2478590" y="202793"/>
                  <a:pt x="2494595" y="188595"/>
                  <a:pt x="2514607" y="170607"/>
                </a:cubicBezTo>
                <a:lnTo>
                  <a:pt x="2476202" y="175479"/>
                </a:lnTo>
                <a:cubicBezTo>
                  <a:pt x="2462886" y="176670"/>
                  <a:pt x="2449825" y="178932"/>
                  <a:pt x="2437019" y="182266"/>
                </a:cubicBezTo>
                <a:cubicBezTo>
                  <a:pt x="2437019" y="176982"/>
                  <a:pt x="2436420" y="171998"/>
                  <a:pt x="2435224" y="167314"/>
                </a:cubicBezTo>
                <a:lnTo>
                  <a:pt x="2430782" y="156465"/>
                </a:lnTo>
                <a:lnTo>
                  <a:pt x="2405900" y="177779"/>
                </a:lnTo>
                <a:cubicBezTo>
                  <a:pt x="2391798" y="160687"/>
                  <a:pt x="2370474" y="142677"/>
                  <a:pt x="2341928" y="123751"/>
                </a:cubicBezTo>
                <a:lnTo>
                  <a:pt x="2361395" y="99569"/>
                </a:lnTo>
                <a:lnTo>
                  <a:pt x="2430194" y="155029"/>
                </a:lnTo>
                <a:lnTo>
                  <a:pt x="2429839" y="154162"/>
                </a:lnTo>
                <a:cubicBezTo>
                  <a:pt x="2451627" y="146990"/>
                  <a:pt x="2474054" y="123468"/>
                  <a:pt x="2497119" y="83596"/>
                </a:cubicBezTo>
                <a:cubicBezTo>
                  <a:pt x="2428344" y="83596"/>
                  <a:pt x="2375718" y="85091"/>
                  <a:pt x="2339242" y="88082"/>
                </a:cubicBezTo>
                <a:lnTo>
                  <a:pt x="2339242" y="49785"/>
                </a:lnTo>
                <a:cubicBezTo>
                  <a:pt x="2373832" y="53076"/>
                  <a:pt x="2429446" y="54721"/>
                  <a:pt x="2506084" y="54721"/>
                </a:cubicBezTo>
                <a:cubicBezTo>
                  <a:pt x="2498374" y="45720"/>
                  <a:pt x="2487311" y="34280"/>
                  <a:pt x="2472894" y="20402"/>
                </a:cubicBezTo>
                <a:close/>
                <a:moveTo>
                  <a:pt x="1500023" y="0"/>
                </a:moveTo>
                <a:cubicBezTo>
                  <a:pt x="1514877" y="7391"/>
                  <a:pt x="1526421" y="12011"/>
                  <a:pt x="1534656" y="13859"/>
                </a:cubicBezTo>
                <a:cubicBezTo>
                  <a:pt x="1542890" y="15707"/>
                  <a:pt x="1547007" y="19434"/>
                  <a:pt x="1547007" y="25042"/>
                </a:cubicBezTo>
                <a:cubicBezTo>
                  <a:pt x="1547007" y="30650"/>
                  <a:pt x="1544387" y="34299"/>
                  <a:pt x="1539146" y="35990"/>
                </a:cubicBezTo>
                <a:cubicBezTo>
                  <a:pt x="1533904" y="37681"/>
                  <a:pt x="1529048" y="41391"/>
                  <a:pt x="1524576" y="47120"/>
                </a:cubicBezTo>
                <a:cubicBezTo>
                  <a:pt x="1520104" y="52849"/>
                  <a:pt x="1512034" y="65394"/>
                  <a:pt x="1500366" y="84753"/>
                </a:cubicBezTo>
                <a:lnTo>
                  <a:pt x="1500366" y="426703"/>
                </a:lnTo>
                <a:lnTo>
                  <a:pt x="1457582" y="426703"/>
                </a:lnTo>
                <a:cubicBezTo>
                  <a:pt x="1460873" y="391389"/>
                  <a:pt x="1462518" y="358769"/>
                  <a:pt x="1462518" y="328841"/>
                </a:cubicBezTo>
                <a:lnTo>
                  <a:pt x="1462518" y="136517"/>
                </a:lnTo>
                <a:cubicBezTo>
                  <a:pt x="1455389" y="156286"/>
                  <a:pt x="1443006" y="175722"/>
                  <a:pt x="1425371" y="194824"/>
                </a:cubicBezTo>
                <a:cubicBezTo>
                  <a:pt x="1415169" y="184861"/>
                  <a:pt x="1403182" y="179189"/>
                  <a:pt x="1389409" y="177808"/>
                </a:cubicBezTo>
                <a:cubicBezTo>
                  <a:pt x="1406845" y="161296"/>
                  <a:pt x="1427251" y="136174"/>
                  <a:pt x="1450627" y="102441"/>
                </a:cubicBezTo>
                <a:cubicBezTo>
                  <a:pt x="1474004" y="68708"/>
                  <a:pt x="1490469" y="34561"/>
                  <a:pt x="1500023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4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B0D512B-1B65-48C7-9620-DAC27673B990}"/>
              </a:ext>
            </a:extLst>
          </p:cNvPr>
          <p:cNvSpPr txBox="1"/>
          <p:nvPr/>
        </p:nvSpPr>
        <p:spPr>
          <a:xfrm>
            <a:off x="2652659" y="-2438667"/>
            <a:ext cx="1101497" cy="479633"/>
          </a:xfrm>
          <a:custGeom>
            <a:avLst/>
            <a:gdLst/>
            <a:ahLst/>
            <a:cxnLst/>
            <a:rect l="l" t="t" r="r" b="b"/>
            <a:pathLst>
              <a:path w="877740" h="415495">
                <a:moveTo>
                  <a:pt x="107642" y="181194"/>
                </a:moveTo>
                <a:cubicBezTo>
                  <a:pt x="120219" y="183895"/>
                  <a:pt x="133404" y="185245"/>
                  <a:pt x="147197" y="185245"/>
                </a:cubicBezTo>
                <a:cubicBezTo>
                  <a:pt x="154731" y="185245"/>
                  <a:pt x="158498" y="187287"/>
                  <a:pt x="158498" y="191371"/>
                </a:cubicBezTo>
                <a:cubicBezTo>
                  <a:pt x="158498" y="195454"/>
                  <a:pt x="156704" y="198468"/>
                  <a:pt x="153115" y="200411"/>
                </a:cubicBezTo>
                <a:cubicBezTo>
                  <a:pt x="149527" y="202354"/>
                  <a:pt x="147732" y="204950"/>
                  <a:pt x="147732" y="208198"/>
                </a:cubicBezTo>
                <a:lnTo>
                  <a:pt x="147732" y="243552"/>
                </a:lnTo>
                <a:cubicBezTo>
                  <a:pt x="182846" y="243552"/>
                  <a:pt x="212898" y="241904"/>
                  <a:pt x="237886" y="238609"/>
                </a:cubicBezTo>
                <a:lnTo>
                  <a:pt x="237886" y="280042"/>
                </a:lnTo>
                <a:cubicBezTo>
                  <a:pt x="212593" y="277052"/>
                  <a:pt x="182541" y="275556"/>
                  <a:pt x="147732" y="275556"/>
                </a:cubicBezTo>
                <a:lnTo>
                  <a:pt x="147732" y="338628"/>
                </a:lnTo>
                <a:cubicBezTo>
                  <a:pt x="184889" y="333037"/>
                  <a:pt x="218977" y="326608"/>
                  <a:pt x="249995" y="319340"/>
                </a:cubicBezTo>
                <a:cubicBezTo>
                  <a:pt x="247304" y="330889"/>
                  <a:pt x="245959" y="339193"/>
                  <a:pt x="245959" y="344250"/>
                </a:cubicBezTo>
                <a:cubicBezTo>
                  <a:pt x="245959" y="349308"/>
                  <a:pt x="246109" y="354378"/>
                  <a:pt x="246409" y="359459"/>
                </a:cubicBezTo>
                <a:cubicBezTo>
                  <a:pt x="154250" y="367780"/>
                  <a:pt x="76133" y="380626"/>
                  <a:pt x="12058" y="398000"/>
                </a:cubicBezTo>
                <a:cubicBezTo>
                  <a:pt x="10948" y="383093"/>
                  <a:pt x="6929" y="368220"/>
                  <a:pt x="0" y="353380"/>
                </a:cubicBezTo>
                <a:cubicBezTo>
                  <a:pt x="36247" y="351685"/>
                  <a:pt x="73325" y="348310"/>
                  <a:pt x="111235" y="343257"/>
                </a:cubicBezTo>
                <a:lnTo>
                  <a:pt x="111235" y="275556"/>
                </a:lnTo>
                <a:cubicBezTo>
                  <a:pt x="74297" y="275556"/>
                  <a:pt x="43198" y="277052"/>
                  <a:pt x="17937" y="280042"/>
                </a:cubicBezTo>
                <a:lnTo>
                  <a:pt x="17937" y="238609"/>
                </a:lnTo>
                <a:cubicBezTo>
                  <a:pt x="42888" y="241904"/>
                  <a:pt x="73987" y="243552"/>
                  <a:pt x="111235" y="243552"/>
                </a:cubicBezTo>
                <a:cubicBezTo>
                  <a:pt x="110940" y="217592"/>
                  <a:pt x="109742" y="196806"/>
                  <a:pt x="107642" y="181194"/>
                </a:cubicBezTo>
                <a:close/>
                <a:moveTo>
                  <a:pt x="698768" y="144590"/>
                </a:moveTo>
                <a:cubicBezTo>
                  <a:pt x="673336" y="147271"/>
                  <a:pt x="645233" y="149026"/>
                  <a:pt x="614457" y="149855"/>
                </a:cubicBezTo>
                <a:lnTo>
                  <a:pt x="614457" y="215291"/>
                </a:lnTo>
                <a:lnTo>
                  <a:pt x="705783" y="215291"/>
                </a:lnTo>
                <a:cubicBezTo>
                  <a:pt x="701911" y="192284"/>
                  <a:pt x="699573" y="168716"/>
                  <a:pt x="698768" y="144590"/>
                </a:cubicBezTo>
                <a:close/>
                <a:moveTo>
                  <a:pt x="819462" y="91940"/>
                </a:moveTo>
                <a:cubicBezTo>
                  <a:pt x="824767" y="106185"/>
                  <a:pt x="830384" y="116405"/>
                  <a:pt x="836314" y="122601"/>
                </a:cubicBezTo>
                <a:cubicBezTo>
                  <a:pt x="839114" y="125873"/>
                  <a:pt x="840514" y="129384"/>
                  <a:pt x="840514" y="133135"/>
                </a:cubicBezTo>
                <a:cubicBezTo>
                  <a:pt x="840514" y="136885"/>
                  <a:pt x="838539" y="138760"/>
                  <a:pt x="834588" y="138760"/>
                </a:cubicBezTo>
                <a:cubicBezTo>
                  <a:pt x="830638" y="138760"/>
                  <a:pt x="827167" y="138163"/>
                  <a:pt x="824176" y="136967"/>
                </a:cubicBezTo>
                <a:cubicBezTo>
                  <a:pt x="821185" y="135772"/>
                  <a:pt x="815144" y="135174"/>
                  <a:pt x="806053" y="135174"/>
                </a:cubicBezTo>
                <a:cubicBezTo>
                  <a:pt x="796961" y="135174"/>
                  <a:pt x="773015" y="137267"/>
                  <a:pt x="734215" y="141454"/>
                </a:cubicBezTo>
                <a:cubicBezTo>
                  <a:pt x="734215" y="165247"/>
                  <a:pt x="736108" y="189860"/>
                  <a:pt x="739894" y="215291"/>
                </a:cubicBezTo>
                <a:cubicBezTo>
                  <a:pt x="787367" y="215291"/>
                  <a:pt x="824045" y="214094"/>
                  <a:pt x="849930" y="211698"/>
                </a:cubicBezTo>
                <a:lnTo>
                  <a:pt x="849930" y="247302"/>
                </a:lnTo>
                <a:cubicBezTo>
                  <a:pt x="821464" y="246702"/>
                  <a:pt x="786331" y="246402"/>
                  <a:pt x="744531" y="246402"/>
                </a:cubicBezTo>
                <a:cubicBezTo>
                  <a:pt x="754156" y="283993"/>
                  <a:pt x="768787" y="313547"/>
                  <a:pt x="788425" y="335064"/>
                </a:cubicBezTo>
                <a:cubicBezTo>
                  <a:pt x="808064" y="356580"/>
                  <a:pt x="821209" y="367339"/>
                  <a:pt x="827863" y="367339"/>
                </a:cubicBezTo>
                <a:cubicBezTo>
                  <a:pt x="830268" y="367339"/>
                  <a:pt x="832430" y="363947"/>
                  <a:pt x="834349" y="357163"/>
                </a:cubicBezTo>
                <a:cubicBezTo>
                  <a:pt x="836268" y="350379"/>
                  <a:pt x="838078" y="337173"/>
                  <a:pt x="839778" y="317547"/>
                </a:cubicBezTo>
                <a:cubicBezTo>
                  <a:pt x="853194" y="329377"/>
                  <a:pt x="865848" y="335828"/>
                  <a:pt x="877740" y="336899"/>
                </a:cubicBezTo>
                <a:cubicBezTo>
                  <a:pt x="872449" y="362007"/>
                  <a:pt x="866303" y="380262"/>
                  <a:pt x="859302" y="391663"/>
                </a:cubicBezTo>
                <a:cubicBezTo>
                  <a:pt x="852301" y="403065"/>
                  <a:pt x="843467" y="408766"/>
                  <a:pt x="832799" y="408766"/>
                </a:cubicBezTo>
                <a:cubicBezTo>
                  <a:pt x="816430" y="408766"/>
                  <a:pt x="794665" y="393882"/>
                  <a:pt x="767505" y="364114"/>
                </a:cubicBezTo>
                <a:cubicBezTo>
                  <a:pt x="740344" y="334346"/>
                  <a:pt x="721402" y="295109"/>
                  <a:pt x="710676" y="246402"/>
                </a:cubicBezTo>
                <a:lnTo>
                  <a:pt x="614457" y="246402"/>
                </a:lnTo>
                <a:lnTo>
                  <a:pt x="614457" y="351187"/>
                </a:lnTo>
                <a:lnTo>
                  <a:pt x="700575" y="298259"/>
                </a:lnTo>
                <a:cubicBezTo>
                  <a:pt x="699680" y="312532"/>
                  <a:pt x="700875" y="324591"/>
                  <a:pt x="704161" y="334435"/>
                </a:cubicBezTo>
                <a:lnTo>
                  <a:pt x="698359" y="337923"/>
                </a:lnTo>
                <a:lnTo>
                  <a:pt x="729516" y="358570"/>
                </a:lnTo>
                <a:cubicBezTo>
                  <a:pt x="739616" y="366123"/>
                  <a:pt x="748657" y="373835"/>
                  <a:pt x="756639" y="381705"/>
                </a:cubicBezTo>
                <a:lnTo>
                  <a:pt x="732886" y="406522"/>
                </a:lnTo>
                <a:cubicBezTo>
                  <a:pt x="720861" y="392959"/>
                  <a:pt x="701511" y="377600"/>
                  <a:pt x="674836" y="360445"/>
                </a:cubicBezTo>
                <a:lnTo>
                  <a:pt x="690544" y="342621"/>
                </a:lnTo>
                <a:lnTo>
                  <a:pt x="624730" y="382184"/>
                </a:lnTo>
                <a:cubicBezTo>
                  <a:pt x="611995" y="389704"/>
                  <a:pt x="599398" y="399014"/>
                  <a:pt x="586940" y="410116"/>
                </a:cubicBezTo>
                <a:cubicBezTo>
                  <a:pt x="580953" y="398681"/>
                  <a:pt x="572726" y="388794"/>
                  <a:pt x="562258" y="380455"/>
                </a:cubicBezTo>
                <a:cubicBezTo>
                  <a:pt x="569373" y="373378"/>
                  <a:pt x="574142" y="367351"/>
                  <a:pt x="576563" y="362374"/>
                </a:cubicBezTo>
                <a:cubicBezTo>
                  <a:pt x="578985" y="357397"/>
                  <a:pt x="580196" y="350406"/>
                  <a:pt x="580196" y="341400"/>
                </a:cubicBezTo>
                <a:lnTo>
                  <a:pt x="580196" y="186666"/>
                </a:lnTo>
                <a:cubicBezTo>
                  <a:pt x="580196" y="156043"/>
                  <a:pt x="579151" y="132093"/>
                  <a:pt x="577060" y="114814"/>
                </a:cubicBezTo>
                <a:cubicBezTo>
                  <a:pt x="588080" y="115719"/>
                  <a:pt x="599022" y="116172"/>
                  <a:pt x="609885" y="116172"/>
                </a:cubicBezTo>
                <a:cubicBezTo>
                  <a:pt x="644875" y="116172"/>
                  <a:pt x="683783" y="113801"/>
                  <a:pt x="726607" y="109060"/>
                </a:cubicBezTo>
                <a:cubicBezTo>
                  <a:pt x="769431" y="104319"/>
                  <a:pt x="800383" y="98612"/>
                  <a:pt x="819462" y="91940"/>
                </a:cubicBezTo>
                <a:close/>
                <a:moveTo>
                  <a:pt x="267762" y="58750"/>
                </a:moveTo>
                <a:cubicBezTo>
                  <a:pt x="277910" y="61451"/>
                  <a:pt x="290648" y="62801"/>
                  <a:pt x="305973" y="62801"/>
                </a:cubicBezTo>
                <a:cubicBezTo>
                  <a:pt x="312312" y="62801"/>
                  <a:pt x="315482" y="64884"/>
                  <a:pt x="315482" y="69052"/>
                </a:cubicBezTo>
                <a:cubicBezTo>
                  <a:pt x="315482" y="73219"/>
                  <a:pt x="313911" y="76274"/>
                  <a:pt x="310770" y="78217"/>
                </a:cubicBezTo>
                <a:cubicBezTo>
                  <a:pt x="307630" y="80160"/>
                  <a:pt x="306059" y="83270"/>
                  <a:pt x="306059" y="87547"/>
                </a:cubicBezTo>
                <a:lnTo>
                  <a:pt x="306059" y="220756"/>
                </a:lnTo>
                <a:cubicBezTo>
                  <a:pt x="306059" y="242659"/>
                  <a:pt x="307107" y="267953"/>
                  <a:pt x="309202" y="296637"/>
                </a:cubicBezTo>
                <a:lnTo>
                  <a:pt x="268212" y="296637"/>
                </a:lnTo>
                <a:cubicBezTo>
                  <a:pt x="270302" y="267038"/>
                  <a:pt x="271348" y="241745"/>
                  <a:pt x="271348" y="220756"/>
                </a:cubicBezTo>
                <a:lnTo>
                  <a:pt x="271348" y="122980"/>
                </a:lnTo>
                <a:cubicBezTo>
                  <a:pt x="271348" y="97238"/>
                  <a:pt x="270152" y="75829"/>
                  <a:pt x="267762" y="58750"/>
                </a:cubicBezTo>
                <a:close/>
                <a:moveTo>
                  <a:pt x="8072" y="28254"/>
                </a:moveTo>
                <a:cubicBezTo>
                  <a:pt x="37223" y="30949"/>
                  <a:pt x="78433" y="32297"/>
                  <a:pt x="131702" y="32297"/>
                </a:cubicBezTo>
                <a:cubicBezTo>
                  <a:pt x="184970" y="32297"/>
                  <a:pt x="225897" y="30949"/>
                  <a:pt x="254481" y="28254"/>
                </a:cubicBezTo>
                <a:lnTo>
                  <a:pt x="254481" y="67451"/>
                </a:lnTo>
                <a:cubicBezTo>
                  <a:pt x="225416" y="65056"/>
                  <a:pt x="187154" y="63858"/>
                  <a:pt x="139696" y="63858"/>
                </a:cubicBezTo>
                <a:cubicBezTo>
                  <a:pt x="119426" y="92814"/>
                  <a:pt x="95195" y="121163"/>
                  <a:pt x="67001" y="148904"/>
                </a:cubicBezTo>
                <a:lnTo>
                  <a:pt x="191066" y="143575"/>
                </a:lnTo>
                <a:cubicBezTo>
                  <a:pt x="178079" y="132531"/>
                  <a:pt x="163727" y="119422"/>
                  <a:pt x="148011" y="104249"/>
                </a:cubicBezTo>
                <a:lnTo>
                  <a:pt x="174407" y="82075"/>
                </a:lnTo>
                <a:cubicBezTo>
                  <a:pt x="205773" y="112317"/>
                  <a:pt x="232912" y="143806"/>
                  <a:pt x="255824" y="176544"/>
                </a:cubicBezTo>
                <a:lnTo>
                  <a:pt x="225906" y="197968"/>
                </a:lnTo>
                <a:cubicBezTo>
                  <a:pt x="219948" y="188043"/>
                  <a:pt x="214048" y="179073"/>
                  <a:pt x="208204" y="171057"/>
                </a:cubicBezTo>
                <a:lnTo>
                  <a:pt x="86075" y="180923"/>
                </a:lnTo>
                <a:cubicBezTo>
                  <a:pt x="63581" y="182675"/>
                  <a:pt x="43993" y="185666"/>
                  <a:pt x="27310" y="189895"/>
                </a:cubicBezTo>
                <a:cubicBezTo>
                  <a:pt x="24743" y="175065"/>
                  <a:pt x="20273" y="160482"/>
                  <a:pt x="13901" y="146147"/>
                </a:cubicBezTo>
                <a:cubicBezTo>
                  <a:pt x="22940" y="145685"/>
                  <a:pt x="30393" y="143203"/>
                  <a:pt x="36258" y="138700"/>
                </a:cubicBezTo>
                <a:cubicBezTo>
                  <a:pt x="42123" y="134197"/>
                  <a:pt x="51994" y="123605"/>
                  <a:pt x="65872" y="106924"/>
                </a:cubicBezTo>
                <a:cubicBezTo>
                  <a:pt x="79750" y="90244"/>
                  <a:pt x="90982" y="75888"/>
                  <a:pt x="99569" y="63858"/>
                </a:cubicBezTo>
                <a:cubicBezTo>
                  <a:pt x="61388" y="63858"/>
                  <a:pt x="30889" y="65056"/>
                  <a:pt x="8072" y="67451"/>
                </a:cubicBezTo>
                <a:close/>
                <a:moveTo>
                  <a:pt x="345357" y="1793"/>
                </a:moveTo>
                <a:cubicBezTo>
                  <a:pt x="355758" y="3941"/>
                  <a:pt x="363338" y="5077"/>
                  <a:pt x="368096" y="5201"/>
                </a:cubicBezTo>
                <a:cubicBezTo>
                  <a:pt x="372853" y="5325"/>
                  <a:pt x="378729" y="5387"/>
                  <a:pt x="385723" y="5387"/>
                </a:cubicBezTo>
                <a:cubicBezTo>
                  <a:pt x="392716" y="5387"/>
                  <a:pt x="396213" y="7802"/>
                  <a:pt x="396213" y="12634"/>
                </a:cubicBezTo>
                <a:cubicBezTo>
                  <a:pt x="396213" y="17465"/>
                  <a:pt x="394568" y="20778"/>
                  <a:pt x="391277" y="22571"/>
                </a:cubicBezTo>
                <a:cubicBezTo>
                  <a:pt x="387986" y="24364"/>
                  <a:pt x="386341" y="27334"/>
                  <a:pt x="386341" y="31483"/>
                </a:cubicBezTo>
                <a:lnTo>
                  <a:pt x="386341" y="364724"/>
                </a:lnTo>
                <a:cubicBezTo>
                  <a:pt x="386341" y="376045"/>
                  <a:pt x="384357" y="384896"/>
                  <a:pt x="380390" y="391278"/>
                </a:cubicBezTo>
                <a:cubicBezTo>
                  <a:pt x="376423" y="397659"/>
                  <a:pt x="368773" y="402686"/>
                  <a:pt x="357441" y="406358"/>
                </a:cubicBezTo>
                <a:cubicBezTo>
                  <a:pt x="346108" y="410030"/>
                  <a:pt x="327579" y="413076"/>
                  <a:pt x="301852" y="415495"/>
                </a:cubicBezTo>
                <a:cubicBezTo>
                  <a:pt x="301852" y="400407"/>
                  <a:pt x="296918" y="384503"/>
                  <a:pt x="287050" y="367782"/>
                </a:cubicBezTo>
                <a:cubicBezTo>
                  <a:pt x="307590" y="370778"/>
                  <a:pt x="321737" y="372275"/>
                  <a:pt x="329491" y="372275"/>
                </a:cubicBezTo>
                <a:cubicBezTo>
                  <a:pt x="337244" y="372275"/>
                  <a:pt x="342424" y="371351"/>
                  <a:pt x="345032" y="369504"/>
                </a:cubicBezTo>
                <a:cubicBezTo>
                  <a:pt x="347639" y="367656"/>
                  <a:pt x="348943" y="363074"/>
                  <a:pt x="348943" y="355759"/>
                </a:cubicBezTo>
                <a:lnTo>
                  <a:pt x="348943" y="79917"/>
                </a:lnTo>
                <a:cubicBezTo>
                  <a:pt x="348943" y="49847"/>
                  <a:pt x="347748" y="23805"/>
                  <a:pt x="345357" y="1793"/>
                </a:cubicBezTo>
                <a:close/>
                <a:moveTo>
                  <a:pt x="667107" y="0"/>
                </a:moveTo>
                <a:cubicBezTo>
                  <a:pt x="681156" y="15607"/>
                  <a:pt x="693372" y="32952"/>
                  <a:pt x="703754" y="52035"/>
                </a:cubicBezTo>
                <a:cubicBezTo>
                  <a:pt x="789903" y="52035"/>
                  <a:pt x="841469" y="50537"/>
                  <a:pt x="858452" y="47542"/>
                </a:cubicBezTo>
                <a:lnTo>
                  <a:pt x="858452" y="85389"/>
                </a:lnTo>
                <a:cubicBezTo>
                  <a:pt x="838045" y="83594"/>
                  <a:pt x="797499" y="82696"/>
                  <a:pt x="736815" y="82696"/>
                </a:cubicBezTo>
                <a:lnTo>
                  <a:pt x="548963" y="82696"/>
                </a:lnTo>
                <a:cubicBezTo>
                  <a:pt x="549273" y="107814"/>
                  <a:pt x="549428" y="128266"/>
                  <a:pt x="549428" y="144054"/>
                </a:cubicBezTo>
                <a:cubicBezTo>
                  <a:pt x="549428" y="223516"/>
                  <a:pt x="545786" y="280163"/>
                  <a:pt x="538501" y="313993"/>
                </a:cubicBezTo>
                <a:cubicBezTo>
                  <a:pt x="531217" y="347823"/>
                  <a:pt x="517193" y="381507"/>
                  <a:pt x="496428" y="415045"/>
                </a:cubicBezTo>
                <a:cubicBezTo>
                  <a:pt x="484917" y="408282"/>
                  <a:pt x="472175" y="402927"/>
                  <a:pt x="458202" y="398979"/>
                </a:cubicBezTo>
                <a:cubicBezTo>
                  <a:pt x="478990" y="369970"/>
                  <a:pt x="493531" y="338734"/>
                  <a:pt x="501825" y="305270"/>
                </a:cubicBezTo>
                <a:cubicBezTo>
                  <a:pt x="510119" y="271807"/>
                  <a:pt x="514266" y="228086"/>
                  <a:pt x="514266" y="174108"/>
                </a:cubicBezTo>
                <a:cubicBezTo>
                  <a:pt x="514266" y="139660"/>
                  <a:pt x="512623" y="97472"/>
                  <a:pt x="509337" y="47542"/>
                </a:cubicBezTo>
                <a:cubicBezTo>
                  <a:pt x="525982" y="50537"/>
                  <a:pt x="578007" y="52035"/>
                  <a:pt x="665414" y="52035"/>
                </a:cubicBezTo>
                <a:cubicBezTo>
                  <a:pt x="656393" y="43167"/>
                  <a:pt x="645780" y="31845"/>
                  <a:pt x="633574" y="1806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90E5078-7807-46B0-A9C1-E86BA3DCBB10}"/>
              </a:ext>
            </a:extLst>
          </p:cNvPr>
          <p:cNvSpPr txBox="1"/>
          <p:nvPr/>
        </p:nvSpPr>
        <p:spPr>
          <a:xfrm>
            <a:off x="3845225" y="-2426974"/>
            <a:ext cx="1653431" cy="488950"/>
          </a:xfrm>
          <a:custGeom>
            <a:avLst/>
            <a:gdLst/>
            <a:ahLst/>
            <a:cxnLst/>
            <a:rect l="l" t="t" r="r" b="b"/>
            <a:pathLst>
              <a:path w="1317555" h="423567">
                <a:moveTo>
                  <a:pt x="0" y="200482"/>
                </a:moveTo>
                <a:cubicBezTo>
                  <a:pt x="43148" y="203182"/>
                  <a:pt x="111268" y="204533"/>
                  <a:pt x="204361" y="204533"/>
                </a:cubicBezTo>
                <a:cubicBezTo>
                  <a:pt x="297453" y="204533"/>
                  <a:pt x="365440" y="203182"/>
                  <a:pt x="408322" y="200482"/>
                </a:cubicBezTo>
                <a:lnTo>
                  <a:pt x="408322" y="236987"/>
                </a:lnTo>
                <a:cubicBezTo>
                  <a:pt x="358444" y="234596"/>
                  <a:pt x="297149" y="233400"/>
                  <a:pt x="224435" y="233400"/>
                </a:cubicBezTo>
                <a:lnTo>
                  <a:pt x="224435" y="276742"/>
                </a:lnTo>
                <a:cubicBezTo>
                  <a:pt x="288867" y="276742"/>
                  <a:pt x="333120" y="275244"/>
                  <a:pt x="357194" y="272248"/>
                </a:cubicBezTo>
                <a:lnTo>
                  <a:pt x="357194" y="309646"/>
                </a:lnTo>
                <a:cubicBezTo>
                  <a:pt x="333239" y="307855"/>
                  <a:pt x="288986" y="306960"/>
                  <a:pt x="224435" y="306960"/>
                </a:cubicBezTo>
                <a:lnTo>
                  <a:pt x="224435" y="373889"/>
                </a:lnTo>
                <a:cubicBezTo>
                  <a:pt x="241046" y="376699"/>
                  <a:pt x="264833" y="378104"/>
                  <a:pt x="295794" y="378104"/>
                </a:cubicBezTo>
                <a:cubicBezTo>
                  <a:pt x="326755" y="378104"/>
                  <a:pt x="366807" y="376606"/>
                  <a:pt x="415952" y="373611"/>
                </a:cubicBezTo>
                <a:cubicBezTo>
                  <a:pt x="412027" y="383469"/>
                  <a:pt x="409551" y="389943"/>
                  <a:pt x="408522" y="393031"/>
                </a:cubicBezTo>
                <a:cubicBezTo>
                  <a:pt x="407493" y="396120"/>
                  <a:pt x="406979" y="402522"/>
                  <a:pt x="406979" y="412237"/>
                </a:cubicBezTo>
                <a:cubicBezTo>
                  <a:pt x="382400" y="412913"/>
                  <a:pt x="360692" y="413252"/>
                  <a:pt x="341857" y="413252"/>
                </a:cubicBezTo>
                <a:cubicBezTo>
                  <a:pt x="291793" y="413252"/>
                  <a:pt x="251261" y="411211"/>
                  <a:pt x="220259" y="407129"/>
                </a:cubicBezTo>
                <a:cubicBezTo>
                  <a:pt x="189258" y="403048"/>
                  <a:pt x="162995" y="394212"/>
                  <a:pt x="141471" y="380622"/>
                </a:cubicBezTo>
                <a:cubicBezTo>
                  <a:pt x="119947" y="367033"/>
                  <a:pt x="103967" y="352644"/>
                  <a:pt x="93533" y="337456"/>
                </a:cubicBezTo>
                <a:cubicBezTo>
                  <a:pt x="77359" y="367893"/>
                  <a:pt x="57392" y="395702"/>
                  <a:pt x="33632" y="420881"/>
                </a:cubicBezTo>
                <a:cubicBezTo>
                  <a:pt x="24360" y="411708"/>
                  <a:pt x="14497" y="404191"/>
                  <a:pt x="4043" y="398328"/>
                </a:cubicBezTo>
                <a:cubicBezTo>
                  <a:pt x="49110" y="359295"/>
                  <a:pt x="77790" y="310839"/>
                  <a:pt x="90082" y="252960"/>
                </a:cubicBezTo>
                <a:cubicBezTo>
                  <a:pt x="104941" y="259818"/>
                  <a:pt x="116883" y="264554"/>
                  <a:pt x="125908" y="267169"/>
                </a:cubicBezTo>
                <a:cubicBezTo>
                  <a:pt x="130894" y="269164"/>
                  <a:pt x="133388" y="272165"/>
                  <a:pt x="133388" y="276170"/>
                </a:cubicBezTo>
                <a:cubicBezTo>
                  <a:pt x="133388" y="280175"/>
                  <a:pt x="130956" y="283556"/>
                  <a:pt x="126094" y="286311"/>
                </a:cubicBezTo>
                <a:cubicBezTo>
                  <a:pt x="121231" y="289066"/>
                  <a:pt x="115440" y="296992"/>
                  <a:pt x="108720" y="310089"/>
                </a:cubicBezTo>
                <a:cubicBezTo>
                  <a:pt x="130018" y="337644"/>
                  <a:pt x="156271" y="356278"/>
                  <a:pt x="187480" y="365988"/>
                </a:cubicBezTo>
                <a:lnTo>
                  <a:pt x="187480" y="233400"/>
                </a:lnTo>
                <a:cubicBezTo>
                  <a:pt x="112033" y="233400"/>
                  <a:pt x="49539" y="234596"/>
                  <a:pt x="0" y="236987"/>
                </a:cubicBezTo>
                <a:close/>
                <a:moveTo>
                  <a:pt x="112306" y="126651"/>
                </a:moveTo>
                <a:lnTo>
                  <a:pt x="112306" y="155198"/>
                </a:lnTo>
                <a:lnTo>
                  <a:pt x="295122" y="155198"/>
                </a:lnTo>
                <a:lnTo>
                  <a:pt x="295122" y="126651"/>
                </a:lnTo>
                <a:close/>
                <a:moveTo>
                  <a:pt x="1198890" y="84768"/>
                </a:moveTo>
                <a:cubicBezTo>
                  <a:pt x="1213230" y="91664"/>
                  <a:pt x="1224407" y="96448"/>
                  <a:pt x="1232423" y="99119"/>
                </a:cubicBezTo>
                <a:cubicBezTo>
                  <a:pt x="1240438" y="101791"/>
                  <a:pt x="1244446" y="105769"/>
                  <a:pt x="1244446" y="111053"/>
                </a:cubicBezTo>
                <a:cubicBezTo>
                  <a:pt x="1244446" y="116337"/>
                  <a:pt x="1240912" y="119858"/>
                  <a:pt x="1233844" y="121615"/>
                </a:cubicBezTo>
                <a:cubicBezTo>
                  <a:pt x="1232430" y="122010"/>
                  <a:pt x="1229257" y="124331"/>
                  <a:pt x="1224325" y="128577"/>
                </a:cubicBezTo>
                <a:cubicBezTo>
                  <a:pt x="1219394" y="132822"/>
                  <a:pt x="1215037" y="135562"/>
                  <a:pt x="1211256" y="136796"/>
                </a:cubicBezTo>
                <a:cubicBezTo>
                  <a:pt x="1169503" y="198403"/>
                  <a:pt x="1138648" y="241286"/>
                  <a:pt x="1118691" y="265444"/>
                </a:cubicBezTo>
                <a:cubicBezTo>
                  <a:pt x="1098733" y="289602"/>
                  <a:pt x="1075617" y="312801"/>
                  <a:pt x="1049343" y="335042"/>
                </a:cubicBezTo>
                <a:lnTo>
                  <a:pt x="1243374" y="328219"/>
                </a:lnTo>
                <a:cubicBezTo>
                  <a:pt x="1231430" y="312879"/>
                  <a:pt x="1213339" y="290017"/>
                  <a:pt x="1189103" y="259632"/>
                </a:cubicBezTo>
                <a:lnTo>
                  <a:pt x="1215985" y="240401"/>
                </a:lnTo>
                <a:cubicBezTo>
                  <a:pt x="1254418" y="284964"/>
                  <a:pt x="1288275" y="332727"/>
                  <a:pt x="1317555" y="383691"/>
                </a:cubicBezTo>
                <a:lnTo>
                  <a:pt x="1285236" y="399800"/>
                </a:lnTo>
                <a:lnTo>
                  <a:pt x="1261133" y="360781"/>
                </a:lnTo>
                <a:cubicBezTo>
                  <a:pt x="1172013" y="365848"/>
                  <a:pt x="1109293" y="369801"/>
                  <a:pt x="1072974" y="372639"/>
                </a:cubicBezTo>
                <a:cubicBezTo>
                  <a:pt x="1036655" y="375478"/>
                  <a:pt x="1007673" y="379297"/>
                  <a:pt x="986028" y="384098"/>
                </a:cubicBezTo>
                <a:cubicBezTo>
                  <a:pt x="984532" y="370653"/>
                  <a:pt x="981060" y="357999"/>
                  <a:pt x="975612" y="346136"/>
                </a:cubicBezTo>
                <a:cubicBezTo>
                  <a:pt x="988923" y="340683"/>
                  <a:pt x="1001733" y="333194"/>
                  <a:pt x="1014042" y="323669"/>
                </a:cubicBezTo>
                <a:cubicBezTo>
                  <a:pt x="1026351" y="314144"/>
                  <a:pt x="1045231" y="294657"/>
                  <a:pt x="1070685" y="265208"/>
                </a:cubicBezTo>
                <a:cubicBezTo>
                  <a:pt x="1096138" y="235759"/>
                  <a:pt x="1119799" y="205605"/>
                  <a:pt x="1141669" y="174747"/>
                </a:cubicBezTo>
                <a:cubicBezTo>
                  <a:pt x="1163538" y="143888"/>
                  <a:pt x="1182612" y="113895"/>
                  <a:pt x="1198890" y="84768"/>
                </a:cubicBezTo>
                <a:close/>
                <a:moveTo>
                  <a:pt x="112306" y="64308"/>
                </a:moveTo>
                <a:lnTo>
                  <a:pt x="112306" y="97333"/>
                </a:lnTo>
                <a:lnTo>
                  <a:pt x="295122" y="97333"/>
                </a:lnTo>
                <a:lnTo>
                  <a:pt x="295122" y="64308"/>
                </a:lnTo>
                <a:close/>
                <a:moveTo>
                  <a:pt x="72216" y="31397"/>
                </a:moveTo>
                <a:cubicBezTo>
                  <a:pt x="85355" y="33792"/>
                  <a:pt x="128976" y="34990"/>
                  <a:pt x="203078" y="34990"/>
                </a:cubicBezTo>
                <a:cubicBezTo>
                  <a:pt x="277181" y="34990"/>
                  <a:pt x="321225" y="33792"/>
                  <a:pt x="335213" y="31397"/>
                </a:cubicBezTo>
                <a:cubicBezTo>
                  <a:pt x="333422" y="45436"/>
                  <a:pt x="332527" y="61910"/>
                  <a:pt x="332527" y="80817"/>
                </a:cubicBezTo>
                <a:lnTo>
                  <a:pt x="332527" y="139574"/>
                </a:lnTo>
                <a:cubicBezTo>
                  <a:pt x="332527" y="153410"/>
                  <a:pt x="333422" y="168988"/>
                  <a:pt x="335213" y="186309"/>
                </a:cubicBezTo>
                <a:cubicBezTo>
                  <a:pt x="326797" y="184513"/>
                  <a:pt x="282597" y="183616"/>
                  <a:pt x="202611" y="183616"/>
                </a:cubicBezTo>
                <a:cubicBezTo>
                  <a:pt x="122624" y="183616"/>
                  <a:pt x="79159" y="184213"/>
                  <a:pt x="72216" y="185409"/>
                </a:cubicBezTo>
                <a:cubicBezTo>
                  <a:pt x="73711" y="166011"/>
                  <a:pt x="74459" y="150433"/>
                  <a:pt x="74459" y="138674"/>
                </a:cubicBezTo>
                <a:lnTo>
                  <a:pt x="74459" y="79924"/>
                </a:lnTo>
                <a:cubicBezTo>
                  <a:pt x="74459" y="59564"/>
                  <a:pt x="73711" y="43389"/>
                  <a:pt x="72216" y="31397"/>
                </a:cubicBezTo>
                <a:close/>
                <a:moveTo>
                  <a:pt x="704440" y="3586"/>
                </a:moveTo>
                <a:cubicBezTo>
                  <a:pt x="721918" y="6582"/>
                  <a:pt x="735512" y="8079"/>
                  <a:pt x="745220" y="8079"/>
                </a:cubicBezTo>
                <a:cubicBezTo>
                  <a:pt x="754928" y="8079"/>
                  <a:pt x="759783" y="10094"/>
                  <a:pt x="759783" y="14123"/>
                </a:cubicBezTo>
                <a:cubicBezTo>
                  <a:pt x="759783" y="18152"/>
                  <a:pt x="757689" y="21437"/>
                  <a:pt x="753503" y="23978"/>
                </a:cubicBezTo>
                <a:cubicBezTo>
                  <a:pt x="749317" y="26519"/>
                  <a:pt x="747224" y="36645"/>
                  <a:pt x="747224" y="54357"/>
                </a:cubicBezTo>
                <a:lnTo>
                  <a:pt x="747224" y="149361"/>
                </a:lnTo>
                <a:cubicBezTo>
                  <a:pt x="794154" y="149361"/>
                  <a:pt x="837211" y="147864"/>
                  <a:pt x="876397" y="144868"/>
                </a:cubicBezTo>
                <a:lnTo>
                  <a:pt x="876397" y="184066"/>
                </a:lnTo>
                <a:cubicBezTo>
                  <a:pt x="842879" y="181375"/>
                  <a:pt x="799821" y="180030"/>
                  <a:pt x="747224" y="180030"/>
                </a:cubicBezTo>
                <a:lnTo>
                  <a:pt x="747224" y="338264"/>
                </a:lnTo>
                <a:cubicBezTo>
                  <a:pt x="747224" y="361981"/>
                  <a:pt x="748419" y="390415"/>
                  <a:pt x="750810" y="423567"/>
                </a:cubicBezTo>
                <a:lnTo>
                  <a:pt x="706233" y="423567"/>
                </a:lnTo>
                <a:cubicBezTo>
                  <a:pt x="708624" y="395154"/>
                  <a:pt x="709819" y="366720"/>
                  <a:pt x="709819" y="338264"/>
                </a:cubicBezTo>
                <a:lnTo>
                  <a:pt x="709819" y="180030"/>
                </a:lnTo>
                <a:cubicBezTo>
                  <a:pt x="653903" y="180030"/>
                  <a:pt x="609052" y="181375"/>
                  <a:pt x="575267" y="184066"/>
                </a:cubicBezTo>
                <a:lnTo>
                  <a:pt x="575267" y="144868"/>
                </a:lnTo>
                <a:cubicBezTo>
                  <a:pt x="615591" y="147864"/>
                  <a:pt x="660442" y="149361"/>
                  <a:pt x="709819" y="149361"/>
                </a:cubicBezTo>
                <a:lnTo>
                  <a:pt x="709819" y="76781"/>
                </a:lnTo>
                <a:cubicBezTo>
                  <a:pt x="709819" y="46253"/>
                  <a:pt x="708026" y="21855"/>
                  <a:pt x="704440" y="3586"/>
                </a:cubicBezTo>
                <a:close/>
                <a:moveTo>
                  <a:pt x="1112515" y="2693"/>
                </a:moveTo>
                <a:cubicBezTo>
                  <a:pt x="1124383" y="9580"/>
                  <a:pt x="1136289" y="14626"/>
                  <a:pt x="1148234" y="17831"/>
                </a:cubicBezTo>
                <a:cubicBezTo>
                  <a:pt x="1153768" y="19679"/>
                  <a:pt x="1156535" y="22769"/>
                  <a:pt x="1156535" y="27103"/>
                </a:cubicBezTo>
                <a:cubicBezTo>
                  <a:pt x="1156535" y="31437"/>
                  <a:pt x="1154632" y="34421"/>
                  <a:pt x="1150827" y="36054"/>
                </a:cubicBezTo>
                <a:cubicBezTo>
                  <a:pt x="1147022" y="37688"/>
                  <a:pt x="1142682" y="41011"/>
                  <a:pt x="1137807" y="46023"/>
                </a:cubicBezTo>
                <a:cubicBezTo>
                  <a:pt x="1132933" y="51036"/>
                  <a:pt x="1128860" y="56012"/>
                  <a:pt x="1125588" y="60950"/>
                </a:cubicBezTo>
                <a:cubicBezTo>
                  <a:pt x="1097708" y="105094"/>
                  <a:pt x="1073917" y="139349"/>
                  <a:pt x="1054215" y="163717"/>
                </a:cubicBezTo>
                <a:cubicBezTo>
                  <a:pt x="1034512" y="188084"/>
                  <a:pt x="1007671" y="216844"/>
                  <a:pt x="973690" y="249995"/>
                </a:cubicBezTo>
                <a:cubicBezTo>
                  <a:pt x="962713" y="241932"/>
                  <a:pt x="950647" y="235560"/>
                  <a:pt x="937493" y="230879"/>
                </a:cubicBezTo>
                <a:cubicBezTo>
                  <a:pt x="974421" y="199865"/>
                  <a:pt x="1008695" y="164169"/>
                  <a:pt x="1040313" y="123790"/>
                </a:cubicBezTo>
                <a:cubicBezTo>
                  <a:pt x="1071931" y="83411"/>
                  <a:pt x="1095998" y="43046"/>
                  <a:pt x="1112515" y="2693"/>
                </a:cubicBezTo>
                <a:close/>
                <a:moveTo>
                  <a:pt x="554371" y="0"/>
                </a:moveTo>
                <a:cubicBezTo>
                  <a:pt x="570926" y="7067"/>
                  <a:pt x="582987" y="11289"/>
                  <a:pt x="590554" y="12666"/>
                </a:cubicBezTo>
                <a:cubicBezTo>
                  <a:pt x="598122" y="14042"/>
                  <a:pt x="601906" y="17548"/>
                  <a:pt x="601906" y="23185"/>
                </a:cubicBezTo>
                <a:cubicBezTo>
                  <a:pt x="601906" y="28821"/>
                  <a:pt x="599838" y="32069"/>
                  <a:pt x="595701" y="32929"/>
                </a:cubicBezTo>
                <a:cubicBezTo>
                  <a:pt x="591565" y="33789"/>
                  <a:pt x="587287" y="38017"/>
                  <a:pt x="582868" y="45613"/>
                </a:cubicBezTo>
                <a:cubicBezTo>
                  <a:pt x="578448" y="53209"/>
                  <a:pt x="570890" y="68858"/>
                  <a:pt x="560193" y="92561"/>
                </a:cubicBezTo>
                <a:lnTo>
                  <a:pt x="560193" y="422674"/>
                </a:lnTo>
                <a:lnTo>
                  <a:pt x="517860" y="422674"/>
                </a:lnTo>
                <a:cubicBezTo>
                  <a:pt x="521446" y="390313"/>
                  <a:pt x="523239" y="356644"/>
                  <a:pt x="523239" y="321669"/>
                </a:cubicBezTo>
                <a:lnTo>
                  <a:pt x="523239" y="146390"/>
                </a:lnTo>
                <a:cubicBezTo>
                  <a:pt x="514085" y="168783"/>
                  <a:pt x="501055" y="189862"/>
                  <a:pt x="484148" y="209626"/>
                </a:cubicBezTo>
                <a:cubicBezTo>
                  <a:pt x="473966" y="200696"/>
                  <a:pt x="462776" y="194327"/>
                  <a:pt x="450580" y="190517"/>
                </a:cubicBezTo>
                <a:cubicBezTo>
                  <a:pt x="477669" y="162751"/>
                  <a:pt x="501198" y="129122"/>
                  <a:pt x="521167" y="89629"/>
                </a:cubicBezTo>
                <a:cubicBezTo>
                  <a:pt x="541136" y="50136"/>
                  <a:pt x="552204" y="20260"/>
                  <a:pt x="55437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E5E7CC-1EFB-477F-BC1C-562D6B4547AF}"/>
              </a:ext>
            </a:extLst>
          </p:cNvPr>
          <p:cNvSpPr txBox="1"/>
          <p:nvPr/>
        </p:nvSpPr>
        <p:spPr>
          <a:xfrm>
            <a:off x="5589725" y="-2444884"/>
            <a:ext cx="1650041" cy="485850"/>
          </a:xfrm>
          <a:custGeom>
            <a:avLst/>
            <a:gdLst/>
            <a:ahLst/>
            <a:cxnLst/>
            <a:rect l="l" t="t" r="r" b="b"/>
            <a:pathLst>
              <a:path w="1314854" h="420881">
                <a:moveTo>
                  <a:pt x="538934" y="147561"/>
                </a:moveTo>
                <a:cubicBezTo>
                  <a:pt x="572066" y="149962"/>
                  <a:pt x="617164" y="151162"/>
                  <a:pt x="674225" y="151162"/>
                </a:cubicBezTo>
                <a:cubicBezTo>
                  <a:pt x="731287" y="151162"/>
                  <a:pt x="776399" y="149962"/>
                  <a:pt x="809560" y="147561"/>
                </a:cubicBezTo>
                <a:lnTo>
                  <a:pt x="809560" y="184959"/>
                </a:lnTo>
                <a:cubicBezTo>
                  <a:pt x="777847" y="182868"/>
                  <a:pt x="739275" y="181823"/>
                  <a:pt x="693846" y="181823"/>
                </a:cubicBezTo>
                <a:lnTo>
                  <a:pt x="693846" y="248488"/>
                </a:lnTo>
                <a:cubicBezTo>
                  <a:pt x="767746" y="248488"/>
                  <a:pt x="816933" y="247288"/>
                  <a:pt x="841407" y="244888"/>
                </a:cubicBezTo>
                <a:lnTo>
                  <a:pt x="841407" y="281842"/>
                </a:lnTo>
                <a:cubicBezTo>
                  <a:pt x="821562" y="280047"/>
                  <a:pt x="772375" y="279149"/>
                  <a:pt x="693846" y="279149"/>
                </a:cubicBezTo>
                <a:lnTo>
                  <a:pt x="693846" y="360824"/>
                </a:lnTo>
                <a:cubicBezTo>
                  <a:pt x="712781" y="363676"/>
                  <a:pt x="735234" y="365103"/>
                  <a:pt x="761204" y="365103"/>
                </a:cubicBezTo>
                <a:cubicBezTo>
                  <a:pt x="787174" y="365103"/>
                  <a:pt x="827065" y="363155"/>
                  <a:pt x="880876" y="359259"/>
                </a:cubicBezTo>
                <a:cubicBezTo>
                  <a:pt x="875385" y="374523"/>
                  <a:pt x="871925" y="388763"/>
                  <a:pt x="870496" y="401979"/>
                </a:cubicBezTo>
                <a:cubicBezTo>
                  <a:pt x="848056" y="402322"/>
                  <a:pt x="828910" y="402493"/>
                  <a:pt x="813061" y="402493"/>
                </a:cubicBezTo>
                <a:cubicBezTo>
                  <a:pt x="757911" y="402493"/>
                  <a:pt x="715787" y="400458"/>
                  <a:pt x="686688" y="396389"/>
                </a:cubicBezTo>
                <a:cubicBezTo>
                  <a:pt x="657589" y="392319"/>
                  <a:pt x="632766" y="384917"/>
                  <a:pt x="612218" y="374182"/>
                </a:cubicBezTo>
                <a:cubicBezTo>
                  <a:pt x="591670" y="363448"/>
                  <a:pt x="574271" y="347917"/>
                  <a:pt x="560022" y="327591"/>
                </a:cubicBezTo>
                <a:cubicBezTo>
                  <a:pt x="543920" y="361505"/>
                  <a:pt x="520812" y="391406"/>
                  <a:pt x="490699" y="417295"/>
                </a:cubicBezTo>
                <a:cubicBezTo>
                  <a:pt x="482946" y="407799"/>
                  <a:pt x="472113" y="399840"/>
                  <a:pt x="458202" y="393421"/>
                </a:cubicBezTo>
                <a:cubicBezTo>
                  <a:pt x="517810" y="351020"/>
                  <a:pt x="550864" y="292689"/>
                  <a:pt x="557364" y="218427"/>
                </a:cubicBezTo>
                <a:cubicBezTo>
                  <a:pt x="571633" y="223014"/>
                  <a:pt x="583370" y="225733"/>
                  <a:pt x="592576" y="226585"/>
                </a:cubicBezTo>
                <a:cubicBezTo>
                  <a:pt x="601782" y="227438"/>
                  <a:pt x="606385" y="229786"/>
                  <a:pt x="606385" y="233629"/>
                </a:cubicBezTo>
                <a:cubicBezTo>
                  <a:pt x="606385" y="237473"/>
                  <a:pt x="603920" y="240963"/>
                  <a:pt x="598991" y="244102"/>
                </a:cubicBezTo>
                <a:cubicBezTo>
                  <a:pt x="593262" y="247336"/>
                  <a:pt x="587602" y="258220"/>
                  <a:pt x="582010" y="276756"/>
                </a:cubicBezTo>
                <a:cubicBezTo>
                  <a:pt x="579829" y="284395"/>
                  <a:pt x="577338" y="291308"/>
                  <a:pt x="574538" y="297494"/>
                </a:cubicBezTo>
                <a:cubicBezTo>
                  <a:pt x="596369" y="327384"/>
                  <a:pt x="623970" y="346477"/>
                  <a:pt x="657341" y="354773"/>
                </a:cubicBezTo>
                <a:lnTo>
                  <a:pt x="657341" y="181823"/>
                </a:lnTo>
                <a:cubicBezTo>
                  <a:pt x="610645" y="181823"/>
                  <a:pt x="571176" y="182868"/>
                  <a:pt x="538934" y="184959"/>
                </a:cubicBezTo>
                <a:close/>
                <a:moveTo>
                  <a:pt x="257617" y="119929"/>
                </a:moveTo>
                <a:cubicBezTo>
                  <a:pt x="257617" y="143213"/>
                  <a:pt x="255972" y="173207"/>
                  <a:pt x="252681" y="209912"/>
                </a:cubicBezTo>
                <a:lnTo>
                  <a:pt x="325362" y="209912"/>
                </a:lnTo>
                <a:lnTo>
                  <a:pt x="330105" y="119929"/>
                </a:lnTo>
                <a:close/>
                <a:moveTo>
                  <a:pt x="33018" y="42612"/>
                </a:moveTo>
                <a:cubicBezTo>
                  <a:pt x="63374" y="62820"/>
                  <a:pt x="91147" y="87537"/>
                  <a:pt x="116336" y="116765"/>
                </a:cubicBezTo>
                <a:lnTo>
                  <a:pt x="89096" y="141010"/>
                </a:lnTo>
                <a:cubicBezTo>
                  <a:pt x="69413" y="115341"/>
                  <a:pt x="43300" y="90949"/>
                  <a:pt x="10758" y="67837"/>
                </a:cubicBezTo>
                <a:close/>
                <a:moveTo>
                  <a:pt x="1314854" y="32740"/>
                </a:moveTo>
                <a:lnTo>
                  <a:pt x="1314854" y="67966"/>
                </a:lnTo>
                <a:cubicBezTo>
                  <a:pt x="1303029" y="69042"/>
                  <a:pt x="1285695" y="78000"/>
                  <a:pt x="1262852" y="94840"/>
                </a:cubicBezTo>
                <a:cubicBezTo>
                  <a:pt x="1240008" y="111681"/>
                  <a:pt x="1207110" y="137341"/>
                  <a:pt x="1164157" y="171821"/>
                </a:cubicBezTo>
                <a:lnTo>
                  <a:pt x="1164157" y="371904"/>
                </a:lnTo>
                <a:cubicBezTo>
                  <a:pt x="1164157" y="383991"/>
                  <a:pt x="1161669" y="393381"/>
                  <a:pt x="1156692" y="400075"/>
                </a:cubicBezTo>
                <a:cubicBezTo>
                  <a:pt x="1151715" y="406769"/>
                  <a:pt x="1142328" y="411685"/>
                  <a:pt x="1128531" y="414823"/>
                </a:cubicBezTo>
                <a:cubicBezTo>
                  <a:pt x="1114734" y="417962"/>
                  <a:pt x="1092315" y="419681"/>
                  <a:pt x="1061273" y="419981"/>
                </a:cubicBezTo>
                <a:cubicBezTo>
                  <a:pt x="1062768" y="404322"/>
                  <a:pt x="1059480" y="390211"/>
                  <a:pt x="1051407" y="377647"/>
                </a:cubicBezTo>
                <a:cubicBezTo>
                  <a:pt x="1072824" y="380643"/>
                  <a:pt x="1088573" y="382141"/>
                  <a:pt x="1098652" y="382141"/>
                </a:cubicBezTo>
                <a:cubicBezTo>
                  <a:pt x="1108732" y="382141"/>
                  <a:pt x="1116010" y="380689"/>
                  <a:pt x="1120487" y="377786"/>
                </a:cubicBezTo>
                <a:cubicBezTo>
                  <a:pt x="1124964" y="374884"/>
                  <a:pt x="1127202" y="367241"/>
                  <a:pt x="1127202" y="354859"/>
                </a:cubicBezTo>
                <a:lnTo>
                  <a:pt x="1127202" y="153141"/>
                </a:lnTo>
                <a:cubicBezTo>
                  <a:pt x="1163316" y="130604"/>
                  <a:pt x="1203236" y="102639"/>
                  <a:pt x="1246960" y="69244"/>
                </a:cubicBezTo>
                <a:cubicBezTo>
                  <a:pt x="1174704" y="69244"/>
                  <a:pt x="1119448" y="69692"/>
                  <a:pt x="1081193" y="70587"/>
                </a:cubicBezTo>
                <a:cubicBezTo>
                  <a:pt x="1042938" y="71483"/>
                  <a:pt x="1006247" y="73876"/>
                  <a:pt x="971119" y="77767"/>
                </a:cubicBezTo>
                <a:lnTo>
                  <a:pt x="971119" y="33190"/>
                </a:lnTo>
                <a:cubicBezTo>
                  <a:pt x="1005189" y="35885"/>
                  <a:pt x="1064622" y="37233"/>
                  <a:pt x="1149416" y="37233"/>
                </a:cubicBezTo>
                <a:cubicBezTo>
                  <a:pt x="1234210" y="37233"/>
                  <a:pt x="1289356" y="35735"/>
                  <a:pt x="1314854" y="32740"/>
                </a:cubicBezTo>
                <a:close/>
                <a:moveTo>
                  <a:pt x="217977" y="450"/>
                </a:moveTo>
                <a:cubicBezTo>
                  <a:pt x="229335" y="2550"/>
                  <a:pt x="237736" y="3600"/>
                  <a:pt x="243180" y="3600"/>
                </a:cubicBezTo>
                <a:cubicBezTo>
                  <a:pt x="260877" y="3600"/>
                  <a:pt x="269726" y="5794"/>
                  <a:pt x="269726" y="10180"/>
                </a:cubicBezTo>
                <a:cubicBezTo>
                  <a:pt x="269726" y="14566"/>
                  <a:pt x="267242" y="18621"/>
                  <a:pt x="262275" y="22346"/>
                </a:cubicBezTo>
                <a:cubicBezTo>
                  <a:pt x="259170" y="25041"/>
                  <a:pt x="257617" y="47199"/>
                  <a:pt x="257617" y="88818"/>
                </a:cubicBezTo>
                <a:cubicBezTo>
                  <a:pt x="309329" y="88818"/>
                  <a:pt x="346107" y="87170"/>
                  <a:pt x="367953" y="83875"/>
                </a:cubicBezTo>
                <a:lnTo>
                  <a:pt x="360773" y="209912"/>
                </a:lnTo>
                <a:cubicBezTo>
                  <a:pt x="376970" y="209912"/>
                  <a:pt x="394163" y="208264"/>
                  <a:pt x="412351" y="204968"/>
                </a:cubicBezTo>
                <a:lnTo>
                  <a:pt x="412351" y="244616"/>
                </a:lnTo>
                <a:cubicBezTo>
                  <a:pt x="382314" y="241625"/>
                  <a:pt x="337613" y="240130"/>
                  <a:pt x="278249" y="240130"/>
                </a:cubicBezTo>
                <a:cubicBezTo>
                  <a:pt x="305990" y="302438"/>
                  <a:pt x="352036" y="349536"/>
                  <a:pt x="416387" y="381426"/>
                </a:cubicBezTo>
                <a:cubicBezTo>
                  <a:pt x="406062" y="390099"/>
                  <a:pt x="397485" y="400410"/>
                  <a:pt x="390655" y="412359"/>
                </a:cubicBezTo>
                <a:cubicBezTo>
                  <a:pt x="319023" y="368272"/>
                  <a:pt x="272007" y="310863"/>
                  <a:pt x="249609" y="240130"/>
                </a:cubicBezTo>
                <a:lnTo>
                  <a:pt x="249295" y="240130"/>
                </a:lnTo>
                <a:cubicBezTo>
                  <a:pt x="243628" y="274415"/>
                  <a:pt x="231056" y="305711"/>
                  <a:pt x="211580" y="334017"/>
                </a:cubicBezTo>
                <a:cubicBezTo>
                  <a:pt x="192103" y="362323"/>
                  <a:pt x="161363" y="391277"/>
                  <a:pt x="119357" y="420881"/>
                </a:cubicBezTo>
                <a:cubicBezTo>
                  <a:pt x="110575" y="410818"/>
                  <a:pt x="99493" y="402441"/>
                  <a:pt x="86110" y="395749"/>
                </a:cubicBezTo>
                <a:cubicBezTo>
                  <a:pt x="125882" y="370970"/>
                  <a:pt x="155524" y="346403"/>
                  <a:pt x="175036" y="322047"/>
                </a:cubicBezTo>
                <a:cubicBezTo>
                  <a:pt x="194548" y="297692"/>
                  <a:pt x="207366" y="270386"/>
                  <a:pt x="213491" y="240130"/>
                </a:cubicBezTo>
                <a:cubicBezTo>
                  <a:pt x="175319" y="240721"/>
                  <a:pt x="142277" y="242216"/>
                  <a:pt x="114364" y="244616"/>
                </a:cubicBezTo>
                <a:lnTo>
                  <a:pt x="114364" y="215537"/>
                </a:lnTo>
                <a:lnTo>
                  <a:pt x="37876" y="360331"/>
                </a:lnTo>
                <a:cubicBezTo>
                  <a:pt x="27513" y="353368"/>
                  <a:pt x="14887" y="346655"/>
                  <a:pt x="0" y="340192"/>
                </a:cubicBezTo>
                <a:cubicBezTo>
                  <a:pt x="37633" y="298140"/>
                  <a:pt x="65153" y="247683"/>
                  <a:pt x="82560" y="188824"/>
                </a:cubicBezTo>
                <a:cubicBezTo>
                  <a:pt x="87961" y="193088"/>
                  <a:pt x="93587" y="196924"/>
                  <a:pt x="99441" y="200330"/>
                </a:cubicBezTo>
                <a:lnTo>
                  <a:pt x="114364" y="207639"/>
                </a:lnTo>
                <a:lnTo>
                  <a:pt x="114364" y="204968"/>
                </a:lnTo>
                <a:cubicBezTo>
                  <a:pt x="143429" y="207716"/>
                  <a:pt x="177631" y="209367"/>
                  <a:pt x="216970" y="209919"/>
                </a:cubicBezTo>
                <a:cubicBezTo>
                  <a:pt x="219732" y="179534"/>
                  <a:pt x="221263" y="149538"/>
                  <a:pt x="221563" y="119929"/>
                </a:cubicBezTo>
                <a:cubicBezTo>
                  <a:pt x="180596" y="119929"/>
                  <a:pt x="150247" y="120677"/>
                  <a:pt x="130516" y="122172"/>
                </a:cubicBezTo>
                <a:lnTo>
                  <a:pt x="130516" y="83875"/>
                </a:lnTo>
                <a:cubicBezTo>
                  <a:pt x="152609" y="87170"/>
                  <a:pt x="182808" y="88818"/>
                  <a:pt x="221113" y="88818"/>
                </a:cubicBezTo>
                <a:cubicBezTo>
                  <a:pt x="221113" y="63991"/>
                  <a:pt x="220068" y="34535"/>
                  <a:pt x="217977" y="450"/>
                </a:cubicBezTo>
                <a:close/>
                <a:moveTo>
                  <a:pt x="660977" y="0"/>
                </a:moveTo>
                <a:cubicBezTo>
                  <a:pt x="674417" y="16083"/>
                  <a:pt x="686362" y="36116"/>
                  <a:pt x="696810" y="60100"/>
                </a:cubicBezTo>
                <a:cubicBezTo>
                  <a:pt x="772434" y="60105"/>
                  <a:pt x="825117" y="58760"/>
                  <a:pt x="854859" y="56064"/>
                </a:cubicBezTo>
                <a:lnTo>
                  <a:pt x="854859" y="156255"/>
                </a:lnTo>
                <a:lnTo>
                  <a:pt x="818804" y="156255"/>
                </a:lnTo>
                <a:lnTo>
                  <a:pt x="818804" y="92119"/>
                </a:lnTo>
                <a:lnTo>
                  <a:pt x="523853" y="92119"/>
                </a:lnTo>
                <a:lnTo>
                  <a:pt x="523853" y="157605"/>
                </a:lnTo>
                <a:lnTo>
                  <a:pt x="488249" y="157605"/>
                </a:lnTo>
                <a:lnTo>
                  <a:pt x="488249" y="56064"/>
                </a:lnTo>
                <a:cubicBezTo>
                  <a:pt x="517471" y="59060"/>
                  <a:pt x="574283" y="60558"/>
                  <a:pt x="658684" y="60558"/>
                </a:cubicBezTo>
                <a:cubicBezTo>
                  <a:pt x="650817" y="48713"/>
                  <a:pt x="639456" y="34680"/>
                  <a:pt x="624601" y="184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F066F1B-36EE-4DA1-BD88-76ECC2925AEB}"/>
              </a:ext>
            </a:extLst>
          </p:cNvPr>
          <p:cNvSpPr txBox="1"/>
          <p:nvPr/>
        </p:nvSpPr>
        <p:spPr>
          <a:xfrm>
            <a:off x="7286123" y="-2444884"/>
            <a:ext cx="1669756" cy="489990"/>
          </a:xfrm>
          <a:custGeom>
            <a:avLst/>
            <a:gdLst/>
            <a:ahLst/>
            <a:cxnLst/>
            <a:rect l="l" t="t" r="r" b="b"/>
            <a:pathLst>
              <a:path w="1330564" h="424467">
                <a:moveTo>
                  <a:pt x="0" y="333249"/>
                </a:moveTo>
                <a:cubicBezTo>
                  <a:pt x="42267" y="335944"/>
                  <a:pt x="106324" y="337292"/>
                  <a:pt x="192170" y="337292"/>
                </a:cubicBezTo>
                <a:cubicBezTo>
                  <a:pt x="278017" y="337292"/>
                  <a:pt x="347079" y="335944"/>
                  <a:pt x="399357" y="333249"/>
                </a:cubicBezTo>
                <a:lnTo>
                  <a:pt x="399357" y="374682"/>
                </a:lnTo>
                <a:cubicBezTo>
                  <a:pt x="351841" y="371692"/>
                  <a:pt x="285127" y="370196"/>
                  <a:pt x="199214" y="370196"/>
                </a:cubicBezTo>
                <a:cubicBezTo>
                  <a:pt x="113301" y="370196"/>
                  <a:pt x="46896" y="371692"/>
                  <a:pt x="0" y="374682"/>
                </a:cubicBezTo>
                <a:close/>
                <a:moveTo>
                  <a:pt x="1039928" y="325798"/>
                </a:moveTo>
                <a:lnTo>
                  <a:pt x="1039928" y="363302"/>
                </a:lnTo>
                <a:lnTo>
                  <a:pt x="1241581" y="363302"/>
                </a:lnTo>
                <a:lnTo>
                  <a:pt x="1241581" y="325798"/>
                </a:lnTo>
                <a:close/>
                <a:moveTo>
                  <a:pt x="1039928" y="212319"/>
                </a:moveTo>
                <a:lnTo>
                  <a:pt x="1039928" y="242209"/>
                </a:lnTo>
                <a:lnTo>
                  <a:pt x="1218707" y="242209"/>
                </a:lnTo>
                <a:lnTo>
                  <a:pt x="1218707" y="212319"/>
                </a:lnTo>
                <a:close/>
                <a:moveTo>
                  <a:pt x="1000730" y="179858"/>
                </a:moveTo>
                <a:cubicBezTo>
                  <a:pt x="1040968" y="181358"/>
                  <a:pt x="1084865" y="182108"/>
                  <a:pt x="1132421" y="182108"/>
                </a:cubicBezTo>
                <a:cubicBezTo>
                  <a:pt x="1179977" y="182108"/>
                  <a:pt x="1221205" y="181358"/>
                  <a:pt x="1256105" y="179858"/>
                </a:cubicBezTo>
                <a:cubicBezTo>
                  <a:pt x="1254314" y="194446"/>
                  <a:pt x="1253419" y="210876"/>
                  <a:pt x="1253419" y="229150"/>
                </a:cubicBezTo>
                <a:cubicBezTo>
                  <a:pt x="1253419" y="247424"/>
                  <a:pt x="1254314" y="262447"/>
                  <a:pt x="1256105" y="274220"/>
                </a:cubicBezTo>
                <a:cubicBezTo>
                  <a:pt x="1225977" y="272724"/>
                  <a:pt x="1187527" y="271977"/>
                  <a:pt x="1140754" y="271977"/>
                </a:cubicBezTo>
                <a:lnTo>
                  <a:pt x="1039928" y="271977"/>
                </a:lnTo>
                <a:lnTo>
                  <a:pt x="1039928" y="296030"/>
                </a:lnTo>
                <a:lnTo>
                  <a:pt x="1143448" y="296030"/>
                </a:lnTo>
                <a:cubicBezTo>
                  <a:pt x="1187739" y="296030"/>
                  <a:pt x="1233366" y="295280"/>
                  <a:pt x="1280329" y="293779"/>
                </a:cubicBezTo>
                <a:cubicBezTo>
                  <a:pt x="1278834" y="302114"/>
                  <a:pt x="1278086" y="313803"/>
                  <a:pt x="1278086" y="328848"/>
                </a:cubicBezTo>
                <a:lnTo>
                  <a:pt x="1278086" y="377740"/>
                </a:lnTo>
                <a:cubicBezTo>
                  <a:pt x="1278086" y="388898"/>
                  <a:pt x="1279131" y="402083"/>
                  <a:pt x="1281222" y="417295"/>
                </a:cubicBezTo>
                <a:lnTo>
                  <a:pt x="1241581" y="417295"/>
                </a:lnTo>
                <a:lnTo>
                  <a:pt x="1241581" y="393971"/>
                </a:lnTo>
                <a:lnTo>
                  <a:pt x="1039928" y="393971"/>
                </a:lnTo>
                <a:cubicBezTo>
                  <a:pt x="1040461" y="404229"/>
                  <a:pt x="1041206" y="414395"/>
                  <a:pt x="1042164" y="424467"/>
                </a:cubicBezTo>
                <a:lnTo>
                  <a:pt x="999830" y="424467"/>
                </a:lnTo>
                <a:cubicBezTo>
                  <a:pt x="1002225" y="406055"/>
                  <a:pt x="1003423" y="391225"/>
                  <a:pt x="1003423" y="379976"/>
                </a:cubicBezTo>
                <a:lnTo>
                  <a:pt x="1003423" y="228378"/>
                </a:lnTo>
                <a:cubicBezTo>
                  <a:pt x="1003423" y="206823"/>
                  <a:pt x="1002525" y="190650"/>
                  <a:pt x="1000730" y="179858"/>
                </a:cubicBezTo>
                <a:close/>
                <a:moveTo>
                  <a:pt x="691582" y="68351"/>
                </a:moveTo>
                <a:cubicBezTo>
                  <a:pt x="691142" y="129941"/>
                  <a:pt x="689250" y="178181"/>
                  <a:pt x="685906" y="213070"/>
                </a:cubicBezTo>
                <a:lnTo>
                  <a:pt x="685027" y="221072"/>
                </a:lnTo>
                <a:lnTo>
                  <a:pt x="714192" y="207662"/>
                </a:lnTo>
                <a:cubicBezTo>
                  <a:pt x="728084" y="241423"/>
                  <a:pt x="745855" y="272222"/>
                  <a:pt x="767505" y="300059"/>
                </a:cubicBezTo>
                <a:cubicBezTo>
                  <a:pt x="785946" y="273427"/>
                  <a:pt x="798264" y="238949"/>
                  <a:pt x="804460" y="196624"/>
                </a:cubicBezTo>
                <a:lnTo>
                  <a:pt x="765977" y="196624"/>
                </a:lnTo>
                <a:cubicBezTo>
                  <a:pt x="758376" y="196624"/>
                  <a:pt x="747581" y="197522"/>
                  <a:pt x="733594" y="199318"/>
                </a:cubicBezTo>
                <a:lnTo>
                  <a:pt x="780236" y="68351"/>
                </a:lnTo>
                <a:close/>
                <a:moveTo>
                  <a:pt x="30504" y="66830"/>
                </a:moveTo>
                <a:cubicBezTo>
                  <a:pt x="71585" y="69525"/>
                  <a:pt x="126309" y="70873"/>
                  <a:pt x="194674" y="70873"/>
                </a:cubicBezTo>
                <a:cubicBezTo>
                  <a:pt x="263040" y="70873"/>
                  <a:pt x="317511" y="69525"/>
                  <a:pt x="358087" y="66830"/>
                </a:cubicBezTo>
                <a:lnTo>
                  <a:pt x="358087" y="106027"/>
                </a:lnTo>
                <a:cubicBezTo>
                  <a:pt x="319573" y="104232"/>
                  <a:pt x="268093" y="103334"/>
                  <a:pt x="203647" y="103334"/>
                </a:cubicBezTo>
                <a:cubicBezTo>
                  <a:pt x="139201" y="103334"/>
                  <a:pt x="81486" y="104232"/>
                  <a:pt x="30504" y="106027"/>
                </a:cubicBezTo>
                <a:close/>
                <a:moveTo>
                  <a:pt x="526832" y="1793"/>
                </a:moveTo>
                <a:cubicBezTo>
                  <a:pt x="537667" y="4265"/>
                  <a:pt x="544660" y="5706"/>
                  <a:pt x="547810" y="6118"/>
                </a:cubicBezTo>
                <a:cubicBezTo>
                  <a:pt x="550960" y="6530"/>
                  <a:pt x="556578" y="6736"/>
                  <a:pt x="564662" y="6736"/>
                </a:cubicBezTo>
                <a:cubicBezTo>
                  <a:pt x="572746" y="6736"/>
                  <a:pt x="576789" y="8729"/>
                  <a:pt x="576789" y="12716"/>
                </a:cubicBezTo>
                <a:cubicBezTo>
                  <a:pt x="576789" y="16702"/>
                  <a:pt x="575146" y="20175"/>
                  <a:pt x="571860" y="23135"/>
                </a:cubicBezTo>
                <a:cubicBezTo>
                  <a:pt x="568573" y="26095"/>
                  <a:pt x="566330" y="28832"/>
                  <a:pt x="565130" y="31347"/>
                </a:cubicBezTo>
                <a:cubicBezTo>
                  <a:pt x="563930" y="33861"/>
                  <a:pt x="563330" y="35850"/>
                  <a:pt x="563330" y="37312"/>
                </a:cubicBezTo>
                <a:lnTo>
                  <a:pt x="563330" y="99598"/>
                </a:lnTo>
                <a:cubicBezTo>
                  <a:pt x="588433" y="99336"/>
                  <a:pt x="609364" y="97981"/>
                  <a:pt x="626123" y="95533"/>
                </a:cubicBezTo>
                <a:lnTo>
                  <a:pt x="626123" y="134731"/>
                </a:lnTo>
                <a:cubicBezTo>
                  <a:pt x="605335" y="132631"/>
                  <a:pt x="584404" y="131433"/>
                  <a:pt x="563330" y="131138"/>
                </a:cubicBezTo>
                <a:lnTo>
                  <a:pt x="563330" y="152162"/>
                </a:lnTo>
                <a:cubicBezTo>
                  <a:pt x="586871" y="179236"/>
                  <a:pt x="609147" y="208366"/>
                  <a:pt x="630160" y="239551"/>
                </a:cubicBezTo>
                <a:lnTo>
                  <a:pt x="598184" y="259861"/>
                </a:lnTo>
                <a:cubicBezTo>
                  <a:pt x="586054" y="236372"/>
                  <a:pt x="574436" y="212753"/>
                  <a:pt x="563330" y="189002"/>
                </a:cubicBezTo>
                <a:lnTo>
                  <a:pt x="563330" y="335127"/>
                </a:lnTo>
                <a:cubicBezTo>
                  <a:pt x="563330" y="346615"/>
                  <a:pt x="563704" y="359542"/>
                  <a:pt x="564451" y="373909"/>
                </a:cubicBezTo>
                <a:lnTo>
                  <a:pt x="564461" y="374059"/>
                </a:lnTo>
                <a:lnTo>
                  <a:pt x="614368" y="324155"/>
                </a:lnTo>
                <a:cubicBezTo>
                  <a:pt x="627415" y="306298"/>
                  <a:pt x="636739" y="287352"/>
                  <a:pt x="642340" y="267319"/>
                </a:cubicBezTo>
                <a:cubicBezTo>
                  <a:pt x="653541" y="227252"/>
                  <a:pt x="658273" y="160929"/>
                  <a:pt x="656534" y="68351"/>
                </a:cubicBezTo>
                <a:cubicBezTo>
                  <a:pt x="635784" y="68351"/>
                  <a:pt x="619908" y="68949"/>
                  <a:pt x="608907" y="70144"/>
                </a:cubicBezTo>
                <a:lnTo>
                  <a:pt x="608907" y="34540"/>
                </a:lnTo>
                <a:cubicBezTo>
                  <a:pt x="632905" y="36635"/>
                  <a:pt x="666324" y="37683"/>
                  <a:pt x="709162" y="37683"/>
                </a:cubicBezTo>
                <a:cubicBezTo>
                  <a:pt x="752001" y="37683"/>
                  <a:pt x="791299" y="35290"/>
                  <a:pt x="827056" y="30504"/>
                </a:cubicBezTo>
                <a:lnTo>
                  <a:pt x="777721" y="166406"/>
                </a:lnTo>
                <a:lnTo>
                  <a:pt x="812618" y="166406"/>
                </a:lnTo>
                <a:cubicBezTo>
                  <a:pt x="820486" y="166406"/>
                  <a:pt x="831728" y="165359"/>
                  <a:pt x="846344" y="163263"/>
                </a:cubicBezTo>
                <a:cubicBezTo>
                  <a:pt x="836957" y="211045"/>
                  <a:pt x="828075" y="246053"/>
                  <a:pt x="819698" y="268287"/>
                </a:cubicBezTo>
                <a:cubicBezTo>
                  <a:pt x="811320" y="290521"/>
                  <a:pt x="801067" y="308917"/>
                  <a:pt x="788937" y="323476"/>
                </a:cubicBezTo>
                <a:cubicBezTo>
                  <a:pt x="801471" y="336497"/>
                  <a:pt x="813729" y="347318"/>
                  <a:pt x="825709" y="355941"/>
                </a:cubicBezTo>
                <a:cubicBezTo>
                  <a:pt x="837689" y="364563"/>
                  <a:pt x="855481" y="374642"/>
                  <a:pt x="879084" y="386177"/>
                </a:cubicBezTo>
                <a:cubicBezTo>
                  <a:pt x="868806" y="394944"/>
                  <a:pt x="860624" y="405167"/>
                  <a:pt x="854538" y="416845"/>
                </a:cubicBezTo>
                <a:cubicBezTo>
                  <a:pt x="821291" y="399776"/>
                  <a:pt x="792573" y="376602"/>
                  <a:pt x="768384" y="347322"/>
                </a:cubicBezTo>
                <a:cubicBezTo>
                  <a:pt x="740395" y="376787"/>
                  <a:pt x="699685" y="401607"/>
                  <a:pt x="646254" y="421781"/>
                </a:cubicBezTo>
                <a:cubicBezTo>
                  <a:pt x="641068" y="408894"/>
                  <a:pt x="632955" y="397985"/>
                  <a:pt x="621916" y="389056"/>
                </a:cubicBezTo>
                <a:cubicBezTo>
                  <a:pt x="653224" y="379631"/>
                  <a:pt x="677930" y="370062"/>
                  <a:pt x="696032" y="360348"/>
                </a:cubicBezTo>
                <a:cubicBezTo>
                  <a:pt x="714134" y="350635"/>
                  <a:pt x="731139" y="338187"/>
                  <a:pt x="747046" y="323004"/>
                </a:cubicBezTo>
                <a:cubicBezTo>
                  <a:pt x="731008" y="304984"/>
                  <a:pt x="714721" y="281665"/>
                  <a:pt x="698185" y="253048"/>
                </a:cubicBezTo>
                <a:lnTo>
                  <a:pt x="684303" y="227667"/>
                </a:lnTo>
                <a:lnTo>
                  <a:pt x="684112" y="229402"/>
                </a:lnTo>
                <a:cubicBezTo>
                  <a:pt x="683474" y="234475"/>
                  <a:pt x="682796" y="239177"/>
                  <a:pt x="682077" y="243509"/>
                </a:cubicBezTo>
                <a:cubicBezTo>
                  <a:pt x="676326" y="278161"/>
                  <a:pt x="667349" y="305936"/>
                  <a:pt x="655145" y="326834"/>
                </a:cubicBezTo>
                <a:cubicBezTo>
                  <a:pt x="642941" y="347731"/>
                  <a:pt x="623311" y="370858"/>
                  <a:pt x="596255" y="396214"/>
                </a:cubicBezTo>
                <a:cubicBezTo>
                  <a:pt x="592483" y="391789"/>
                  <a:pt x="587914" y="387764"/>
                  <a:pt x="582548" y="384139"/>
                </a:cubicBezTo>
                <a:lnTo>
                  <a:pt x="564500" y="374692"/>
                </a:lnTo>
                <a:lnTo>
                  <a:pt x="565853" y="396540"/>
                </a:lnTo>
                <a:cubicBezTo>
                  <a:pt x="566414" y="404444"/>
                  <a:pt x="567068" y="412707"/>
                  <a:pt x="567816" y="421331"/>
                </a:cubicBezTo>
                <a:lnTo>
                  <a:pt x="524589" y="421331"/>
                </a:lnTo>
                <a:cubicBezTo>
                  <a:pt x="527575" y="386336"/>
                  <a:pt x="529068" y="357602"/>
                  <a:pt x="529068" y="335127"/>
                </a:cubicBezTo>
                <a:lnTo>
                  <a:pt x="529068" y="196624"/>
                </a:lnTo>
                <a:cubicBezTo>
                  <a:pt x="522315" y="237996"/>
                  <a:pt x="504611" y="279111"/>
                  <a:pt x="475955" y="319968"/>
                </a:cubicBezTo>
                <a:cubicBezTo>
                  <a:pt x="468644" y="310167"/>
                  <a:pt x="459141" y="302783"/>
                  <a:pt x="447444" y="297816"/>
                </a:cubicBezTo>
                <a:cubicBezTo>
                  <a:pt x="471383" y="268483"/>
                  <a:pt x="492672" y="229250"/>
                  <a:pt x="511312" y="180115"/>
                </a:cubicBezTo>
                <a:lnTo>
                  <a:pt x="527877" y="131198"/>
                </a:lnTo>
                <a:lnTo>
                  <a:pt x="458653" y="134731"/>
                </a:lnTo>
                <a:lnTo>
                  <a:pt x="458653" y="95533"/>
                </a:lnTo>
                <a:cubicBezTo>
                  <a:pt x="479712" y="98234"/>
                  <a:pt x="503184" y="99584"/>
                  <a:pt x="529068" y="99584"/>
                </a:cubicBezTo>
                <a:cubicBezTo>
                  <a:pt x="529068" y="42872"/>
                  <a:pt x="528323" y="10275"/>
                  <a:pt x="526832" y="1793"/>
                </a:cubicBezTo>
                <a:close/>
                <a:moveTo>
                  <a:pt x="1006931" y="1350"/>
                </a:moveTo>
                <a:cubicBezTo>
                  <a:pt x="1019813" y="9427"/>
                  <a:pt x="1029206" y="14247"/>
                  <a:pt x="1035109" y="15809"/>
                </a:cubicBezTo>
                <a:cubicBezTo>
                  <a:pt x="1041012" y="17371"/>
                  <a:pt x="1043964" y="20127"/>
                  <a:pt x="1043964" y="24078"/>
                </a:cubicBezTo>
                <a:cubicBezTo>
                  <a:pt x="1043964" y="28028"/>
                  <a:pt x="1042244" y="30730"/>
                  <a:pt x="1038806" y="32182"/>
                </a:cubicBezTo>
                <a:cubicBezTo>
                  <a:pt x="1035367" y="33635"/>
                  <a:pt x="1029162" y="37559"/>
                  <a:pt x="1020189" y="43955"/>
                </a:cubicBezTo>
                <a:cubicBezTo>
                  <a:pt x="1083235" y="43960"/>
                  <a:pt x="1120461" y="42167"/>
                  <a:pt x="1131868" y="38576"/>
                </a:cubicBezTo>
                <a:lnTo>
                  <a:pt x="1131868" y="76424"/>
                </a:lnTo>
                <a:cubicBezTo>
                  <a:pt x="1118795" y="74328"/>
                  <a:pt x="1095323" y="73280"/>
                  <a:pt x="1061452" y="73280"/>
                </a:cubicBezTo>
                <a:cubicBezTo>
                  <a:pt x="1067791" y="82134"/>
                  <a:pt x="1075118" y="97491"/>
                  <a:pt x="1083433" y="119350"/>
                </a:cubicBezTo>
                <a:lnTo>
                  <a:pt x="1044450" y="128902"/>
                </a:lnTo>
                <a:cubicBezTo>
                  <a:pt x="1041659" y="108090"/>
                  <a:pt x="1036982" y="89549"/>
                  <a:pt x="1030419" y="73280"/>
                </a:cubicBezTo>
                <a:lnTo>
                  <a:pt x="1001158" y="73280"/>
                </a:lnTo>
                <a:cubicBezTo>
                  <a:pt x="988838" y="88125"/>
                  <a:pt x="972357" y="104422"/>
                  <a:pt x="951717" y="122172"/>
                </a:cubicBezTo>
                <a:cubicBezTo>
                  <a:pt x="943963" y="113357"/>
                  <a:pt x="935036" y="106449"/>
                  <a:pt x="924935" y="101448"/>
                </a:cubicBezTo>
                <a:cubicBezTo>
                  <a:pt x="960120" y="76421"/>
                  <a:pt x="987452" y="43055"/>
                  <a:pt x="1006931" y="1350"/>
                </a:cubicBezTo>
                <a:close/>
                <a:moveTo>
                  <a:pt x="1189446" y="0"/>
                </a:moveTo>
                <a:cubicBezTo>
                  <a:pt x="1202777" y="6239"/>
                  <a:pt x="1212660" y="10663"/>
                  <a:pt x="1219097" y="13273"/>
                </a:cubicBezTo>
                <a:cubicBezTo>
                  <a:pt x="1225533" y="15883"/>
                  <a:pt x="1228751" y="19027"/>
                  <a:pt x="1228751" y="22706"/>
                </a:cubicBezTo>
                <a:cubicBezTo>
                  <a:pt x="1228751" y="26385"/>
                  <a:pt x="1226407" y="29230"/>
                  <a:pt x="1221718" y="31239"/>
                </a:cubicBezTo>
                <a:cubicBezTo>
                  <a:pt x="1217029" y="33249"/>
                  <a:pt x="1210851" y="38086"/>
                  <a:pt x="1203184" y="45748"/>
                </a:cubicBezTo>
                <a:cubicBezTo>
                  <a:pt x="1272288" y="45758"/>
                  <a:pt x="1314748" y="43515"/>
                  <a:pt x="1330564" y="39019"/>
                </a:cubicBezTo>
                <a:lnTo>
                  <a:pt x="1330564" y="76874"/>
                </a:lnTo>
                <a:cubicBezTo>
                  <a:pt x="1318453" y="75078"/>
                  <a:pt x="1290942" y="74181"/>
                  <a:pt x="1248032" y="74181"/>
                </a:cubicBezTo>
                <a:cubicBezTo>
                  <a:pt x="1258276" y="91083"/>
                  <a:pt x="1265453" y="105184"/>
                  <a:pt x="1269563" y="116486"/>
                </a:cubicBezTo>
                <a:lnTo>
                  <a:pt x="1231637" y="127101"/>
                </a:lnTo>
                <a:cubicBezTo>
                  <a:pt x="1229037" y="111652"/>
                  <a:pt x="1223851" y="94012"/>
                  <a:pt x="1216078" y="74181"/>
                </a:cubicBezTo>
                <a:lnTo>
                  <a:pt x="1189032" y="74181"/>
                </a:lnTo>
                <a:cubicBezTo>
                  <a:pt x="1180474" y="87977"/>
                  <a:pt x="1170553" y="101432"/>
                  <a:pt x="1159271" y="114543"/>
                </a:cubicBezTo>
                <a:cubicBezTo>
                  <a:pt x="1155082" y="110371"/>
                  <a:pt x="1150615" y="106862"/>
                  <a:pt x="1145869" y="104016"/>
                </a:cubicBezTo>
                <a:lnTo>
                  <a:pt x="1133224" y="98524"/>
                </a:lnTo>
                <a:lnTo>
                  <a:pt x="1160257" y="132324"/>
                </a:lnTo>
                <a:cubicBezTo>
                  <a:pt x="1236166" y="132324"/>
                  <a:pt x="1291140" y="131123"/>
                  <a:pt x="1325178" y="128723"/>
                </a:cubicBezTo>
                <a:cubicBezTo>
                  <a:pt x="1323087" y="142382"/>
                  <a:pt x="1322041" y="155684"/>
                  <a:pt x="1322041" y="168628"/>
                </a:cubicBezTo>
                <a:cubicBezTo>
                  <a:pt x="1322041" y="181573"/>
                  <a:pt x="1322789" y="195241"/>
                  <a:pt x="1324285" y="209633"/>
                </a:cubicBezTo>
                <a:lnTo>
                  <a:pt x="1285087" y="209633"/>
                </a:lnTo>
                <a:lnTo>
                  <a:pt x="1285087" y="161191"/>
                </a:lnTo>
                <a:lnTo>
                  <a:pt x="978027" y="161191"/>
                </a:lnTo>
                <a:lnTo>
                  <a:pt x="978027" y="210976"/>
                </a:lnTo>
                <a:lnTo>
                  <a:pt x="938836" y="210976"/>
                </a:lnTo>
                <a:cubicBezTo>
                  <a:pt x="940032" y="197174"/>
                  <a:pt x="940629" y="182627"/>
                  <a:pt x="940629" y="167335"/>
                </a:cubicBezTo>
                <a:cubicBezTo>
                  <a:pt x="940629" y="152043"/>
                  <a:pt x="940032" y="139172"/>
                  <a:pt x="938836" y="128723"/>
                </a:cubicBezTo>
                <a:cubicBezTo>
                  <a:pt x="974841" y="131123"/>
                  <a:pt x="1036884" y="132324"/>
                  <a:pt x="1124967" y="132324"/>
                </a:cubicBezTo>
                <a:cubicBezTo>
                  <a:pt x="1119471" y="126756"/>
                  <a:pt x="1111696" y="119105"/>
                  <a:pt x="1101642" y="109371"/>
                </a:cubicBezTo>
                <a:lnTo>
                  <a:pt x="1125095" y="88361"/>
                </a:lnTo>
                <a:lnTo>
                  <a:pt x="1131564" y="96448"/>
                </a:lnTo>
                <a:lnTo>
                  <a:pt x="1167415" y="48752"/>
                </a:lnTo>
                <a:cubicBezTo>
                  <a:pt x="1177190" y="32507"/>
                  <a:pt x="1184534" y="16257"/>
                  <a:pt x="11894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F0C5064-57C2-45AC-BAC8-3006C1BE92F8}"/>
              </a:ext>
            </a:extLst>
          </p:cNvPr>
          <p:cNvSpPr txBox="1"/>
          <p:nvPr/>
        </p:nvSpPr>
        <p:spPr>
          <a:xfrm>
            <a:off x="9075337" y="-2444884"/>
            <a:ext cx="464004" cy="482222"/>
          </a:xfrm>
          <a:custGeom>
            <a:avLst/>
            <a:gdLst/>
            <a:ahLst/>
            <a:cxnLst/>
            <a:rect l="l" t="t" r="r" b="b"/>
            <a:pathLst>
              <a:path w="369747" h="417738">
                <a:moveTo>
                  <a:pt x="40534" y="247303"/>
                </a:moveTo>
                <a:lnTo>
                  <a:pt x="40534" y="342672"/>
                </a:lnTo>
                <a:lnTo>
                  <a:pt x="126481" y="342672"/>
                </a:lnTo>
                <a:lnTo>
                  <a:pt x="126481" y="247303"/>
                </a:lnTo>
                <a:close/>
                <a:moveTo>
                  <a:pt x="241909" y="174472"/>
                </a:moveTo>
                <a:cubicBezTo>
                  <a:pt x="260726" y="204157"/>
                  <a:pt x="278819" y="240285"/>
                  <a:pt x="296187" y="282857"/>
                </a:cubicBezTo>
                <a:lnTo>
                  <a:pt x="264234" y="300224"/>
                </a:lnTo>
                <a:cubicBezTo>
                  <a:pt x="245345" y="255861"/>
                  <a:pt x="227684" y="220685"/>
                  <a:pt x="211248" y="194696"/>
                </a:cubicBezTo>
                <a:close/>
                <a:moveTo>
                  <a:pt x="40534" y="120373"/>
                </a:moveTo>
                <a:lnTo>
                  <a:pt x="40534" y="216192"/>
                </a:lnTo>
                <a:lnTo>
                  <a:pt x="126481" y="216192"/>
                </a:lnTo>
                <a:lnTo>
                  <a:pt x="126481" y="120373"/>
                </a:lnTo>
                <a:close/>
                <a:moveTo>
                  <a:pt x="66180" y="0"/>
                </a:moveTo>
                <a:cubicBezTo>
                  <a:pt x="81611" y="4339"/>
                  <a:pt x="95136" y="7673"/>
                  <a:pt x="106757" y="10001"/>
                </a:cubicBezTo>
                <a:cubicBezTo>
                  <a:pt x="112543" y="11063"/>
                  <a:pt x="115436" y="13436"/>
                  <a:pt x="115436" y="17120"/>
                </a:cubicBezTo>
                <a:cubicBezTo>
                  <a:pt x="115436" y="20804"/>
                  <a:pt x="113788" y="24294"/>
                  <a:pt x="110493" y="27589"/>
                </a:cubicBezTo>
                <a:cubicBezTo>
                  <a:pt x="102963" y="35119"/>
                  <a:pt x="93848" y="55376"/>
                  <a:pt x="83147" y="88361"/>
                </a:cubicBezTo>
                <a:cubicBezTo>
                  <a:pt x="112765" y="88361"/>
                  <a:pt x="140423" y="87014"/>
                  <a:pt x="166121" y="84318"/>
                </a:cubicBezTo>
                <a:cubicBezTo>
                  <a:pt x="164026" y="99082"/>
                  <a:pt x="162978" y="114210"/>
                  <a:pt x="162978" y="129702"/>
                </a:cubicBezTo>
                <a:lnTo>
                  <a:pt x="162978" y="179752"/>
                </a:lnTo>
                <a:lnTo>
                  <a:pt x="175376" y="159521"/>
                </a:lnTo>
                <a:cubicBezTo>
                  <a:pt x="188240" y="137392"/>
                  <a:pt x="197954" y="116979"/>
                  <a:pt x="204519" y="98284"/>
                </a:cubicBezTo>
                <a:cubicBezTo>
                  <a:pt x="213272" y="73357"/>
                  <a:pt x="221745" y="41791"/>
                  <a:pt x="229936" y="3586"/>
                </a:cubicBezTo>
                <a:cubicBezTo>
                  <a:pt x="244800" y="9687"/>
                  <a:pt x="257235" y="13326"/>
                  <a:pt x="267241" y="14502"/>
                </a:cubicBezTo>
                <a:cubicBezTo>
                  <a:pt x="273685" y="15426"/>
                  <a:pt x="276906" y="17891"/>
                  <a:pt x="276906" y="21896"/>
                </a:cubicBezTo>
                <a:cubicBezTo>
                  <a:pt x="276906" y="25901"/>
                  <a:pt x="274765" y="29569"/>
                  <a:pt x="270481" y="32901"/>
                </a:cubicBezTo>
                <a:cubicBezTo>
                  <a:pt x="266197" y="36232"/>
                  <a:pt x="258919" y="52328"/>
                  <a:pt x="248646" y="81189"/>
                </a:cubicBezTo>
                <a:lnTo>
                  <a:pt x="315390" y="81189"/>
                </a:lnTo>
                <a:cubicBezTo>
                  <a:pt x="332540" y="81189"/>
                  <a:pt x="350659" y="79839"/>
                  <a:pt x="369747" y="77139"/>
                </a:cubicBezTo>
                <a:cubicBezTo>
                  <a:pt x="367894" y="93845"/>
                  <a:pt x="366823" y="110219"/>
                  <a:pt x="366532" y="126259"/>
                </a:cubicBezTo>
                <a:lnTo>
                  <a:pt x="362053" y="354930"/>
                </a:lnTo>
                <a:cubicBezTo>
                  <a:pt x="361724" y="378162"/>
                  <a:pt x="352603" y="393615"/>
                  <a:pt x="334689" y="401290"/>
                </a:cubicBezTo>
                <a:cubicBezTo>
                  <a:pt x="316775" y="408964"/>
                  <a:pt x="290089" y="412802"/>
                  <a:pt x="254632" y="412802"/>
                </a:cubicBezTo>
                <a:cubicBezTo>
                  <a:pt x="253585" y="399500"/>
                  <a:pt x="248991" y="384791"/>
                  <a:pt x="240852" y="368675"/>
                </a:cubicBezTo>
                <a:cubicBezTo>
                  <a:pt x="256216" y="369580"/>
                  <a:pt x="269775" y="370032"/>
                  <a:pt x="281528" y="370032"/>
                </a:cubicBezTo>
                <a:cubicBezTo>
                  <a:pt x="293282" y="370032"/>
                  <a:pt x="302256" y="368679"/>
                  <a:pt x="308450" y="365971"/>
                </a:cubicBezTo>
                <a:cubicBezTo>
                  <a:pt x="314643" y="363264"/>
                  <a:pt x="318756" y="358384"/>
                  <a:pt x="320787" y="351334"/>
                </a:cubicBezTo>
                <a:cubicBezTo>
                  <a:pt x="322818" y="344283"/>
                  <a:pt x="323979" y="332301"/>
                  <a:pt x="324270" y="315390"/>
                </a:cubicBezTo>
                <a:lnTo>
                  <a:pt x="326513" y="114093"/>
                </a:lnTo>
                <a:lnTo>
                  <a:pt x="238973" y="114093"/>
                </a:lnTo>
                <a:cubicBezTo>
                  <a:pt x="226081" y="144754"/>
                  <a:pt x="211489" y="172412"/>
                  <a:pt x="195196" y="197068"/>
                </a:cubicBezTo>
                <a:lnTo>
                  <a:pt x="162978" y="182890"/>
                </a:lnTo>
                <a:lnTo>
                  <a:pt x="162978" y="344093"/>
                </a:lnTo>
                <a:cubicBezTo>
                  <a:pt x="162978" y="368501"/>
                  <a:pt x="164026" y="391854"/>
                  <a:pt x="166121" y="414152"/>
                </a:cubicBezTo>
                <a:lnTo>
                  <a:pt x="126481" y="414152"/>
                </a:lnTo>
                <a:lnTo>
                  <a:pt x="126481" y="372883"/>
                </a:lnTo>
                <a:lnTo>
                  <a:pt x="40534" y="372883"/>
                </a:lnTo>
                <a:lnTo>
                  <a:pt x="40534" y="417738"/>
                </a:lnTo>
                <a:lnTo>
                  <a:pt x="0" y="417738"/>
                </a:lnTo>
                <a:cubicBezTo>
                  <a:pt x="2391" y="391692"/>
                  <a:pt x="3587" y="368339"/>
                  <a:pt x="3587" y="347679"/>
                </a:cubicBezTo>
                <a:lnTo>
                  <a:pt x="3587" y="129702"/>
                </a:lnTo>
                <a:cubicBezTo>
                  <a:pt x="3587" y="116424"/>
                  <a:pt x="2539" y="101296"/>
                  <a:pt x="443" y="84318"/>
                </a:cubicBezTo>
                <a:cubicBezTo>
                  <a:pt x="16864" y="86771"/>
                  <a:pt x="33398" y="88123"/>
                  <a:pt x="50042" y="88376"/>
                </a:cubicBezTo>
                <a:cubicBezTo>
                  <a:pt x="59453" y="59591"/>
                  <a:pt x="64832" y="30133"/>
                  <a:pt x="661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313F1A1-71A8-4095-B6FE-1F7BC002D274}"/>
              </a:ext>
            </a:extLst>
          </p:cNvPr>
          <p:cNvGrpSpPr/>
          <p:nvPr/>
        </p:nvGrpSpPr>
        <p:grpSpPr>
          <a:xfrm rot="5400000">
            <a:off x="7161588" y="-3838401"/>
            <a:ext cx="657227" cy="1257672"/>
            <a:chOff x="3043238" y="1138940"/>
            <a:chExt cx="196850" cy="376693"/>
          </a:xfrm>
        </p:grpSpPr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08F785C0-D651-4A30-AC94-88B2D37E8F6B}"/>
                </a:ext>
              </a:extLst>
            </p:cNvPr>
            <p:cNvSpPr/>
            <p:nvPr/>
          </p:nvSpPr>
          <p:spPr>
            <a:xfrm>
              <a:off x="3045101" y="1250496"/>
              <a:ext cx="193399" cy="153581"/>
            </a:xfrm>
            <a:prstGeom prst="triangle">
              <a:avLst/>
            </a:prstGeom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56AE4D2-FF21-406B-A753-21569BCBFC5C}"/>
                </a:ext>
              </a:extLst>
            </p:cNvPr>
            <p:cNvCxnSpPr/>
            <p:nvPr/>
          </p:nvCxnSpPr>
          <p:spPr>
            <a:xfrm>
              <a:off x="3043238" y="1245734"/>
              <a:ext cx="196850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0B0829A-40B9-4472-BDEB-61CF207F22C2}"/>
                </a:ext>
              </a:extLst>
            </p:cNvPr>
            <p:cNvCxnSpPr>
              <a:endCxn id="11" idx="0"/>
            </p:cNvCxnSpPr>
            <p:nvPr/>
          </p:nvCxnSpPr>
          <p:spPr>
            <a:xfrm>
              <a:off x="3138625" y="1138940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21383EA-9318-4E4F-8A78-9E191C698896}"/>
                </a:ext>
              </a:extLst>
            </p:cNvPr>
            <p:cNvCxnSpPr/>
            <p:nvPr/>
          </p:nvCxnSpPr>
          <p:spPr>
            <a:xfrm>
              <a:off x="3138625" y="1404077"/>
              <a:ext cx="3176" cy="111556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F52A3AE0-ECCE-439F-A3F0-D5C02E3E4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94" b="89963" l="6333" r="93520">
                        <a14:foregroundMark x1="24448" y1="51301" x2="24448" y2="51301"/>
                        <a14:foregroundMark x1="6480" y1="69517" x2="6480" y2="69517"/>
                        <a14:foregroundMark x1="11487" y1="73606" x2="11487" y2="73606"/>
                        <a14:foregroundMark x1="10751" y1="76952" x2="10751" y2="76952"/>
                        <a14:foregroundMark x1="12960" y1="81413" x2="12960" y2="81413"/>
                        <a14:foregroundMark x1="67599" y1="59480" x2="67599" y2="59480"/>
                        <a14:foregroundMark x1="93520" y1="51301" x2="93520" y2="51301"/>
                        <a14:foregroundMark x1="38144" y1="34944" x2="38144" y2="34944"/>
                        <a14:foregroundMark x1="33137" y1="21190" x2="33137" y2="21190"/>
                        <a14:foregroundMark x1="33432" y1="19703" x2="33432" y2="19703"/>
                        <a14:foregroundMark x1="34168" y1="19703" x2="34168" y2="19703"/>
                        <a14:foregroundMark x1="33284" y1="18216" x2="33284" y2="18216"/>
                        <a14:foregroundMark x1="32401" y1="17472" x2="32401" y2="17472"/>
                        <a14:foregroundMark x1="79971" y1="16729" x2="79971" y2="16729"/>
                        <a14:foregroundMark x1="82327" y1="12639" x2="83652" y2="17844"/>
                        <a14:foregroundMark x1="82180" y1="11524" x2="82180" y2="11524"/>
                        <a14:foregroundMark x1="82327" y1="9665" x2="82327" y2="9665"/>
                        <a14:foregroundMark x1="82327" y1="10037" x2="82327" y2="10037"/>
                        <a14:backgroundMark x1="10015" y1="26766" x2="10015" y2="26766"/>
                        <a14:backgroundMark x1="7953" y1="33457" x2="18704" y2="24535"/>
                        <a14:backgroundMark x1="33284" y1="13011" x2="33579" y2="13011"/>
                        <a14:backgroundMark x1="32548" y1="13383" x2="39470" y2="18959"/>
                        <a14:backgroundMark x1="94109" y1="17472" x2="95582" y2="20446"/>
                        <a14:backgroundMark x1="92636" y1="13011" x2="97349" y2="28996"/>
                        <a14:backgroundMark x1="59057" y1="38662" x2="74374" y2="21561"/>
                        <a14:backgroundMark x1="32695" y1="17472" x2="32695" y2="17472"/>
                        <a14:backgroundMark x1="33284" y1="18959" x2="33284" y2="18959"/>
                        <a14:backgroundMark x1="32401" y1="17472" x2="32401" y2="17472"/>
                        <a14:backgroundMark x1="33284" y1="19703" x2="33284" y2="19703"/>
                        <a14:backgroundMark x1="33284" y1="18216" x2="33284" y2="18216"/>
                        <a14:backgroundMark x1="87334" y1="9294" x2="87334" y2="9294"/>
                        <a14:backgroundMark x1="86745" y1="8550" x2="86745" y2="8550"/>
                        <a14:backgroundMark x1="83505" y1="9665" x2="84094" y2="9665"/>
                        <a14:backgroundMark x1="84389" y1="9665" x2="84389" y2="9665"/>
                        <a14:backgroundMark x1="84831" y1="9665" x2="84831" y2="9665"/>
                        <a14:backgroundMark x1="82622" y1="9294" x2="82622" y2="9294"/>
                        <a14:backgroundMark x1="81885" y1="8922" x2="81885" y2="8922"/>
                        <a14:backgroundMark x1="82327" y1="9294" x2="82327" y2="92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225" y="-3538178"/>
            <a:ext cx="1658946" cy="65722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C755B79-77D1-4C72-BF1A-34803E13411A}"/>
              </a:ext>
            </a:extLst>
          </p:cNvPr>
          <p:cNvSpPr txBox="1"/>
          <p:nvPr/>
        </p:nvSpPr>
        <p:spPr>
          <a:xfrm>
            <a:off x="3163583" y="1665617"/>
            <a:ext cx="4451346" cy="712066"/>
          </a:xfrm>
          <a:custGeom>
            <a:avLst/>
            <a:gdLst/>
            <a:ahLst/>
            <a:cxnLst/>
            <a:rect l="l" t="t" r="r" b="b"/>
            <a:pathLst>
              <a:path w="2695537" h="431196">
                <a:moveTo>
                  <a:pt x="1539980" y="297537"/>
                </a:moveTo>
                <a:lnTo>
                  <a:pt x="1557713" y="311362"/>
                </a:lnTo>
                <a:cubicBezTo>
                  <a:pt x="1579523" y="327311"/>
                  <a:pt x="1600808" y="339688"/>
                  <a:pt x="1621567" y="348493"/>
                </a:cubicBezTo>
                <a:cubicBezTo>
                  <a:pt x="1649104" y="334310"/>
                  <a:pt x="1670393" y="317325"/>
                  <a:pt x="1685433" y="297537"/>
                </a:cubicBezTo>
                <a:close/>
                <a:moveTo>
                  <a:pt x="2460965" y="256274"/>
                </a:moveTo>
                <a:lnTo>
                  <a:pt x="2460965" y="313967"/>
                </a:lnTo>
                <a:lnTo>
                  <a:pt x="2572922" y="313967"/>
                </a:lnTo>
                <a:lnTo>
                  <a:pt x="2572922" y="256274"/>
                </a:lnTo>
                <a:close/>
                <a:moveTo>
                  <a:pt x="1911818" y="211419"/>
                </a:moveTo>
                <a:lnTo>
                  <a:pt x="1911818" y="309031"/>
                </a:lnTo>
                <a:lnTo>
                  <a:pt x="1988792" y="309031"/>
                </a:lnTo>
                <a:lnTo>
                  <a:pt x="1988792" y="211419"/>
                </a:lnTo>
                <a:close/>
                <a:moveTo>
                  <a:pt x="627917" y="189445"/>
                </a:moveTo>
                <a:lnTo>
                  <a:pt x="627917" y="281671"/>
                </a:lnTo>
                <a:lnTo>
                  <a:pt x="725522" y="281671"/>
                </a:lnTo>
                <a:lnTo>
                  <a:pt x="725522" y="189445"/>
                </a:lnTo>
                <a:close/>
                <a:moveTo>
                  <a:pt x="1512482" y="188545"/>
                </a:moveTo>
                <a:lnTo>
                  <a:pt x="1512482" y="214398"/>
                </a:lnTo>
                <a:lnTo>
                  <a:pt x="1717722" y="214398"/>
                </a:lnTo>
                <a:lnTo>
                  <a:pt x="1717722" y="188545"/>
                </a:lnTo>
                <a:close/>
                <a:moveTo>
                  <a:pt x="159399" y="186309"/>
                </a:moveTo>
                <a:cubicBezTo>
                  <a:pt x="174315" y="239263"/>
                  <a:pt x="197613" y="280616"/>
                  <a:pt x="229293" y="310367"/>
                </a:cubicBezTo>
                <a:cubicBezTo>
                  <a:pt x="266279" y="276172"/>
                  <a:pt x="292708" y="234819"/>
                  <a:pt x="308582" y="186309"/>
                </a:cubicBezTo>
                <a:close/>
                <a:moveTo>
                  <a:pt x="2079860" y="185680"/>
                </a:moveTo>
                <a:cubicBezTo>
                  <a:pt x="2109959" y="220165"/>
                  <a:pt x="2133184" y="251341"/>
                  <a:pt x="2149533" y="279206"/>
                </a:cubicBezTo>
                <a:lnTo>
                  <a:pt x="2117072" y="299330"/>
                </a:lnTo>
                <a:cubicBezTo>
                  <a:pt x="2100861" y="267045"/>
                  <a:pt x="2079032" y="235596"/>
                  <a:pt x="2051585" y="204982"/>
                </a:cubicBezTo>
                <a:close/>
                <a:moveTo>
                  <a:pt x="1146592" y="179851"/>
                </a:moveTo>
                <a:lnTo>
                  <a:pt x="1181203" y="188302"/>
                </a:lnTo>
                <a:cubicBezTo>
                  <a:pt x="1174440" y="220868"/>
                  <a:pt x="1163991" y="252195"/>
                  <a:pt x="1149856" y="282285"/>
                </a:cubicBezTo>
                <a:lnTo>
                  <a:pt x="1116445" y="270155"/>
                </a:lnTo>
                <a:cubicBezTo>
                  <a:pt x="1132652" y="244128"/>
                  <a:pt x="1142700" y="214026"/>
                  <a:pt x="1146592" y="179851"/>
                </a:cubicBezTo>
                <a:close/>
                <a:moveTo>
                  <a:pt x="1282351" y="169085"/>
                </a:moveTo>
                <a:cubicBezTo>
                  <a:pt x="1293372" y="176343"/>
                  <a:pt x="1304404" y="181463"/>
                  <a:pt x="1315448" y="184444"/>
                </a:cubicBezTo>
                <a:cubicBezTo>
                  <a:pt x="1322830" y="186659"/>
                  <a:pt x="1326521" y="189911"/>
                  <a:pt x="1326521" y="194202"/>
                </a:cubicBezTo>
                <a:cubicBezTo>
                  <a:pt x="1326521" y="198493"/>
                  <a:pt x="1322790" y="201518"/>
                  <a:pt x="1315327" y="203275"/>
                </a:cubicBezTo>
                <a:cubicBezTo>
                  <a:pt x="1312736" y="203875"/>
                  <a:pt x="1307023" y="211777"/>
                  <a:pt x="1298189" y="226982"/>
                </a:cubicBezTo>
                <a:cubicBezTo>
                  <a:pt x="1289354" y="242186"/>
                  <a:pt x="1278232" y="258229"/>
                  <a:pt x="1264820" y="275113"/>
                </a:cubicBezTo>
                <a:lnTo>
                  <a:pt x="1237546" y="259268"/>
                </a:lnTo>
                <a:cubicBezTo>
                  <a:pt x="1262177" y="229478"/>
                  <a:pt x="1277112" y="199417"/>
                  <a:pt x="1282351" y="169085"/>
                </a:cubicBezTo>
                <a:close/>
                <a:moveTo>
                  <a:pt x="2460965" y="168363"/>
                </a:moveTo>
                <a:lnTo>
                  <a:pt x="2460965" y="226506"/>
                </a:lnTo>
                <a:lnTo>
                  <a:pt x="2572922" y="226506"/>
                </a:lnTo>
                <a:lnTo>
                  <a:pt x="2572922" y="168363"/>
                </a:lnTo>
                <a:close/>
                <a:moveTo>
                  <a:pt x="590520" y="155183"/>
                </a:moveTo>
                <a:cubicBezTo>
                  <a:pt x="611170" y="157584"/>
                  <a:pt x="640245" y="158784"/>
                  <a:pt x="677745" y="158784"/>
                </a:cubicBezTo>
                <a:cubicBezTo>
                  <a:pt x="715245" y="158784"/>
                  <a:pt x="743786" y="157584"/>
                  <a:pt x="763370" y="155183"/>
                </a:cubicBezTo>
                <a:cubicBezTo>
                  <a:pt x="761874" y="177000"/>
                  <a:pt x="761127" y="204643"/>
                  <a:pt x="761127" y="238111"/>
                </a:cubicBezTo>
                <a:cubicBezTo>
                  <a:pt x="761127" y="271580"/>
                  <a:pt x="761874" y="296770"/>
                  <a:pt x="763370" y="313682"/>
                </a:cubicBezTo>
                <a:cubicBezTo>
                  <a:pt x="734499" y="312486"/>
                  <a:pt x="702745" y="311889"/>
                  <a:pt x="668108" y="311889"/>
                </a:cubicBezTo>
                <a:cubicBezTo>
                  <a:pt x="633470" y="311889"/>
                  <a:pt x="607607" y="312636"/>
                  <a:pt x="590520" y="314132"/>
                </a:cubicBezTo>
                <a:cubicBezTo>
                  <a:pt x="592310" y="294639"/>
                  <a:pt x="593206" y="268094"/>
                  <a:pt x="593206" y="234497"/>
                </a:cubicBezTo>
                <a:cubicBezTo>
                  <a:pt x="593206" y="200900"/>
                  <a:pt x="592310" y="174462"/>
                  <a:pt x="590520" y="155183"/>
                </a:cubicBezTo>
                <a:close/>
                <a:moveTo>
                  <a:pt x="2425361" y="134552"/>
                </a:moveTo>
                <a:cubicBezTo>
                  <a:pt x="2444325" y="136952"/>
                  <a:pt x="2474846" y="138153"/>
                  <a:pt x="2516926" y="138153"/>
                </a:cubicBezTo>
                <a:cubicBezTo>
                  <a:pt x="2559005" y="138153"/>
                  <a:pt x="2589838" y="136952"/>
                  <a:pt x="2609427" y="134552"/>
                </a:cubicBezTo>
                <a:cubicBezTo>
                  <a:pt x="2608526" y="145077"/>
                  <a:pt x="2608076" y="155871"/>
                  <a:pt x="2608076" y="166935"/>
                </a:cubicBezTo>
                <a:lnTo>
                  <a:pt x="2608076" y="313596"/>
                </a:lnTo>
                <a:cubicBezTo>
                  <a:pt x="2608076" y="324469"/>
                  <a:pt x="2608526" y="335263"/>
                  <a:pt x="2609427" y="345979"/>
                </a:cubicBezTo>
                <a:cubicBezTo>
                  <a:pt x="2589519" y="343883"/>
                  <a:pt x="2558758" y="342835"/>
                  <a:pt x="2517144" y="342835"/>
                </a:cubicBezTo>
                <a:cubicBezTo>
                  <a:pt x="2475529" y="342835"/>
                  <a:pt x="2444935" y="343883"/>
                  <a:pt x="2425361" y="345979"/>
                </a:cubicBezTo>
                <a:cubicBezTo>
                  <a:pt x="2426256" y="329329"/>
                  <a:pt x="2426704" y="318535"/>
                  <a:pt x="2426704" y="313596"/>
                </a:cubicBezTo>
                <a:lnTo>
                  <a:pt x="2426704" y="166935"/>
                </a:lnTo>
                <a:cubicBezTo>
                  <a:pt x="2426704" y="158248"/>
                  <a:pt x="2426256" y="147454"/>
                  <a:pt x="2425361" y="134552"/>
                </a:cubicBezTo>
                <a:close/>
                <a:moveTo>
                  <a:pt x="1512482" y="131587"/>
                </a:moveTo>
                <a:lnTo>
                  <a:pt x="1512482" y="159677"/>
                </a:lnTo>
                <a:lnTo>
                  <a:pt x="1717722" y="159677"/>
                </a:lnTo>
                <a:lnTo>
                  <a:pt x="1717722" y="131587"/>
                </a:lnTo>
                <a:close/>
                <a:moveTo>
                  <a:pt x="1190004" y="123786"/>
                </a:moveTo>
                <a:cubicBezTo>
                  <a:pt x="1204463" y="126187"/>
                  <a:pt x="1218096" y="127387"/>
                  <a:pt x="1230902" y="127387"/>
                </a:cubicBezTo>
                <a:cubicBezTo>
                  <a:pt x="1239932" y="127387"/>
                  <a:pt x="1244447" y="129994"/>
                  <a:pt x="1244447" y="135209"/>
                </a:cubicBezTo>
                <a:cubicBezTo>
                  <a:pt x="1244447" y="140424"/>
                  <a:pt x="1242503" y="144220"/>
                  <a:pt x="1238617" y="146596"/>
                </a:cubicBezTo>
                <a:cubicBezTo>
                  <a:pt x="1232035" y="150802"/>
                  <a:pt x="1228744" y="172231"/>
                  <a:pt x="1228744" y="210883"/>
                </a:cubicBezTo>
                <a:cubicBezTo>
                  <a:pt x="1228744" y="217022"/>
                  <a:pt x="1228437" y="226118"/>
                  <a:pt x="1227823" y="238172"/>
                </a:cubicBezTo>
                <a:cubicBezTo>
                  <a:pt x="1236891" y="273581"/>
                  <a:pt x="1250575" y="302266"/>
                  <a:pt x="1268875" y="324226"/>
                </a:cubicBezTo>
                <a:cubicBezTo>
                  <a:pt x="1287174" y="346186"/>
                  <a:pt x="1315212" y="367729"/>
                  <a:pt x="1352989" y="388855"/>
                </a:cubicBezTo>
                <a:cubicBezTo>
                  <a:pt x="1338930" y="399361"/>
                  <a:pt x="1329245" y="410484"/>
                  <a:pt x="1323935" y="422224"/>
                </a:cubicBezTo>
                <a:cubicBezTo>
                  <a:pt x="1288764" y="396592"/>
                  <a:pt x="1263092" y="373707"/>
                  <a:pt x="1246918" y="353569"/>
                </a:cubicBezTo>
                <a:cubicBezTo>
                  <a:pt x="1230745" y="333431"/>
                  <a:pt x="1220274" y="311762"/>
                  <a:pt x="1215507" y="288564"/>
                </a:cubicBezTo>
                <a:cubicBezTo>
                  <a:pt x="1201986" y="347548"/>
                  <a:pt x="1158638" y="393596"/>
                  <a:pt x="1085462" y="426710"/>
                </a:cubicBezTo>
                <a:cubicBezTo>
                  <a:pt x="1079100" y="416342"/>
                  <a:pt x="1069991" y="406741"/>
                  <a:pt x="1058138" y="397906"/>
                </a:cubicBezTo>
                <a:cubicBezTo>
                  <a:pt x="1102338" y="378937"/>
                  <a:pt x="1133971" y="358756"/>
                  <a:pt x="1153035" y="337363"/>
                </a:cubicBezTo>
                <a:cubicBezTo>
                  <a:pt x="1172099" y="315970"/>
                  <a:pt x="1183998" y="290628"/>
                  <a:pt x="1188732" y="261336"/>
                </a:cubicBezTo>
                <a:cubicBezTo>
                  <a:pt x="1193466" y="232044"/>
                  <a:pt x="1195833" y="207155"/>
                  <a:pt x="1195833" y="186669"/>
                </a:cubicBezTo>
                <a:cubicBezTo>
                  <a:pt x="1195833" y="166183"/>
                  <a:pt x="1193890" y="145222"/>
                  <a:pt x="1190004" y="123786"/>
                </a:cubicBezTo>
                <a:close/>
                <a:moveTo>
                  <a:pt x="938837" y="112128"/>
                </a:moveTo>
                <a:lnTo>
                  <a:pt x="976234" y="114721"/>
                </a:lnTo>
                <a:cubicBezTo>
                  <a:pt x="973477" y="160232"/>
                  <a:pt x="968652" y="199044"/>
                  <a:pt x="961761" y="231157"/>
                </a:cubicBezTo>
                <a:lnTo>
                  <a:pt x="925378" y="226921"/>
                </a:lnTo>
                <a:cubicBezTo>
                  <a:pt x="934946" y="185611"/>
                  <a:pt x="939432" y="147347"/>
                  <a:pt x="938837" y="112128"/>
                </a:cubicBezTo>
                <a:close/>
                <a:moveTo>
                  <a:pt x="2345079" y="88353"/>
                </a:moveTo>
                <a:cubicBezTo>
                  <a:pt x="2356395" y="91444"/>
                  <a:pt x="2363256" y="93191"/>
                  <a:pt x="2365664" y="93593"/>
                </a:cubicBezTo>
                <a:cubicBezTo>
                  <a:pt x="2368071" y="93996"/>
                  <a:pt x="2373493" y="94197"/>
                  <a:pt x="2381930" y="94197"/>
                </a:cubicBezTo>
                <a:cubicBezTo>
                  <a:pt x="2390367" y="94197"/>
                  <a:pt x="2394585" y="96360"/>
                  <a:pt x="2394585" y="100687"/>
                </a:cubicBezTo>
                <a:cubicBezTo>
                  <a:pt x="2394585" y="105014"/>
                  <a:pt x="2391735" y="109473"/>
                  <a:pt x="2386034" y="114064"/>
                </a:cubicBezTo>
                <a:cubicBezTo>
                  <a:pt x="2385725" y="114326"/>
                  <a:pt x="2385055" y="117034"/>
                  <a:pt x="2384023" y="122190"/>
                </a:cubicBezTo>
                <a:cubicBezTo>
                  <a:pt x="2382992" y="127345"/>
                  <a:pt x="2382477" y="133290"/>
                  <a:pt x="2382477" y="140024"/>
                </a:cubicBezTo>
                <a:lnTo>
                  <a:pt x="2382477" y="430746"/>
                </a:lnTo>
                <a:lnTo>
                  <a:pt x="2342836" y="430746"/>
                </a:lnTo>
                <a:cubicBezTo>
                  <a:pt x="2345822" y="400485"/>
                  <a:pt x="2347315" y="378180"/>
                  <a:pt x="2347315" y="363831"/>
                </a:cubicBezTo>
                <a:lnTo>
                  <a:pt x="2347315" y="149440"/>
                </a:lnTo>
                <a:cubicBezTo>
                  <a:pt x="2347315" y="130290"/>
                  <a:pt x="2346570" y="109928"/>
                  <a:pt x="2345079" y="88353"/>
                </a:cubicBezTo>
                <a:close/>
                <a:moveTo>
                  <a:pt x="1911818" y="80452"/>
                </a:moveTo>
                <a:lnTo>
                  <a:pt x="1911818" y="181658"/>
                </a:lnTo>
                <a:lnTo>
                  <a:pt x="1988792" y="181658"/>
                </a:lnTo>
                <a:lnTo>
                  <a:pt x="1988792" y="80452"/>
                </a:lnTo>
                <a:close/>
                <a:moveTo>
                  <a:pt x="2695537" y="44848"/>
                </a:moveTo>
                <a:cubicBezTo>
                  <a:pt x="2693447" y="58783"/>
                  <a:pt x="2692401" y="77202"/>
                  <a:pt x="2692401" y="100105"/>
                </a:cubicBezTo>
                <a:lnTo>
                  <a:pt x="2692401" y="374146"/>
                </a:lnTo>
                <a:cubicBezTo>
                  <a:pt x="2692401" y="390096"/>
                  <a:pt x="2690452" y="402056"/>
                  <a:pt x="2686554" y="410026"/>
                </a:cubicBezTo>
                <a:cubicBezTo>
                  <a:pt x="2682656" y="417996"/>
                  <a:pt x="2675747" y="423363"/>
                  <a:pt x="2665826" y="426128"/>
                </a:cubicBezTo>
                <a:cubicBezTo>
                  <a:pt x="2655906" y="428893"/>
                  <a:pt x="2639140" y="430582"/>
                  <a:pt x="2615527" y="431196"/>
                </a:cubicBezTo>
                <a:cubicBezTo>
                  <a:pt x="2616427" y="416966"/>
                  <a:pt x="2612391" y="402705"/>
                  <a:pt x="2603419" y="388412"/>
                </a:cubicBezTo>
                <a:cubicBezTo>
                  <a:pt x="2620440" y="391108"/>
                  <a:pt x="2632348" y="392456"/>
                  <a:pt x="2639145" y="392456"/>
                </a:cubicBezTo>
                <a:cubicBezTo>
                  <a:pt x="2645941" y="392456"/>
                  <a:pt x="2650580" y="391484"/>
                  <a:pt x="2653064" y="389541"/>
                </a:cubicBezTo>
                <a:cubicBezTo>
                  <a:pt x="2655548" y="387598"/>
                  <a:pt x="2656790" y="382914"/>
                  <a:pt x="2656790" y="375489"/>
                </a:cubicBezTo>
                <a:lnTo>
                  <a:pt x="2656790" y="80452"/>
                </a:lnTo>
                <a:lnTo>
                  <a:pt x="2575701" y="80452"/>
                </a:lnTo>
                <a:cubicBezTo>
                  <a:pt x="2543897" y="80452"/>
                  <a:pt x="2514862" y="81350"/>
                  <a:pt x="2488597" y="83146"/>
                </a:cubicBezTo>
                <a:lnTo>
                  <a:pt x="2488597" y="45298"/>
                </a:lnTo>
                <a:cubicBezTo>
                  <a:pt x="2513776" y="47398"/>
                  <a:pt x="2549457" y="48448"/>
                  <a:pt x="2595639" y="48448"/>
                </a:cubicBezTo>
                <a:cubicBezTo>
                  <a:pt x="2641821" y="48448"/>
                  <a:pt x="2675121" y="47248"/>
                  <a:pt x="2695537" y="44848"/>
                </a:cubicBezTo>
                <a:close/>
                <a:moveTo>
                  <a:pt x="1872627" y="44848"/>
                </a:moveTo>
                <a:cubicBezTo>
                  <a:pt x="1885624" y="47548"/>
                  <a:pt x="1911582" y="48899"/>
                  <a:pt x="1950501" y="48899"/>
                </a:cubicBezTo>
                <a:cubicBezTo>
                  <a:pt x="1989421" y="48899"/>
                  <a:pt x="2015398" y="47548"/>
                  <a:pt x="2028433" y="44848"/>
                </a:cubicBezTo>
                <a:cubicBezTo>
                  <a:pt x="2026642" y="55983"/>
                  <a:pt x="2025747" y="74102"/>
                  <a:pt x="2025747" y="99205"/>
                </a:cubicBezTo>
                <a:lnTo>
                  <a:pt x="2025747" y="316732"/>
                </a:lnTo>
                <a:cubicBezTo>
                  <a:pt x="2025747" y="336077"/>
                  <a:pt x="2026792" y="357337"/>
                  <a:pt x="2028883" y="380511"/>
                </a:cubicBezTo>
                <a:lnTo>
                  <a:pt x="1988792" y="380511"/>
                </a:lnTo>
                <a:lnTo>
                  <a:pt x="1988792" y="338799"/>
                </a:lnTo>
                <a:lnTo>
                  <a:pt x="1911818" y="338799"/>
                </a:lnTo>
                <a:lnTo>
                  <a:pt x="1911818" y="391727"/>
                </a:lnTo>
                <a:lnTo>
                  <a:pt x="1872177" y="391727"/>
                </a:lnTo>
                <a:cubicBezTo>
                  <a:pt x="1874273" y="371325"/>
                  <a:pt x="1875321" y="348419"/>
                  <a:pt x="1875321" y="323011"/>
                </a:cubicBezTo>
                <a:lnTo>
                  <a:pt x="1875321" y="99205"/>
                </a:lnTo>
                <a:cubicBezTo>
                  <a:pt x="1875321" y="75659"/>
                  <a:pt x="1874423" y="57540"/>
                  <a:pt x="1872627" y="44848"/>
                </a:cubicBezTo>
                <a:close/>
                <a:moveTo>
                  <a:pt x="349594" y="28253"/>
                </a:moveTo>
                <a:cubicBezTo>
                  <a:pt x="356004" y="41793"/>
                  <a:pt x="363617" y="52968"/>
                  <a:pt x="372433" y="61779"/>
                </a:cubicBezTo>
                <a:cubicBezTo>
                  <a:pt x="376028" y="65374"/>
                  <a:pt x="377826" y="69312"/>
                  <a:pt x="377826" y="73591"/>
                </a:cubicBezTo>
                <a:cubicBezTo>
                  <a:pt x="377826" y="77870"/>
                  <a:pt x="375800" y="80010"/>
                  <a:pt x="371747" y="80010"/>
                </a:cubicBezTo>
                <a:cubicBezTo>
                  <a:pt x="367694" y="80010"/>
                  <a:pt x="364627" y="79662"/>
                  <a:pt x="362546" y="78967"/>
                </a:cubicBezTo>
                <a:cubicBezTo>
                  <a:pt x="357507" y="77566"/>
                  <a:pt x="349408" y="76866"/>
                  <a:pt x="338250" y="76866"/>
                </a:cubicBezTo>
                <a:cubicBezTo>
                  <a:pt x="327091" y="76866"/>
                  <a:pt x="308854" y="77834"/>
                  <a:pt x="283539" y="79770"/>
                </a:cubicBezTo>
                <a:cubicBezTo>
                  <a:pt x="258224" y="81706"/>
                  <a:pt x="225280" y="83575"/>
                  <a:pt x="184706" y="85378"/>
                </a:cubicBezTo>
                <a:cubicBezTo>
                  <a:pt x="144132" y="87181"/>
                  <a:pt x="116858" y="87782"/>
                  <a:pt x="102885" y="87182"/>
                </a:cubicBezTo>
                <a:lnTo>
                  <a:pt x="102885" y="153847"/>
                </a:lnTo>
                <a:lnTo>
                  <a:pt x="254847" y="153847"/>
                </a:lnTo>
                <a:cubicBezTo>
                  <a:pt x="293809" y="153847"/>
                  <a:pt x="327775" y="152797"/>
                  <a:pt x="356745" y="150697"/>
                </a:cubicBezTo>
                <a:cubicBezTo>
                  <a:pt x="333042" y="230759"/>
                  <a:pt x="298654" y="290950"/>
                  <a:pt x="253582" y="331270"/>
                </a:cubicBezTo>
                <a:cubicBezTo>
                  <a:pt x="291487" y="356649"/>
                  <a:pt x="340226" y="372958"/>
                  <a:pt x="399800" y="380197"/>
                </a:cubicBezTo>
                <a:cubicBezTo>
                  <a:pt x="390323" y="391746"/>
                  <a:pt x="382403" y="405755"/>
                  <a:pt x="376040" y="422224"/>
                </a:cubicBezTo>
                <a:cubicBezTo>
                  <a:pt x="312027" y="405812"/>
                  <a:pt x="262347" y="383386"/>
                  <a:pt x="227000" y="354944"/>
                </a:cubicBezTo>
                <a:cubicBezTo>
                  <a:pt x="192963" y="382400"/>
                  <a:pt x="149126" y="406022"/>
                  <a:pt x="95491" y="425810"/>
                </a:cubicBezTo>
                <a:cubicBezTo>
                  <a:pt x="90390" y="411818"/>
                  <a:pt x="81284" y="400433"/>
                  <a:pt x="68173" y="391656"/>
                </a:cubicBezTo>
                <a:cubicBezTo>
                  <a:pt x="125376" y="374849"/>
                  <a:pt x="170079" y="355108"/>
                  <a:pt x="202283" y="332434"/>
                </a:cubicBezTo>
                <a:cubicBezTo>
                  <a:pt x="169745" y="297544"/>
                  <a:pt x="143249" y="248835"/>
                  <a:pt x="122794" y="186309"/>
                </a:cubicBezTo>
                <a:lnTo>
                  <a:pt x="102856" y="186309"/>
                </a:lnTo>
                <a:cubicBezTo>
                  <a:pt x="102575" y="232576"/>
                  <a:pt x="97585" y="273821"/>
                  <a:pt x="87886" y="310042"/>
                </a:cubicBezTo>
                <a:cubicBezTo>
                  <a:pt x="78188" y="346263"/>
                  <a:pt x="61625" y="381714"/>
                  <a:pt x="38198" y="416395"/>
                </a:cubicBezTo>
                <a:cubicBezTo>
                  <a:pt x="27197" y="408103"/>
                  <a:pt x="14464" y="401959"/>
                  <a:pt x="0" y="397964"/>
                </a:cubicBezTo>
                <a:cubicBezTo>
                  <a:pt x="43954" y="349053"/>
                  <a:pt x="65930" y="275779"/>
                  <a:pt x="65930" y="178143"/>
                </a:cubicBezTo>
                <a:cubicBezTo>
                  <a:pt x="65930" y="134681"/>
                  <a:pt x="64885" y="91894"/>
                  <a:pt x="62794" y="49784"/>
                </a:cubicBezTo>
                <a:cubicBezTo>
                  <a:pt x="90269" y="50684"/>
                  <a:pt x="116163" y="51135"/>
                  <a:pt x="140475" y="51135"/>
                </a:cubicBezTo>
                <a:cubicBezTo>
                  <a:pt x="244117" y="51135"/>
                  <a:pt x="313823" y="43507"/>
                  <a:pt x="349594" y="28253"/>
                </a:cubicBezTo>
                <a:close/>
                <a:moveTo>
                  <a:pt x="984135" y="9865"/>
                </a:moveTo>
                <a:cubicBezTo>
                  <a:pt x="996208" y="12265"/>
                  <a:pt x="1007776" y="13466"/>
                  <a:pt x="1018840" y="13466"/>
                </a:cubicBezTo>
                <a:cubicBezTo>
                  <a:pt x="1029903" y="13466"/>
                  <a:pt x="1035435" y="15763"/>
                  <a:pt x="1035435" y="20359"/>
                </a:cubicBezTo>
                <a:cubicBezTo>
                  <a:pt x="1035435" y="24955"/>
                  <a:pt x="1033492" y="28523"/>
                  <a:pt x="1029605" y="31064"/>
                </a:cubicBezTo>
                <a:cubicBezTo>
                  <a:pt x="1025719" y="33605"/>
                  <a:pt x="1023776" y="40321"/>
                  <a:pt x="1023776" y="51213"/>
                </a:cubicBezTo>
                <a:lnTo>
                  <a:pt x="1023776" y="108046"/>
                </a:lnTo>
                <a:lnTo>
                  <a:pt x="1045200" y="95083"/>
                </a:lnTo>
                <a:cubicBezTo>
                  <a:pt x="1062955" y="120062"/>
                  <a:pt x="1077492" y="149133"/>
                  <a:pt x="1088813" y="182294"/>
                </a:cubicBezTo>
                <a:lnTo>
                  <a:pt x="1056844" y="196174"/>
                </a:lnTo>
                <a:cubicBezTo>
                  <a:pt x="1053463" y="182975"/>
                  <a:pt x="1048666" y="169243"/>
                  <a:pt x="1042453" y="154980"/>
                </a:cubicBezTo>
                <a:lnTo>
                  <a:pt x="1023776" y="118753"/>
                </a:lnTo>
                <a:lnTo>
                  <a:pt x="1023776" y="348579"/>
                </a:lnTo>
                <a:cubicBezTo>
                  <a:pt x="1023776" y="364752"/>
                  <a:pt x="1025271" y="391094"/>
                  <a:pt x="1028262" y="427603"/>
                </a:cubicBezTo>
                <a:lnTo>
                  <a:pt x="984135" y="427603"/>
                </a:lnTo>
                <a:cubicBezTo>
                  <a:pt x="987126" y="394970"/>
                  <a:pt x="988622" y="368479"/>
                  <a:pt x="988622" y="348129"/>
                </a:cubicBezTo>
                <a:lnTo>
                  <a:pt x="988622" y="73644"/>
                </a:lnTo>
                <a:cubicBezTo>
                  <a:pt x="988622" y="50342"/>
                  <a:pt x="987126" y="29082"/>
                  <a:pt x="984135" y="9865"/>
                </a:cubicBezTo>
                <a:close/>
                <a:moveTo>
                  <a:pt x="2379362" y="8522"/>
                </a:moveTo>
                <a:cubicBezTo>
                  <a:pt x="2409628" y="29763"/>
                  <a:pt x="2434438" y="51130"/>
                  <a:pt x="2453793" y="72623"/>
                </a:cubicBezTo>
                <a:lnTo>
                  <a:pt x="2426011" y="98398"/>
                </a:lnTo>
                <a:cubicBezTo>
                  <a:pt x="2409928" y="76304"/>
                  <a:pt x="2387434" y="54785"/>
                  <a:pt x="2358531" y="33840"/>
                </a:cubicBezTo>
                <a:close/>
                <a:moveTo>
                  <a:pt x="1127210" y="8522"/>
                </a:moveTo>
                <a:cubicBezTo>
                  <a:pt x="1142636" y="12499"/>
                  <a:pt x="1155491" y="14993"/>
                  <a:pt x="1165776" y="16005"/>
                </a:cubicBezTo>
                <a:cubicBezTo>
                  <a:pt x="1176061" y="17017"/>
                  <a:pt x="1181203" y="19654"/>
                  <a:pt x="1181203" y="23917"/>
                </a:cubicBezTo>
                <a:cubicBezTo>
                  <a:pt x="1181203" y="28179"/>
                  <a:pt x="1178803" y="32014"/>
                  <a:pt x="1174002" y="35422"/>
                </a:cubicBezTo>
                <a:cubicBezTo>
                  <a:pt x="1169201" y="38829"/>
                  <a:pt x="1163829" y="55130"/>
                  <a:pt x="1157886" y="84324"/>
                </a:cubicBezTo>
                <a:lnTo>
                  <a:pt x="1247947" y="84324"/>
                </a:lnTo>
                <a:cubicBezTo>
                  <a:pt x="1289314" y="84324"/>
                  <a:pt x="1320589" y="83277"/>
                  <a:pt x="1341773" y="81181"/>
                </a:cubicBezTo>
                <a:lnTo>
                  <a:pt x="1341773" y="117686"/>
                </a:lnTo>
                <a:cubicBezTo>
                  <a:pt x="1320146" y="115890"/>
                  <a:pt x="1288871" y="114993"/>
                  <a:pt x="1247947" y="114993"/>
                </a:cubicBezTo>
                <a:lnTo>
                  <a:pt x="1153007" y="114993"/>
                </a:lnTo>
                <a:cubicBezTo>
                  <a:pt x="1138095" y="193036"/>
                  <a:pt x="1109839" y="259715"/>
                  <a:pt x="1068239" y="315032"/>
                </a:cubicBezTo>
                <a:cubicBezTo>
                  <a:pt x="1057756" y="303997"/>
                  <a:pt x="1046167" y="296815"/>
                  <a:pt x="1033470" y="293486"/>
                </a:cubicBezTo>
                <a:cubicBezTo>
                  <a:pt x="1076656" y="250076"/>
                  <a:pt x="1104912" y="190578"/>
                  <a:pt x="1118238" y="114993"/>
                </a:cubicBezTo>
                <a:cubicBezTo>
                  <a:pt x="1102788" y="115288"/>
                  <a:pt x="1086493" y="116186"/>
                  <a:pt x="1069353" y="117686"/>
                </a:cubicBezTo>
                <a:lnTo>
                  <a:pt x="1069353" y="81181"/>
                </a:lnTo>
                <a:cubicBezTo>
                  <a:pt x="1081893" y="83029"/>
                  <a:pt x="1099405" y="84084"/>
                  <a:pt x="1121888" y="84346"/>
                </a:cubicBezTo>
                <a:cubicBezTo>
                  <a:pt x="1125736" y="57676"/>
                  <a:pt x="1127661" y="40451"/>
                  <a:pt x="1127661" y="32671"/>
                </a:cubicBezTo>
                <a:cubicBezTo>
                  <a:pt x="1127661" y="24892"/>
                  <a:pt x="1127510" y="16842"/>
                  <a:pt x="1127210" y="8522"/>
                </a:cubicBezTo>
                <a:close/>
                <a:moveTo>
                  <a:pt x="1503410" y="8072"/>
                </a:moveTo>
                <a:cubicBezTo>
                  <a:pt x="1513983" y="14535"/>
                  <a:pt x="1524893" y="18628"/>
                  <a:pt x="1536142" y="20352"/>
                </a:cubicBezTo>
                <a:cubicBezTo>
                  <a:pt x="1542791" y="21243"/>
                  <a:pt x="1546115" y="23836"/>
                  <a:pt x="1546115" y="28132"/>
                </a:cubicBezTo>
                <a:cubicBezTo>
                  <a:pt x="1546115" y="32427"/>
                  <a:pt x="1543110" y="35828"/>
                  <a:pt x="1537100" y="38333"/>
                </a:cubicBezTo>
                <a:cubicBezTo>
                  <a:pt x="1531090" y="40838"/>
                  <a:pt x="1523929" y="45105"/>
                  <a:pt x="1515618" y="51135"/>
                </a:cubicBezTo>
                <a:lnTo>
                  <a:pt x="1723194" y="51135"/>
                </a:lnTo>
                <a:cubicBezTo>
                  <a:pt x="1752841" y="51135"/>
                  <a:pt x="1775894" y="49937"/>
                  <a:pt x="1792353" y="47541"/>
                </a:cubicBezTo>
                <a:lnTo>
                  <a:pt x="1792353" y="85389"/>
                </a:lnTo>
                <a:cubicBezTo>
                  <a:pt x="1778989" y="83298"/>
                  <a:pt x="1755937" y="82253"/>
                  <a:pt x="1723194" y="82253"/>
                </a:cubicBezTo>
                <a:lnTo>
                  <a:pt x="1495759" y="82253"/>
                </a:lnTo>
                <a:lnTo>
                  <a:pt x="1480977" y="98677"/>
                </a:lnTo>
                <a:lnTo>
                  <a:pt x="1527588" y="101259"/>
                </a:lnTo>
                <a:cubicBezTo>
                  <a:pt x="1551569" y="101933"/>
                  <a:pt x="1581281" y="102270"/>
                  <a:pt x="1616724" y="102270"/>
                </a:cubicBezTo>
                <a:cubicBezTo>
                  <a:pt x="1687609" y="102270"/>
                  <a:pt x="1734789" y="101219"/>
                  <a:pt x="1758263" y="99119"/>
                </a:cubicBezTo>
                <a:cubicBezTo>
                  <a:pt x="1755872" y="113449"/>
                  <a:pt x="1754677" y="131271"/>
                  <a:pt x="1754677" y="152583"/>
                </a:cubicBezTo>
                <a:lnTo>
                  <a:pt x="1754677" y="197431"/>
                </a:lnTo>
                <a:cubicBezTo>
                  <a:pt x="1754677" y="216986"/>
                  <a:pt x="1755872" y="233610"/>
                  <a:pt x="1758263" y="247302"/>
                </a:cubicBezTo>
                <a:cubicBezTo>
                  <a:pt x="1730612" y="244611"/>
                  <a:pt x="1698739" y="243266"/>
                  <a:pt x="1662644" y="243266"/>
                </a:cubicBezTo>
                <a:lnTo>
                  <a:pt x="1560574" y="243266"/>
                </a:lnTo>
                <a:cubicBezTo>
                  <a:pt x="1551887" y="256167"/>
                  <a:pt x="1544827" y="264335"/>
                  <a:pt x="1539393" y="267769"/>
                </a:cubicBezTo>
                <a:lnTo>
                  <a:pt x="1642463" y="267769"/>
                </a:lnTo>
                <a:cubicBezTo>
                  <a:pt x="1679934" y="267769"/>
                  <a:pt x="1715096" y="266121"/>
                  <a:pt x="1747948" y="262825"/>
                </a:cubicBezTo>
                <a:cubicBezTo>
                  <a:pt x="1713834" y="314522"/>
                  <a:pt x="1683037" y="347834"/>
                  <a:pt x="1655557" y="362759"/>
                </a:cubicBezTo>
                <a:cubicBezTo>
                  <a:pt x="1690071" y="372479"/>
                  <a:pt x="1742995" y="380752"/>
                  <a:pt x="1814327" y="387577"/>
                </a:cubicBezTo>
                <a:cubicBezTo>
                  <a:pt x="1804321" y="400364"/>
                  <a:pt x="1797239" y="412958"/>
                  <a:pt x="1793082" y="425360"/>
                </a:cubicBezTo>
                <a:cubicBezTo>
                  <a:pt x="1717315" y="413363"/>
                  <a:pt x="1660560" y="399609"/>
                  <a:pt x="1622818" y="384098"/>
                </a:cubicBezTo>
                <a:cubicBezTo>
                  <a:pt x="1585294" y="402281"/>
                  <a:pt x="1522124" y="417083"/>
                  <a:pt x="1433308" y="428503"/>
                </a:cubicBezTo>
                <a:cubicBezTo>
                  <a:pt x="1429803" y="417626"/>
                  <a:pt x="1422197" y="405336"/>
                  <a:pt x="1410491" y="391634"/>
                </a:cubicBezTo>
                <a:cubicBezTo>
                  <a:pt x="1486401" y="388362"/>
                  <a:pt x="1545606" y="379590"/>
                  <a:pt x="1588106" y="365317"/>
                </a:cubicBezTo>
                <a:cubicBezTo>
                  <a:pt x="1564989" y="355892"/>
                  <a:pt x="1539424" y="339175"/>
                  <a:pt x="1511411" y="315168"/>
                </a:cubicBezTo>
                <a:lnTo>
                  <a:pt x="1531880" y="297537"/>
                </a:lnTo>
                <a:lnTo>
                  <a:pt x="1520412" y="297537"/>
                </a:lnTo>
                <a:cubicBezTo>
                  <a:pt x="1504505" y="316563"/>
                  <a:pt x="1482412" y="337344"/>
                  <a:pt x="1454132" y="359880"/>
                </a:cubicBezTo>
                <a:cubicBezTo>
                  <a:pt x="1445788" y="349684"/>
                  <a:pt x="1435878" y="341011"/>
                  <a:pt x="1424400" y="333863"/>
                </a:cubicBezTo>
                <a:cubicBezTo>
                  <a:pt x="1467939" y="307355"/>
                  <a:pt x="1501426" y="277603"/>
                  <a:pt x="1524862" y="244609"/>
                </a:cubicBezTo>
                <a:cubicBezTo>
                  <a:pt x="1502969" y="245199"/>
                  <a:pt x="1485627" y="246097"/>
                  <a:pt x="1472835" y="247302"/>
                </a:cubicBezTo>
                <a:cubicBezTo>
                  <a:pt x="1474930" y="230681"/>
                  <a:pt x="1475978" y="214057"/>
                  <a:pt x="1475978" y="197431"/>
                </a:cubicBezTo>
                <a:lnTo>
                  <a:pt x="1475978" y="152583"/>
                </a:lnTo>
                <a:cubicBezTo>
                  <a:pt x="1475978" y="142253"/>
                  <a:pt x="1475716" y="132558"/>
                  <a:pt x="1475192" y="123499"/>
                </a:cubicBezTo>
                <a:lnTo>
                  <a:pt x="1473637" y="106832"/>
                </a:lnTo>
                <a:lnTo>
                  <a:pt x="1431987" y="153112"/>
                </a:lnTo>
                <a:cubicBezTo>
                  <a:pt x="1422881" y="144658"/>
                  <a:pt x="1411829" y="137464"/>
                  <a:pt x="1398833" y="131530"/>
                </a:cubicBezTo>
                <a:cubicBezTo>
                  <a:pt x="1443671" y="99826"/>
                  <a:pt x="1478530" y="58674"/>
                  <a:pt x="1503410" y="8072"/>
                </a:cubicBezTo>
                <a:close/>
                <a:moveTo>
                  <a:pt x="2164607" y="7622"/>
                </a:moveTo>
                <a:cubicBezTo>
                  <a:pt x="2175713" y="10022"/>
                  <a:pt x="2188898" y="11222"/>
                  <a:pt x="2204162" y="11222"/>
                </a:cubicBezTo>
                <a:cubicBezTo>
                  <a:pt x="2212296" y="11222"/>
                  <a:pt x="2216363" y="13549"/>
                  <a:pt x="2216363" y="18202"/>
                </a:cubicBezTo>
                <a:cubicBezTo>
                  <a:pt x="2216363" y="22855"/>
                  <a:pt x="2214644" y="26153"/>
                  <a:pt x="2211205" y="28096"/>
                </a:cubicBezTo>
                <a:cubicBezTo>
                  <a:pt x="2207767" y="30039"/>
                  <a:pt x="2206048" y="35054"/>
                  <a:pt x="2206048" y="43141"/>
                </a:cubicBezTo>
                <a:lnTo>
                  <a:pt x="2206048" y="119765"/>
                </a:lnTo>
                <a:cubicBezTo>
                  <a:pt x="2227731" y="119512"/>
                  <a:pt x="2250606" y="118162"/>
                  <a:pt x="2274670" y="115714"/>
                </a:cubicBezTo>
                <a:lnTo>
                  <a:pt x="2274670" y="154912"/>
                </a:lnTo>
                <a:cubicBezTo>
                  <a:pt x="2255030" y="152816"/>
                  <a:pt x="2232156" y="151769"/>
                  <a:pt x="2206048" y="151769"/>
                </a:cubicBezTo>
                <a:lnTo>
                  <a:pt x="2206048" y="369660"/>
                </a:lnTo>
                <a:cubicBezTo>
                  <a:pt x="2206048" y="384548"/>
                  <a:pt x="2203621" y="396175"/>
                  <a:pt x="2198768" y="404543"/>
                </a:cubicBezTo>
                <a:cubicBezTo>
                  <a:pt x="2193915" y="412911"/>
                  <a:pt x="2184359" y="418996"/>
                  <a:pt x="2170100" y="422799"/>
                </a:cubicBezTo>
                <a:cubicBezTo>
                  <a:pt x="2155841" y="426602"/>
                  <a:pt x="2133079" y="428503"/>
                  <a:pt x="2101813" y="428503"/>
                </a:cubicBezTo>
                <a:cubicBezTo>
                  <a:pt x="2101813" y="412692"/>
                  <a:pt x="2096431" y="396935"/>
                  <a:pt x="2085668" y="381233"/>
                </a:cubicBezTo>
                <a:cubicBezTo>
                  <a:pt x="2108957" y="384829"/>
                  <a:pt x="2126313" y="386626"/>
                  <a:pt x="2137735" y="386626"/>
                </a:cubicBezTo>
                <a:cubicBezTo>
                  <a:pt x="2149158" y="386626"/>
                  <a:pt x="2157315" y="384620"/>
                  <a:pt x="2162206" y="380608"/>
                </a:cubicBezTo>
                <a:cubicBezTo>
                  <a:pt x="2167097" y="376595"/>
                  <a:pt x="2169543" y="367862"/>
                  <a:pt x="2169543" y="354408"/>
                </a:cubicBezTo>
                <a:lnTo>
                  <a:pt x="2169543" y="151318"/>
                </a:lnTo>
                <a:lnTo>
                  <a:pt x="2116708" y="151318"/>
                </a:lnTo>
                <a:cubicBezTo>
                  <a:pt x="2084399" y="151318"/>
                  <a:pt x="2054617" y="152516"/>
                  <a:pt x="2027361" y="154912"/>
                </a:cubicBezTo>
                <a:lnTo>
                  <a:pt x="2027361" y="115714"/>
                </a:lnTo>
                <a:cubicBezTo>
                  <a:pt x="2053888" y="118410"/>
                  <a:pt x="2083670" y="119757"/>
                  <a:pt x="2116708" y="119757"/>
                </a:cubicBezTo>
                <a:lnTo>
                  <a:pt x="2169543" y="119757"/>
                </a:lnTo>
                <a:cubicBezTo>
                  <a:pt x="2169543" y="64579"/>
                  <a:pt x="2167897" y="27201"/>
                  <a:pt x="2164607" y="7622"/>
                </a:cubicBezTo>
                <a:close/>
                <a:moveTo>
                  <a:pt x="656799" y="0"/>
                </a:moveTo>
                <a:cubicBezTo>
                  <a:pt x="673759" y="5762"/>
                  <a:pt x="686679" y="9360"/>
                  <a:pt x="695561" y="10794"/>
                </a:cubicBezTo>
                <a:cubicBezTo>
                  <a:pt x="703691" y="12599"/>
                  <a:pt x="707755" y="15696"/>
                  <a:pt x="707755" y="20084"/>
                </a:cubicBezTo>
                <a:cubicBezTo>
                  <a:pt x="707755" y="24473"/>
                  <a:pt x="704341" y="27888"/>
                  <a:pt x="697511" y="30328"/>
                </a:cubicBezTo>
                <a:cubicBezTo>
                  <a:pt x="690682" y="32769"/>
                  <a:pt x="677202" y="47032"/>
                  <a:pt x="657071" y="73116"/>
                </a:cubicBezTo>
                <a:lnTo>
                  <a:pt x="710356" y="73116"/>
                </a:lnTo>
                <a:cubicBezTo>
                  <a:pt x="781993" y="73116"/>
                  <a:pt x="827771" y="70870"/>
                  <a:pt x="847687" y="66379"/>
                </a:cubicBezTo>
                <a:cubicBezTo>
                  <a:pt x="845597" y="80843"/>
                  <a:pt x="844551" y="110473"/>
                  <a:pt x="844551" y="155269"/>
                </a:cubicBezTo>
                <a:lnTo>
                  <a:pt x="844551" y="370560"/>
                </a:lnTo>
                <a:cubicBezTo>
                  <a:pt x="844551" y="381747"/>
                  <a:pt x="842285" y="390391"/>
                  <a:pt x="837754" y="396492"/>
                </a:cubicBezTo>
                <a:cubicBezTo>
                  <a:pt x="833222" y="402593"/>
                  <a:pt x="823890" y="407135"/>
                  <a:pt x="809758" y="410119"/>
                </a:cubicBezTo>
                <a:cubicBezTo>
                  <a:pt x="795625" y="413102"/>
                  <a:pt x="772478" y="414744"/>
                  <a:pt x="740317" y="415044"/>
                </a:cubicBezTo>
                <a:cubicBezTo>
                  <a:pt x="741217" y="399781"/>
                  <a:pt x="736433" y="384774"/>
                  <a:pt x="725965" y="370024"/>
                </a:cubicBezTo>
                <a:cubicBezTo>
                  <a:pt x="751568" y="373615"/>
                  <a:pt x="769974" y="375411"/>
                  <a:pt x="781183" y="375411"/>
                </a:cubicBezTo>
                <a:cubicBezTo>
                  <a:pt x="792391" y="375411"/>
                  <a:pt x="799372" y="374034"/>
                  <a:pt x="802125" y="371282"/>
                </a:cubicBezTo>
                <a:cubicBezTo>
                  <a:pt x="804877" y="368529"/>
                  <a:pt x="806254" y="363355"/>
                  <a:pt x="806254" y="355758"/>
                </a:cubicBezTo>
                <a:lnTo>
                  <a:pt x="806254" y="103777"/>
                </a:lnTo>
                <a:lnTo>
                  <a:pt x="541799" y="103777"/>
                </a:lnTo>
                <a:lnTo>
                  <a:pt x="541799" y="415944"/>
                </a:lnTo>
                <a:lnTo>
                  <a:pt x="499022" y="415944"/>
                </a:lnTo>
                <a:cubicBezTo>
                  <a:pt x="502308" y="381526"/>
                  <a:pt x="503951" y="344121"/>
                  <a:pt x="503951" y="303730"/>
                </a:cubicBezTo>
                <a:lnTo>
                  <a:pt x="503951" y="155269"/>
                </a:lnTo>
                <a:cubicBezTo>
                  <a:pt x="503951" y="121217"/>
                  <a:pt x="502756" y="91587"/>
                  <a:pt x="500365" y="66379"/>
                </a:cubicBezTo>
                <a:cubicBezTo>
                  <a:pt x="515358" y="70870"/>
                  <a:pt x="538858" y="73116"/>
                  <a:pt x="570867" y="73116"/>
                </a:cubicBezTo>
                <a:lnTo>
                  <a:pt x="622952" y="73116"/>
                </a:lnTo>
                <a:cubicBezTo>
                  <a:pt x="639430" y="47975"/>
                  <a:pt x="650713" y="23603"/>
                  <a:pt x="6567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15BDB8-F852-4B5A-9F7B-7AC9E3708915}"/>
              </a:ext>
            </a:extLst>
          </p:cNvPr>
          <p:cNvSpPr txBox="1"/>
          <p:nvPr/>
        </p:nvSpPr>
        <p:spPr>
          <a:xfrm>
            <a:off x="8094671" y="1691396"/>
            <a:ext cx="933746" cy="660509"/>
          </a:xfrm>
          <a:custGeom>
            <a:avLst/>
            <a:gdLst/>
            <a:ahLst/>
            <a:cxnLst/>
            <a:rect l="l" t="t" r="r" b="b"/>
            <a:pathLst>
              <a:path w="565435" h="399975">
                <a:moveTo>
                  <a:pt x="454093" y="233776"/>
                </a:moveTo>
                <a:cubicBezTo>
                  <a:pt x="462124" y="233776"/>
                  <a:pt x="468337" y="236408"/>
                  <a:pt x="472732" y="241671"/>
                </a:cubicBezTo>
                <a:cubicBezTo>
                  <a:pt x="477127" y="246934"/>
                  <a:pt x="479324" y="253852"/>
                  <a:pt x="479324" y="262425"/>
                </a:cubicBezTo>
                <a:cubicBezTo>
                  <a:pt x="479324" y="267309"/>
                  <a:pt x="478565" y="271650"/>
                  <a:pt x="477046" y="275448"/>
                </a:cubicBezTo>
                <a:lnTo>
                  <a:pt x="479324" y="276425"/>
                </a:lnTo>
                <a:cubicBezTo>
                  <a:pt x="490285" y="261774"/>
                  <a:pt x="500947" y="251004"/>
                  <a:pt x="511311" y="244113"/>
                </a:cubicBezTo>
                <a:cubicBezTo>
                  <a:pt x="521675" y="237222"/>
                  <a:pt x="532337" y="233776"/>
                  <a:pt x="543297" y="233776"/>
                </a:cubicBezTo>
                <a:cubicBezTo>
                  <a:pt x="547421" y="233776"/>
                  <a:pt x="551301" y="233993"/>
                  <a:pt x="554936" y="234427"/>
                </a:cubicBezTo>
                <a:cubicBezTo>
                  <a:pt x="558571" y="234861"/>
                  <a:pt x="562071" y="235404"/>
                  <a:pt x="565435" y="236055"/>
                </a:cubicBezTo>
                <a:lnTo>
                  <a:pt x="557134" y="275448"/>
                </a:lnTo>
                <a:lnTo>
                  <a:pt x="538251" y="275448"/>
                </a:lnTo>
                <a:cubicBezTo>
                  <a:pt x="537708" y="268937"/>
                  <a:pt x="536325" y="264270"/>
                  <a:pt x="534100" y="261449"/>
                </a:cubicBezTo>
                <a:cubicBezTo>
                  <a:pt x="531875" y="258627"/>
                  <a:pt x="528647" y="257216"/>
                  <a:pt x="524415" y="257216"/>
                </a:cubicBezTo>
                <a:cubicBezTo>
                  <a:pt x="521919" y="257108"/>
                  <a:pt x="519043" y="257868"/>
                  <a:pt x="515787" y="259495"/>
                </a:cubicBezTo>
                <a:cubicBezTo>
                  <a:pt x="512532" y="261123"/>
                  <a:pt x="509086" y="263456"/>
                  <a:pt x="505451" y="266495"/>
                </a:cubicBezTo>
                <a:cubicBezTo>
                  <a:pt x="501815" y="269534"/>
                  <a:pt x="498207" y="273115"/>
                  <a:pt x="494626" y="277238"/>
                </a:cubicBezTo>
                <a:cubicBezTo>
                  <a:pt x="491045" y="281362"/>
                  <a:pt x="487653" y="285866"/>
                  <a:pt x="484452" y="290749"/>
                </a:cubicBezTo>
                <a:cubicBezTo>
                  <a:pt x="481251" y="295633"/>
                  <a:pt x="478456" y="300815"/>
                  <a:pt x="476069" y="306295"/>
                </a:cubicBezTo>
                <a:cubicBezTo>
                  <a:pt x="473681" y="311775"/>
                  <a:pt x="471891" y="317283"/>
                  <a:pt x="470697" y="322817"/>
                </a:cubicBezTo>
                <a:lnTo>
                  <a:pt x="454093" y="399975"/>
                </a:lnTo>
                <a:lnTo>
                  <a:pt x="422188" y="399975"/>
                </a:lnTo>
                <a:lnTo>
                  <a:pt x="446606" y="293842"/>
                </a:lnTo>
                <a:cubicBezTo>
                  <a:pt x="448125" y="287548"/>
                  <a:pt x="449183" y="282339"/>
                  <a:pt x="449780" y="278215"/>
                </a:cubicBezTo>
                <a:cubicBezTo>
                  <a:pt x="450377" y="274091"/>
                  <a:pt x="450675" y="270619"/>
                  <a:pt x="450675" y="267797"/>
                </a:cubicBezTo>
                <a:cubicBezTo>
                  <a:pt x="450675" y="259875"/>
                  <a:pt x="447474" y="255914"/>
                  <a:pt x="441071" y="255914"/>
                </a:cubicBezTo>
                <a:cubicBezTo>
                  <a:pt x="439009" y="255914"/>
                  <a:pt x="436974" y="256321"/>
                  <a:pt x="434967" y="257135"/>
                </a:cubicBezTo>
                <a:cubicBezTo>
                  <a:pt x="432959" y="257949"/>
                  <a:pt x="430870" y="259170"/>
                  <a:pt x="428700" y="260798"/>
                </a:cubicBezTo>
                <a:cubicBezTo>
                  <a:pt x="426529" y="262425"/>
                  <a:pt x="424142" y="264487"/>
                  <a:pt x="421537" y="266983"/>
                </a:cubicBezTo>
                <a:cubicBezTo>
                  <a:pt x="418933" y="269479"/>
                  <a:pt x="416003" y="272409"/>
                  <a:pt x="412747" y="275773"/>
                </a:cubicBezTo>
                <a:lnTo>
                  <a:pt x="401515" y="265193"/>
                </a:lnTo>
                <a:cubicBezTo>
                  <a:pt x="406941" y="259658"/>
                  <a:pt x="411906" y="254910"/>
                  <a:pt x="416410" y="250949"/>
                </a:cubicBezTo>
                <a:cubicBezTo>
                  <a:pt x="420913" y="246988"/>
                  <a:pt x="425227" y="243733"/>
                  <a:pt x="429351" y="241183"/>
                </a:cubicBezTo>
                <a:cubicBezTo>
                  <a:pt x="433475" y="238632"/>
                  <a:pt x="437544" y="236760"/>
                  <a:pt x="441559" y="235567"/>
                </a:cubicBezTo>
                <a:cubicBezTo>
                  <a:pt x="445575" y="234373"/>
                  <a:pt x="449753" y="233776"/>
                  <a:pt x="454093" y="233776"/>
                </a:cubicBezTo>
                <a:close/>
                <a:moveTo>
                  <a:pt x="273118" y="233776"/>
                </a:moveTo>
                <a:cubicBezTo>
                  <a:pt x="281149" y="233776"/>
                  <a:pt x="287362" y="236408"/>
                  <a:pt x="291757" y="241671"/>
                </a:cubicBezTo>
                <a:cubicBezTo>
                  <a:pt x="296152" y="246934"/>
                  <a:pt x="298349" y="253852"/>
                  <a:pt x="298349" y="262425"/>
                </a:cubicBezTo>
                <a:cubicBezTo>
                  <a:pt x="298349" y="267309"/>
                  <a:pt x="297590" y="271650"/>
                  <a:pt x="296071" y="275448"/>
                </a:cubicBezTo>
                <a:lnTo>
                  <a:pt x="298349" y="276425"/>
                </a:lnTo>
                <a:cubicBezTo>
                  <a:pt x="309310" y="261774"/>
                  <a:pt x="319972" y="251004"/>
                  <a:pt x="330336" y="244113"/>
                </a:cubicBezTo>
                <a:cubicBezTo>
                  <a:pt x="340700" y="237222"/>
                  <a:pt x="351362" y="233776"/>
                  <a:pt x="362322" y="233776"/>
                </a:cubicBezTo>
                <a:cubicBezTo>
                  <a:pt x="366446" y="233776"/>
                  <a:pt x="370326" y="233993"/>
                  <a:pt x="373961" y="234427"/>
                </a:cubicBezTo>
                <a:cubicBezTo>
                  <a:pt x="377597" y="234861"/>
                  <a:pt x="381096" y="235404"/>
                  <a:pt x="384460" y="236055"/>
                </a:cubicBezTo>
                <a:lnTo>
                  <a:pt x="376159" y="275448"/>
                </a:lnTo>
                <a:lnTo>
                  <a:pt x="357276" y="275448"/>
                </a:lnTo>
                <a:cubicBezTo>
                  <a:pt x="356733" y="268937"/>
                  <a:pt x="355350" y="264270"/>
                  <a:pt x="353125" y="261449"/>
                </a:cubicBezTo>
                <a:cubicBezTo>
                  <a:pt x="350900" y="258627"/>
                  <a:pt x="347672" y="257216"/>
                  <a:pt x="343440" y="257216"/>
                </a:cubicBezTo>
                <a:cubicBezTo>
                  <a:pt x="340944" y="257108"/>
                  <a:pt x="338068" y="257868"/>
                  <a:pt x="334812" y="259495"/>
                </a:cubicBezTo>
                <a:cubicBezTo>
                  <a:pt x="331557" y="261123"/>
                  <a:pt x="328111" y="263456"/>
                  <a:pt x="324476" y="266495"/>
                </a:cubicBezTo>
                <a:cubicBezTo>
                  <a:pt x="320840" y="269534"/>
                  <a:pt x="317232" y="273115"/>
                  <a:pt x="313651" y="277238"/>
                </a:cubicBezTo>
                <a:cubicBezTo>
                  <a:pt x="310070" y="281362"/>
                  <a:pt x="306678" y="285866"/>
                  <a:pt x="303477" y="290749"/>
                </a:cubicBezTo>
                <a:cubicBezTo>
                  <a:pt x="300276" y="295633"/>
                  <a:pt x="297481" y="300815"/>
                  <a:pt x="295094" y="306295"/>
                </a:cubicBezTo>
                <a:cubicBezTo>
                  <a:pt x="292706" y="311775"/>
                  <a:pt x="290916" y="317283"/>
                  <a:pt x="289722" y="322817"/>
                </a:cubicBezTo>
                <a:lnTo>
                  <a:pt x="273118" y="399975"/>
                </a:lnTo>
                <a:lnTo>
                  <a:pt x="241213" y="399975"/>
                </a:lnTo>
                <a:lnTo>
                  <a:pt x="265631" y="293842"/>
                </a:lnTo>
                <a:cubicBezTo>
                  <a:pt x="267150" y="287548"/>
                  <a:pt x="268208" y="282339"/>
                  <a:pt x="268805" y="278215"/>
                </a:cubicBezTo>
                <a:cubicBezTo>
                  <a:pt x="269402" y="274091"/>
                  <a:pt x="269700" y="270619"/>
                  <a:pt x="269700" y="267797"/>
                </a:cubicBezTo>
                <a:cubicBezTo>
                  <a:pt x="269700" y="259875"/>
                  <a:pt x="266499" y="255914"/>
                  <a:pt x="260096" y="255914"/>
                </a:cubicBezTo>
                <a:cubicBezTo>
                  <a:pt x="258034" y="255914"/>
                  <a:pt x="255999" y="256321"/>
                  <a:pt x="253992" y="257135"/>
                </a:cubicBezTo>
                <a:cubicBezTo>
                  <a:pt x="251984" y="257949"/>
                  <a:pt x="249895" y="259170"/>
                  <a:pt x="247725" y="260798"/>
                </a:cubicBezTo>
                <a:cubicBezTo>
                  <a:pt x="245554" y="262425"/>
                  <a:pt x="243167" y="264487"/>
                  <a:pt x="240562" y="266983"/>
                </a:cubicBezTo>
                <a:cubicBezTo>
                  <a:pt x="237958" y="269479"/>
                  <a:pt x="235028" y="272409"/>
                  <a:pt x="231772" y="275773"/>
                </a:cubicBezTo>
                <a:lnTo>
                  <a:pt x="220540" y="265193"/>
                </a:lnTo>
                <a:cubicBezTo>
                  <a:pt x="225966" y="259658"/>
                  <a:pt x="230931" y="254910"/>
                  <a:pt x="235435" y="250949"/>
                </a:cubicBezTo>
                <a:cubicBezTo>
                  <a:pt x="239938" y="246988"/>
                  <a:pt x="244252" y="243733"/>
                  <a:pt x="248376" y="241183"/>
                </a:cubicBezTo>
                <a:cubicBezTo>
                  <a:pt x="252500" y="238632"/>
                  <a:pt x="256569" y="236760"/>
                  <a:pt x="260584" y="235567"/>
                </a:cubicBezTo>
                <a:cubicBezTo>
                  <a:pt x="264600" y="234373"/>
                  <a:pt x="268778" y="233776"/>
                  <a:pt x="273118" y="233776"/>
                </a:cubicBezTo>
                <a:close/>
                <a:moveTo>
                  <a:pt x="0" y="0"/>
                </a:moveTo>
                <a:lnTo>
                  <a:pt x="241548" y="0"/>
                </a:lnTo>
                <a:lnTo>
                  <a:pt x="241548" y="77688"/>
                </a:lnTo>
                <a:lnTo>
                  <a:pt x="219671" y="77688"/>
                </a:lnTo>
                <a:cubicBezTo>
                  <a:pt x="216396" y="64889"/>
                  <a:pt x="213159" y="54768"/>
                  <a:pt x="209959" y="47327"/>
                </a:cubicBezTo>
                <a:cubicBezTo>
                  <a:pt x="206760" y="39885"/>
                  <a:pt x="203374" y="34230"/>
                  <a:pt x="199802" y="30360"/>
                </a:cubicBezTo>
                <a:cubicBezTo>
                  <a:pt x="196230" y="26491"/>
                  <a:pt x="192398" y="23738"/>
                  <a:pt x="188305" y="22101"/>
                </a:cubicBezTo>
                <a:cubicBezTo>
                  <a:pt x="184212" y="20463"/>
                  <a:pt x="178073" y="19645"/>
                  <a:pt x="169888" y="19645"/>
                </a:cubicBezTo>
                <a:lnTo>
                  <a:pt x="141536" y="19645"/>
                </a:lnTo>
                <a:lnTo>
                  <a:pt x="141536" y="248245"/>
                </a:lnTo>
                <a:cubicBezTo>
                  <a:pt x="141536" y="257026"/>
                  <a:pt x="142019" y="264021"/>
                  <a:pt x="142987" y="269230"/>
                </a:cubicBezTo>
                <a:cubicBezTo>
                  <a:pt x="143954" y="274439"/>
                  <a:pt x="145443" y="278569"/>
                  <a:pt x="147452" y="281620"/>
                </a:cubicBezTo>
                <a:cubicBezTo>
                  <a:pt x="149461" y="284671"/>
                  <a:pt x="152177" y="287052"/>
                  <a:pt x="155600" y="288763"/>
                </a:cubicBezTo>
                <a:cubicBezTo>
                  <a:pt x="159023" y="290475"/>
                  <a:pt x="164381" y="292149"/>
                  <a:pt x="171673" y="293786"/>
                </a:cubicBezTo>
                <a:lnTo>
                  <a:pt x="171673" y="304725"/>
                </a:lnTo>
                <a:lnTo>
                  <a:pt x="69652" y="304725"/>
                </a:lnTo>
                <a:lnTo>
                  <a:pt x="69652" y="293786"/>
                </a:lnTo>
                <a:cubicBezTo>
                  <a:pt x="74117" y="292744"/>
                  <a:pt x="78061" y="291628"/>
                  <a:pt x="81484" y="290438"/>
                </a:cubicBezTo>
                <a:cubicBezTo>
                  <a:pt x="84907" y="289247"/>
                  <a:pt x="87697" y="287796"/>
                  <a:pt x="89855" y="286084"/>
                </a:cubicBezTo>
                <a:cubicBezTo>
                  <a:pt x="92013" y="284373"/>
                  <a:pt x="93799" y="282178"/>
                  <a:pt x="95213" y="279499"/>
                </a:cubicBezTo>
                <a:cubicBezTo>
                  <a:pt x="96627" y="276820"/>
                  <a:pt x="97743" y="273174"/>
                  <a:pt x="98562" y="268560"/>
                </a:cubicBezTo>
                <a:cubicBezTo>
                  <a:pt x="99380" y="263946"/>
                  <a:pt x="99789" y="257175"/>
                  <a:pt x="99789" y="248245"/>
                </a:cubicBezTo>
                <a:lnTo>
                  <a:pt x="99789" y="19645"/>
                </a:lnTo>
                <a:lnTo>
                  <a:pt x="71661" y="19645"/>
                </a:lnTo>
                <a:cubicBezTo>
                  <a:pt x="64666" y="19645"/>
                  <a:pt x="58899" y="20315"/>
                  <a:pt x="54360" y="21654"/>
                </a:cubicBezTo>
                <a:cubicBezTo>
                  <a:pt x="49820" y="22993"/>
                  <a:pt x="45616" y="25784"/>
                  <a:pt x="41747" y="30026"/>
                </a:cubicBezTo>
                <a:cubicBezTo>
                  <a:pt x="37877" y="34267"/>
                  <a:pt x="34342" y="40295"/>
                  <a:pt x="31143" y="48108"/>
                </a:cubicBezTo>
                <a:cubicBezTo>
                  <a:pt x="27943" y="55922"/>
                  <a:pt x="24929" y="65782"/>
                  <a:pt x="22101" y="77688"/>
                </a:cubicBezTo>
                <a:lnTo>
                  <a:pt x="0" y="77688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2F4C030-A1C9-4FED-AB43-C761CFB53A8A}"/>
              </a:ext>
            </a:extLst>
          </p:cNvPr>
          <p:cNvSpPr txBox="1"/>
          <p:nvPr/>
        </p:nvSpPr>
        <p:spPr>
          <a:xfrm>
            <a:off x="3879510" y="3738351"/>
            <a:ext cx="2260104" cy="712066"/>
          </a:xfrm>
          <a:custGeom>
            <a:avLst/>
            <a:gdLst/>
            <a:ahLst/>
            <a:cxnLst/>
            <a:rect l="l" t="t" r="r" b="b"/>
            <a:pathLst>
              <a:path w="1337286" h="421324">
                <a:moveTo>
                  <a:pt x="161641" y="314854"/>
                </a:moveTo>
                <a:cubicBezTo>
                  <a:pt x="161032" y="325421"/>
                  <a:pt x="162079" y="336790"/>
                  <a:pt x="164784" y="348958"/>
                </a:cubicBezTo>
                <a:cubicBezTo>
                  <a:pt x="92666" y="364203"/>
                  <a:pt x="43060" y="376066"/>
                  <a:pt x="15966" y="384548"/>
                </a:cubicBezTo>
                <a:cubicBezTo>
                  <a:pt x="14080" y="370608"/>
                  <a:pt x="9505" y="356340"/>
                  <a:pt x="2243" y="341743"/>
                </a:cubicBezTo>
                <a:cubicBezTo>
                  <a:pt x="50111" y="339438"/>
                  <a:pt x="103243" y="330475"/>
                  <a:pt x="161641" y="314854"/>
                </a:cubicBezTo>
                <a:close/>
                <a:moveTo>
                  <a:pt x="1054722" y="290808"/>
                </a:moveTo>
                <a:lnTo>
                  <a:pt x="1054722" y="358366"/>
                </a:lnTo>
                <a:lnTo>
                  <a:pt x="1211534" y="358366"/>
                </a:lnTo>
                <a:lnTo>
                  <a:pt x="1211534" y="290808"/>
                </a:lnTo>
                <a:close/>
                <a:moveTo>
                  <a:pt x="212326" y="272420"/>
                </a:moveTo>
                <a:lnTo>
                  <a:pt x="212326" y="352087"/>
                </a:lnTo>
                <a:lnTo>
                  <a:pt x="345357" y="352087"/>
                </a:lnTo>
                <a:lnTo>
                  <a:pt x="345357" y="272420"/>
                </a:lnTo>
                <a:close/>
                <a:moveTo>
                  <a:pt x="174028" y="238608"/>
                </a:moveTo>
                <a:cubicBezTo>
                  <a:pt x="193559" y="241004"/>
                  <a:pt x="228703" y="242202"/>
                  <a:pt x="279459" y="242202"/>
                </a:cubicBezTo>
                <a:cubicBezTo>
                  <a:pt x="330216" y="242202"/>
                  <a:pt x="364947" y="241004"/>
                  <a:pt x="383655" y="238608"/>
                </a:cubicBezTo>
                <a:cubicBezTo>
                  <a:pt x="381564" y="255296"/>
                  <a:pt x="380519" y="273713"/>
                  <a:pt x="380519" y="293858"/>
                </a:cubicBezTo>
                <a:lnTo>
                  <a:pt x="380519" y="345443"/>
                </a:lnTo>
                <a:cubicBezTo>
                  <a:pt x="380519" y="363626"/>
                  <a:pt x="381714" y="386677"/>
                  <a:pt x="384105" y="414595"/>
                </a:cubicBezTo>
                <a:lnTo>
                  <a:pt x="345357" y="414595"/>
                </a:lnTo>
                <a:lnTo>
                  <a:pt x="345357" y="382755"/>
                </a:lnTo>
                <a:lnTo>
                  <a:pt x="212326" y="382755"/>
                </a:lnTo>
                <a:lnTo>
                  <a:pt x="212326" y="417738"/>
                </a:lnTo>
                <a:lnTo>
                  <a:pt x="172235" y="417738"/>
                </a:lnTo>
                <a:cubicBezTo>
                  <a:pt x="175221" y="393121"/>
                  <a:pt x="176715" y="367674"/>
                  <a:pt x="176715" y="341400"/>
                </a:cubicBezTo>
                <a:lnTo>
                  <a:pt x="176715" y="293858"/>
                </a:lnTo>
                <a:cubicBezTo>
                  <a:pt x="176715" y="276299"/>
                  <a:pt x="175819" y="257882"/>
                  <a:pt x="174028" y="238608"/>
                </a:cubicBezTo>
                <a:close/>
                <a:moveTo>
                  <a:pt x="679944" y="204247"/>
                </a:moveTo>
                <a:lnTo>
                  <a:pt x="679944" y="264183"/>
                </a:lnTo>
                <a:lnTo>
                  <a:pt x="779792" y="264183"/>
                </a:lnTo>
                <a:lnTo>
                  <a:pt x="779792" y="204247"/>
                </a:lnTo>
                <a:close/>
                <a:moveTo>
                  <a:pt x="540012" y="204247"/>
                </a:moveTo>
                <a:lnTo>
                  <a:pt x="540012" y="264183"/>
                </a:lnTo>
                <a:lnTo>
                  <a:pt x="642547" y="264183"/>
                </a:lnTo>
                <a:lnTo>
                  <a:pt x="642547" y="204247"/>
                </a:lnTo>
                <a:close/>
                <a:moveTo>
                  <a:pt x="1135182" y="182716"/>
                </a:moveTo>
                <a:cubicBezTo>
                  <a:pt x="1095939" y="221263"/>
                  <a:pt x="1062094" y="246845"/>
                  <a:pt x="1033648" y="259461"/>
                </a:cubicBezTo>
                <a:cubicBezTo>
                  <a:pt x="1046359" y="259918"/>
                  <a:pt x="1077524" y="260147"/>
                  <a:pt x="1127142" y="260147"/>
                </a:cubicBezTo>
                <a:cubicBezTo>
                  <a:pt x="1176760" y="260147"/>
                  <a:pt x="1212516" y="259806"/>
                  <a:pt x="1234409" y="259125"/>
                </a:cubicBezTo>
                <a:cubicBezTo>
                  <a:pt x="1202881" y="245523"/>
                  <a:pt x="1169805" y="220054"/>
                  <a:pt x="1135182" y="182716"/>
                </a:cubicBezTo>
                <a:close/>
                <a:moveTo>
                  <a:pt x="1128481" y="131409"/>
                </a:moveTo>
                <a:cubicBezTo>
                  <a:pt x="1140430" y="139048"/>
                  <a:pt x="1151372" y="145139"/>
                  <a:pt x="1161307" y="149683"/>
                </a:cubicBezTo>
                <a:cubicBezTo>
                  <a:pt x="1166798" y="151974"/>
                  <a:pt x="1169543" y="155031"/>
                  <a:pt x="1169543" y="158855"/>
                </a:cubicBezTo>
                <a:cubicBezTo>
                  <a:pt x="1169543" y="163999"/>
                  <a:pt x="1167304" y="166571"/>
                  <a:pt x="1162825" y="166571"/>
                </a:cubicBezTo>
                <a:cubicBezTo>
                  <a:pt x="1158346" y="166571"/>
                  <a:pt x="1155651" y="166409"/>
                  <a:pt x="1154742" y="166085"/>
                </a:cubicBezTo>
                <a:cubicBezTo>
                  <a:pt x="1201205" y="216539"/>
                  <a:pt x="1262053" y="249219"/>
                  <a:pt x="1337286" y="264126"/>
                </a:cubicBezTo>
                <a:cubicBezTo>
                  <a:pt x="1328247" y="275437"/>
                  <a:pt x="1321743" y="287469"/>
                  <a:pt x="1317776" y="300223"/>
                </a:cubicBezTo>
                <a:cubicBezTo>
                  <a:pt x="1287301" y="290436"/>
                  <a:pt x="1264741" y="280721"/>
                  <a:pt x="1250096" y="271077"/>
                </a:cubicBezTo>
                <a:cubicBezTo>
                  <a:pt x="1249620" y="278797"/>
                  <a:pt x="1249382" y="287138"/>
                  <a:pt x="1249382" y="296101"/>
                </a:cubicBezTo>
                <a:lnTo>
                  <a:pt x="1249382" y="384012"/>
                </a:lnTo>
                <a:cubicBezTo>
                  <a:pt x="1249382" y="392332"/>
                  <a:pt x="1250130" y="403274"/>
                  <a:pt x="1251625" y="416838"/>
                </a:cubicBezTo>
                <a:lnTo>
                  <a:pt x="1211534" y="416838"/>
                </a:lnTo>
                <a:lnTo>
                  <a:pt x="1211534" y="387684"/>
                </a:lnTo>
                <a:lnTo>
                  <a:pt x="1054722" y="387684"/>
                </a:lnTo>
                <a:lnTo>
                  <a:pt x="1054722" y="421324"/>
                </a:lnTo>
                <a:lnTo>
                  <a:pt x="1014631" y="421324"/>
                </a:lnTo>
                <a:cubicBezTo>
                  <a:pt x="1016727" y="403536"/>
                  <a:pt x="1017774" y="390949"/>
                  <a:pt x="1017774" y="383562"/>
                </a:cubicBezTo>
                <a:lnTo>
                  <a:pt x="1017774" y="293858"/>
                </a:lnTo>
                <a:cubicBezTo>
                  <a:pt x="1017774" y="285366"/>
                  <a:pt x="1017489" y="278220"/>
                  <a:pt x="1016917" y="272420"/>
                </a:cubicBezTo>
                <a:cubicBezTo>
                  <a:pt x="1001039" y="282992"/>
                  <a:pt x="979351" y="294056"/>
                  <a:pt x="951852" y="305609"/>
                </a:cubicBezTo>
                <a:cubicBezTo>
                  <a:pt x="947866" y="294460"/>
                  <a:pt x="940386" y="284152"/>
                  <a:pt x="929413" y="274684"/>
                </a:cubicBezTo>
                <a:cubicBezTo>
                  <a:pt x="974067" y="260806"/>
                  <a:pt x="1009788" y="244152"/>
                  <a:pt x="1036577" y="224721"/>
                </a:cubicBezTo>
                <a:cubicBezTo>
                  <a:pt x="1063366" y="205290"/>
                  <a:pt x="1083910" y="189015"/>
                  <a:pt x="1098210" y="175897"/>
                </a:cubicBezTo>
                <a:cubicBezTo>
                  <a:pt x="1112509" y="162779"/>
                  <a:pt x="1122599" y="147949"/>
                  <a:pt x="1128481" y="131409"/>
                </a:cubicBezTo>
                <a:close/>
                <a:moveTo>
                  <a:pt x="679944" y="108713"/>
                </a:moveTo>
                <a:lnTo>
                  <a:pt x="679944" y="173579"/>
                </a:lnTo>
                <a:lnTo>
                  <a:pt x="779792" y="173579"/>
                </a:lnTo>
                <a:lnTo>
                  <a:pt x="779792" y="108713"/>
                </a:lnTo>
                <a:close/>
                <a:moveTo>
                  <a:pt x="540012" y="108713"/>
                </a:moveTo>
                <a:lnTo>
                  <a:pt x="540012" y="173579"/>
                </a:lnTo>
                <a:lnTo>
                  <a:pt x="642547" y="173579"/>
                </a:lnTo>
                <a:lnTo>
                  <a:pt x="642547" y="108713"/>
                </a:lnTo>
                <a:close/>
                <a:moveTo>
                  <a:pt x="1185395" y="95976"/>
                </a:moveTo>
                <a:cubicBezTo>
                  <a:pt x="1231377" y="119898"/>
                  <a:pt x="1269749" y="145230"/>
                  <a:pt x="1300510" y="171971"/>
                </a:cubicBezTo>
                <a:lnTo>
                  <a:pt x="1278264" y="197967"/>
                </a:lnTo>
                <a:cubicBezTo>
                  <a:pt x="1249318" y="171417"/>
                  <a:pt x="1212870" y="146109"/>
                  <a:pt x="1168922" y="122044"/>
                </a:cubicBezTo>
                <a:close/>
                <a:moveTo>
                  <a:pt x="1074946" y="91940"/>
                </a:moveTo>
                <a:cubicBezTo>
                  <a:pt x="1084099" y="101313"/>
                  <a:pt x="1092362" y="107906"/>
                  <a:pt x="1099735" y="111721"/>
                </a:cubicBezTo>
                <a:cubicBezTo>
                  <a:pt x="1104411" y="114050"/>
                  <a:pt x="1106750" y="117207"/>
                  <a:pt x="1106750" y="121194"/>
                </a:cubicBezTo>
                <a:cubicBezTo>
                  <a:pt x="1106750" y="125180"/>
                  <a:pt x="1103783" y="127440"/>
                  <a:pt x="1097849" y="127973"/>
                </a:cubicBezTo>
                <a:cubicBezTo>
                  <a:pt x="1092934" y="128235"/>
                  <a:pt x="1085014" y="132964"/>
                  <a:pt x="1074089" y="142160"/>
                </a:cubicBezTo>
                <a:cubicBezTo>
                  <a:pt x="1044390" y="166221"/>
                  <a:pt x="1015310" y="187364"/>
                  <a:pt x="986849" y="205590"/>
                </a:cubicBezTo>
                <a:cubicBezTo>
                  <a:pt x="982315" y="194884"/>
                  <a:pt x="974683" y="185966"/>
                  <a:pt x="963953" y="178836"/>
                </a:cubicBezTo>
                <a:cubicBezTo>
                  <a:pt x="1015065" y="151505"/>
                  <a:pt x="1052062" y="122539"/>
                  <a:pt x="1074946" y="91940"/>
                </a:cubicBezTo>
                <a:close/>
                <a:moveTo>
                  <a:pt x="256553" y="5829"/>
                </a:moveTo>
                <a:cubicBezTo>
                  <a:pt x="271312" y="8225"/>
                  <a:pt x="284497" y="9422"/>
                  <a:pt x="296108" y="9422"/>
                </a:cubicBezTo>
                <a:cubicBezTo>
                  <a:pt x="303342" y="9422"/>
                  <a:pt x="306959" y="11474"/>
                  <a:pt x="306959" y="15577"/>
                </a:cubicBezTo>
                <a:cubicBezTo>
                  <a:pt x="306959" y="19680"/>
                  <a:pt x="305692" y="22184"/>
                  <a:pt x="303159" y="23088"/>
                </a:cubicBezTo>
                <a:cubicBezTo>
                  <a:pt x="300625" y="23993"/>
                  <a:pt x="298906" y="25403"/>
                  <a:pt x="298001" y="27318"/>
                </a:cubicBezTo>
                <a:cubicBezTo>
                  <a:pt x="297096" y="29232"/>
                  <a:pt x="296644" y="31368"/>
                  <a:pt x="296644" y="33725"/>
                </a:cubicBezTo>
                <a:lnTo>
                  <a:pt x="296644" y="79838"/>
                </a:lnTo>
                <a:cubicBezTo>
                  <a:pt x="342111" y="79838"/>
                  <a:pt x="380535" y="78193"/>
                  <a:pt x="411915" y="74902"/>
                </a:cubicBezTo>
                <a:lnTo>
                  <a:pt x="411915" y="114993"/>
                </a:lnTo>
                <a:cubicBezTo>
                  <a:pt x="380145" y="112002"/>
                  <a:pt x="341721" y="110507"/>
                  <a:pt x="296644" y="110507"/>
                </a:cubicBezTo>
                <a:lnTo>
                  <a:pt x="296644" y="171778"/>
                </a:lnTo>
                <a:cubicBezTo>
                  <a:pt x="338173" y="171478"/>
                  <a:pt x="372410" y="169983"/>
                  <a:pt x="399357" y="167292"/>
                </a:cubicBezTo>
                <a:lnTo>
                  <a:pt x="399357" y="206933"/>
                </a:lnTo>
                <a:cubicBezTo>
                  <a:pt x="369620" y="203947"/>
                  <a:pt x="329288" y="202454"/>
                  <a:pt x="278363" y="202454"/>
                </a:cubicBezTo>
                <a:cubicBezTo>
                  <a:pt x="227438" y="202454"/>
                  <a:pt x="187275" y="203947"/>
                  <a:pt x="157876" y="206933"/>
                </a:cubicBezTo>
                <a:lnTo>
                  <a:pt x="157876" y="167292"/>
                </a:lnTo>
                <a:cubicBezTo>
                  <a:pt x="184804" y="170288"/>
                  <a:pt x="218741" y="171783"/>
                  <a:pt x="259689" y="171778"/>
                </a:cubicBezTo>
                <a:lnTo>
                  <a:pt x="259689" y="110507"/>
                </a:lnTo>
                <a:cubicBezTo>
                  <a:pt x="239058" y="110657"/>
                  <a:pt x="219511" y="111105"/>
                  <a:pt x="201048" y="111853"/>
                </a:cubicBezTo>
                <a:lnTo>
                  <a:pt x="161918" y="114209"/>
                </a:lnTo>
                <a:lnTo>
                  <a:pt x="165827" y="116457"/>
                </a:lnTo>
                <a:cubicBezTo>
                  <a:pt x="169914" y="118686"/>
                  <a:pt x="171957" y="121585"/>
                  <a:pt x="171957" y="125155"/>
                </a:cubicBezTo>
                <a:cubicBezTo>
                  <a:pt x="171957" y="128724"/>
                  <a:pt x="169683" y="131145"/>
                  <a:pt x="165134" y="132416"/>
                </a:cubicBezTo>
                <a:cubicBezTo>
                  <a:pt x="160586" y="133688"/>
                  <a:pt x="157010" y="135432"/>
                  <a:pt x="154405" y="137649"/>
                </a:cubicBezTo>
                <a:cubicBezTo>
                  <a:pt x="151799" y="139866"/>
                  <a:pt x="147504" y="145035"/>
                  <a:pt x="141517" y="153155"/>
                </a:cubicBezTo>
                <a:cubicBezTo>
                  <a:pt x="135531" y="161275"/>
                  <a:pt x="124910" y="176167"/>
                  <a:pt x="109656" y="197832"/>
                </a:cubicBezTo>
                <a:lnTo>
                  <a:pt x="62972" y="260132"/>
                </a:lnTo>
                <a:lnTo>
                  <a:pt x="152226" y="248474"/>
                </a:lnTo>
                <a:cubicBezTo>
                  <a:pt x="150730" y="257475"/>
                  <a:pt x="149983" y="263790"/>
                  <a:pt x="149983" y="267419"/>
                </a:cubicBezTo>
                <a:cubicBezTo>
                  <a:pt x="149983" y="271048"/>
                  <a:pt x="150280" y="275822"/>
                  <a:pt x="150876" y="281742"/>
                </a:cubicBezTo>
                <a:lnTo>
                  <a:pt x="64186" y="291665"/>
                </a:lnTo>
                <a:cubicBezTo>
                  <a:pt x="45093" y="294308"/>
                  <a:pt x="29620" y="297761"/>
                  <a:pt x="17766" y="302023"/>
                </a:cubicBezTo>
                <a:cubicBezTo>
                  <a:pt x="16166" y="289260"/>
                  <a:pt x="12787" y="277077"/>
                  <a:pt x="7629" y="265476"/>
                </a:cubicBezTo>
                <a:cubicBezTo>
                  <a:pt x="14187" y="263928"/>
                  <a:pt x="20795" y="261005"/>
                  <a:pt x="27453" y="256707"/>
                </a:cubicBezTo>
                <a:cubicBezTo>
                  <a:pt x="34111" y="252409"/>
                  <a:pt x="41295" y="244626"/>
                  <a:pt x="49006" y="233358"/>
                </a:cubicBezTo>
                <a:lnTo>
                  <a:pt x="90154" y="175986"/>
                </a:lnTo>
                <a:lnTo>
                  <a:pt x="47920" y="179129"/>
                </a:lnTo>
                <a:cubicBezTo>
                  <a:pt x="35666" y="179982"/>
                  <a:pt x="23443" y="182373"/>
                  <a:pt x="11251" y="186302"/>
                </a:cubicBezTo>
                <a:cubicBezTo>
                  <a:pt x="10094" y="172381"/>
                  <a:pt x="6343" y="159186"/>
                  <a:pt x="0" y="146718"/>
                </a:cubicBezTo>
                <a:cubicBezTo>
                  <a:pt x="18959" y="142622"/>
                  <a:pt x="45181" y="97753"/>
                  <a:pt x="78667" y="12109"/>
                </a:cubicBezTo>
                <a:cubicBezTo>
                  <a:pt x="90420" y="19533"/>
                  <a:pt x="100834" y="24235"/>
                  <a:pt x="109906" y="26214"/>
                </a:cubicBezTo>
                <a:cubicBezTo>
                  <a:pt x="118979" y="28193"/>
                  <a:pt x="123515" y="31481"/>
                  <a:pt x="123515" y="36079"/>
                </a:cubicBezTo>
                <a:cubicBezTo>
                  <a:pt x="123515" y="40678"/>
                  <a:pt x="121242" y="43676"/>
                  <a:pt x="116696" y="45073"/>
                </a:cubicBezTo>
                <a:cubicBezTo>
                  <a:pt x="112150" y="46471"/>
                  <a:pt x="108024" y="49299"/>
                  <a:pt x="104316" y="53557"/>
                </a:cubicBezTo>
                <a:cubicBezTo>
                  <a:pt x="100609" y="57814"/>
                  <a:pt x="94567" y="67307"/>
                  <a:pt x="86192" y="82035"/>
                </a:cubicBezTo>
                <a:cubicBezTo>
                  <a:pt x="77818" y="96763"/>
                  <a:pt x="64843" y="118605"/>
                  <a:pt x="47270" y="147561"/>
                </a:cubicBezTo>
                <a:lnTo>
                  <a:pt x="105813" y="145061"/>
                </a:lnTo>
                <a:cubicBezTo>
                  <a:pt x="118281" y="124844"/>
                  <a:pt x="126553" y="108035"/>
                  <a:pt x="130630" y="94633"/>
                </a:cubicBezTo>
                <a:lnTo>
                  <a:pt x="148911" y="106625"/>
                </a:lnTo>
                <a:lnTo>
                  <a:pt x="148911" y="74902"/>
                </a:lnTo>
                <a:cubicBezTo>
                  <a:pt x="181039" y="77898"/>
                  <a:pt x="217965" y="79391"/>
                  <a:pt x="259689" y="79381"/>
                </a:cubicBezTo>
                <a:lnTo>
                  <a:pt x="259689" y="70502"/>
                </a:lnTo>
                <a:cubicBezTo>
                  <a:pt x="259689" y="44365"/>
                  <a:pt x="258644" y="22807"/>
                  <a:pt x="256553" y="5829"/>
                </a:cubicBezTo>
                <a:close/>
                <a:moveTo>
                  <a:pt x="637610" y="4036"/>
                </a:moveTo>
                <a:cubicBezTo>
                  <a:pt x="654184" y="6132"/>
                  <a:pt x="668864" y="7179"/>
                  <a:pt x="681651" y="7179"/>
                </a:cubicBezTo>
                <a:cubicBezTo>
                  <a:pt x="690081" y="7179"/>
                  <a:pt x="694296" y="9656"/>
                  <a:pt x="694296" y="14609"/>
                </a:cubicBezTo>
                <a:cubicBezTo>
                  <a:pt x="694296" y="19562"/>
                  <a:pt x="692575" y="22726"/>
                  <a:pt x="689135" y="24103"/>
                </a:cubicBezTo>
                <a:cubicBezTo>
                  <a:pt x="685694" y="25479"/>
                  <a:pt x="683302" y="27396"/>
                  <a:pt x="681959" y="29854"/>
                </a:cubicBezTo>
                <a:cubicBezTo>
                  <a:pt x="680616" y="32311"/>
                  <a:pt x="679944" y="34497"/>
                  <a:pt x="679944" y="36412"/>
                </a:cubicBezTo>
                <a:lnTo>
                  <a:pt x="679944" y="77145"/>
                </a:lnTo>
                <a:cubicBezTo>
                  <a:pt x="741499" y="77150"/>
                  <a:pt x="788296" y="75354"/>
                  <a:pt x="820333" y="71759"/>
                </a:cubicBezTo>
                <a:cubicBezTo>
                  <a:pt x="818238" y="87318"/>
                  <a:pt x="817190" y="105737"/>
                  <a:pt x="817190" y="127016"/>
                </a:cubicBezTo>
                <a:lnTo>
                  <a:pt x="817190" y="259325"/>
                </a:lnTo>
                <a:cubicBezTo>
                  <a:pt x="817190" y="280556"/>
                  <a:pt x="818685" y="303459"/>
                  <a:pt x="821676" y="328034"/>
                </a:cubicBezTo>
                <a:lnTo>
                  <a:pt x="779792" y="328034"/>
                </a:lnTo>
                <a:lnTo>
                  <a:pt x="779792" y="295744"/>
                </a:lnTo>
                <a:lnTo>
                  <a:pt x="679944" y="295744"/>
                </a:lnTo>
                <a:lnTo>
                  <a:pt x="679944" y="353958"/>
                </a:lnTo>
                <a:cubicBezTo>
                  <a:pt x="679944" y="363417"/>
                  <a:pt x="680723" y="369943"/>
                  <a:pt x="682280" y="373536"/>
                </a:cubicBezTo>
                <a:cubicBezTo>
                  <a:pt x="683837" y="377129"/>
                  <a:pt x="687442" y="379761"/>
                  <a:pt x="693092" y="381430"/>
                </a:cubicBezTo>
                <a:cubicBezTo>
                  <a:pt x="698743" y="383099"/>
                  <a:pt x="708660" y="383934"/>
                  <a:pt x="722842" y="383934"/>
                </a:cubicBezTo>
                <a:lnTo>
                  <a:pt x="793780" y="383484"/>
                </a:lnTo>
                <a:cubicBezTo>
                  <a:pt x="809858" y="383484"/>
                  <a:pt x="820680" y="378598"/>
                  <a:pt x="826245" y="368828"/>
                </a:cubicBezTo>
                <a:cubicBezTo>
                  <a:pt x="831810" y="359058"/>
                  <a:pt x="836326" y="342114"/>
                  <a:pt x="839793" y="317997"/>
                </a:cubicBezTo>
                <a:cubicBezTo>
                  <a:pt x="850675" y="326779"/>
                  <a:pt x="863474" y="333539"/>
                  <a:pt x="878190" y="338278"/>
                </a:cubicBezTo>
                <a:cubicBezTo>
                  <a:pt x="870656" y="369477"/>
                  <a:pt x="861216" y="390669"/>
                  <a:pt x="849869" y="401854"/>
                </a:cubicBezTo>
                <a:cubicBezTo>
                  <a:pt x="838522" y="413038"/>
                  <a:pt x="819952" y="418631"/>
                  <a:pt x="794158" y="418631"/>
                </a:cubicBezTo>
                <a:lnTo>
                  <a:pt x="723364" y="418188"/>
                </a:lnTo>
                <a:cubicBezTo>
                  <a:pt x="699094" y="418188"/>
                  <a:pt x="681310" y="416411"/>
                  <a:pt x="670011" y="412859"/>
                </a:cubicBezTo>
                <a:cubicBezTo>
                  <a:pt x="658712" y="409306"/>
                  <a:pt x="651310" y="402937"/>
                  <a:pt x="647804" y="393753"/>
                </a:cubicBezTo>
                <a:cubicBezTo>
                  <a:pt x="644299" y="384568"/>
                  <a:pt x="642547" y="370408"/>
                  <a:pt x="642547" y="351272"/>
                </a:cubicBezTo>
                <a:lnTo>
                  <a:pt x="642547" y="295744"/>
                </a:lnTo>
                <a:lnTo>
                  <a:pt x="540012" y="295744"/>
                </a:lnTo>
                <a:lnTo>
                  <a:pt x="540012" y="337006"/>
                </a:lnTo>
                <a:lnTo>
                  <a:pt x="499472" y="337006"/>
                </a:lnTo>
                <a:cubicBezTo>
                  <a:pt x="502758" y="312051"/>
                  <a:pt x="504401" y="287652"/>
                  <a:pt x="504401" y="263811"/>
                </a:cubicBezTo>
                <a:lnTo>
                  <a:pt x="504401" y="127016"/>
                </a:lnTo>
                <a:cubicBezTo>
                  <a:pt x="504401" y="107756"/>
                  <a:pt x="503355" y="89337"/>
                  <a:pt x="501265" y="71759"/>
                </a:cubicBezTo>
                <a:cubicBezTo>
                  <a:pt x="534674" y="75354"/>
                  <a:pt x="581768" y="77150"/>
                  <a:pt x="642547" y="77145"/>
                </a:cubicBezTo>
                <a:cubicBezTo>
                  <a:pt x="642547" y="47441"/>
                  <a:pt x="640901" y="23072"/>
                  <a:pt x="637610" y="4036"/>
                </a:cubicBezTo>
                <a:close/>
                <a:moveTo>
                  <a:pt x="1125681" y="0"/>
                </a:moveTo>
                <a:cubicBezTo>
                  <a:pt x="1140145" y="19017"/>
                  <a:pt x="1152360" y="37109"/>
                  <a:pt x="1162328" y="54278"/>
                </a:cubicBezTo>
                <a:cubicBezTo>
                  <a:pt x="1234194" y="54278"/>
                  <a:pt x="1285489" y="53228"/>
                  <a:pt x="1316212" y="51128"/>
                </a:cubicBezTo>
                <a:lnTo>
                  <a:pt x="1316212" y="144589"/>
                </a:lnTo>
                <a:lnTo>
                  <a:pt x="1279257" y="144589"/>
                </a:lnTo>
                <a:lnTo>
                  <a:pt x="1279257" y="86289"/>
                </a:lnTo>
                <a:lnTo>
                  <a:pt x="992378" y="86289"/>
                </a:lnTo>
                <a:lnTo>
                  <a:pt x="992378" y="146832"/>
                </a:lnTo>
                <a:lnTo>
                  <a:pt x="956324" y="146832"/>
                </a:lnTo>
                <a:lnTo>
                  <a:pt x="956324" y="51128"/>
                </a:lnTo>
                <a:cubicBezTo>
                  <a:pt x="978065" y="53228"/>
                  <a:pt x="1034129" y="54278"/>
                  <a:pt x="1124516" y="54278"/>
                </a:cubicBezTo>
                <a:cubicBezTo>
                  <a:pt x="1117215" y="45586"/>
                  <a:pt x="1106752" y="32632"/>
                  <a:pt x="1093127" y="154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9A359DF-4995-4D0F-B8F5-F0B9D738ED8F}"/>
              </a:ext>
            </a:extLst>
          </p:cNvPr>
          <p:cNvSpPr txBox="1"/>
          <p:nvPr/>
        </p:nvSpPr>
        <p:spPr>
          <a:xfrm>
            <a:off x="7936139" y="3797575"/>
            <a:ext cx="376351" cy="593619"/>
          </a:xfrm>
          <a:custGeom>
            <a:avLst/>
            <a:gdLst/>
            <a:ahLst/>
            <a:cxnLst/>
            <a:rect l="l" t="t" r="r" b="b"/>
            <a:pathLst>
              <a:path w="301256" h="475171">
                <a:moveTo>
                  <a:pt x="288559" y="238976"/>
                </a:moveTo>
                <a:lnTo>
                  <a:pt x="300279" y="238976"/>
                </a:lnTo>
                <a:lnTo>
                  <a:pt x="300279" y="398501"/>
                </a:lnTo>
                <a:cubicBezTo>
                  <a:pt x="300279" y="410113"/>
                  <a:pt x="299357" y="420015"/>
                  <a:pt x="297512" y="428209"/>
                </a:cubicBezTo>
                <a:cubicBezTo>
                  <a:pt x="295667" y="436402"/>
                  <a:pt x="292439" y="443401"/>
                  <a:pt x="287827" y="449207"/>
                </a:cubicBezTo>
                <a:cubicBezTo>
                  <a:pt x="283215" y="455013"/>
                  <a:pt x="277029" y="459951"/>
                  <a:pt x="269270" y="464020"/>
                </a:cubicBezTo>
                <a:cubicBezTo>
                  <a:pt x="261510" y="468090"/>
                  <a:pt x="251771" y="471807"/>
                  <a:pt x="240051" y="475171"/>
                </a:cubicBezTo>
                <a:cubicBezTo>
                  <a:pt x="238965" y="472566"/>
                  <a:pt x="237934" y="469826"/>
                  <a:pt x="236958" y="466950"/>
                </a:cubicBezTo>
                <a:cubicBezTo>
                  <a:pt x="235981" y="464075"/>
                  <a:pt x="234950" y="461226"/>
                  <a:pt x="233865" y="458404"/>
                </a:cubicBezTo>
                <a:cubicBezTo>
                  <a:pt x="240593" y="456125"/>
                  <a:pt x="246128" y="453874"/>
                  <a:pt x="250468" y="451649"/>
                </a:cubicBezTo>
                <a:cubicBezTo>
                  <a:pt x="254809" y="449424"/>
                  <a:pt x="258255" y="446684"/>
                  <a:pt x="260805" y="443429"/>
                </a:cubicBezTo>
                <a:cubicBezTo>
                  <a:pt x="263355" y="440173"/>
                  <a:pt x="265173" y="436103"/>
                  <a:pt x="266258" y="431220"/>
                </a:cubicBezTo>
                <a:cubicBezTo>
                  <a:pt x="267343" y="426337"/>
                  <a:pt x="267995" y="420042"/>
                  <a:pt x="268212" y="412337"/>
                </a:cubicBezTo>
                <a:lnTo>
                  <a:pt x="268212" y="285857"/>
                </a:lnTo>
                <a:cubicBezTo>
                  <a:pt x="268212" y="279562"/>
                  <a:pt x="268157" y="274435"/>
                  <a:pt x="268049" y="270474"/>
                </a:cubicBezTo>
                <a:cubicBezTo>
                  <a:pt x="267940" y="266513"/>
                  <a:pt x="267262" y="263339"/>
                  <a:pt x="266014" y="260951"/>
                </a:cubicBezTo>
                <a:cubicBezTo>
                  <a:pt x="264766" y="258564"/>
                  <a:pt x="262650" y="256719"/>
                  <a:pt x="259666" y="255417"/>
                </a:cubicBezTo>
                <a:cubicBezTo>
                  <a:pt x="256681" y="254114"/>
                  <a:pt x="252259" y="252921"/>
                  <a:pt x="246399" y="251835"/>
                </a:cubicBezTo>
                <a:lnTo>
                  <a:pt x="246399" y="240766"/>
                </a:lnTo>
                <a:close/>
                <a:moveTo>
                  <a:pt x="267235" y="173375"/>
                </a:moveTo>
                <a:lnTo>
                  <a:pt x="301256" y="173375"/>
                </a:lnTo>
                <a:lnTo>
                  <a:pt x="301256" y="208373"/>
                </a:lnTo>
                <a:lnTo>
                  <a:pt x="267235" y="208373"/>
                </a:lnTo>
                <a:close/>
                <a:moveTo>
                  <a:pt x="129257" y="0"/>
                </a:moveTo>
                <a:cubicBezTo>
                  <a:pt x="142801" y="0"/>
                  <a:pt x="155302" y="707"/>
                  <a:pt x="166762" y="2120"/>
                </a:cubicBezTo>
                <a:cubicBezTo>
                  <a:pt x="178222" y="3534"/>
                  <a:pt x="191319" y="6176"/>
                  <a:pt x="206053" y="10046"/>
                </a:cubicBezTo>
                <a:lnTo>
                  <a:pt x="206053" y="71884"/>
                </a:lnTo>
                <a:lnTo>
                  <a:pt x="183952" y="71884"/>
                </a:lnTo>
                <a:cubicBezTo>
                  <a:pt x="180380" y="58936"/>
                  <a:pt x="175840" y="48629"/>
                  <a:pt x="170334" y="40965"/>
                </a:cubicBezTo>
                <a:cubicBezTo>
                  <a:pt x="164827" y="33300"/>
                  <a:pt x="158428" y="27831"/>
                  <a:pt x="151135" y="24556"/>
                </a:cubicBezTo>
                <a:cubicBezTo>
                  <a:pt x="143842" y="21282"/>
                  <a:pt x="135062" y="19645"/>
                  <a:pt x="124792" y="19645"/>
                </a:cubicBezTo>
                <a:cubicBezTo>
                  <a:pt x="109463" y="19645"/>
                  <a:pt x="95808" y="24742"/>
                  <a:pt x="83828" y="34937"/>
                </a:cubicBezTo>
                <a:cubicBezTo>
                  <a:pt x="71847" y="45132"/>
                  <a:pt x="62433" y="60461"/>
                  <a:pt x="55587" y="80925"/>
                </a:cubicBezTo>
                <a:cubicBezTo>
                  <a:pt x="48741" y="101389"/>
                  <a:pt x="45318" y="126132"/>
                  <a:pt x="45318" y="155153"/>
                </a:cubicBezTo>
                <a:cubicBezTo>
                  <a:pt x="45318" y="184323"/>
                  <a:pt x="48146" y="209215"/>
                  <a:pt x="53801" y="229828"/>
                </a:cubicBezTo>
                <a:cubicBezTo>
                  <a:pt x="59457" y="250440"/>
                  <a:pt x="67791" y="265993"/>
                  <a:pt x="78805" y="276485"/>
                </a:cubicBezTo>
                <a:cubicBezTo>
                  <a:pt x="89818" y="286978"/>
                  <a:pt x="103361" y="292224"/>
                  <a:pt x="119435" y="292224"/>
                </a:cubicBezTo>
                <a:cubicBezTo>
                  <a:pt x="131639" y="292224"/>
                  <a:pt x="141610" y="290475"/>
                  <a:pt x="149349" y="286978"/>
                </a:cubicBezTo>
                <a:cubicBezTo>
                  <a:pt x="157088" y="283480"/>
                  <a:pt x="163599" y="277936"/>
                  <a:pt x="168883" y="270346"/>
                </a:cubicBezTo>
                <a:cubicBezTo>
                  <a:pt x="174166" y="262756"/>
                  <a:pt x="179189" y="251594"/>
                  <a:pt x="183952" y="236860"/>
                </a:cubicBezTo>
                <a:lnTo>
                  <a:pt x="206053" y="236860"/>
                </a:lnTo>
                <a:lnTo>
                  <a:pt x="206053" y="300707"/>
                </a:lnTo>
                <a:cubicBezTo>
                  <a:pt x="192063" y="304428"/>
                  <a:pt x="177738" y="307218"/>
                  <a:pt x="163078" y="309078"/>
                </a:cubicBezTo>
                <a:cubicBezTo>
                  <a:pt x="148419" y="310939"/>
                  <a:pt x="132308" y="311869"/>
                  <a:pt x="114747" y="311869"/>
                </a:cubicBezTo>
                <a:cubicBezTo>
                  <a:pt x="76944" y="311869"/>
                  <a:pt x="48369" y="299070"/>
                  <a:pt x="29022" y="273471"/>
                </a:cubicBezTo>
                <a:cubicBezTo>
                  <a:pt x="9674" y="247873"/>
                  <a:pt x="0" y="209699"/>
                  <a:pt x="0" y="158948"/>
                </a:cubicBezTo>
                <a:cubicBezTo>
                  <a:pt x="0" y="127099"/>
                  <a:pt x="5023" y="99194"/>
                  <a:pt x="15069" y="75232"/>
                </a:cubicBezTo>
                <a:cubicBezTo>
                  <a:pt x="25115" y="51271"/>
                  <a:pt x="39886" y="32742"/>
                  <a:pt x="59382" y="19645"/>
                </a:cubicBezTo>
                <a:cubicBezTo>
                  <a:pt x="78879" y="6548"/>
                  <a:pt x="102171" y="0"/>
                  <a:pt x="129257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箭头: 左 3">
            <a:extLst>
              <a:ext uri="{FF2B5EF4-FFF2-40B4-BE49-F238E27FC236}">
                <a16:creationId xmlns:a16="http://schemas.microsoft.com/office/drawing/2014/main" id="{E89D0AAD-1DB3-4D81-9AE9-DCCD3C96A667}"/>
              </a:ext>
            </a:extLst>
          </p:cNvPr>
          <p:cNvSpPr/>
          <p:nvPr/>
        </p:nvSpPr>
        <p:spPr>
          <a:xfrm rot="5400000">
            <a:off x="4580370" y="2750475"/>
            <a:ext cx="798406" cy="558644"/>
          </a:xfrm>
          <a:prstGeom prst="leftArrow">
            <a:avLst/>
          </a:prstGeom>
          <a:solidFill>
            <a:srgbClr val="00B0F0"/>
          </a:solidFill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010055-29CD-4DBA-84A4-0671167ADF74}"/>
              </a:ext>
            </a:extLst>
          </p:cNvPr>
          <p:cNvSpPr txBox="1"/>
          <p:nvPr/>
        </p:nvSpPr>
        <p:spPr>
          <a:xfrm>
            <a:off x="4668274" y="2718987"/>
            <a:ext cx="622597" cy="621620"/>
          </a:xfrm>
          <a:custGeom>
            <a:avLst/>
            <a:gdLst/>
            <a:ahLst/>
            <a:cxnLst/>
            <a:rect l="l" t="t" r="r" b="b"/>
            <a:pathLst>
              <a:path w="629261" h="628273">
                <a:moveTo>
                  <a:pt x="55291" y="0"/>
                </a:moveTo>
                <a:lnTo>
                  <a:pt x="314066" y="259953"/>
                </a:lnTo>
                <a:lnTo>
                  <a:pt x="573844" y="0"/>
                </a:lnTo>
                <a:lnTo>
                  <a:pt x="629261" y="54653"/>
                </a:lnTo>
                <a:lnTo>
                  <a:pt x="368305" y="314575"/>
                </a:lnTo>
                <a:lnTo>
                  <a:pt x="627271" y="572219"/>
                </a:lnTo>
                <a:lnTo>
                  <a:pt x="574178" y="628273"/>
                </a:lnTo>
                <a:lnTo>
                  <a:pt x="314066" y="368320"/>
                </a:lnTo>
                <a:lnTo>
                  <a:pt x="56119" y="627270"/>
                </a:lnTo>
                <a:lnTo>
                  <a:pt x="988" y="572521"/>
                </a:lnTo>
                <a:lnTo>
                  <a:pt x="259954" y="314543"/>
                </a:lnTo>
                <a:lnTo>
                  <a:pt x="0" y="5345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80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4652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04E5B8-BF7F-40E9-BCC0-3527567B57B0}"/>
              </a:ext>
            </a:extLst>
          </p:cNvPr>
          <p:cNvSpPr txBox="1"/>
          <p:nvPr/>
        </p:nvSpPr>
        <p:spPr>
          <a:xfrm>
            <a:off x="5118100" y="2967335"/>
            <a:ext cx="195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8789287"/>
      </p:ext>
    </p:extLst>
  </p:cSld>
  <p:clrMapOvr>
    <a:masterClrMapping/>
  </p:clrMapOvr>
  <p:transition spd="slow" advClick="0" advTm="2000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5EA59C0-DBAA-42AC-8A15-63A47BC38F29}"/>
              </a:ext>
            </a:extLst>
          </p:cNvPr>
          <p:cNvSpPr txBox="1"/>
          <p:nvPr/>
        </p:nvSpPr>
        <p:spPr>
          <a:xfrm>
            <a:off x="3163583" y="2716934"/>
            <a:ext cx="4451346" cy="712066"/>
          </a:xfrm>
          <a:custGeom>
            <a:avLst/>
            <a:gdLst/>
            <a:ahLst/>
            <a:cxnLst/>
            <a:rect l="l" t="t" r="r" b="b"/>
            <a:pathLst>
              <a:path w="2695537" h="431196">
                <a:moveTo>
                  <a:pt x="1539980" y="297537"/>
                </a:moveTo>
                <a:lnTo>
                  <a:pt x="1557713" y="311362"/>
                </a:lnTo>
                <a:cubicBezTo>
                  <a:pt x="1579523" y="327311"/>
                  <a:pt x="1600808" y="339688"/>
                  <a:pt x="1621567" y="348493"/>
                </a:cubicBezTo>
                <a:cubicBezTo>
                  <a:pt x="1649104" y="334310"/>
                  <a:pt x="1670393" y="317325"/>
                  <a:pt x="1685433" y="297537"/>
                </a:cubicBezTo>
                <a:close/>
                <a:moveTo>
                  <a:pt x="2460965" y="256274"/>
                </a:moveTo>
                <a:lnTo>
                  <a:pt x="2460965" y="313967"/>
                </a:lnTo>
                <a:lnTo>
                  <a:pt x="2572922" y="313967"/>
                </a:lnTo>
                <a:lnTo>
                  <a:pt x="2572922" y="256274"/>
                </a:lnTo>
                <a:close/>
                <a:moveTo>
                  <a:pt x="1911818" y="211419"/>
                </a:moveTo>
                <a:lnTo>
                  <a:pt x="1911818" y="309031"/>
                </a:lnTo>
                <a:lnTo>
                  <a:pt x="1988792" y="309031"/>
                </a:lnTo>
                <a:lnTo>
                  <a:pt x="1988792" y="211419"/>
                </a:lnTo>
                <a:close/>
                <a:moveTo>
                  <a:pt x="627917" y="189445"/>
                </a:moveTo>
                <a:lnTo>
                  <a:pt x="627917" y="281671"/>
                </a:lnTo>
                <a:lnTo>
                  <a:pt x="725522" y="281671"/>
                </a:lnTo>
                <a:lnTo>
                  <a:pt x="725522" y="189445"/>
                </a:lnTo>
                <a:close/>
                <a:moveTo>
                  <a:pt x="1512482" y="188545"/>
                </a:moveTo>
                <a:lnTo>
                  <a:pt x="1512482" y="214398"/>
                </a:lnTo>
                <a:lnTo>
                  <a:pt x="1717722" y="214398"/>
                </a:lnTo>
                <a:lnTo>
                  <a:pt x="1717722" y="188545"/>
                </a:lnTo>
                <a:close/>
                <a:moveTo>
                  <a:pt x="159399" y="186309"/>
                </a:moveTo>
                <a:cubicBezTo>
                  <a:pt x="174315" y="239263"/>
                  <a:pt x="197613" y="280616"/>
                  <a:pt x="229293" y="310367"/>
                </a:cubicBezTo>
                <a:cubicBezTo>
                  <a:pt x="266279" y="276172"/>
                  <a:pt x="292708" y="234819"/>
                  <a:pt x="308582" y="186309"/>
                </a:cubicBezTo>
                <a:close/>
                <a:moveTo>
                  <a:pt x="2079860" y="185680"/>
                </a:moveTo>
                <a:cubicBezTo>
                  <a:pt x="2109959" y="220165"/>
                  <a:pt x="2133184" y="251341"/>
                  <a:pt x="2149533" y="279206"/>
                </a:cubicBezTo>
                <a:lnTo>
                  <a:pt x="2117072" y="299330"/>
                </a:lnTo>
                <a:cubicBezTo>
                  <a:pt x="2100861" y="267045"/>
                  <a:pt x="2079032" y="235596"/>
                  <a:pt x="2051585" y="204982"/>
                </a:cubicBezTo>
                <a:close/>
                <a:moveTo>
                  <a:pt x="1146592" y="179851"/>
                </a:moveTo>
                <a:lnTo>
                  <a:pt x="1181203" y="188302"/>
                </a:lnTo>
                <a:cubicBezTo>
                  <a:pt x="1174440" y="220868"/>
                  <a:pt x="1163991" y="252195"/>
                  <a:pt x="1149856" y="282285"/>
                </a:cubicBezTo>
                <a:lnTo>
                  <a:pt x="1116445" y="270155"/>
                </a:lnTo>
                <a:cubicBezTo>
                  <a:pt x="1132652" y="244128"/>
                  <a:pt x="1142700" y="214026"/>
                  <a:pt x="1146592" y="179851"/>
                </a:cubicBezTo>
                <a:close/>
                <a:moveTo>
                  <a:pt x="1282351" y="169085"/>
                </a:moveTo>
                <a:cubicBezTo>
                  <a:pt x="1293372" y="176343"/>
                  <a:pt x="1304404" y="181463"/>
                  <a:pt x="1315448" y="184444"/>
                </a:cubicBezTo>
                <a:cubicBezTo>
                  <a:pt x="1322830" y="186659"/>
                  <a:pt x="1326521" y="189911"/>
                  <a:pt x="1326521" y="194202"/>
                </a:cubicBezTo>
                <a:cubicBezTo>
                  <a:pt x="1326521" y="198493"/>
                  <a:pt x="1322790" y="201518"/>
                  <a:pt x="1315327" y="203275"/>
                </a:cubicBezTo>
                <a:cubicBezTo>
                  <a:pt x="1312736" y="203875"/>
                  <a:pt x="1307023" y="211777"/>
                  <a:pt x="1298189" y="226982"/>
                </a:cubicBezTo>
                <a:cubicBezTo>
                  <a:pt x="1289354" y="242186"/>
                  <a:pt x="1278232" y="258229"/>
                  <a:pt x="1264820" y="275113"/>
                </a:cubicBezTo>
                <a:lnTo>
                  <a:pt x="1237546" y="259268"/>
                </a:lnTo>
                <a:cubicBezTo>
                  <a:pt x="1262177" y="229478"/>
                  <a:pt x="1277112" y="199417"/>
                  <a:pt x="1282351" y="169085"/>
                </a:cubicBezTo>
                <a:close/>
                <a:moveTo>
                  <a:pt x="2460965" y="168363"/>
                </a:moveTo>
                <a:lnTo>
                  <a:pt x="2460965" y="226506"/>
                </a:lnTo>
                <a:lnTo>
                  <a:pt x="2572922" y="226506"/>
                </a:lnTo>
                <a:lnTo>
                  <a:pt x="2572922" y="168363"/>
                </a:lnTo>
                <a:close/>
                <a:moveTo>
                  <a:pt x="590520" y="155183"/>
                </a:moveTo>
                <a:cubicBezTo>
                  <a:pt x="611170" y="157584"/>
                  <a:pt x="640245" y="158784"/>
                  <a:pt x="677745" y="158784"/>
                </a:cubicBezTo>
                <a:cubicBezTo>
                  <a:pt x="715245" y="158784"/>
                  <a:pt x="743786" y="157584"/>
                  <a:pt x="763370" y="155183"/>
                </a:cubicBezTo>
                <a:cubicBezTo>
                  <a:pt x="761874" y="177000"/>
                  <a:pt x="761127" y="204643"/>
                  <a:pt x="761127" y="238111"/>
                </a:cubicBezTo>
                <a:cubicBezTo>
                  <a:pt x="761127" y="271580"/>
                  <a:pt x="761874" y="296770"/>
                  <a:pt x="763370" y="313682"/>
                </a:cubicBezTo>
                <a:cubicBezTo>
                  <a:pt x="734499" y="312486"/>
                  <a:pt x="702745" y="311889"/>
                  <a:pt x="668108" y="311889"/>
                </a:cubicBezTo>
                <a:cubicBezTo>
                  <a:pt x="633470" y="311889"/>
                  <a:pt x="607607" y="312636"/>
                  <a:pt x="590520" y="314132"/>
                </a:cubicBezTo>
                <a:cubicBezTo>
                  <a:pt x="592310" y="294639"/>
                  <a:pt x="593206" y="268094"/>
                  <a:pt x="593206" y="234497"/>
                </a:cubicBezTo>
                <a:cubicBezTo>
                  <a:pt x="593206" y="200900"/>
                  <a:pt x="592310" y="174462"/>
                  <a:pt x="590520" y="155183"/>
                </a:cubicBezTo>
                <a:close/>
                <a:moveTo>
                  <a:pt x="2425361" y="134552"/>
                </a:moveTo>
                <a:cubicBezTo>
                  <a:pt x="2444325" y="136952"/>
                  <a:pt x="2474846" y="138153"/>
                  <a:pt x="2516926" y="138153"/>
                </a:cubicBezTo>
                <a:cubicBezTo>
                  <a:pt x="2559005" y="138153"/>
                  <a:pt x="2589838" y="136952"/>
                  <a:pt x="2609427" y="134552"/>
                </a:cubicBezTo>
                <a:cubicBezTo>
                  <a:pt x="2608526" y="145077"/>
                  <a:pt x="2608076" y="155871"/>
                  <a:pt x="2608076" y="166935"/>
                </a:cubicBezTo>
                <a:lnTo>
                  <a:pt x="2608076" y="313596"/>
                </a:lnTo>
                <a:cubicBezTo>
                  <a:pt x="2608076" y="324469"/>
                  <a:pt x="2608526" y="335263"/>
                  <a:pt x="2609427" y="345979"/>
                </a:cubicBezTo>
                <a:cubicBezTo>
                  <a:pt x="2589519" y="343883"/>
                  <a:pt x="2558758" y="342835"/>
                  <a:pt x="2517144" y="342835"/>
                </a:cubicBezTo>
                <a:cubicBezTo>
                  <a:pt x="2475529" y="342835"/>
                  <a:pt x="2444935" y="343883"/>
                  <a:pt x="2425361" y="345979"/>
                </a:cubicBezTo>
                <a:cubicBezTo>
                  <a:pt x="2426256" y="329329"/>
                  <a:pt x="2426704" y="318535"/>
                  <a:pt x="2426704" y="313596"/>
                </a:cubicBezTo>
                <a:lnTo>
                  <a:pt x="2426704" y="166935"/>
                </a:lnTo>
                <a:cubicBezTo>
                  <a:pt x="2426704" y="158248"/>
                  <a:pt x="2426256" y="147454"/>
                  <a:pt x="2425361" y="134552"/>
                </a:cubicBezTo>
                <a:close/>
                <a:moveTo>
                  <a:pt x="1512482" y="131587"/>
                </a:moveTo>
                <a:lnTo>
                  <a:pt x="1512482" y="159677"/>
                </a:lnTo>
                <a:lnTo>
                  <a:pt x="1717722" y="159677"/>
                </a:lnTo>
                <a:lnTo>
                  <a:pt x="1717722" y="131587"/>
                </a:lnTo>
                <a:close/>
                <a:moveTo>
                  <a:pt x="1190004" y="123786"/>
                </a:moveTo>
                <a:cubicBezTo>
                  <a:pt x="1204463" y="126187"/>
                  <a:pt x="1218096" y="127387"/>
                  <a:pt x="1230902" y="127387"/>
                </a:cubicBezTo>
                <a:cubicBezTo>
                  <a:pt x="1239932" y="127387"/>
                  <a:pt x="1244447" y="129994"/>
                  <a:pt x="1244447" y="135209"/>
                </a:cubicBezTo>
                <a:cubicBezTo>
                  <a:pt x="1244447" y="140424"/>
                  <a:pt x="1242503" y="144220"/>
                  <a:pt x="1238617" y="146596"/>
                </a:cubicBezTo>
                <a:cubicBezTo>
                  <a:pt x="1232035" y="150802"/>
                  <a:pt x="1228744" y="172231"/>
                  <a:pt x="1228744" y="210883"/>
                </a:cubicBezTo>
                <a:cubicBezTo>
                  <a:pt x="1228744" y="217022"/>
                  <a:pt x="1228437" y="226118"/>
                  <a:pt x="1227823" y="238172"/>
                </a:cubicBezTo>
                <a:cubicBezTo>
                  <a:pt x="1236891" y="273581"/>
                  <a:pt x="1250575" y="302266"/>
                  <a:pt x="1268875" y="324226"/>
                </a:cubicBezTo>
                <a:cubicBezTo>
                  <a:pt x="1287174" y="346186"/>
                  <a:pt x="1315212" y="367729"/>
                  <a:pt x="1352989" y="388855"/>
                </a:cubicBezTo>
                <a:cubicBezTo>
                  <a:pt x="1338930" y="399361"/>
                  <a:pt x="1329245" y="410484"/>
                  <a:pt x="1323935" y="422224"/>
                </a:cubicBezTo>
                <a:cubicBezTo>
                  <a:pt x="1288764" y="396592"/>
                  <a:pt x="1263092" y="373707"/>
                  <a:pt x="1246918" y="353569"/>
                </a:cubicBezTo>
                <a:cubicBezTo>
                  <a:pt x="1230745" y="333431"/>
                  <a:pt x="1220274" y="311762"/>
                  <a:pt x="1215507" y="288564"/>
                </a:cubicBezTo>
                <a:cubicBezTo>
                  <a:pt x="1201986" y="347548"/>
                  <a:pt x="1158638" y="393596"/>
                  <a:pt x="1085462" y="426710"/>
                </a:cubicBezTo>
                <a:cubicBezTo>
                  <a:pt x="1079100" y="416342"/>
                  <a:pt x="1069991" y="406741"/>
                  <a:pt x="1058138" y="397906"/>
                </a:cubicBezTo>
                <a:cubicBezTo>
                  <a:pt x="1102338" y="378937"/>
                  <a:pt x="1133971" y="358756"/>
                  <a:pt x="1153035" y="337363"/>
                </a:cubicBezTo>
                <a:cubicBezTo>
                  <a:pt x="1172099" y="315970"/>
                  <a:pt x="1183998" y="290628"/>
                  <a:pt x="1188732" y="261336"/>
                </a:cubicBezTo>
                <a:cubicBezTo>
                  <a:pt x="1193466" y="232044"/>
                  <a:pt x="1195833" y="207155"/>
                  <a:pt x="1195833" y="186669"/>
                </a:cubicBezTo>
                <a:cubicBezTo>
                  <a:pt x="1195833" y="166183"/>
                  <a:pt x="1193890" y="145222"/>
                  <a:pt x="1190004" y="123786"/>
                </a:cubicBezTo>
                <a:close/>
                <a:moveTo>
                  <a:pt x="938837" y="112128"/>
                </a:moveTo>
                <a:lnTo>
                  <a:pt x="976234" y="114721"/>
                </a:lnTo>
                <a:cubicBezTo>
                  <a:pt x="973477" y="160232"/>
                  <a:pt x="968652" y="199044"/>
                  <a:pt x="961761" y="231157"/>
                </a:cubicBezTo>
                <a:lnTo>
                  <a:pt x="925378" y="226921"/>
                </a:lnTo>
                <a:cubicBezTo>
                  <a:pt x="934946" y="185611"/>
                  <a:pt x="939432" y="147347"/>
                  <a:pt x="938837" y="112128"/>
                </a:cubicBezTo>
                <a:close/>
                <a:moveTo>
                  <a:pt x="2345079" y="88353"/>
                </a:moveTo>
                <a:cubicBezTo>
                  <a:pt x="2356395" y="91444"/>
                  <a:pt x="2363256" y="93191"/>
                  <a:pt x="2365664" y="93593"/>
                </a:cubicBezTo>
                <a:cubicBezTo>
                  <a:pt x="2368071" y="93996"/>
                  <a:pt x="2373493" y="94197"/>
                  <a:pt x="2381930" y="94197"/>
                </a:cubicBezTo>
                <a:cubicBezTo>
                  <a:pt x="2390367" y="94197"/>
                  <a:pt x="2394585" y="96360"/>
                  <a:pt x="2394585" y="100687"/>
                </a:cubicBezTo>
                <a:cubicBezTo>
                  <a:pt x="2394585" y="105014"/>
                  <a:pt x="2391735" y="109473"/>
                  <a:pt x="2386034" y="114064"/>
                </a:cubicBezTo>
                <a:cubicBezTo>
                  <a:pt x="2385725" y="114326"/>
                  <a:pt x="2385055" y="117034"/>
                  <a:pt x="2384023" y="122190"/>
                </a:cubicBezTo>
                <a:cubicBezTo>
                  <a:pt x="2382992" y="127345"/>
                  <a:pt x="2382477" y="133290"/>
                  <a:pt x="2382477" y="140024"/>
                </a:cubicBezTo>
                <a:lnTo>
                  <a:pt x="2382477" y="430746"/>
                </a:lnTo>
                <a:lnTo>
                  <a:pt x="2342836" y="430746"/>
                </a:lnTo>
                <a:cubicBezTo>
                  <a:pt x="2345822" y="400485"/>
                  <a:pt x="2347315" y="378180"/>
                  <a:pt x="2347315" y="363831"/>
                </a:cubicBezTo>
                <a:lnTo>
                  <a:pt x="2347315" y="149440"/>
                </a:lnTo>
                <a:cubicBezTo>
                  <a:pt x="2347315" y="130290"/>
                  <a:pt x="2346570" y="109928"/>
                  <a:pt x="2345079" y="88353"/>
                </a:cubicBezTo>
                <a:close/>
                <a:moveTo>
                  <a:pt x="1911818" y="80452"/>
                </a:moveTo>
                <a:lnTo>
                  <a:pt x="1911818" y="181658"/>
                </a:lnTo>
                <a:lnTo>
                  <a:pt x="1988792" y="181658"/>
                </a:lnTo>
                <a:lnTo>
                  <a:pt x="1988792" y="80452"/>
                </a:lnTo>
                <a:close/>
                <a:moveTo>
                  <a:pt x="2695537" y="44848"/>
                </a:moveTo>
                <a:cubicBezTo>
                  <a:pt x="2693447" y="58783"/>
                  <a:pt x="2692401" y="77202"/>
                  <a:pt x="2692401" y="100105"/>
                </a:cubicBezTo>
                <a:lnTo>
                  <a:pt x="2692401" y="374146"/>
                </a:lnTo>
                <a:cubicBezTo>
                  <a:pt x="2692401" y="390096"/>
                  <a:pt x="2690452" y="402056"/>
                  <a:pt x="2686554" y="410026"/>
                </a:cubicBezTo>
                <a:cubicBezTo>
                  <a:pt x="2682656" y="417996"/>
                  <a:pt x="2675747" y="423363"/>
                  <a:pt x="2665826" y="426128"/>
                </a:cubicBezTo>
                <a:cubicBezTo>
                  <a:pt x="2655906" y="428893"/>
                  <a:pt x="2639140" y="430582"/>
                  <a:pt x="2615527" y="431196"/>
                </a:cubicBezTo>
                <a:cubicBezTo>
                  <a:pt x="2616427" y="416966"/>
                  <a:pt x="2612391" y="402705"/>
                  <a:pt x="2603419" y="388412"/>
                </a:cubicBezTo>
                <a:cubicBezTo>
                  <a:pt x="2620440" y="391108"/>
                  <a:pt x="2632348" y="392456"/>
                  <a:pt x="2639145" y="392456"/>
                </a:cubicBezTo>
                <a:cubicBezTo>
                  <a:pt x="2645941" y="392456"/>
                  <a:pt x="2650580" y="391484"/>
                  <a:pt x="2653064" y="389541"/>
                </a:cubicBezTo>
                <a:cubicBezTo>
                  <a:pt x="2655548" y="387598"/>
                  <a:pt x="2656790" y="382914"/>
                  <a:pt x="2656790" y="375489"/>
                </a:cubicBezTo>
                <a:lnTo>
                  <a:pt x="2656790" y="80452"/>
                </a:lnTo>
                <a:lnTo>
                  <a:pt x="2575701" y="80452"/>
                </a:lnTo>
                <a:cubicBezTo>
                  <a:pt x="2543897" y="80452"/>
                  <a:pt x="2514862" y="81350"/>
                  <a:pt x="2488597" y="83146"/>
                </a:cubicBezTo>
                <a:lnTo>
                  <a:pt x="2488597" y="45298"/>
                </a:lnTo>
                <a:cubicBezTo>
                  <a:pt x="2513776" y="47398"/>
                  <a:pt x="2549457" y="48448"/>
                  <a:pt x="2595639" y="48448"/>
                </a:cubicBezTo>
                <a:cubicBezTo>
                  <a:pt x="2641821" y="48448"/>
                  <a:pt x="2675121" y="47248"/>
                  <a:pt x="2695537" y="44848"/>
                </a:cubicBezTo>
                <a:close/>
                <a:moveTo>
                  <a:pt x="1872627" y="44848"/>
                </a:moveTo>
                <a:cubicBezTo>
                  <a:pt x="1885624" y="47548"/>
                  <a:pt x="1911582" y="48899"/>
                  <a:pt x="1950501" y="48899"/>
                </a:cubicBezTo>
                <a:cubicBezTo>
                  <a:pt x="1989421" y="48899"/>
                  <a:pt x="2015398" y="47548"/>
                  <a:pt x="2028433" y="44848"/>
                </a:cubicBezTo>
                <a:cubicBezTo>
                  <a:pt x="2026642" y="55983"/>
                  <a:pt x="2025747" y="74102"/>
                  <a:pt x="2025747" y="99205"/>
                </a:cubicBezTo>
                <a:lnTo>
                  <a:pt x="2025747" y="316732"/>
                </a:lnTo>
                <a:cubicBezTo>
                  <a:pt x="2025747" y="336077"/>
                  <a:pt x="2026792" y="357337"/>
                  <a:pt x="2028883" y="380511"/>
                </a:cubicBezTo>
                <a:lnTo>
                  <a:pt x="1988792" y="380511"/>
                </a:lnTo>
                <a:lnTo>
                  <a:pt x="1988792" y="338799"/>
                </a:lnTo>
                <a:lnTo>
                  <a:pt x="1911818" y="338799"/>
                </a:lnTo>
                <a:lnTo>
                  <a:pt x="1911818" y="391727"/>
                </a:lnTo>
                <a:lnTo>
                  <a:pt x="1872177" y="391727"/>
                </a:lnTo>
                <a:cubicBezTo>
                  <a:pt x="1874273" y="371325"/>
                  <a:pt x="1875321" y="348419"/>
                  <a:pt x="1875321" y="323011"/>
                </a:cubicBezTo>
                <a:lnTo>
                  <a:pt x="1875321" y="99205"/>
                </a:lnTo>
                <a:cubicBezTo>
                  <a:pt x="1875321" y="75659"/>
                  <a:pt x="1874423" y="57540"/>
                  <a:pt x="1872627" y="44848"/>
                </a:cubicBezTo>
                <a:close/>
                <a:moveTo>
                  <a:pt x="349594" y="28253"/>
                </a:moveTo>
                <a:cubicBezTo>
                  <a:pt x="356004" y="41793"/>
                  <a:pt x="363617" y="52968"/>
                  <a:pt x="372433" y="61779"/>
                </a:cubicBezTo>
                <a:cubicBezTo>
                  <a:pt x="376028" y="65374"/>
                  <a:pt x="377826" y="69312"/>
                  <a:pt x="377826" y="73591"/>
                </a:cubicBezTo>
                <a:cubicBezTo>
                  <a:pt x="377826" y="77870"/>
                  <a:pt x="375800" y="80010"/>
                  <a:pt x="371747" y="80010"/>
                </a:cubicBezTo>
                <a:cubicBezTo>
                  <a:pt x="367694" y="80010"/>
                  <a:pt x="364627" y="79662"/>
                  <a:pt x="362546" y="78967"/>
                </a:cubicBezTo>
                <a:cubicBezTo>
                  <a:pt x="357507" y="77566"/>
                  <a:pt x="349408" y="76866"/>
                  <a:pt x="338250" y="76866"/>
                </a:cubicBezTo>
                <a:cubicBezTo>
                  <a:pt x="327091" y="76866"/>
                  <a:pt x="308854" y="77834"/>
                  <a:pt x="283539" y="79770"/>
                </a:cubicBezTo>
                <a:cubicBezTo>
                  <a:pt x="258224" y="81706"/>
                  <a:pt x="225280" y="83575"/>
                  <a:pt x="184706" y="85378"/>
                </a:cubicBezTo>
                <a:cubicBezTo>
                  <a:pt x="144132" y="87181"/>
                  <a:pt x="116858" y="87782"/>
                  <a:pt x="102885" y="87182"/>
                </a:cubicBezTo>
                <a:lnTo>
                  <a:pt x="102885" y="153847"/>
                </a:lnTo>
                <a:lnTo>
                  <a:pt x="254847" y="153847"/>
                </a:lnTo>
                <a:cubicBezTo>
                  <a:pt x="293809" y="153847"/>
                  <a:pt x="327775" y="152797"/>
                  <a:pt x="356745" y="150697"/>
                </a:cubicBezTo>
                <a:cubicBezTo>
                  <a:pt x="333042" y="230759"/>
                  <a:pt x="298654" y="290950"/>
                  <a:pt x="253582" y="331270"/>
                </a:cubicBezTo>
                <a:cubicBezTo>
                  <a:pt x="291487" y="356649"/>
                  <a:pt x="340226" y="372958"/>
                  <a:pt x="399800" y="380197"/>
                </a:cubicBezTo>
                <a:cubicBezTo>
                  <a:pt x="390323" y="391746"/>
                  <a:pt x="382403" y="405755"/>
                  <a:pt x="376040" y="422224"/>
                </a:cubicBezTo>
                <a:cubicBezTo>
                  <a:pt x="312027" y="405812"/>
                  <a:pt x="262347" y="383386"/>
                  <a:pt x="227000" y="354944"/>
                </a:cubicBezTo>
                <a:cubicBezTo>
                  <a:pt x="192963" y="382400"/>
                  <a:pt x="149126" y="406022"/>
                  <a:pt x="95491" y="425810"/>
                </a:cubicBezTo>
                <a:cubicBezTo>
                  <a:pt x="90390" y="411818"/>
                  <a:pt x="81284" y="400433"/>
                  <a:pt x="68173" y="391656"/>
                </a:cubicBezTo>
                <a:cubicBezTo>
                  <a:pt x="125376" y="374849"/>
                  <a:pt x="170079" y="355108"/>
                  <a:pt x="202283" y="332434"/>
                </a:cubicBezTo>
                <a:cubicBezTo>
                  <a:pt x="169745" y="297544"/>
                  <a:pt x="143249" y="248835"/>
                  <a:pt x="122794" y="186309"/>
                </a:cubicBezTo>
                <a:lnTo>
                  <a:pt x="102856" y="186309"/>
                </a:lnTo>
                <a:cubicBezTo>
                  <a:pt x="102575" y="232576"/>
                  <a:pt x="97585" y="273821"/>
                  <a:pt x="87886" y="310042"/>
                </a:cubicBezTo>
                <a:cubicBezTo>
                  <a:pt x="78188" y="346263"/>
                  <a:pt x="61625" y="381714"/>
                  <a:pt x="38198" y="416395"/>
                </a:cubicBezTo>
                <a:cubicBezTo>
                  <a:pt x="27197" y="408103"/>
                  <a:pt x="14464" y="401959"/>
                  <a:pt x="0" y="397964"/>
                </a:cubicBezTo>
                <a:cubicBezTo>
                  <a:pt x="43954" y="349053"/>
                  <a:pt x="65930" y="275779"/>
                  <a:pt x="65930" y="178143"/>
                </a:cubicBezTo>
                <a:cubicBezTo>
                  <a:pt x="65930" y="134681"/>
                  <a:pt x="64885" y="91894"/>
                  <a:pt x="62794" y="49784"/>
                </a:cubicBezTo>
                <a:cubicBezTo>
                  <a:pt x="90269" y="50684"/>
                  <a:pt x="116163" y="51135"/>
                  <a:pt x="140475" y="51135"/>
                </a:cubicBezTo>
                <a:cubicBezTo>
                  <a:pt x="244117" y="51135"/>
                  <a:pt x="313823" y="43507"/>
                  <a:pt x="349594" y="28253"/>
                </a:cubicBezTo>
                <a:close/>
                <a:moveTo>
                  <a:pt x="984135" y="9865"/>
                </a:moveTo>
                <a:cubicBezTo>
                  <a:pt x="996208" y="12265"/>
                  <a:pt x="1007776" y="13466"/>
                  <a:pt x="1018840" y="13466"/>
                </a:cubicBezTo>
                <a:cubicBezTo>
                  <a:pt x="1029903" y="13466"/>
                  <a:pt x="1035435" y="15763"/>
                  <a:pt x="1035435" y="20359"/>
                </a:cubicBezTo>
                <a:cubicBezTo>
                  <a:pt x="1035435" y="24955"/>
                  <a:pt x="1033492" y="28523"/>
                  <a:pt x="1029605" y="31064"/>
                </a:cubicBezTo>
                <a:cubicBezTo>
                  <a:pt x="1025719" y="33605"/>
                  <a:pt x="1023776" y="40321"/>
                  <a:pt x="1023776" y="51213"/>
                </a:cubicBezTo>
                <a:lnTo>
                  <a:pt x="1023776" y="108046"/>
                </a:lnTo>
                <a:lnTo>
                  <a:pt x="1045200" y="95083"/>
                </a:lnTo>
                <a:cubicBezTo>
                  <a:pt x="1062955" y="120062"/>
                  <a:pt x="1077492" y="149133"/>
                  <a:pt x="1088813" y="182294"/>
                </a:cubicBezTo>
                <a:lnTo>
                  <a:pt x="1056844" y="196174"/>
                </a:lnTo>
                <a:cubicBezTo>
                  <a:pt x="1053463" y="182975"/>
                  <a:pt x="1048666" y="169243"/>
                  <a:pt x="1042453" y="154980"/>
                </a:cubicBezTo>
                <a:lnTo>
                  <a:pt x="1023776" y="118753"/>
                </a:lnTo>
                <a:lnTo>
                  <a:pt x="1023776" y="348579"/>
                </a:lnTo>
                <a:cubicBezTo>
                  <a:pt x="1023776" y="364752"/>
                  <a:pt x="1025271" y="391094"/>
                  <a:pt x="1028262" y="427603"/>
                </a:cubicBezTo>
                <a:lnTo>
                  <a:pt x="984135" y="427603"/>
                </a:lnTo>
                <a:cubicBezTo>
                  <a:pt x="987126" y="394970"/>
                  <a:pt x="988622" y="368479"/>
                  <a:pt x="988622" y="348129"/>
                </a:cubicBezTo>
                <a:lnTo>
                  <a:pt x="988622" y="73644"/>
                </a:lnTo>
                <a:cubicBezTo>
                  <a:pt x="988622" y="50342"/>
                  <a:pt x="987126" y="29082"/>
                  <a:pt x="984135" y="9865"/>
                </a:cubicBezTo>
                <a:close/>
                <a:moveTo>
                  <a:pt x="2379362" y="8522"/>
                </a:moveTo>
                <a:cubicBezTo>
                  <a:pt x="2409628" y="29763"/>
                  <a:pt x="2434438" y="51130"/>
                  <a:pt x="2453793" y="72623"/>
                </a:cubicBezTo>
                <a:lnTo>
                  <a:pt x="2426011" y="98398"/>
                </a:lnTo>
                <a:cubicBezTo>
                  <a:pt x="2409928" y="76304"/>
                  <a:pt x="2387434" y="54785"/>
                  <a:pt x="2358531" y="33840"/>
                </a:cubicBezTo>
                <a:close/>
                <a:moveTo>
                  <a:pt x="1127210" y="8522"/>
                </a:moveTo>
                <a:cubicBezTo>
                  <a:pt x="1142636" y="12499"/>
                  <a:pt x="1155491" y="14993"/>
                  <a:pt x="1165776" y="16005"/>
                </a:cubicBezTo>
                <a:cubicBezTo>
                  <a:pt x="1176061" y="17017"/>
                  <a:pt x="1181203" y="19654"/>
                  <a:pt x="1181203" y="23917"/>
                </a:cubicBezTo>
                <a:cubicBezTo>
                  <a:pt x="1181203" y="28179"/>
                  <a:pt x="1178803" y="32014"/>
                  <a:pt x="1174002" y="35422"/>
                </a:cubicBezTo>
                <a:cubicBezTo>
                  <a:pt x="1169201" y="38829"/>
                  <a:pt x="1163829" y="55130"/>
                  <a:pt x="1157886" y="84324"/>
                </a:cubicBezTo>
                <a:lnTo>
                  <a:pt x="1247947" y="84324"/>
                </a:lnTo>
                <a:cubicBezTo>
                  <a:pt x="1289314" y="84324"/>
                  <a:pt x="1320589" y="83277"/>
                  <a:pt x="1341773" y="81181"/>
                </a:cubicBezTo>
                <a:lnTo>
                  <a:pt x="1341773" y="117686"/>
                </a:lnTo>
                <a:cubicBezTo>
                  <a:pt x="1320146" y="115890"/>
                  <a:pt x="1288871" y="114993"/>
                  <a:pt x="1247947" y="114993"/>
                </a:cubicBezTo>
                <a:lnTo>
                  <a:pt x="1153007" y="114993"/>
                </a:lnTo>
                <a:cubicBezTo>
                  <a:pt x="1138095" y="193036"/>
                  <a:pt x="1109839" y="259715"/>
                  <a:pt x="1068239" y="315032"/>
                </a:cubicBezTo>
                <a:cubicBezTo>
                  <a:pt x="1057756" y="303997"/>
                  <a:pt x="1046167" y="296815"/>
                  <a:pt x="1033470" y="293486"/>
                </a:cubicBezTo>
                <a:cubicBezTo>
                  <a:pt x="1076656" y="250076"/>
                  <a:pt x="1104912" y="190578"/>
                  <a:pt x="1118238" y="114993"/>
                </a:cubicBezTo>
                <a:cubicBezTo>
                  <a:pt x="1102788" y="115288"/>
                  <a:pt x="1086493" y="116186"/>
                  <a:pt x="1069353" y="117686"/>
                </a:cubicBezTo>
                <a:lnTo>
                  <a:pt x="1069353" y="81181"/>
                </a:lnTo>
                <a:cubicBezTo>
                  <a:pt x="1081893" y="83029"/>
                  <a:pt x="1099405" y="84084"/>
                  <a:pt x="1121888" y="84346"/>
                </a:cubicBezTo>
                <a:cubicBezTo>
                  <a:pt x="1125736" y="57676"/>
                  <a:pt x="1127661" y="40451"/>
                  <a:pt x="1127661" y="32671"/>
                </a:cubicBezTo>
                <a:cubicBezTo>
                  <a:pt x="1127661" y="24892"/>
                  <a:pt x="1127510" y="16842"/>
                  <a:pt x="1127210" y="8522"/>
                </a:cubicBezTo>
                <a:close/>
                <a:moveTo>
                  <a:pt x="1503410" y="8072"/>
                </a:moveTo>
                <a:cubicBezTo>
                  <a:pt x="1513983" y="14535"/>
                  <a:pt x="1524893" y="18628"/>
                  <a:pt x="1536142" y="20352"/>
                </a:cubicBezTo>
                <a:cubicBezTo>
                  <a:pt x="1542791" y="21243"/>
                  <a:pt x="1546115" y="23836"/>
                  <a:pt x="1546115" y="28132"/>
                </a:cubicBezTo>
                <a:cubicBezTo>
                  <a:pt x="1546115" y="32427"/>
                  <a:pt x="1543110" y="35828"/>
                  <a:pt x="1537100" y="38333"/>
                </a:cubicBezTo>
                <a:cubicBezTo>
                  <a:pt x="1531090" y="40838"/>
                  <a:pt x="1523929" y="45105"/>
                  <a:pt x="1515618" y="51135"/>
                </a:cubicBezTo>
                <a:lnTo>
                  <a:pt x="1723194" y="51135"/>
                </a:lnTo>
                <a:cubicBezTo>
                  <a:pt x="1752841" y="51135"/>
                  <a:pt x="1775894" y="49937"/>
                  <a:pt x="1792353" y="47541"/>
                </a:cubicBezTo>
                <a:lnTo>
                  <a:pt x="1792353" y="85389"/>
                </a:lnTo>
                <a:cubicBezTo>
                  <a:pt x="1778989" y="83298"/>
                  <a:pt x="1755937" y="82253"/>
                  <a:pt x="1723194" y="82253"/>
                </a:cubicBezTo>
                <a:lnTo>
                  <a:pt x="1495759" y="82253"/>
                </a:lnTo>
                <a:lnTo>
                  <a:pt x="1480977" y="98677"/>
                </a:lnTo>
                <a:lnTo>
                  <a:pt x="1527588" y="101259"/>
                </a:lnTo>
                <a:cubicBezTo>
                  <a:pt x="1551569" y="101933"/>
                  <a:pt x="1581281" y="102270"/>
                  <a:pt x="1616724" y="102270"/>
                </a:cubicBezTo>
                <a:cubicBezTo>
                  <a:pt x="1687609" y="102270"/>
                  <a:pt x="1734789" y="101219"/>
                  <a:pt x="1758263" y="99119"/>
                </a:cubicBezTo>
                <a:cubicBezTo>
                  <a:pt x="1755872" y="113449"/>
                  <a:pt x="1754677" y="131271"/>
                  <a:pt x="1754677" y="152583"/>
                </a:cubicBezTo>
                <a:lnTo>
                  <a:pt x="1754677" y="197431"/>
                </a:lnTo>
                <a:cubicBezTo>
                  <a:pt x="1754677" y="216986"/>
                  <a:pt x="1755872" y="233610"/>
                  <a:pt x="1758263" y="247302"/>
                </a:cubicBezTo>
                <a:cubicBezTo>
                  <a:pt x="1730612" y="244611"/>
                  <a:pt x="1698739" y="243266"/>
                  <a:pt x="1662644" y="243266"/>
                </a:cubicBezTo>
                <a:lnTo>
                  <a:pt x="1560574" y="243266"/>
                </a:lnTo>
                <a:cubicBezTo>
                  <a:pt x="1551887" y="256167"/>
                  <a:pt x="1544827" y="264335"/>
                  <a:pt x="1539393" y="267769"/>
                </a:cubicBezTo>
                <a:lnTo>
                  <a:pt x="1642463" y="267769"/>
                </a:lnTo>
                <a:cubicBezTo>
                  <a:pt x="1679934" y="267769"/>
                  <a:pt x="1715096" y="266121"/>
                  <a:pt x="1747948" y="262825"/>
                </a:cubicBezTo>
                <a:cubicBezTo>
                  <a:pt x="1713834" y="314522"/>
                  <a:pt x="1683037" y="347834"/>
                  <a:pt x="1655557" y="362759"/>
                </a:cubicBezTo>
                <a:cubicBezTo>
                  <a:pt x="1690071" y="372479"/>
                  <a:pt x="1742995" y="380752"/>
                  <a:pt x="1814327" y="387577"/>
                </a:cubicBezTo>
                <a:cubicBezTo>
                  <a:pt x="1804321" y="400364"/>
                  <a:pt x="1797239" y="412958"/>
                  <a:pt x="1793082" y="425360"/>
                </a:cubicBezTo>
                <a:cubicBezTo>
                  <a:pt x="1717315" y="413363"/>
                  <a:pt x="1660560" y="399609"/>
                  <a:pt x="1622818" y="384098"/>
                </a:cubicBezTo>
                <a:cubicBezTo>
                  <a:pt x="1585294" y="402281"/>
                  <a:pt x="1522124" y="417083"/>
                  <a:pt x="1433308" y="428503"/>
                </a:cubicBezTo>
                <a:cubicBezTo>
                  <a:pt x="1429803" y="417626"/>
                  <a:pt x="1422197" y="405336"/>
                  <a:pt x="1410491" y="391634"/>
                </a:cubicBezTo>
                <a:cubicBezTo>
                  <a:pt x="1486401" y="388362"/>
                  <a:pt x="1545606" y="379590"/>
                  <a:pt x="1588106" y="365317"/>
                </a:cubicBezTo>
                <a:cubicBezTo>
                  <a:pt x="1564989" y="355892"/>
                  <a:pt x="1539424" y="339175"/>
                  <a:pt x="1511411" y="315168"/>
                </a:cubicBezTo>
                <a:lnTo>
                  <a:pt x="1531880" y="297537"/>
                </a:lnTo>
                <a:lnTo>
                  <a:pt x="1520412" y="297537"/>
                </a:lnTo>
                <a:cubicBezTo>
                  <a:pt x="1504505" y="316563"/>
                  <a:pt x="1482412" y="337344"/>
                  <a:pt x="1454132" y="359880"/>
                </a:cubicBezTo>
                <a:cubicBezTo>
                  <a:pt x="1445788" y="349684"/>
                  <a:pt x="1435878" y="341011"/>
                  <a:pt x="1424400" y="333863"/>
                </a:cubicBezTo>
                <a:cubicBezTo>
                  <a:pt x="1467939" y="307355"/>
                  <a:pt x="1501426" y="277603"/>
                  <a:pt x="1524862" y="244609"/>
                </a:cubicBezTo>
                <a:cubicBezTo>
                  <a:pt x="1502969" y="245199"/>
                  <a:pt x="1485627" y="246097"/>
                  <a:pt x="1472835" y="247302"/>
                </a:cubicBezTo>
                <a:cubicBezTo>
                  <a:pt x="1474930" y="230681"/>
                  <a:pt x="1475978" y="214057"/>
                  <a:pt x="1475978" y="197431"/>
                </a:cubicBezTo>
                <a:lnTo>
                  <a:pt x="1475978" y="152583"/>
                </a:lnTo>
                <a:cubicBezTo>
                  <a:pt x="1475978" y="142253"/>
                  <a:pt x="1475716" y="132558"/>
                  <a:pt x="1475192" y="123499"/>
                </a:cubicBezTo>
                <a:lnTo>
                  <a:pt x="1473637" y="106832"/>
                </a:lnTo>
                <a:lnTo>
                  <a:pt x="1431987" y="153112"/>
                </a:lnTo>
                <a:cubicBezTo>
                  <a:pt x="1422881" y="144658"/>
                  <a:pt x="1411829" y="137464"/>
                  <a:pt x="1398833" y="131530"/>
                </a:cubicBezTo>
                <a:cubicBezTo>
                  <a:pt x="1443671" y="99826"/>
                  <a:pt x="1478530" y="58674"/>
                  <a:pt x="1503410" y="8072"/>
                </a:cubicBezTo>
                <a:close/>
                <a:moveTo>
                  <a:pt x="2164607" y="7622"/>
                </a:moveTo>
                <a:cubicBezTo>
                  <a:pt x="2175713" y="10022"/>
                  <a:pt x="2188898" y="11222"/>
                  <a:pt x="2204162" y="11222"/>
                </a:cubicBezTo>
                <a:cubicBezTo>
                  <a:pt x="2212296" y="11222"/>
                  <a:pt x="2216363" y="13549"/>
                  <a:pt x="2216363" y="18202"/>
                </a:cubicBezTo>
                <a:cubicBezTo>
                  <a:pt x="2216363" y="22855"/>
                  <a:pt x="2214644" y="26153"/>
                  <a:pt x="2211205" y="28096"/>
                </a:cubicBezTo>
                <a:cubicBezTo>
                  <a:pt x="2207767" y="30039"/>
                  <a:pt x="2206048" y="35054"/>
                  <a:pt x="2206048" y="43141"/>
                </a:cubicBezTo>
                <a:lnTo>
                  <a:pt x="2206048" y="119765"/>
                </a:lnTo>
                <a:cubicBezTo>
                  <a:pt x="2227731" y="119512"/>
                  <a:pt x="2250606" y="118162"/>
                  <a:pt x="2274670" y="115714"/>
                </a:cubicBezTo>
                <a:lnTo>
                  <a:pt x="2274670" y="154912"/>
                </a:lnTo>
                <a:cubicBezTo>
                  <a:pt x="2255030" y="152816"/>
                  <a:pt x="2232156" y="151769"/>
                  <a:pt x="2206048" y="151769"/>
                </a:cubicBezTo>
                <a:lnTo>
                  <a:pt x="2206048" y="369660"/>
                </a:lnTo>
                <a:cubicBezTo>
                  <a:pt x="2206048" y="384548"/>
                  <a:pt x="2203621" y="396175"/>
                  <a:pt x="2198768" y="404543"/>
                </a:cubicBezTo>
                <a:cubicBezTo>
                  <a:pt x="2193915" y="412911"/>
                  <a:pt x="2184359" y="418996"/>
                  <a:pt x="2170100" y="422799"/>
                </a:cubicBezTo>
                <a:cubicBezTo>
                  <a:pt x="2155841" y="426602"/>
                  <a:pt x="2133079" y="428503"/>
                  <a:pt x="2101813" y="428503"/>
                </a:cubicBezTo>
                <a:cubicBezTo>
                  <a:pt x="2101813" y="412692"/>
                  <a:pt x="2096431" y="396935"/>
                  <a:pt x="2085668" y="381233"/>
                </a:cubicBezTo>
                <a:cubicBezTo>
                  <a:pt x="2108957" y="384829"/>
                  <a:pt x="2126313" y="386626"/>
                  <a:pt x="2137735" y="386626"/>
                </a:cubicBezTo>
                <a:cubicBezTo>
                  <a:pt x="2149158" y="386626"/>
                  <a:pt x="2157315" y="384620"/>
                  <a:pt x="2162206" y="380608"/>
                </a:cubicBezTo>
                <a:cubicBezTo>
                  <a:pt x="2167097" y="376595"/>
                  <a:pt x="2169543" y="367862"/>
                  <a:pt x="2169543" y="354408"/>
                </a:cubicBezTo>
                <a:lnTo>
                  <a:pt x="2169543" y="151318"/>
                </a:lnTo>
                <a:lnTo>
                  <a:pt x="2116708" y="151318"/>
                </a:lnTo>
                <a:cubicBezTo>
                  <a:pt x="2084399" y="151318"/>
                  <a:pt x="2054617" y="152516"/>
                  <a:pt x="2027361" y="154912"/>
                </a:cubicBezTo>
                <a:lnTo>
                  <a:pt x="2027361" y="115714"/>
                </a:lnTo>
                <a:cubicBezTo>
                  <a:pt x="2053888" y="118410"/>
                  <a:pt x="2083670" y="119757"/>
                  <a:pt x="2116708" y="119757"/>
                </a:cubicBezTo>
                <a:lnTo>
                  <a:pt x="2169543" y="119757"/>
                </a:lnTo>
                <a:cubicBezTo>
                  <a:pt x="2169543" y="64579"/>
                  <a:pt x="2167897" y="27201"/>
                  <a:pt x="2164607" y="7622"/>
                </a:cubicBezTo>
                <a:close/>
                <a:moveTo>
                  <a:pt x="656799" y="0"/>
                </a:moveTo>
                <a:cubicBezTo>
                  <a:pt x="673759" y="5762"/>
                  <a:pt x="686679" y="9360"/>
                  <a:pt x="695561" y="10794"/>
                </a:cubicBezTo>
                <a:cubicBezTo>
                  <a:pt x="703691" y="12599"/>
                  <a:pt x="707755" y="15696"/>
                  <a:pt x="707755" y="20084"/>
                </a:cubicBezTo>
                <a:cubicBezTo>
                  <a:pt x="707755" y="24473"/>
                  <a:pt x="704341" y="27888"/>
                  <a:pt x="697511" y="30328"/>
                </a:cubicBezTo>
                <a:cubicBezTo>
                  <a:pt x="690682" y="32769"/>
                  <a:pt x="677202" y="47032"/>
                  <a:pt x="657071" y="73116"/>
                </a:cubicBezTo>
                <a:lnTo>
                  <a:pt x="710356" y="73116"/>
                </a:lnTo>
                <a:cubicBezTo>
                  <a:pt x="781993" y="73116"/>
                  <a:pt x="827771" y="70870"/>
                  <a:pt x="847687" y="66379"/>
                </a:cubicBezTo>
                <a:cubicBezTo>
                  <a:pt x="845597" y="80843"/>
                  <a:pt x="844551" y="110473"/>
                  <a:pt x="844551" y="155269"/>
                </a:cubicBezTo>
                <a:lnTo>
                  <a:pt x="844551" y="370560"/>
                </a:lnTo>
                <a:cubicBezTo>
                  <a:pt x="844551" y="381747"/>
                  <a:pt x="842285" y="390391"/>
                  <a:pt x="837754" y="396492"/>
                </a:cubicBezTo>
                <a:cubicBezTo>
                  <a:pt x="833222" y="402593"/>
                  <a:pt x="823890" y="407135"/>
                  <a:pt x="809758" y="410119"/>
                </a:cubicBezTo>
                <a:cubicBezTo>
                  <a:pt x="795625" y="413102"/>
                  <a:pt x="772478" y="414744"/>
                  <a:pt x="740317" y="415044"/>
                </a:cubicBezTo>
                <a:cubicBezTo>
                  <a:pt x="741217" y="399781"/>
                  <a:pt x="736433" y="384774"/>
                  <a:pt x="725965" y="370024"/>
                </a:cubicBezTo>
                <a:cubicBezTo>
                  <a:pt x="751568" y="373615"/>
                  <a:pt x="769974" y="375411"/>
                  <a:pt x="781183" y="375411"/>
                </a:cubicBezTo>
                <a:cubicBezTo>
                  <a:pt x="792391" y="375411"/>
                  <a:pt x="799372" y="374034"/>
                  <a:pt x="802125" y="371282"/>
                </a:cubicBezTo>
                <a:cubicBezTo>
                  <a:pt x="804877" y="368529"/>
                  <a:pt x="806254" y="363355"/>
                  <a:pt x="806254" y="355758"/>
                </a:cubicBezTo>
                <a:lnTo>
                  <a:pt x="806254" y="103777"/>
                </a:lnTo>
                <a:lnTo>
                  <a:pt x="541799" y="103777"/>
                </a:lnTo>
                <a:lnTo>
                  <a:pt x="541799" y="415944"/>
                </a:lnTo>
                <a:lnTo>
                  <a:pt x="499022" y="415944"/>
                </a:lnTo>
                <a:cubicBezTo>
                  <a:pt x="502308" y="381526"/>
                  <a:pt x="503951" y="344121"/>
                  <a:pt x="503951" y="303730"/>
                </a:cubicBezTo>
                <a:lnTo>
                  <a:pt x="503951" y="155269"/>
                </a:lnTo>
                <a:cubicBezTo>
                  <a:pt x="503951" y="121217"/>
                  <a:pt x="502756" y="91587"/>
                  <a:pt x="500365" y="66379"/>
                </a:cubicBezTo>
                <a:cubicBezTo>
                  <a:pt x="515358" y="70870"/>
                  <a:pt x="538858" y="73116"/>
                  <a:pt x="570867" y="73116"/>
                </a:cubicBezTo>
                <a:lnTo>
                  <a:pt x="622952" y="73116"/>
                </a:lnTo>
                <a:cubicBezTo>
                  <a:pt x="639430" y="47975"/>
                  <a:pt x="650713" y="23603"/>
                  <a:pt x="6567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C2065D-6632-4A22-9136-B9923EE03425}"/>
              </a:ext>
            </a:extLst>
          </p:cNvPr>
          <p:cNvSpPr txBox="1"/>
          <p:nvPr/>
        </p:nvSpPr>
        <p:spPr>
          <a:xfrm>
            <a:off x="8094671" y="2742713"/>
            <a:ext cx="933746" cy="660509"/>
          </a:xfrm>
          <a:custGeom>
            <a:avLst/>
            <a:gdLst/>
            <a:ahLst/>
            <a:cxnLst/>
            <a:rect l="l" t="t" r="r" b="b"/>
            <a:pathLst>
              <a:path w="565435" h="399975">
                <a:moveTo>
                  <a:pt x="454093" y="233776"/>
                </a:moveTo>
                <a:cubicBezTo>
                  <a:pt x="462124" y="233776"/>
                  <a:pt x="468337" y="236408"/>
                  <a:pt x="472732" y="241671"/>
                </a:cubicBezTo>
                <a:cubicBezTo>
                  <a:pt x="477127" y="246934"/>
                  <a:pt x="479324" y="253852"/>
                  <a:pt x="479324" y="262425"/>
                </a:cubicBezTo>
                <a:cubicBezTo>
                  <a:pt x="479324" y="267309"/>
                  <a:pt x="478565" y="271650"/>
                  <a:pt x="477046" y="275448"/>
                </a:cubicBezTo>
                <a:lnTo>
                  <a:pt x="479324" y="276425"/>
                </a:lnTo>
                <a:cubicBezTo>
                  <a:pt x="490285" y="261774"/>
                  <a:pt x="500947" y="251004"/>
                  <a:pt x="511311" y="244113"/>
                </a:cubicBezTo>
                <a:cubicBezTo>
                  <a:pt x="521675" y="237222"/>
                  <a:pt x="532337" y="233776"/>
                  <a:pt x="543297" y="233776"/>
                </a:cubicBezTo>
                <a:cubicBezTo>
                  <a:pt x="547421" y="233776"/>
                  <a:pt x="551301" y="233993"/>
                  <a:pt x="554936" y="234427"/>
                </a:cubicBezTo>
                <a:cubicBezTo>
                  <a:pt x="558571" y="234861"/>
                  <a:pt x="562071" y="235404"/>
                  <a:pt x="565435" y="236055"/>
                </a:cubicBezTo>
                <a:lnTo>
                  <a:pt x="557134" y="275448"/>
                </a:lnTo>
                <a:lnTo>
                  <a:pt x="538251" y="275448"/>
                </a:lnTo>
                <a:cubicBezTo>
                  <a:pt x="537708" y="268937"/>
                  <a:pt x="536325" y="264270"/>
                  <a:pt x="534100" y="261449"/>
                </a:cubicBezTo>
                <a:cubicBezTo>
                  <a:pt x="531875" y="258627"/>
                  <a:pt x="528647" y="257216"/>
                  <a:pt x="524415" y="257216"/>
                </a:cubicBezTo>
                <a:cubicBezTo>
                  <a:pt x="521919" y="257108"/>
                  <a:pt x="519043" y="257868"/>
                  <a:pt x="515787" y="259495"/>
                </a:cubicBezTo>
                <a:cubicBezTo>
                  <a:pt x="512532" y="261123"/>
                  <a:pt x="509086" y="263456"/>
                  <a:pt x="505451" y="266495"/>
                </a:cubicBezTo>
                <a:cubicBezTo>
                  <a:pt x="501815" y="269534"/>
                  <a:pt x="498207" y="273115"/>
                  <a:pt x="494626" y="277238"/>
                </a:cubicBezTo>
                <a:cubicBezTo>
                  <a:pt x="491045" y="281362"/>
                  <a:pt x="487653" y="285866"/>
                  <a:pt x="484452" y="290749"/>
                </a:cubicBezTo>
                <a:cubicBezTo>
                  <a:pt x="481251" y="295633"/>
                  <a:pt x="478456" y="300815"/>
                  <a:pt x="476069" y="306295"/>
                </a:cubicBezTo>
                <a:cubicBezTo>
                  <a:pt x="473681" y="311775"/>
                  <a:pt x="471891" y="317283"/>
                  <a:pt x="470697" y="322817"/>
                </a:cubicBezTo>
                <a:lnTo>
                  <a:pt x="454093" y="399975"/>
                </a:lnTo>
                <a:lnTo>
                  <a:pt x="422188" y="399975"/>
                </a:lnTo>
                <a:lnTo>
                  <a:pt x="446606" y="293842"/>
                </a:lnTo>
                <a:cubicBezTo>
                  <a:pt x="448125" y="287548"/>
                  <a:pt x="449183" y="282339"/>
                  <a:pt x="449780" y="278215"/>
                </a:cubicBezTo>
                <a:cubicBezTo>
                  <a:pt x="450377" y="274091"/>
                  <a:pt x="450675" y="270619"/>
                  <a:pt x="450675" y="267797"/>
                </a:cubicBezTo>
                <a:cubicBezTo>
                  <a:pt x="450675" y="259875"/>
                  <a:pt x="447474" y="255914"/>
                  <a:pt x="441071" y="255914"/>
                </a:cubicBezTo>
                <a:cubicBezTo>
                  <a:pt x="439009" y="255914"/>
                  <a:pt x="436974" y="256321"/>
                  <a:pt x="434967" y="257135"/>
                </a:cubicBezTo>
                <a:cubicBezTo>
                  <a:pt x="432959" y="257949"/>
                  <a:pt x="430870" y="259170"/>
                  <a:pt x="428700" y="260798"/>
                </a:cubicBezTo>
                <a:cubicBezTo>
                  <a:pt x="426529" y="262425"/>
                  <a:pt x="424142" y="264487"/>
                  <a:pt x="421537" y="266983"/>
                </a:cubicBezTo>
                <a:cubicBezTo>
                  <a:pt x="418933" y="269479"/>
                  <a:pt x="416003" y="272409"/>
                  <a:pt x="412747" y="275773"/>
                </a:cubicBezTo>
                <a:lnTo>
                  <a:pt x="401515" y="265193"/>
                </a:lnTo>
                <a:cubicBezTo>
                  <a:pt x="406941" y="259658"/>
                  <a:pt x="411906" y="254910"/>
                  <a:pt x="416410" y="250949"/>
                </a:cubicBezTo>
                <a:cubicBezTo>
                  <a:pt x="420913" y="246988"/>
                  <a:pt x="425227" y="243733"/>
                  <a:pt x="429351" y="241183"/>
                </a:cubicBezTo>
                <a:cubicBezTo>
                  <a:pt x="433475" y="238632"/>
                  <a:pt x="437544" y="236760"/>
                  <a:pt x="441559" y="235567"/>
                </a:cubicBezTo>
                <a:cubicBezTo>
                  <a:pt x="445575" y="234373"/>
                  <a:pt x="449753" y="233776"/>
                  <a:pt x="454093" y="233776"/>
                </a:cubicBezTo>
                <a:close/>
                <a:moveTo>
                  <a:pt x="273118" y="233776"/>
                </a:moveTo>
                <a:cubicBezTo>
                  <a:pt x="281149" y="233776"/>
                  <a:pt x="287362" y="236408"/>
                  <a:pt x="291757" y="241671"/>
                </a:cubicBezTo>
                <a:cubicBezTo>
                  <a:pt x="296152" y="246934"/>
                  <a:pt x="298349" y="253852"/>
                  <a:pt x="298349" y="262425"/>
                </a:cubicBezTo>
                <a:cubicBezTo>
                  <a:pt x="298349" y="267309"/>
                  <a:pt x="297590" y="271650"/>
                  <a:pt x="296071" y="275448"/>
                </a:cubicBezTo>
                <a:lnTo>
                  <a:pt x="298349" y="276425"/>
                </a:lnTo>
                <a:cubicBezTo>
                  <a:pt x="309310" y="261774"/>
                  <a:pt x="319972" y="251004"/>
                  <a:pt x="330336" y="244113"/>
                </a:cubicBezTo>
                <a:cubicBezTo>
                  <a:pt x="340700" y="237222"/>
                  <a:pt x="351362" y="233776"/>
                  <a:pt x="362322" y="233776"/>
                </a:cubicBezTo>
                <a:cubicBezTo>
                  <a:pt x="366446" y="233776"/>
                  <a:pt x="370326" y="233993"/>
                  <a:pt x="373961" y="234427"/>
                </a:cubicBezTo>
                <a:cubicBezTo>
                  <a:pt x="377597" y="234861"/>
                  <a:pt x="381096" y="235404"/>
                  <a:pt x="384460" y="236055"/>
                </a:cubicBezTo>
                <a:lnTo>
                  <a:pt x="376159" y="275448"/>
                </a:lnTo>
                <a:lnTo>
                  <a:pt x="357276" y="275448"/>
                </a:lnTo>
                <a:cubicBezTo>
                  <a:pt x="356733" y="268937"/>
                  <a:pt x="355350" y="264270"/>
                  <a:pt x="353125" y="261449"/>
                </a:cubicBezTo>
                <a:cubicBezTo>
                  <a:pt x="350900" y="258627"/>
                  <a:pt x="347672" y="257216"/>
                  <a:pt x="343440" y="257216"/>
                </a:cubicBezTo>
                <a:cubicBezTo>
                  <a:pt x="340944" y="257108"/>
                  <a:pt x="338068" y="257868"/>
                  <a:pt x="334812" y="259495"/>
                </a:cubicBezTo>
                <a:cubicBezTo>
                  <a:pt x="331557" y="261123"/>
                  <a:pt x="328111" y="263456"/>
                  <a:pt x="324476" y="266495"/>
                </a:cubicBezTo>
                <a:cubicBezTo>
                  <a:pt x="320840" y="269534"/>
                  <a:pt x="317232" y="273115"/>
                  <a:pt x="313651" y="277238"/>
                </a:cubicBezTo>
                <a:cubicBezTo>
                  <a:pt x="310070" y="281362"/>
                  <a:pt x="306678" y="285866"/>
                  <a:pt x="303477" y="290749"/>
                </a:cubicBezTo>
                <a:cubicBezTo>
                  <a:pt x="300276" y="295633"/>
                  <a:pt x="297481" y="300815"/>
                  <a:pt x="295094" y="306295"/>
                </a:cubicBezTo>
                <a:cubicBezTo>
                  <a:pt x="292706" y="311775"/>
                  <a:pt x="290916" y="317283"/>
                  <a:pt x="289722" y="322817"/>
                </a:cubicBezTo>
                <a:lnTo>
                  <a:pt x="273118" y="399975"/>
                </a:lnTo>
                <a:lnTo>
                  <a:pt x="241213" y="399975"/>
                </a:lnTo>
                <a:lnTo>
                  <a:pt x="265631" y="293842"/>
                </a:lnTo>
                <a:cubicBezTo>
                  <a:pt x="267150" y="287548"/>
                  <a:pt x="268208" y="282339"/>
                  <a:pt x="268805" y="278215"/>
                </a:cubicBezTo>
                <a:cubicBezTo>
                  <a:pt x="269402" y="274091"/>
                  <a:pt x="269700" y="270619"/>
                  <a:pt x="269700" y="267797"/>
                </a:cubicBezTo>
                <a:cubicBezTo>
                  <a:pt x="269700" y="259875"/>
                  <a:pt x="266499" y="255914"/>
                  <a:pt x="260096" y="255914"/>
                </a:cubicBezTo>
                <a:cubicBezTo>
                  <a:pt x="258034" y="255914"/>
                  <a:pt x="255999" y="256321"/>
                  <a:pt x="253992" y="257135"/>
                </a:cubicBezTo>
                <a:cubicBezTo>
                  <a:pt x="251984" y="257949"/>
                  <a:pt x="249895" y="259170"/>
                  <a:pt x="247725" y="260798"/>
                </a:cubicBezTo>
                <a:cubicBezTo>
                  <a:pt x="245554" y="262425"/>
                  <a:pt x="243167" y="264487"/>
                  <a:pt x="240562" y="266983"/>
                </a:cubicBezTo>
                <a:cubicBezTo>
                  <a:pt x="237958" y="269479"/>
                  <a:pt x="235028" y="272409"/>
                  <a:pt x="231772" y="275773"/>
                </a:cubicBezTo>
                <a:lnTo>
                  <a:pt x="220540" y="265193"/>
                </a:lnTo>
                <a:cubicBezTo>
                  <a:pt x="225966" y="259658"/>
                  <a:pt x="230931" y="254910"/>
                  <a:pt x="235435" y="250949"/>
                </a:cubicBezTo>
                <a:cubicBezTo>
                  <a:pt x="239938" y="246988"/>
                  <a:pt x="244252" y="243733"/>
                  <a:pt x="248376" y="241183"/>
                </a:cubicBezTo>
                <a:cubicBezTo>
                  <a:pt x="252500" y="238632"/>
                  <a:pt x="256569" y="236760"/>
                  <a:pt x="260584" y="235567"/>
                </a:cubicBezTo>
                <a:cubicBezTo>
                  <a:pt x="264600" y="234373"/>
                  <a:pt x="268778" y="233776"/>
                  <a:pt x="273118" y="233776"/>
                </a:cubicBezTo>
                <a:close/>
                <a:moveTo>
                  <a:pt x="0" y="0"/>
                </a:moveTo>
                <a:lnTo>
                  <a:pt x="241548" y="0"/>
                </a:lnTo>
                <a:lnTo>
                  <a:pt x="241548" y="77688"/>
                </a:lnTo>
                <a:lnTo>
                  <a:pt x="219671" y="77688"/>
                </a:lnTo>
                <a:cubicBezTo>
                  <a:pt x="216396" y="64889"/>
                  <a:pt x="213159" y="54768"/>
                  <a:pt x="209959" y="47327"/>
                </a:cubicBezTo>
                <a:cubicBezTo>
                  <a:pt x="206760" y="39885"/>
                  <a:pt x="203374" y="34230"/>
                  <a:pt x="199802" y="30360"/>
                </a:cubicBezTo>
                <a:cubicBezTo>
                  <a:pt x="196230" y="26491"/>
                  <a:pt x="192398" y="23738"/>
                  <a:pt x="188305" y="22101"/>
                </a:cubicBezTo>
                <a:cubicBezTo>
                  <a:pt x="184212" y="20463"/>
                  <a:pt x="178073" y="19645"/>
                  <a:pt x="169888" y="19645"/>
                </a:cubicBezTo>
                <a:lnTo>
                  <a:pt x="141536" y="19645"/>
                </a:lnTo>
                <a:lnTo>
                  <a:pt x="141536" y="248245"/>
                </a:lnTo>
                <a:cubicBezTo>
                  <a:pt x="141536" y="257026"/>
                  <a:pt x="142019" y="264021"/>
                  <a:pt x="142987" y="269230"/>
                </a:cubicBezTo>
                <a:cubicBezTo>
                  <a:pt x="143954" y="274439"/>
                  <a:pt x="145443" y="278569"/>
                  <a:pt x="147452" y="281620"/>
                </a:cubicBezTo>
                <a:cubicBezTo>
                  <a:pt x="149461" y="284671"/>
                  <a:pt x="152177" y="287052"/>
                  <a:pt x="155600" y="288763"/>
                </a:cubicBezTo>
                <a:cubicBezTo>
                  <a:pt x="159023" y="290475"/>
                  <a:pt x="164381" y="292149"/>
                  <a:pt x="171673" y="293786"/>
                </a:cubicBezTo>
                <a:lnTo>
                  <a:pt x="171673" y="304725"/>
                </a:lnTo>
                <a:lnTo>
                  <a:pt x="69652" y="304725"/>
                </a:lnTo>
                <a:lnTo>
                  <a:pt x="69652" y="293786"/>
                </a:lnTo>
                <a:cubicBezTo>
                  <a:pt x="74117" y="292744"/>
                  <a:pt x="78061" y="291628"/>
                  <a:pt x="81484" y="290438"/>
                </a:cubicBezTo>
                <a:cubicBezTo>
                  <a:pt x="84907" y="289247"/>
                  <a:pt x="87697" y="287796"/>
                  <a:pt x="89855" y="286084"/>
                </a:cubicBezTo>
                <a:cubicBezTo>
                  <a:pt x="92013" y="284373"/>
                  <a:pt x="93799" y="282178"/>
                  <a:pt x="95213" y="279499"/>
                </a:cubicBezTo>
                <a:cubicBezTo>
                  <a:pt x="96627" y="276820"/>
                  <a:pt x="97743" y="273174"/>
                  <a:pt x="98562" y="268560"/>
                </a:cubicBezTo>
                <a:cubicBezTo>
                  <a:pt x="99380" y="263946"/>
                  <a:pt x="99789" y="257175"/>
                  <a:pt x="99789" y="248245"/>
                </a:cubicBezTo>
                <a:lnTo>
                  <a:pt x="99789" y="19645"/>
                </a:lnTo>
                <a:lnTo>
                  <a:pt x="71661" y="19645"/>
                </a:lnTo>
                <a:cubicBezTo>
                  <a:pt x="64666" y="19645"/>
                  <a:pt x="58899" y="20315"/>
                  <a:pt x="54360" y="21654"/>
                </a:cubicBezTo>
                <a:cubicBezTo>
                  <a:pt x="49820" y="22993"/>
                  <a:pt x="45616" y="25784"/>
                  <a:pt x="41747" y="30026"/>
                </a:cubicBezTo>
                <a:cubicBezTo>
                  <a:pt x="37877" y="34267"/>
                  <a:pt x="34342" y="40295"/>
                  <a:pt x="31143" y="48108"/>
                </a:cubicBezTo>
                <a:cubicBezTo>
                  <a:pt x="27943" y="55922"/>
                  <a:pt x="24929" y="65782"/>
                  <a:pt x="22101" y="77688"/>
                </a:cubicBezTo>
                <a:lnTo>
                  <a:pt x="0" y="77688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7112755"/>
      </p:ext>
    </p:extLst>
  </p:cSld>
  <p:clrMapOvr>
    <a:masterClrMapping/>
  </p:clrMapOvr>
  <p:transition spd="slow" advClick="0" advTm="1000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5EA59C0-DBAA-42AC-8A15-63A47BC38F29}"/>
              </a:ext>
            </a:extLst>
          </p:cNvPr>
          <p:cNvSpPr txBox="1"/>
          <p:nvPr/>
        </p:nvSpPr>
        <p:spPr>
          <a:xfrm>
            <a:off x="4487526" y="267951"/>
            <a:ext cx="2441630" cy="390579"/>
          </a:xfrm>
          <a:custGeom>
            <a:avLst/>
            <a:gdLst/>
            <a:ahLst/>
            <a:cxnLst/>
            <a:rect l="l" t="t" r="r" b="b"/>
            <a:pathLst>
              <a:path w="2695537" h="431196">
                <a:moveTo>
                  <a:pt x="1539980" y="297537"/>
                </a:moveTo>
                <a:lnTo>
                  <a:pt x="1557713" y="311362"/>
                </a:lnTo>
                <a:cubicBezTo>
                  <a:pt x="1579523" y="327311"/>
                  <a:pt x="1600808" y="339688"/>
                  <a:pt x="1621567" y="348493"/>
                </a:cubicBezTo>
                <a:cubicBezTo>
                  <a:pt x="1649104" y="334310"/>
                  <a:pt x="1670393" y="317325"/>
                  <a:pt x="1685433" y="297537"/>
                </a:cubicBezTo>
                <a:close/>
                <a:moveTo>
                  <a:pt x="2460965" y="256274"/>
                </a:moveTo>
                <a:lnTo>
                  <a:pt x="2460965" y="313967"/>
                </a:lnTo>
                <a:lnTo>
                  <a:pt x="2572922" y="313967"/>
                </a:lnTo>
                <a:lnTo>
                  <a:pt x="2572922" y="256274"/>
                </a:lnTo>
                <a:close/>
                <a:moveTo>
                  <a:pt x="1911818" y="211419"/>
                </a:moveTo>
                <a:lnTo>
                  <a:pt x="1911818" y="309031"/>
                </a:lnTo>
                <a:lnTo>
                  <a:pt x="1988792" y="309031"/>
                </a:lnTo>
                <a:lnTo>
                  <a:pt x="1988792" y="211419"/>
                </a:lnTo>
                <a:close/>
                <a:moveTo>
                  <a:pt x="627917" y="189445"/>
                </a:moveTo>
                <a:lnTo>
                  <a:pt x="627917" y="281671"/>
                </a:lnTo>
                <a:lnTo>
                  <a:pt x="725522" y="281671"/>
                </a:lnTo>
                <a:lnTo>
                  <a:pt x="725522" y="189445"/>
                </a:lnTo>
                <a:close/>
                <a:moveTo>
                  <a:pt x="1512482" y="188545"/>
                </a:moveTo>
                <a:lnTo>
                  <a:pt x="1512482" y="214398"/>
                </a:lnTo>
                <a:lnTo>
                  <a:pt x="1717722" y="214398"/>
                </a:lnTo>
                <a:lnTo>
                  <a:pt x="1717722" y="188545"/>
                </a:lnTo>
                <a:close/>
                <a:moveTo>
                  <a:pt x="159399" y="186309"/>
                </a:moveTo>
                <a:cubicBezTo>
                  <a:pt x="174315" y="239263"/>
                  <a:pt x="197613" y="280616"/>
                  <a:pt x="229293" y="310367"/>
                </a:cubicBezTo>
                <a:cubicBezTo>
                  <a:pt x="266279" y="276172"/>
                  <a:pt x="292708" y="234819"/>
                  <a:pt x="308582" y="186309"/>
                </a:cubicBezTo>
                <a:close/>
                <a:moveTo>
                  <a:pt x="2079860" y="185680"/>
                </a:moveTo>
                <a:cubicBezTo>
                  <a:pt x="2109959" y="220165"/>
                  <a:pt x="2133184" y="251341"/>
                  <a:pt x="2149533" y="279206"/>
                </a:cubicBezTo>
                <a:lnTo>
                  <a:pt x="2117072" y="299330"/>
                </a:lnTo>
                <a:cubicBezTo>
                  <a:pt x="2100861" y="267045"/>
                  <a:pt x="2079032" y="235596"/>
                  <a:pt x="2051585" y="204982"/>
                </a:cubicBezTo>
                <a:close/>
                <a:moveTo>
                  <a:pt x="1146592" y="179851"/>
                </a:moveTo>
                <a:lnTo>
                  <a:pt x="1181203" y="188302"/>
                </a:lnTo>
                <a:cubicBezTo>
                  <a:pt x="1174440" y="220868"/>
                  <a:pt x="1163991" y="252195"/>
                  <a:pt x="1149856" y="282285"/>
                </a:cubicBezTo>
                <a:lnTo>
                  <a:pt x="1116445" y="270155"/>
                </a:lnTo>
                <a:cubicBezTo>
                  <a:pt x="1132652" y="244128"/>
                  <a:pt x="1142700" y="214026"/>
                  <a:pt x="1146592" y="179851"/>
                </a:cubicBezTo>
                <a:close/>
                <a:moveTo>
                  <a:pt x="1282351" y="169085"/>
                </a:moveTo>
                <a:cubicBezTo>
                  <a:pt x="1293372" y="176343"/>
                  <a:pt x="1304404" y="181463"/>
                  <a:pt x="1315448" y="184444"/>
                </a:cubicBezTo>
                <a:cubicBezTo>
                  <a:pt x="1322830" y="186659"/>
                  <a:pt x="1326521" y="189911"/>
                  <a:pt x="1326521" y="194202"/>
                </a:cubicBezTo>
                <a:cubicBezTo>
                  <a:pt x="1326521" y="198493"/>
                  <a:pt x="1322790" y="201518"/>
                  <a:pt x="1315327" y="203275"/>
                </a:cubicBezTo>
                <a:cubicBezTo>
                  <a:pt x="1312736" y="203875"/>
                  <a:pt x="1307023" y="211777"/>
                  <a:pt x="1298189" y="226982"/>
                </a:cubicBezTo>
                <a:cubicBezTo>
                  <a:pt x="1289354" y="242186"/>
                  <a:pt x="1278232" y="258229"/>
                  <a:pt x="1264820" y="275113"/>
                </a:cubicBezTo>
                <a:lnTo>
                  <a:pt x="1237546" y="259268"/>
                </a:lnTo>
                <a:cubicBezTo>
                  <a:pt x="1262177" y="229478"/>
                  <a:pt x="1277112" y="199417"/>
                  <a:pt x="1282351" y="169085"/>
                </a:cubicBezTo>
                <a:close/>
                <a:moveTo>
                  <a:pt x="2460965" y="168363"/>
                </a:moveTo>
                <a:lnTo>
                  <a:pt x="2460965" y="226506"/>
                </a:lnTo>
                <a:lnTo>
                  <a:pt x="2572922" y="226506"/>
                </a:lnTo>
                <a:lnTo>
                  <a:pt x="2572922" y="168363"/>
                </a:lnTo>
                <a:close/>
                <a:moveTo>
                  <a:pt x="590520" y="155183"/>
                </a:moveTo>
                <a:cubicBezTo>
                  <a:pt x="611170" y="157584"/>
                  <a:pt x="640245" y="158784"/>
                  <a:pt x="677745" y="158784"/>
                </a:cubicBezTo>
                <a:cubicBezTo>
                  <a:pt x="715245" y="158784"/>
                  <a:pt x="743786" y="157584"/>
                  <a:pt x="763370" y="155183"/>
                </a:cubicBezTo>
                <a:cubicBezTo>
                  <a:pt x="761874" y="177000"/>
                  <a:pt x="761127" y="204643"/>
                  <a:pt x="761127" y="238111"/>
                </a:cubicBezTo>
                <a:cubicBezTo>
                  <a:pt x="761127" y="271580"/>
                  <a:pt x="761874" y="296770"/>
                  <a:pt x="763370" y="313682"/>
                </a:cubicBezTo>
                <a:cubicBezTo>
                  <a:pt x="734499" y="312486"/>
                  <a:pt x="702745" y="311889"/>
                  <a:pt x="668108" y="311889"/>
                </a:cubicBezTo>
                <a:cubicBezTo>
                  <a:pt x="633470" y="311889"/>
                  <a:pt x="607607" y="312636"/>
                  <a:pt x="590520" y="314132"/>
                </a:cubicBezTo>
                <a:cubicBezTo>
                  <a:pt x="592310" y="294639"/>
                  <a:pt x="593206" y="268094"/>
                  <a:pt x="593206" y="234497"/>
                </a:cubicBezTo>
                <a:cubicBezTo>
                  <a:pt x="593206" y="200900"/>
                  <a:pt x="592310" y="174462"/>
                  <a:pt x="590520" y="155183"/>
                </a:cubicBezTo>
                <a:close/>
                <a:moveTo>
                  <a:pt x="2425361" y="134552"/>
                </a:moveTo>
                <a:cubicBezTo>
                  <a:pt x="2444325" y="136952"/>
                  <a:pt x="2474846" y="138153"/>
                  <a:pt x="2516926" y="138153"/>
                </a:cubicBezTo>
                <a:cubicBezTo>
                  <a:pt x="2559005" y="138153"/>
                  <a:pt x="2589838" y="136952"/>
                  <a:pt x="2609427" y="134552"/>
                </a:cubicBezTo>
                <a:cubicBezTo>
                  <a:pt x="2608526" y="145077"/>
                  <a:pt x="2608076" y="155871"/>
                  <a:pt x="2608076" y="166935"/>
                </a:cubicBezTo>
                <a:lnTo>
                  <a:pt x="2608076" y="313596"/>
                </a:lnTo>
                <a:cubicBezTo>
                  <a:pt x="2608076" y="324469"/>
                  <a:pt x="2608526" y="335263"/>
                  <a:pt x="2609427" y="345979"/>
                </a:cubicBezTo>
                <a:cubicBezTo>
                  <a:pt x="2589519" y="343883"/>
                  <a:pt x="2558758" y="342835"/>
                  <a:pt x="2517144" y="342835"/>
                </a:cubicBezTo>
                <a:cubicBezTo>
                  <a:pt x="2475529" y="342835"/>
                  <a:pt x="2444935" y="343883"/>
                  <a:pt x="2425361" y="345979"/>
                </a:cubicBezTo>
                <a:cubicBezTo>
                  <a:pt x="2426256" y="329329"/>
                  <a:pt x="2426704" y="318535"/>
                  <a:pt x="2426704" y="313596"/>
                </a:cubicBezTo>
                <a:lnTo>
                  <a:pt x="2426704" y="166935"/>
                </a:lnTo>
                <a:cubicBezTo>
                  <a:pt x="2426704" y="158248"/>
                  <a:pt x="2426256" y="147454"/>
                  <a:pt x="2425361" y="134552"/>
                </a:cubicBezTo>
                <a:close/>
                <a:moveTo>
                  <a:pt x="1512482" y="131587"/>
                </a:moveTo>
                <a:lnTo>
                  <a:pt x="1512482" y="159677"/>
                </a:lnTo>
                <a:lnTo>
                  <a:pt x="1717722" y="159677"/>
                </a:lnTo>
                <a:lnTo>
                  <a:pt x="1717722" y="131587"/>
                </a:lnTo>
                <a:close/>
                <a:moveTo>
                  <a:pt x="1190004" y="123786"/>
                </a:moveTo>
                <a:cubicBezTo>
                  <a:pt x="1204463" y="126187"/>
                  <a:pt x="1218096" y="127387"/>
                  <a:pt x="1230902" y="127387"/>
                </a:cubicBezTo>
                <a:cubicBezTo>
                  <a:pt x="1239932" y="127387"/>
                  <a:pt x="1244447" y="129994"/>
                  <a:pt x="1244447" y="135209"/>
                </a:cubicBezTo>
                <a:cubicBezTo>
                  <a:pt x="1244447" y="140424"/>
                  <a:pt x="1242503" y="144220"/>
                  <a:pt x="1238617" y="146596"/>
                </a:cubicBezTo>
                <a:cubicBezTo>
                  <a:pt x="1232035" y="150802"/>
                  <a:pt x="1228744" y="172231"/>
                  <a:pt x="1228744" y="210883"/>
                </a:cubicBezTo>
                <a:cubicBezTo>
                  <a:pt x="1228744" y="217022"/>
                  <a:pt x="1228437" y="226118"/>
                  <a:pt x="1227823" y="238172"/>
                </a:cubicBezTo>
                <a:cubicBezTo>
                  <a:pt x="1236891" y="273581"/>
                  <a:pt x="1250575" y="302266"/>
                  <a:pt x="1268875" y="324226"/>
                </a:cubicBezTo>
                <a:cubicBezTo>
                  <a:pt x="1287174" y="346186"/>
                  <a:pt x="1315212" y="367729"/>
                  <a:pt x="1352989" y="388855"/>
                </a:cubicBezTo>
                <a:cubicBezTo>
                  <a:pt x="1338930" y="399361"/>
                  <a:pt x="1329245" y="410484"/>
                  <a:pt x="1323935" y="422224"/>
                </a:cubicBezTo>
                <a:cubicBezTo>
                  <a:pt x="1288764" y="396592"/>
                  <a:pt x="1263092" y="373707"/>
                  <a:pt x="1246918" y="353569"/>
                </a:cubicBezTo>
                <a:cubicBezTo>
                  <a:pt x="1230745" y="333431"/>
                  <a:pt x="1220274" y="311762"/>
                  <a:pt x="1215507" y="288564"/>
                </a:cubicBezTo>
                <a:cubicBezTo>
                  <a:pt x="1201986" y="347548"/>
                  <a:pt x="1158638" y="393596"/>
                  <a:pt x="1085462" y="426710"/>
                </a:cubicBezTo>
                <a:cubicBezTo>
                  <a:pt x="1079100" y="416342"/>
                  <a:pt x="1069991" y="406741"/>
                  <a:pt x="1058138" y="397906"/>
                </a:cubicBezTo>
                <a:cubicBezTo>
                  <a:pt x="1102338" y="378937"/>
                  <a:pt x="1133971" y="358756"/>
                  <a:pt x="1153035" y="337363"/>
                </a:cubicBezTo>
                <a:cubicBezTo>
                  <a:pt x="1172099" y="315970"/>
                  <a:pt x="1183998" y="290628"/>
                  <a:pt x="1188732" y="261336"/>
                </a:cubicBezTo>
                <a:cubicBezTo>
                  <a:pt x="1193466" y="232044"/>
                  <a:pt x="1195833" y="207155"/>
                  <a:pt x="1195833" y="186669"/>
                </a:cubicBezTo>
                <a:cubicBezTo>
                  <a:pt x="1195833" y="166183"/>
                  <a:pt x="1193890" y="145222"/>
                  <a:pt x="1190004" y="123786"/>
                </a:cubicBezTo>
                <a:close/>
                <a:moveTo>
                  <a:pt x="938837" y="112128"/>
                </a:moveTo>
                <a:lnTo>
                  <a:pt x="976234" y="114721"/>
                </a:lnTo>
                <a:cubicBezTo>
                  <a:pt x="973477" y="160232"/>
                  <a:pt x="968652" y="199044"/>
                  <a:pt x="961761" y="231157"/>
                </a:cubicBezTo>
                <a:lnTo>
                  <a:pt x="925378" y="226921"/>
                </a:lnTo>
                <a:cubicBezTo>
                  <a:pt x="934946" y="185611"/>
                  <a:pt x="939432" y="147347"/>
                  <a:pt x="938837" y="112128"/>
                </a:cubicBezTo>
                <a:close/>
                <a:moveTo>
                  <a:pt x="2345079" y="88353"/>
                </a:moveTo>
                <a:cubicBezTo>
                  <a:pt x="2356395" y="91444"/>
                  <a:pt x="2363256" y="93191"/>
                  <a:pt x="2365664" y="93593"/>
                </a:cubicBezTo>
                <a:cubicBezTo>
                  <a:pt x="2368071" y="93996"/>
                  <a:pt x="2373493" y="94197"/>
                  <a:pt x="2381930" y="94197"/>
                </a:cubicBezTo>
                <a:cubicBezTo>
                  <a:pt x="2390367" y="94197"/>
                  <a:pt x="2394585" y="96360"/>
                  <a:pt x="2394585" y="100687"/>
                </a:cubicBezTo>
                <a:cubicBezTo>
                  <a:pt x="2394585" y="105014"/>
                  <a:pt x="2391735" y="109473"/>
                  <a:pt x="2386034" y="114064"/>
                </a:cubicBezTo>
                <a:cubicBezTo>
                  <a:pt x="2385725" y="114326"/>
                  <a:pt x="2385055" y="117034"/>
                  <a:pt x="2384023" y="122190"/>
                </a:cubicBezTo>
                <a:cubicBezTo>
                  <a:pt x="2382992" y="127345"/>
                  <a:pt x="2382477" y="133290"/>
                  <a:pt x="2382477" y="140024"/>
                </a:cubicBezTo>
                <a:lnTo>
                  <a:pt x="2382477" y="430746"/>
                </a:lnTo>
                <a:lnTo>
                  <a:pt x="2342836" y="430746"/>
                </a:lnTo>
                <a:cubicBezTo>
                  <a:pt x="2345822" y="400485"/>
                  <a:pt x="2347315" y="378180"/>
                  <a:pt x="2347315" y="363831"/>
                </a:cubicBezTo>
                <a:lnTo>
                  <a:pt x="2347315" y="149440"/>
                </a:lnTo>
                <a:cubicBezTo>
                  <a:pt x="2347315" y="130290"/>
                  <a:pt x="2346570" y="109928"/>
                  <a:pt x="2345079" y="88353"/>
                </a:cubicBezTo>
                <a:close/>
                <a:moveTo>
                  <a:pt x="1911818" y="80452"/>
                </a:moveTo>
                <a:lnTo>
                  <a:pt x="1911818" y="181658"/>
                </a:lnTo>
                <a:lnTo>
                  <a:pt x="1988792" y="181658"/>
                </a:lnTo>
                <a:lnTo>
                  <a:pt x="1988792" y="80452"/>
                </a:lnTo>
                <a:close/>
                <a:moveTo>
                  <a:pt x="2695537" y="44848"/>
                </a:moveTo>
                <a:cubicBezTo>
                  <a:pt x="2693447" y="58783"/>
                  <a:pt x="2692401" y="77202"/>
                  <a:pt x="2692401" y="100105"/>
                </a:cubicBezTo>
                <a:lnTo>
                  <a:pt x="2692401" y="374146"/>
                </a:lnTo>
                <a:cubicBezTo>
                  <a:pt x="2692401" y="390096"/>
                  <a:pt x="2690452" y="402056"/>
                  <a:pt x="2686554" y="410026"/>
                </a:cubicBezTo>
                <a:cubicBezTo>
                  <a:pt x="2682656" y="417996"/>
                  <a:pt x="2675747" y="423363"/>
                  <a:pt x="2665826" y="426128"/>
                </a:cubicBezTo>
                <a:cubicBezTo>
                  <a:pt x="2655906" y="428893"/>
                  <a:pt x="2639140" y="430582"/>
                  <a:pt x="2615527" y="431196"/>
                </a:cubicBezTo>
                <a:cubicBezTo>
                  <a:pt x="2616427" y="416966"/>
                  <a:pt x="2612391" y="402705"/>
                  <a:pt x="2603419" y="388412"/>
                </a:cubicBezTo>
                <a:cubicBezTo>
                  <a:pt x="2620440" y="391108"/>
                  <a:pt x="2632348" y="392456"/>
                  <a:pt x="2639145" y="392456"/>
                </a:cubicBezTo>
                <a:cubicBezTo>
                  <a:pt x="2645941" y="392456"/>
                  <a:pt x="2650580" y="391484"/>
                  <a:pt x="2653064" y="389541"/>
                </a:cubicBezTo>
                <a:cubicBezTo>
                  <a:pt x="2655548" y="387598"/>
                  <a:pt x="2656790" y="382914"/>
                  <a:pt x="2656790" y="375489"/>
                </a:cubicBezTo>
                <a:lnTo>
                  <a:pt x="2656790" y="80452"/>
                </a:lnTo>
                <a:lnTo>
                  <a:pt x="2575701" y="80452"/>
                </a:lnTo>
                <a:cubicBezTo>
                  <a:pt x="2543897" y="80452"/>
                  <a:pt x="2514862" y="81350"/>
                  <a:pt x="2488597" y="83146"/>
                </a:cubicBezTo>
                <a:lnTo>
                  <a:pt x="2488597" y="45298"/>
                </a:lnTo>
                <a:cubicBezTo>
                  <a:pt x="2513776" y="47398"/>
                  <a:pt x="2549457" y="48448"/>
                  <a:pt x="2595639" y="48448"/>
                </a:cubicBezTo>
                <a:cubicBezTo>
                  <a:pt x="2641821" y="48448"/>
                  <a:pt x="2675121" y="47248"/>
                  <a:pt x="2695537" y="44848"/>
                </a:cubicBezTo>
                <a:close/>
                <a:moveTo>
                  <a:pt x="1872627" y="44848"/>
                </a:moveTo>
                <a:cubicBezTo>
                  <a:pt x="1885624" y="47548"/>
                  <a:pt x="1911582" y="48899"/>
                  <a:pt x="1950501" y="48899"/>
                </a:cubicBezTo>
                <a:cubicBezTo>
                  <a:pt x="1989421" y="48899"/>
                  <a:pt x="2015398" y="47548"/>
                  <a:pt x="2028433" y="44848"/>
                </a:cubicBezTo>
                <a:cubicBezTo>
                  <a:pt x="2026642" y="55983"/>
                  <a:pt x="2025747" y="74102"/>
                  <a:pt x="2025747" y="99205"/>
                </a:cubicBezTo>
                <a:lnTo>
                  <a:pt x="2025747" y="316732"/>
                </a:lnTo>
                <a:cubicBezTo>
                  <a:pt x="2025747" y="336077"/>
                  <a:pt x="2026792" y="357337"/>
                  <a:pt x="2028883" y="380511"/>
                </a:cubicBezTo>
                <a:lnTo>
                  <a:pt x="1988792" y="380511"/>
                </a:lnTo>
                <a:lnTo>
                  <a:pt x="1988792" y="338799"/>
                </a:lnTo>
                <a:lnTo>
                  <a:pt x="1911818" y="338799"/>
                </a:lnTo>
                <a:lnTo>
                  <a:pt x="1911818" y="391727"/>
                </a:lnTo>
                <a:lnTo>
                  <a:pt x="1872177" y="391727"/>
                </a:lnTo>
                <a:cubicBezTo>
                  <a:pt x="1874273" y="371325"/>
                  <a:pt x="1875321" y="348419"/>
                  <a:pt x="1875321" y="323011"/>
                </a:cubicBezTo>
                <a:lnTo>
                  <a:pt x="1875321" y="99205"/>
                </a:lnTo>
                <a:cubicBezTo>
                  <a:pt x="1875321" y="75659"/>
                  <a:pt x="1874423" y="57540"/>
                  <a:pt x="1872627" y="44848"/>
                </a:cubicBezTo>
                <a:close/>
                <a:moveTo>
                  <a:pt x="349594" y="28253"/>
                </a:moveTo>
                <a:cubicBezTo>
                  <a:pt x="356004" y="41793"/>
                  <a:pt x="363617" y="52968"/>
                  <a:pt x="372433" y="61779"/>
                </a:cubicBezTo>
                <a:cubicBezTo>
                  <a:pt x="376028" y="65374"/>
                  <a:pt x="377826" y="69312"/>
                  <a:pt x="377826" y="73591"/>
                </a:cubicBezTo>
                <a:cubicBezTo>
                  <a:pt x="377826" y="77870"/>
                  <a:pt x="375800" y="80010"/>
                  <a:pt x="371747" y="80010"/>
                </a:cubicBezTo>
                <a:cubicBezTo>
                  <a:pt x="367694" y="80010"/>
                  <a:pt x="364627" y="79662"/>
                  <a:pt x="362546" y="78967"/>
                </a:cubicBezTo>
                <a:cubicBezTo>
                  <a:pt x="357507" y="77566"/>
                  <a:pt x="349408" y="76866"/>
                  <a:pt x="338250" y="76866"/>
                </a:cubicBezTo>
                <a:cubicBezTo>
                  <a:pt x="327091" y="76866"/>
                  <a:pt x="308854" y="77834"/>
                  <a:pt x="283539" y="79770"/>
                </a:cubicBezTo>
                <a:cubicBezTo>
                  <a:pt x="258224" y="81706"/>
                  <a:pt x="225280" y="83575"/>
                  <a:pt x="184706" y="85378"/>
                </a:cubicBezTo>
                <a:cubicBezTo>
                  <a:pt x="144132" y="87181"/>
                  <a:pt x="116858" y="87782"/>
                  <a:pt x="102885" y="87182"/>
                </a:cubicBezTo>
                <a:lnTo>
                  <a:pt x="102885" y="153847"/>
                </a:lnTo>
                <a:lnTo>
                  <a:pt x="254847" y="153847"/>
                </a:lnTo>
                <a:cubicBezTo>
                  <a:pt x="293809" y="153847"/>
                  <a:pt x="327775" y="152797"/>
                  <a:pt x="356745" y="150697"/>
                </a:cubicBezTo>
                <a:cubicBezTo>
                  <a:pt x="333042" y="230759"/>
                  <a:pt x="298654" y="290950"/>
                  <a:pt x="253582" y="331270"/>
                </a:cubicBezTo>
                <a:cubicBezTo>
                  <a:pt x="291487" y="356649"/>
                  <a:pt x="340226" y="372958"/>
                  <a:pt x="399800" y="380197"/>
                </a:cubicBezTo>
                <a:cubicBezTo>
                  <a:pt x="390323" y="391746"/>
                  <a:pt x="382403" y="405755"/>
                  <a:pt x="376040" y="422224"/>
                </a:cubicBezTo>
                <a:cubicBezTo>
                  <a:pt x="312027" y="405812"/>
                  <a:pt x="262347" y="383386"/>
                  <a:pt x="227000" y="354944"/>
                </a:cubicBezTo>
                <a:cubicBezTo>
                  <a:pt x="192963" y="382400"/>
                  <a:pt x="149126" y="406022"/>
                  <a:pt x="95491" y="425810"/>
                </a:cubicBezTo>
                <a:cubicBezTo>
                  <a:pt x="90390" y="411818"/>
                  <a:pt x="81284" y="400433"/>
                  <a:pt x="68173" y="391656"/>
                </a:cubicBezTo>
                <a:cubicBezTo>
                  <a:pt x="125376" y="374849"/>
                  <a:pt x="170079" y="355108"/>
                  <a:pt x="202283" y="332434"/>
                </a:cubicBezTo>
                <a:cubicBezTo>
                  <a:pt x="169745" y="297544"/>
                  <a:pt x="143249" y="248835"/>
                  <a:pt x="122794" y="186309"/>
                </a:cubicBezTo>
                <a:lnTo>
                  <a:pt x="102856" y="186309"/>
                </a:lnTo>
                <a:cubicBezTo>
                  <a:pt x="102575" y="232576"/>
                  <a:pt x="97585" y="273821"/>
                  <a:pt x="87886" y="310042"/>
                </a:cubicBezTo>
                <a:cubicBezTo>
                  <a:pt x="78188" y="346263"/>
                  <a:pt x="61625" y="381714"/>
                  <a:pt x="38198" y="416395"/>
                </a:cubicBezTo>
                <a:cubicBezTo>
                  <a:pt x="27197" y="408103"/>
                  <a:pt x="14464" y="401959"/>
                  <a:pt x="0" y="397964"/>
                </a:cubicBezTo>
                <a:cubicBezTo>
                  <a:pt x="43954" y="349053"/>
                  <a:pt x="65930" y="275779"/>
                  <a:pt x="65930" y="178143"/>
                </a:cubicBezTo>
                <a:cubicBezTo>
                  <a:pt x="65930" y="134681"/>
                  <a:pt x="64885" y="91894"/>
                  <a:pt x="62794" y="49784"/>
                </a:cubicBezTo>
                <a:cubicBezTo>
                  <a:pt x="90269" y="50684"/>
                  <a:pt x="116163" y="51135"/>
                  <a:pt x="140475" y="51135"/>
                </a:cubicBezTo>
                <a:cubicBezTo>
                  <a:pt x="244117" y="51135"/>
                  <a:pt x="313823" y="43507"/>
                  <a:pt x="349594" y="28253"/>
                </a:cubicBezTo>
                <a:close/>
                <a:moveTo>
                  <a:pt x="984135" y="9865"/>
                </a:moveTo>
                <a:cubicBezTo>
                  <a:pt x="996208" y="12265"/>
                  <a:pt x="1007776" y="13466"/>
                  <a:pt x="1018840" y="13466"/>
                </a:cubicBezTo>
                <a:cubicBezTo>
                  <a:pt x="1029903" y="13466"/>
                  <a:pt x="1035435" y="15763"/>
                  <a:pt x="1035435" y="20359"/>
                </a:cubicBezTo>
                <a:cubicBezTo>
                  <a:pt x="1035435" y="24955"/>
                  <a:pt x="1033492" y="28523"/>
                  <a:pt x="1029605" y="31064"/>
                </a:cubicBezTo>
                <a:cubicBezTo>
                  <a:pt x="1025719" y="33605"/>
                  <a:pt x="1023776" y="40321"/>
                  <a:pt x="1023776" y="51213"/>
                </a:cubicBezTo>
                <a:lnTo>
                  <a:pt x="1023776" y="108046"/>
                </a:lnTo>
                <a:lnTo>
                  <a:pt x="1045200" y="95083"/>
                </a:lnTo>
                <a:cubicBezTo>
                  <a:pt x="1062955" y="120062"/>
                  <a:pt x="1077492" y="149133"/>
                  <a:pt x="1088813" y="182294"/>
                </a:cubicBezTo>
                <a:lnTo>
                  <a:pt x="1056844" y="196174"/>
                </a:lnTo>
                <a:cubicBezTo>
                  <a:pt x="1053463" y="182975"/>
                  <a:pt x="1048666" y="169243"/>
                  <a:pt x="1042453" y="154980"/>
                </a:cubicBezTo>
                <a:lnTo>
                  <a:pt x="1023776" y="118753"/>
                </a:lnTo>
                <a:lnTo>
                  <a:pt x="1023776" y="348579"/>
                </a:lnTo>
                <a:cubicBezTo>
                  <a:pt x="1023776" y="364752"/>
                  <a:pt x="1025271" y="391094"/>
                  <a:pt x="1028262" y="427603"/>
                </a:cubicBezTo>
                <a:lnTo>
                  <a:pt x="984135" y="427603"/>
                </a:lnTo>
                <a:cubicBezTo>
                  <a:pt x="987126" y="394970"/>
                  <a:pt x="988622" y="368479"/>
                  <a:pt x="988622" y="348129"/>
                </a:cubicBezTo>
                <a:lnTo>
                  <a:pt x="988622" y="73644"/>
                </a:lnTo>
                <a:cubicBezTo>
                  <a:pt x="988622" y="50342"/>
                  <a:pt x="987126" y="29082"/>
                  <a:pt x="984135" y="9865"/>
                </a:cubicBezTo>
                <a:close/>
                <a:moveTo>
                  <a:pt x="2379362" y="8522"/>
                </a:moveTo>
                <a:cubicBezTo>
                  <a:pt x="2409628" y="29763"/>
                  <a:pt x="2434438" y="51130"/>
                  <a:pt x="2453793" y="72623"/>
                </a:cubicBezTo>
                <a:lnTo>
                  <a:pt x="2426011" y="98398"/>
                </a:lnTo>
                <a:cubicBezTo>
                  <a:pt x="2409928" y="76304"/>
                  <a:pt x="2387434" y="54785"/>
                  <a:pt x="2358531" y="33840"/>
                </a:cubicBezTo>
                <a:close/>
                <a:moveTo>
                  <a:pt x="1127210" y="8522"/>
                </a:moveTo>
                <a:cubicBezTo>
                  <a:pt x="1142636" y="12499"/>
                  <a:pt x="1155491" y="14993"/>
                  <a:pt x="1165776" y="16005"/>
                </a:cubicBezTo>
                <a:cubicBezTo>
                  <a:pt x="1176061" y="17017"/>
                  <a:pt x="1181203" y="19654"/>
                  <a:pt x="1181203" y="23917"/>
                </a:cubicBezTo>
                <a:cubicBezTo>
                  <a:pt x="1181203" y="28179"/>
                  <a:pt x="1178803" y="32014"/>
                  <a:pt x="1174002" y="35422"/>
                </a:cubicBezTo>
                <a:cubicBezTo>
                  <a:pt x="1169201" y="38829"/>
                  <a:pt x="1163829" y="55130"/>
                  <a:pt x="1157886" y="84324"/>
                </a:cubicBezTo>
                <a:lnTo>
                  <a:pt x="1247947" y="84324"/>
                </a:lnTo>
                <a:cubicBezTo>
                  <a:pt x="1289314" y="84324"/>
                  <a:pt x="1320589" y="83277"/>
                  <a:pt x="1341773" y="81181"/>
                </a:cubicBezTo>
                <a:lnTo>
                  <a:pt x="1341773" y="117686"/>
                </a:lnTo>
                <a:cubicBezTo>
                  <a:pt x="1320146" y="115890"/>
                  <a:pt x="1288871" y="114993"/>
                  <a:pt x="1247947" y="114993"/>
                </a:cubicBezTo>
                <a:lnTo>
                  <a:pt x="1153007" y="114993"/>
                </a:lnTo>
                <a:cubicBezTo>
                  <a:pt x="1138095" y="193036"/>
                  <a:pt x="1109839" y="259715"/>
                  <a:pt x="1068239" y="315032"/>
                </a:cubicBezTo>
                <a:cubicBezTo>
                  <a:pt x="1057756" y="303997"/>
                  <a:pt x="1046167" y="296815"/>
                  <a:pt x="1033470" y="293486"/>
                </a:cubicBezTo>
                <a:cubicBezTo>
                  <a:pt x="1076656" y="250076"/>
                  <a:pt x="1104912" y="190578"/>
                  <a:pt x="1118238" y="114993"/>
                </a:cubicBezTo>
                <a:cubicBezTo>
                  <a:pt x="1102788" y="115288"/>
                  <a:pt x="1086493" y="116186"/>
                  <a:pt x="1069353" y="117686"/>
                </a:cubicBezTo>
                <a:lnTo>
                  <a:pt x="1069353" y="81181"/>
                </a:lnTo>
                <a:cubicBezTo>
                  <a:pt x="1081893" y="83029"/>
                  <a:pt x="1099405" y="84084"/>
                  <a:pt x="1121888" y="84346"/>
                </a:cubicBezTo>
                <a:cubicBezTo>
                  <a:pt x="1125736" y="57676"/>
                  <a:pt x="1127661" y="40451"/>
                  <a:pt x="1127661" y="32671"/>
                </a:cubicBezTo>
                <a:cubicBezTo>
                  <a:pt x="1127661" y="24892"/>
                  <a:pt x="1127510" y="16842"/>
                  <a:pt x="1127210" y="8522"/>
                </a:cubicBezTo>
                <a:close/>
                <a:moveTo>
                  <a:pt x="1503410" y="8072"/>
                </a:moveTo>
                <a:cubicBezTo>
                  <a:pt x="1513983" y="14535"/>
                  <a:pt x="1524893" y="18628"/>
                  <a:pt x="1536142" y="20352"/>
                </a:cubicBezTo>
                <a:cubicBezTo>
                  <a:pt x="1542791" y="21243"/>
                  <a:pt x="1546115" y="23836"/>
                  <a:pt x="1546115" y="28132"/>
                </a:cubicBezTo>
                <a:cubicBezTo>
                  <a:pt x="1546115" y="32427"/>
                  <a:pt x="1543110" y="35828"/>
                  <a:pt x="1537100" y="38333"/>
                </a:cubicBezTo>
                <a:cubicBezTo>
                  <a:pt x="1531090" y="40838"/>
                  <a:pt x="1523929" y="45105"/>
                  <a:pt x="1515618" y="51135"/>
                </a:cubicBezTo>
                <a:lnTo>
                  <a:pt x="1723194" y="51135"/>
                </a:lnTo>
                <a:cubicBezTo>
                  <a:pt x="1752841" y="51135"/>
                  <a:pt x="1775894" y="49937"/>
                  <a:pt x="1792353" y="47541"/>
                </a:cubicBezTo>
                <a:lnTo>
                  <a:pt x="1792353" y="85389"/>
                </a:lnTo>
                <a:cubicBezTo>
                  <a:pt x="1778989" y="83298"/>
                  <a:pt x="1755937" y="82253"/>
                  <a:pt x="1723194" y="82253"/>
                </a:cubicBezTo>
                <a:lnTo>
                  <a:pt x="1495759" y="82253"/>
                </a:lnTo>
                <a:lnTo>
                  <a:pt x="1480977" y="98677"/>
                </a:lnTo>
                <a:lnTo>
                  <a:pt x="1527588" y="101259"/>
                </a:lnTo>
                <a:cubicBezTo>
                  <a:pt x="1551569" y="101933"/>
                  <a:pt x="1581281" y="102270"/>
                  <a:pt x="1616724" y="102270"/>
                </a:cubicBezTo>
                <a:cubicBezTo>
                  <a:pt x="1687609" y="102270"/>
                  <a:pt x="1734789" y="101219"/>
                  <a:pt x="1758263" y="99119"/>
                </a:cubicBezTo>
                <a:cubicBezTo>
                  <a:pt x="1755872" y="113449"/>
                  <a:pt x="1754677" y="131271"/>
                  <a:pt x="1754677" y="152583"/>
                </a:cubicBezTo>
                <a:lnTo>
                  <a:pt x="1754677" y="197431"/>
                </a:lnTo>
                <a:cubicBezTo>
                  <a:pt x="1754677" y="216986"/>
                  <a:pt x="1755872" y="233610"/>
                  <a:pt x="1758263" y="247302"/>
                </a:cubicBezTo>
                <a:cubicBezTo>
                  <a:pt x="1730612" y="244611"/>
                  <a:pt x="1698739" y="243266"/>
                  <a:pt x="1662644" y="243266"/>
                </a:cubicBezTo>
                <a:lnTo>
                  <a:pt x="1560574" y="243266"/>
                </a:lnTo>
                <a:cubicBezTo>
                  <a:pt x="1551887" y="256167"/>
                  <a:pt x="1544827" y="264335"/>
                  <a:pt x="1539393" y="267769"/>
                </a:cubicBezTo>
                <a:lnTo>
                  <a:pt x="1642463" y="267769"/>
                </a:lnTo>
                <a:cubicBezTo>
                  <a:pt x="1679934" y="267769"/>
                  <a:pt x="1715096" y="266121"/>
                  <a:pt x="1747948" y="262825"/>
                </a:cubicBezTo>
                <a:cubicBezTo>
                  <a:pt x="1713834" y="314522"/>
                  <a:pt x="1683037" y="347834"/>
                  <a:pt x="1655557" y="362759"/>
                </a:cubicBezTo>
                <a:cubicBezTo>
                  <a:pt x="1690071" y="372479"/>
                  <a:pt x="1742995" y="380752"/>
                  <a:pt x="1814327" y="387577"/>
                </a:cubicBezTo>
                <a:cubicBezTo>
                  <a:pt x="1804321" y="400364"/>
                  <a:pt x="1797239" y="412958"/>
                  <a:pt x="1793082" y="425360"/>
                </a:cubicBezTo>
                <a:cubicBezTo>
                  <a:pt x="1717315" y="413363"/>
                  <a:pt x="1660560" y="399609"/>
                  <a:pt x="1622818" y="384098"/>
                </a:cubicBezTo>
                <a:cubicBezTo>
                  <a:pt x="1585294" y="402281"/>
                  <a:pt x="1522124" y="417083"/>
                  <a:pt x="1433308" y="428503"/>
                </a:cubicBezTo>
                <a:cubicBezTo>
                  <a:pt x="1429803" y="417626"/>
                  <a:pt x="1422197" y="405336"/>
                  <a:pt x="1410491" y="391634"/>
                </a:cubicBezTo>
                <a:cubicBezTo>
                  <a:pt x="1486401" y="388362"/>
                  <a:pt x="1545606" y="379590"/>
                  <a:pt x="1588106" y="365317"/>
                </a:cubicBezTo>
                <a:cubicBezTo>
                  <a:pt x="1564989" y="355892"/>
                  <a:pt x="1539424" y="339175"/>
                  <a:pt x="1511411" y="315168"/>
                </a:cubicBezTo>
                <a:lnTo>
                  <a:pt x="1531880" y="297537"/>
                </a:lnTo>
                <a:lnTo>
                  <a:pt x="1520412" y="297537"/>
                </a:lnTo>
                <a:cubicBezTo>
                  <a:pt x="1504505" y="316563"/>
                  <a:pt x="1482412" y="337344"/>
                  <a:pt x="1454132" y="359880"/>
                </a:cubicBezTo>
                <a:cubicBezTo>
                  <a:pt x="1445788" y="349684"/>
                  <a:pt x="1435878" y="341011"/>
                  <a:pt x="1424400" y="333863"/>
                </a:cubicBezTo>
                <a:cubicBezTo>
                  <a:pt x="1467939" y="307355"/>
                  <a:pt x="1501426" y="277603"/>
                  <a:pt x="1524862" y="244609"/>
                </a:cubicBezTo>
                <a:cubicBezTo>
                  <a:pt x="1502969" y="245199"/>
                  <a:pt x="1485627" y="246097"/>
                  <a:pt x="1472835" y="247302"/>
                </a:cubicBezTo>
                <a:cubicBezTo>
                  <a:pt x="1474930" y="230681"/>
                  <a:pt x="1475978" y="214057"/>
                  <a:pt x="1475978" y="197431"/>
                </a:cubicBezTo>
                <a:lnTo>
                  <a:pt x="1475978" y="152583"/>
                </a:lnTo>
                <a:cubicBezTo>
                  <a:pt x="1475978" y="142253"/>
                  <a:pt x="1475716" y="132558"/>
                  <a:pt x="1475192" y="123499"/>
                </a:cubicBezTo>
                <a:lnTo>
                  <a:pt x="1473637" y="106832"/>
                </a:lnTo>
                <a:lnTo>
                  <a:pt x="1431987" y="153112"/>
                </a:lnTo>
                <a:cubicBezTo>
                  <a:pt x="1422881" y="144658"/>
                  <a:pt x="1411829" y="137464"/>
                  <a:pt x="1398833" y="131530"/>
                </a:cubicBezTo>
                <a:cubicBezTo>
                  <a:pt x="1443671" y="99826"/>
                  <a:pt x="1478530" y="58674"/>
                  <a:pt x="1503410" y="8072"/>
                </a:cubicBezTo>
                <a:close/>
                <a:moveTo>
                  <a:pt x="2164607" y="7622"/>
                </a:moveTo>
                <a:cubicBezTo>
                  <a:pt x="2175713" y="10022"/>
                  <a:pt x="2188898" y="11222"/>
                  <a:pt x="2204162" y="11222"/>
                </a:cubicBezTo>
                <a:cubicBezTo>
                  <a:pt x="2212296" y="11222"/>
                  <a:pt x="2216363" y="13549"/>
                  <a:pt x="2216363" y="18202"/>
                </a:cubicBezTo>
                <a:cubicBezTo>
                  <a:pt x="2216363" y="22855"/>
                  <a:pt x="2214644" y="26153"/>
                  <a:pt x="2211205" y="28096"/>
                </a:cubicBezTo>
                <a:cubicBezTo>
                  <a:pt x="2207767" y="30039"/>
                  <a:pt x="2206048" y="35054"/>
                  <a:pt x="2206048" y="43141"/>
                </a:cubicBezTo>
                <a:lnTo>
                  <a:pt x="2206048" y="119765"/>
                </a:lnTo>
                <a:cubicBezTo>
                  <a:pt x="2227731" y="119512"/>
                  <a:pt x="2250606" y="118162"/>
                  <a:pt x="2274670" y="115714"/>
                </a:cubicBezTo>
                <a:lnTo>
                  <a:pt x="2274670" y="154912"/>
                </a:lnTo>
                <a:cubicBezTo>
                  <a:pt x="2255030" y="152816"/>
                  <a:pt x="2232156" y="151769"/>
                  <a:pt x="2206048" y="151769"/>
                </a:cubicBezTo>
                <a:lnTo>
                  <a:pt x="2206048" y="369660"/>
                </a:lnTo>
                <a:cubicBezTo>
                  <a:pt x="2206048" y="384548"/>
                  <a:pt x="2203621" y="396175"/>
                  <a:pt x="2198768" y="404543"/>
                </a:cubicBezTo>
                <a:cubicBezTo>
                  <a:pt x="2193915" y="412911"/>
                  <a:pt x="2184359" y="418996"/>
                  <a:pt x="2170100" y="422799"/>
                </a:cubicBezTo>
                <a:cubicBezTo>
                  <a:pt x="2155841" y="426602"/>
                  <a:pt x="2133079" y="428503"/>
                  <a:pt x="2101813" y="428503"/>
                </a:cubicBezTo>
                <a:cubicBezTo>
                  <a:pt x="2101813" y="412692"/>
                  <a:pt x="2096431" y="396935"/>
                  <a:pt x="2085668" y="381233"/>
                </a:cubicBezTo>
                <a:cubicBezTo>
                  <a:pt x="2108957" y="384829"/>
                  <a:pt x="2126313" y="386626"/>
                  <a:pt x="2137735" y="386626"/>
                </a:cubicBezTo>
                <a:cubicBezTo>
                  <a:pt x="2149158" y="386626"/>
                  <a:pt x="2157315" y="384620"/>
                  <a:pt x="2162206" y="380608"/>
                </a:cubicBezTo>
                <a:cubicBezTo>
                  <a:pt x="2167097" y="376595"/>
                  <a:pt x="2169543" y="367862"/>
                  <a:pt x="2169543" y="354408"/>
                </a:cubicBezTo>
                <a:lnTo>
                  <a:pt x="2169543" y="151318"/>
                </a:lnTo>
                <a:lnTo>
                  <a:pt x="2116708" y="151318"/>
                </a:lnTo>
                <a:cubicBezTo>
                  <a:pt x="2084399" y="151318"/>
                  <a:pt x="2054617" y="152516"/>
                  <a:pt x="2027361" y="154912"/>
                </a:cubicBezTo>
                <a:lnTo>
                  <a:pt x="2027361" y="115714"/>
                </a:lnTo>
                <a:cubicBezTo>
                  <a:pt x="2053888" y="118410"/>
                  <a:pt x="2083670" y="119757"/>
                  <a:pt x="2116708" y="119757"/>
                </a:cubicBezTo>
                <a:lnTo>
                  <a:pt x="2169543" y="119757"/>
                </a:lnTo>
                <a:cubicBezTo>
                  <a:pt x="2169543" y="64579"/>
                  <a:pt x="2167897" y="27201"/>
                  <a:pt x="2164607" y="7622"/>
                </a:cubicBezTo>
                <a:close/>
                <a:moveTo>
                  <a:pt x="656799" y="0"/>
                </a:moveTo>
                <a:cubicBezTo>
                  <a:pt x="673759" y="5762"/>
                  <a:pt x="686679" y="9360"/>
                  <a:pt x="695561" y="10794"/>
                </a:cubicBezTo>
                <a:cubicBezTo>
                  <a:pt x="703691" y="12599"/>
                  <a:pt x="707755" y="15696"/>
                  <a:pt x="707755" y="20084"/>
                </a:cubicBezTo>
                <a:cubicBezTo>
                  <a:pt x="707755" y="24473"/>
                  <a:pt x="704341" y="27888"/>
                  <a:pt x="697511" y="30328"/>
                </a:cubicBezTo>
                <a:cubicBezTo>
                  <a:pt x="690682" y="32769"/>
                  <a:pt x="677202" y="47032"/>
                  <a:pt x="657071" y="73116"/>
                </a:cubicBezTo>
                <a:lnTo>
                  <a:pt x="710356" y="73116"/>
                </a:lnTo>
                <a:cubicBezTo>
                  <a:pt x="781993" y="73116"/>
                  <a:pt x="827771" y="70870"/>
                  <a:pt x="847687" y="66379"/>
                </a:cubicBezTo>
                <a:cubicBezTo>
                  <a:pt x="845597" y="80843"/>
                  <a:pt x="844551" y="110473"/>
                  <a:pt x="844551" y="155269"/>
                </a:cubicBezTo>
                <a:lnTo>
                  <a:pt x="844551" y="370560"/>
                </a:lnTo>
                <a:cubicBezTo>
                  <a:pt x="844551" y="381747"/>
                  <a:pt x="842285" y="390391"/>
                  <a:pt x="837754" y="396492"/>
                </a:cubicBezTo>
                <a:cubicBezTo>
                  <a:pt x="833222" y="402593"/>
                  <a:pt x="823890" y="407135"/>
                  <a:pt x="809758" y="410119"/>
                </a:cubicBezTo>
                <a:cubicBezTo>
                  <a:pt x="795625" y="413102"/>
                  <a:pt x="772478" y="414744"/>
                  <a:pt x="740317" y="415044"/>
                </a:cubicBezTo>
                <a:cubicBezTo>
                  <a:pt x="741217" y="399781"/>
                  <a:pt x="736433" y="384774"/>
                  <a:pt x="725965" y="370024"/>
                </a:cubicBezTo>
                <a:cubicBezTo>
                  <a:pt x="751568" y="373615"/>
                  <a:pt x="769974" y="375411"/>
                  <a:pt x="781183" y="375411"/>
                </a:cubicBezTo>
                <a:cubicBezTo>
                  <a:pt x="792391" y="375411"/>
                  <a:pt x="799372" y="374034"/>
                  <a:pt x="802125" y="371282"/>
                </a:cubicBezTo>
                <a:cubicBezTo>
                  <a:pt x="804877" y="368529"/>
                  <a:pt x="806254" y="363355"/>
                  <a:pt x="806254" y="355758"/>
                </a:cubicBezTo>
                <a:lnTo>
                  <a:pt x="806254" y="103777"/>
                </a:lnTo>
                <a:lnTo>
                  <a:pt x="541799" y="103777"/>
                </a:lnTo>
                <a:lnTo>
                  <a:pt x="541799" y="415944"/>
                </a:lnTo>
                <a:lnTo>
                  <a:pt x="499022" y="415944"/>
                </a:lnTo>
                <a:cubicBezTo>
                  <a:pt x="502308" y="381526"/>
                  <a:pt x="503951" y="344121"/>
                  <a:pt x="503951" y="303730"/>
                </a:cubicBezTo>
                <a:lnTo>
                  <a:pt x="503951" y="155269"/>
                </a:lnTo>
                <a:cubicBezTo>
                  <a:pt x="503951" y="121217"/>
                  <a:pt x="502756" y="91587"/>
                  <a:pt x="500365" y="66379"/>
                </a:cubicBezTo>
                <a:cubicBezTo>
                  <a:pt x="515358" y="70870"/>
                  <a:pt x="538858" y="73116"/>
                  <a:pt x="570867" y="73116"/>
                </a:cubicBezTo>
                <a:lnTo>
                  <a:pt x="622952" y="73116"/>
                </a:lnTo>
                <a:cubicBezTo>
                  <a:pt x="639430" y="47975"/>
                  <a:pt x="650713" y="23603"/>
                  <a:pt x="6567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C2065D-6632-4A22-9136-B9923EE03425}"/>
              </a:ext>
            </a:extLst>
          </p:cNvPr>
          <p:cNvSpPr txBox="1"/>
          <p:nvPr/>
        </p:nvSpPr>
        <p:spPr>
          <a:xfrm>
            <a:off x="7192301" y="282091"/>
            <a:ext cx="512174" cy="362299"/>
          </a:xfrm>
          <a:custGeom>
            <a:avLst/>
            <a:gdLst/>
            <a:ahLst/>
            <a:cxnLst/>
            <a:rect l="l" t="t" r="r" b="b"/>
            <a:pathLst>
              <a:path w="565435" h="399975">
                <a:moveTo>
                  <a:pt x="454093" y="233776"/>
                </a:moveTo>
                <a:cubicBezTo>
                  <a:pt x="462124" y="233776"/>
                  <a:pt x="468337" y="236408"/>
                  <a:pt x="472732" y="241671"/>
                </a:cubicBezTo>
                <a:cubicBezTo>
                  <a:pt x="477127" y="246934"/>
                  <a:pt x="479324" y="253852"/>
                  <a:pt x="479324" y="262425"/>
                </a:cubicBezTo>
                <a:cubicBezTo>
                  <a:pt x="479324" y="267309"/>
                  <a:pt x="478565" y="271650"/>
                  <a:pt x="477046" y="275448"/>
                </a:cubicBezTo>
                <a:lnTo>
                  <a:pt x="479324" y="276425"/>
                </a:lnTo>
                <a:cubicBezTo>
                  <a:pt x="490285" y="261774"/>
                  <a:pt x="500947" y="251004"/>
                  <a:pt x="511311" y="244113"/>
                </a:cubicBezTo>
                <a:cubicBezTo>
                  <a:pt x="521675" y="237222"/>
                  <a:pt x="532337" y="233776"/>
                  <a:pt x="543297" y="233776"/>
                </a:cubicBezTo>
                <a:cubicBezTo>
                  <a:pt x="547421" y="233776"/>
                  <a:pt x="551301" y="233993"/>
                  <a:pt x="554936" y="234427"/>
                </a:cubicBezTo>
                <a:cubicBezTo>
                  <a:pt x="558571" y="234861"/>
                  <a:pt x="562071" y="235404"/>
                  <a:pt x="565435" y="236055"/>
                </a:cubicBezTo>
                <a:lnTo>
                  <a:pt x="557134" y="275448"/>
                </a:lnTo>
                <a:lnTo>
                  <a:pt x="538251" y="275448"/>
                </a:lnTo>
                <a:cubicBezTo>
                  <a:pt x="537708" y="268937"/>
                  <a:pt x="536325" y="264270"/>
                  <a:pt x="534100" y="261449"/>
                </a:cubicBezTo>
                <a:cubicBezTo>
                  <a:pt x="531875" y="258627"/>
                  <a:pt x="528647" y="257216"/>
                  <a:pt x="524415" y="257216"/>
                </a:cubicBezTo>
                <a:cubicBezTo>
                  <a:pt x="521919" y="257108"/>
                  <a:pt x="519043" y="257868"/>
                  <a:pt x="515787" y="259495"/>
                </a:cubicBezTo>
                <a:cubicBezTo>
                  <a:pt x="512532" y="261123"/>
                  <a:pt x="509086" y="263456"/>
                  <a:pt x="505451" y="266495"/>
                </a:cubicBezTo>
                <a:cubicBezTo>
                  <a:pt x="501815" y="269534"/>
                  <a:pt x="498207" y="273115"/>
                  <a:pt x="494626" y="277238"/>
                </a:cubicBezTo>
                <a:cubicBezTo>
                  <a:pt x="491045" y="281362"/>
                  <a:pt x="487653" y="285866"/>
                  <a:pt x="484452" y="290749"/>
                </a:cubicBezTo>
                <a:cubicBezTo>
                  <a:pt x="481251" y="295633"/>
                  <a:pt x="478456" y="300815"/>
                  <a:pt x="476069" y="306295"/>
                </a:cubicBezTo>
                <a:cubicBezTo>
                  <a:pt x="473681" y="311775"/>
                  <a:pt x="471891" y="317283"/>
                  <a:pt x="470697" y="322817"/>
                </a:cubicBezTo>
                <a:lnTo>
                  <a:pt x="454093" y="399975"/>
                </a:lnTo>
                <a:lnTo>
                  <a:pt x="422188" y="399975"/>
                </a:lnTo>
                <a:lnTo>
                  <a:pt x="446606" y="293842"/>
                </a:lnTo>
                <a:cubicBezTo>
                  <a:pt x="448125" y="287548"/>
                  <a:pt x="449183" y="282339"/>
                  <a:pt x="449780" y="278215"/>
                </a:cubicBezTo>
                <a:cubicBezTo>
                  <a:pt x="450377" y="274091"/>
                  <a:pt x="450675" y="270619"/>
                  <a:pt x="450675" y="267797"/>
                </a:cubicBezTo>
                <a:cubicBezTo>
                  <a:pt x="450675" y="259875"/>
                  <a:pt x="447474" y="255914"/>
                  <a:pt x="441071" y="255914"/>
                </a:cubicBezTo>
                <a:cubicBezTo>
                  <a:pt x="439009" y="255914"/>
                  <a:pt x="436974" y="256321"/>
                  <a:pt x="434967" y="257135"/>
                </a:cubicBezTo>
                <a:cubicBezTo>
                  <a:pt x="432959" y="257949"/>
                  <a:pt x="430870" y="259170"/>
                  <a:pt x="428700" y="260798"/>
                </a:cubicBezTo>
                <a:cubicBezTo>
                  <a:pt x="426529" y="262425"/>
                  <a:pt x="424142" y="264487"/>
                  <a:pt x="421537" y="266983"/>
                </a:cubicBezTo>
                <a:cubicBezTo>
                  <a:pt x="418933" y="269479"/>
                  <a:pt x="416003" y="272409"/>
                  <a:pt x="412747" y="275773"/>
                </a:cubicBezTo>
                <a:lnTo>
                  <a:pt x="401515" y="265193"/>
                </a:lnTo>
                <a:cubicBezTo>
                  <a:pt x="406941" y="259658"/>
                  <a:pt x="411906" y="254910"/>
                  <a:pt x="416410" y="250949"/>
                </a:cubicBezTo>
                <a:cubicBezTo>
                  <a:pt x="420913" y="246988"/>
                  <a:pt x="425227" y="243733"/>
                  <a:pt x="429351" y="241183"/>
                </a:cubicBezTo>
                <a:cubicBezTo>
                  <a:pt x="433475" y="238632"/>
                  <a:pt x="437544" y="236760"/>
                  <a:pt x="441559" y="235567"/>
                </a:cubicBezTo>
                <a:cubicBezTo>
                  <a:pt x="445575" y="234373"/>
                  <a:pt x="449753" y="233776"/>
                  <a:pt x="454093" y="233776"/>
                </a:cubicBezTo>
                <a:close/>
                <a:moveTo>
                  <a:pt x="273118" y="233776"/>
                </a:moveTo>
                <a:cubicBezTo>
                  <a:pt x="281149" y="233776"/>
                  <a:pt x="287362" y="236408"/>
                  <a:pt x="291757" y="241671"/>
                </a:cubicBezTo>
                <a:cubicBezTo>
                  <a:pt x="296152" y="246934"/>
                  <a:pt x="298349" y="253852"/>
                  <a:pt x="298349" y="262425"/>
                </a:cubicBezTo>
                <a:cubicBezTo>
                  <a:pt x="298349" y="267309"/>
                  <a:pt x="297590" y="271650"/>
                  <a:pt x="296071" y="275448"/>
                </a:cubicBezTo>
                <a:lnTo>
                  <a:pt x="298349" y="276425"/>
                </a:lnTo>
                <a:cubicBezTo>
                  <a:pt x="309310" y="261774"/>
                  <a:pt x="319972" y="251004"/>
                  <a:pt x="330336" y="244113"/>
                </a:cubicBezTo>
                <a:cubicBezTo>
                  <a:pt x="340700" y="237222"/>
                  <a:pt x="351362" y="233776"/>
                  <a:pt x="362322" y="233776"/>
                </a:cubicBezTo>
                <a:cubicBezTo>
                  <a:pt x="366446" y="233776"/>
                  <a:pt x="370326" y="233993"/>
                  <a:pt x="373961" y="234427"/>
                </a:cubicBezTo>
                <a:cubicBezTo>
                  <a:pt x="377597" y="234861"/>
                  <a:pt x="381096" y="235404"/>
                  <a:pt x="384460" y="236055"/>
                </a:cubicBezTo>
                <a:lnTo>
                  <a:pt x="376159" y="275448"/>
                </a:lnTo>
                <a:lnTo>
                  <a:pt x="357276" y="275448"/>
                </a:lnTo>
                <a:cubicBezTo>
                  <a:pt x="356733" y="268937"/>
                  <a:pt x="355350" y="264270"/>
                  <a:pt x="353125" y="261449"/>
                </a:cubicBezTo>
                <a:cubicBezTo>
                  <a:pt x="350900" y="258627"/>
                  <a:pt x="347672" y="257216"/>
                  <a:pt x="343440" y="257216"/>
                </a:cubicBezTo>
                <a:cubicBezTo>
                  <a:pt x="340944" y="257108"/>
                  <a:pt x="338068" y="257868"/>
                  <a:pt x="334812" y="259495"/>
                </a:cubicBezTo>
                <a:cubicBezTo>
                  <a:pt x="331557" y="261123"/>
                  <a:pt x="328111" y="263456"/>
                  <a:pt x="324476" y="266495"/>
                </a:cubicBezTo>
                <a:cubicBezTo>
                  <a:pt x="320840" y="269534"/>
                  <a:pt x="317232" y="273115"/>
                  <a:pt x="313651" y="277238"/>
                </a:cubicBezTo>
                <a:cubicBezTo>
                  <a:pt x="310070" y="281362"/>
                  <a:pt x="306678" y="285866"/>
                  <a:pt x="303477" y="290749"/>
                </a:cubicBezTo>
                <a:cubicBezTo>
                  <a:pt x="300276" y="295633"/>
                  <a:pt x="297481" y="300815"/>
                  <a:pt x="295094" y="306295"/>
                </a:cubicBezTo>
                <a:cubicBezTo>
                  <a:pt x="292706" y="311775"/>
                  <a:pt x="290916" y="317283"/>
                  <a:pt x="289722" y="322817"/>
                </a:cubicBezTo>
                <a:lnTo>
                  <a:pt x="273118" y="399975"/>
                </a:lnTo>
                <a:lnTo>
                  <a:pt x="241213" y="399975"/>
                </a:lnTo>
                <a:lnTo>
                  <a:pt x="265631" y="293842"/>
                </a:lnTo>
                <a:cubicBezTo>
                  <a:pt x="267150" y="287548"/>
                  <a:pt x="268208" y="282339"/>
                  <a:pt x="268805" y="278215"/>
                </a:cubicBezTo>
                <a:cubicBezTo>
                  <a:pt x="269402" y="274091"/>
                  <a:pt x="269700" y="270619"/>
                  <a:pt x="269700" y="267797"/>
                </a:cubicBezTo>
                <a:cubicBezTo>
                  <a:pt x="269700" y="259875"/>
                  <a:pt x="266499" y="255914"/>
                  <a:pt x="260096" y="255914"/>
                </a:cubicBezTo>
                <a:cubicBezTo>
                  <a:pt x="258034" y="255914"/>
                  <a:pt x="255999" y="256321"/>
                  <a:pt x="253992" y="257135"/>
                </a:cubicBezTo>
                <a:cubicBezTo>
                  <a:pt x="251984" y="257949"/>
                  <a:pt x="249895" y="259170"/>
                  <a:pt x="247725" y="260798"/>
                </a:cubicBezTo>
                <a:cubicBezTo>
                  <a:pt x="245554" y="262425"/>
                  <a:pt x="243167" y="264487"/>
                  <a:pt x="240562" y="266983"/>
                </a:cubicBezTo>
                <a:cubicBezTo>
                  <a:pt x="237958" y="269479"/>
                  <a:pt x="235028" y="272409"/>
                  <a:pt x="231772" y="275773"/>
                </a:cubicBezTo>
                <a:lnTo>
                  <a:pt x="220540" y="265193"/>
                </a:lnTo>
                <a:cubicBezTo>
                  <a:pt x="225966" y="259658"/>
                  <a:pt x="230931" y="254910"/>
                  <a:pt x="235435" y="250949"/>
                </a:cubicBezTo>
                <a:cubicBezTo>
                  <a:pt x="239938" y="246988"/>
                  <a:pt x="244252" y="243733"/>
                  <a:pt x="248376" y="241183"/>
                </a:cubicBezTo>
                <a:cubicBezTo>
                  <a:pt x="252500" y="238632"/>
                  <a:pt x="256569" y="236760"/>
                  <a:pt x="260584" y="235567"/>
                </a:cubicBezTo>
                <a:cubicBezTo>
                  <a:pt x="264600" y="234373"/>
                  <a:pt x="268778" y="233776"/>
                  <a:pt x="273118" y="233776"/>
                </a:cubicBezTo>
                <a:close/>
                <a:moveTo>
                  <a:pt x="0" y="0"/>
                </a:moveTo>
                <a:lnTo>
                  <a:pt x="241548" y="0"/>
                </a:lnTo>
                <a:lnTo>
                  <a:pt x="241548" y="77688"/>
                </a:lnTo>
                <a:lnTo>
                  <a:pt x="219671" y="77688"/>
                </a:lnTo>
                <a:cubicBezTo>
                  <a:pt x="216396" y="64889"/>
                  <a:pt x="213159" y="54768"/>
                  <a:pt x="209959" y="47327"/>
                </a:cubicBezTo>
                <a:cubicBezTo>
                  <a:pt x="206760" y="39885"/>
                  <a:pt x="203374" y="34230"/>
                  <a:pt x="199802" y="30360"/>
                </a:cubicBezTo>
                <a:cubicBezTo>
                  <a:pt x="196230" y="26491"/>
                  <a:pt x="192398" y="23738"/>
                  <a:pt x="188305" y="22101"/>
                </a:cubicBezTo>
                <a:cubicBezTo>
                  <a:pt x="184212" y="20463"/>
                  <a:pt x="178073" y="19645"/>
                  <a:pt x="169888" y="19645"/>
                </a:cubicBezTo>
                <a:lnTo>
                  <a:pt x="141536" y="19645"/>
                </a:lnTo>
                <a:lnTo>
                  <a:pt x="141536" y="248245"/>
                </a:lnTo>
                <a:cubicBezTo>
                  <a:pt x="141536" y="257026"/>
                  <a:pt x="142019" y="264021"/>
                  <a:pt x="142987" y="269230"/>
                </a:cubicBezTo>
                <a:cubicBezTo>
                  <a:pt x="143954" y="274439"/>
                  <a:pt x="145443" y="278569"/>
                  <a:pt x="147452" y="281620"/>
                </a:cubicBezTo>
                <a:cubicBezTo>
                  <a:pt x="149461" y="284671"/>
                  <a:pt x="152177" y="287052"/>
                  <a:pt x="155600" y="288763"/>
                </a:cubicBezTo>
                <a:cubicBezTo>
                  <a:pt x="159023" y="290475"/>
                  <a:pt x="164381" y="292149"/>
                  <a:pt x="171673" y="293786"/>
                </a:cubicBezTo>
                <a:lnTo>
                  <a:pt x="171673" y="304725"/>
                </a:lnTo>
                <a:lnTo>
                  <a:pt x="69652" y="304725"/>
                </a:lnTo>
                <a:lnTo>
                  <a:pt x="69652" y="293786"/>
                </a:lnTo>
                <a:cubicBezTo>
                  <a:pt x="74117" y="292744"/>
                  <a:pt x="78061" y="291628"/>
                  <a:pt x="81484" y="290438"/>
                </a:cubicBezTo>
                <a:cubicBezTo>
                  <a:pt x="84907" y="289247"/>
                  <a:pt x="87697" y="287796"/>
                  <a:pt x="89855" y="286084"/>
                </a:cubicBezTo>
                <a:cubicBezTo>
                  <a:pt x="92013" y="284373"/>
                  <a:pt x="93799" y="282178"/>
                  <a:pt x="95213" y="279499"/>
                </a:cubicBezTo>
                <a:cubicBezTo>
                  <a:pt x="96627" y="276820"/>
                  <a:pt x="97743" y="273174"/>
                  <a:pt x="98562" y="268560"/>
                </a:cubicBezTo>
                <a:cubicBezTo>
                  <a:pt x="99380" y="263946"/>
                  <a:pt x="99789" y="257175"/>
                  <a:pt x="99789" y="248245"/>
                </a:cubicBezTo>
                <a:lnTo>
                  <a:pt x="99789" y="19645"/>
                </a:lnTo>
                <a:lnTo>
                  <a:pt x="71661" y="19645"/>
                </a:lnTo>
                <a:cubicBezTo>
                  <a:pt x="64666" y="19645"/>
                  <a:pt x="58899" y="20315"/>
                  <a:pt x="54360" y="21654"/>
                </a:cubicBezTo>
                <a:cubicBezTo>
                  <a:pt x="49820" y="22993"/>
                  <a:pt x="45616" y="25784"/>
                  <a:pt x="41747" y="30026"/>
                </a:cubicBezTo>
                <a:cubicBezTo>
                  <a:pt x="37877" y="34267"/>
                  <a:pt x="34342" y="40295"/>
                  <a:pt x="31143" y="48108"/>
                </a:cubicBezTo>
                <a:cubicBezTo>
                  <a:pt x="27943" y="55922"/>
                  <a:pt x="24929" y="65782"/>
                  <a:pt x="22101" y="77688"/>
                </a:cubicBezTo>
                <a:lnTo>
                  <a:pt x="0" y="77688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B6A4F5B-E3D1-44A7-AF40-D83DE31C9133}"/>
              </a:ext>
            </a:extLst>
          </p:cNvPr>
          <p:cNvCxnSpPr>
            <a:cxnSpLocks/>
          </p:cNvCxnSpPr>
          <p:nvPr/>
        </p:nvCxnSpPr>
        <p:spPr>
          <a:xfrm>
            <a:off x="3796537" y="1875687"/>
            <a:ext cx="56587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4DE22E4-7074-4C68-BF54-9B21ED639854}"/>
              </a:ext>
            </a:extLst>
          </p:cNvPr>
          <p:cNvCxnSpPr>
            <a:cxnSpLocks/>
          </p:cNvCxnSpPr>
          <p:nvPr/>
        </p:nvCxnSpPr>
        <p:spPr>
          <a:xfrm flipV="1">
            <a:off x="3813603" y="1087291"/>
            <a:ext cx="0" cy="209827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A73364B-0803-4A9C-9E7E-C8F2BDA359FD}"/>
              </a:ext>
            </a:extLst>
          </p:cNvPr>
          <p:cNvCxnSpPr>
            <a:cxnSpLocks/>
          </p:cNvCxnSpPr>
          <p:nvPr/>
        </p:nvCxnSpPr>
        <p:spPr>
          <a:xfrm>
            <a:off x="3796537" y="4744837"/>
            <a:ext cx="56587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CACFCD3-5A69-46DB-8E84-FE28D91E7470}"/>
              </a:ext>
            </a:extLst>
          </p:cNvPr>
          <p:cNvCxnSpPr>
            <a:cxnSpLocks/>
          </p:cNvCxnSpPr>
          <p:nvPr/>
        </p:nvCxnSpPr>
        <p:spPr>
          <a:xfrm flipV="1">
            <a:off x="3813603" y="3575667"/>
            <a:ext cx="0" cy="22240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BDE2191-B63F-4CF6-B4D7-7EF8649481B3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7771663" y="3692742"/>
            <a:ext cx="0" cy="1145869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DD4B26A-A62D-4C51-B550-1FB6B5E85A99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501517" y="3692742"/>
            <a:ext cx="10349" cy="1046538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24F9CD0-E47A-4B46-8ECE-A26486945FAB}"/>
              </a:ext>
            </a:extLst>
          </p:cNvPr>
          <p:cNvGrpSpPr/>
          <p:nvPr/>
        </p:nvGrpSpPr>
        <p:grpSpPr>
          <a:xfrm>
            <a:off x="5520144" y="3573771"/>
            <a:ext cx="2251519" cy="346021"/>
            <a:chOff x="5520144" y="3573771"/>
            <a:chExt cx="2251519" cy="346021"/>
          </a:xfrm>
        </p:grpSpPr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06866CA-3016-489D-9B9C-A30E4CBE2956}"/>
                </a:ext>
              </a:extLst>
            </p:cNvPr>
            <p:cNvCxnSpPr>
              <a:cxnSpLocks/>
            </p:cNvCxnSpPr>
            <p:nvPr/>
          </p:nvCxnSpPr>
          <p:spPr>
            <a:xfrm>
              <a:off x="5520144" y="3919792"/>
              <a:ext cx="2251519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ED227EA-EAFE-42DE-A526-03BA7F118F53}"/>
                </a:ext>
              </a:extLst>
            </p:cNvPr>
            <p:cNvSpPr txBox="1"/>
            <p:nvPr/>
          </p:nvSpPr>
          <p:spPr>
            <a:xfrm>
              <a:off x="5659944" y="3573771"/>
              <a:ext cx="2073251" cy="280414"/>
            </a:xfrm>
            <a:custGeom>
              <a:avLst/>
              <a:gdLst/>
              <a:ahLst/>
              <a:cxnLst/>
              <a:rect l="l" t="t" r="r" b="b"/>
              <a:pathLst>
                <a:path w="1590446" h="215113">
                  <a:moveTo>
                    <a:pt x="1212952" y="125959"/>
                  </a:moveTo>
                  <a:lnTo>
                    <a:pt x="1212952" y="159791"/>
                  </a:lnTo>
                  <a:lnTo>
                    <a:pt x="1274674" y="159791"/>
                  </a:lnTo>
                  <a:lnTo>
                    <a:pt x="1274674" y="125959"/>
                  </a:lnTo>
                  <a:close/>
                  <a:moveTo>
                    <a:pt x="937489" y="103099"/>
                  </a:moveTo>
                  <a:lnTo>
                    <a:pt x="937489" y="157277"/>
                  </a:lnTo>
                  <a:lnTo>
                    <a:pt x="981380" y="157277"/>
                  </a:lnTo>
                  <a:lnTo>
                    <a:pt x="981380" y="103099"/>
                  </a:lnTo>
                  <a:close/>
                  <a:moveTo>
                    <a:pt x="1025042" y="94640"/>
                  </a:moveTo>
                  <a:cubicBezTo>
                    <a:pt x="1039368" y="111404"/>
                    <a:pt x="1050569" y="126263"/>
                    <a:pt x="1058647" y="139217"/>
                  </a:cubicBezTo>
                  <a:lnTo>
                    <a:pt x="1045388" y="147904"/>
                  </a:lnTo>
                  <a:cubicBezTo>
                    <a:pt x="1037768" y="132055"/>
                    <a:pt x="1027100" y="116891"/>
                    <a:pt x="1013384" y="102413"/>
                  </a:cubicBezTo>
                  <a:close/>
                  <a:moveTo>
                    <a:pt x="306095" y="91897"/>
                  </a:moveTo>
                  <a:lnTo>
                    <a:pt x="306095" y="143332"/>
                  </a:lnTo>
                  <a:lnTo>
                    <a:pt x="360502" y="143332"/>
                  </a:lnTo>
                  <a:lnTo>
                    <a:pt x="360502" y="91897"/>
                  </a:lnTo>
                  <a:close/>
                  <a:moveTo>
                    <a:pt x="565556" y="91669"/>
                  </a:moveTo>
                  <a:lnTo>
                    <a:pt x="578815" y="95098"/>
                  </a:lnTo>
                  <a:cubicBezTo>
                    <a:pt x="575462" y="110185"/>
                    <a:pt x="570509" y="124892"/>
                    <a:pt x="563956" y="139217"/>
                  </a:cubicBezTo>
                  <a:lnTo>
                    <a:pt x="550469" y="134188"/>
                  </a:lnTo>
                  <a:cubicBezTo>
                    <a:pt x="558698" y="122149"/>
                    <a:pt x="563728" y="107975"/>
                    <a:pt x="565556" y="91669"/>
                  </a:cubicBezTo>
                  <a:close/>
                  <a:moveTo>
                    <a:pt x="738378" y="91440"/>
                  </a:moveTo>
                  <a:lnTo>
                    <a:pt x="738378" y="109042"/>
                  </a:lnTo>
                  <a:lnTo>
                    <a:pt x="847649" y="109042"/>
                  </a:lnTo>
                  <a:lnTo>
                    <a:pt x="847649" y="91440"/>
                  </a:lnTo>
                  <a:close/>
                  <a:moveTo>
                    <a:pt x="76581" y="90297"/>
                  </a:moveTo>
                  <a:cubicBezTo>
                    <a:pt x="84353" y="119558"/>
                    <a:pt x="97003" y="142189"/>
                    <a:pt x="114529" y="158191"/>
                  </a:cubicBezTo>
                  <a:cubicBezTo>
                    <a:pt x="134798" y="139903"/>
                    <a:pt x="149047" y="117272"/>
                    <a:pt x="157277" y="90297"/>
                  </a:cubicBezTo>
                  <a:close/>
                  <a:moveTo>
                    <a:pt x="634365" y="86182"/>
                  </a:moveTo>
                  <a:cubicBezTo>
                    <a:pt x="638023" y="89535"/>
                    <a:pt x="642671" y="91973"/>
                    <a:pt x="648310" y="93497"/>
                  </a:cubicBezTo>
                  <a:cubicBezTo>
                    <a:pt x="651358" y="94412"/>
                    <a:pt x="652882" y="95402"/>
                    <a:pt x="652882" y="96469"/>
                  </a:cubicBezTo>
                  <a:cubicBezTo>
                    <a:pt x="652882" y="97536"/>
                    <a:pt x="651586" y="98374"/>
                    <a:pt x="648995" y="98984"/>
                  </a:cubicBezTo>
                  <a:cubicBezTo>
                    <a:pt x="647014" y="99441"/>
                    <a:pt x="643699" y="103670"/>
                    <a:pt x="639051" y="111671"/>
                  </a:cubicBezTo>
                  <a:cubicBezTo>
                    <a:pt x="634403" y="119672"/>
                    <a:pt x="629107" y="127635"/>
                    <a:pt x="623164" y="135560"/>
                  </a:cubicBezTo>
                  <a:lnTo>
                    <a:pt x="612191" y="129159"/>
                  </a:lnTo>
                  <a:cubicBezTo>
                    <a:pt x="624688" y="114986"/>
                    <a:pt x="632079" y="100660"/>
                    <a:pt x="634365" y="86182"/>
                  </a:cubicBezTo>
                  <a:close/>
                  <a:moveTo>
                    <a:pt x="1212952" y="81153"/>
                  </a:moveTo>
                  <a:lnTo>
                    <a:pt x="1212952" y="115214"/>
                  </a:lnTo>
                  <a:lnTo>
                    <a:pt x="1274674" y="115214"/>
                  </a:lnTo>
                  <a:lnTo>
                    <a:pt x="1274674" y="81153"/>
                  </a:lnTo>
                  <a:close/>
                  <a:moveTo>
                    <a:pt x="291694" y="79096"/>
                  </a:moveTo>
                  <a:cubicBezTo>
                    <a:pt x="300685" y="80162"/>
                    <a:pt x="314744" y="80696"/>
                    <a:pt x="333870" y="80696"/>
                  </a:cubicBezTo>
                  <a:cubicBezTo>
                    <a:pt x="352997" y="80696"/>
                    <a:pt x="366751" y="80162"/>
                    <a:pt x="375133" y="79096"/>
                  </a:cubicBezTo>
                  <a:cubicBezTo>
                    <a:pt x="374371" y="88849"/>
                    <a:pt x="373990" y="102184"/>
                    <a:pt x="373990" y="119101"/>
                  </a:cubicBezTo>
                  <a:cubicBezTo>
                    <a:pt x="373990" y="136017"/>
                    <a:pt x="374371" y="148057"/>
                    <a:pt x="375133" y="155219"/>
                  </a:cubicBezTo>
                  <a:cubicBezTo>
                    <a:pt x="362026" y="154610"/>
                    <a:pt x="346596" y="154305"/>
                    <a:pt x="328841" y="154305"/>
                  </a:cubicBezTo>
                  <a:cubicBezTo>
                    <a:pt x="311087" y="154305"/>
                    <a:pt x="298704" y="154686"/>
                    <a:pt x="291694" y="155448"/>
                  </a:cubicBezTo>
                  <a:cubicBezTo>
                    <a:pt x="292608" y="147218"/>
                    <a:pt x="293065" y="134455"/>
                    <a:pt x="293065" y="117157"/>
                  </a:cubicBezTo>
                  <a:cubicBezTo>
                    <a:pt x="293065" y="99860"/>
                    <a:pt x="292608" y="87173"/>
                    <a:pt x="291694" y="79096"/>
                  </a:cubicBezTo>
                  <a:close/>
                  <a:moveTo>
                    <a:pt x="1199464" y="68580"/>
                  </a:moveTo>
                  <a:cubicBezTo>
                    <a:pt x="1207541" y="69647"/>
                    <a:pt x="1222324" y="70180"/>
                    <a:pt x="1243813" y="70180"/>
                  </a:cubicBezTo>
                  <a:cubicBezTo>
                    <a:pt x="1265301" y="70180"/>
                    <a:pt x="1280236" y="69647"/>
                    <a:pt x="1288618" y="68580"/>
                  </a:cubicBezTo>
                  <a:cubicBezTo>
                    <a:pt x="1288161" y="72390"/>
                    <a:pt x="1287933" y="77114"/>
                    <a:pt x="1287933" y="82753"/>
                  </a:cubicBezTo>
                  <a:lnTo>
                    <a:pt x="1287933" y="157505"/>
                  </a:lnTo>
                  <a:cubicBezTo>
                    <a:pt x="1287933" y="162992"/>
                    <a:pt x="1288161" y="167716"/>
                    <a:pt x="1288618" y="171679"/>
                  </a:cubicBezTo>
                  <a:cubicBezTo>
                    <a:pt x="1280236" y="170612"/>
                    <a:pt x="1265339" y="170078"/>
                    <a:pt x="1243927" y="170078"/>
                  </a:cubicBezTo>
                  <a:cubicBezTo>
                    <a:pt x="1222515" y="170078"/>
                    <a:pt x="1207694" y="170612"/>
                    <a:pt x="1199464" y="171679"/>
                  </a:cubicBezTo>
                  <a:cubicBezTo>
                    <a:pt x="1199921" y="164821"/>
                    <a:pt x="1200150" y="160096"/>
                    <a:pt x="1200150" y="157505"/>
                  </a:cubicBezTo>
                  <a:lnTo>
                    <a:pt x="1200150" y="82753"/>
                  </a:lnTo>
                  <a:cubicBezTo>
                    <a:pt x="1200150" y="78181"/>
                    <a:pt x="1199921" y="73457"/>
                    <a:pt x="1199464" y="68580"/>
                  </a:cubicBezTo>
                  <a:close/>
                  <a:moveTo>
                    <a:pt x="587959" y="63094"/>
                  </a:moveTo>
                  <a:cubicBezTo>
                    <a:pt x="593750" y="64160"/>
                    <a:pt x="599923" y="64694"/>
                    <a:pt x="606476" y="64694"/>
                  </a:cubicBezTo>
                  <a:cubicBezTo>
                    <a:pt x="609524" y="64694"/>
                    <a:pt x="611048" y="65456"/>
                    <a:pt x="611048" y="66980"/>
                  </a:cubicBezTo>
                  <a:cubicBezTo>
                    <a:pt x="611048" y="68504"/>
                    <a:pt x="610057" y="69875"/>
                    <a:pt x="608076" y="71095"/>
                  </a:cubicBezTo>
                  <a:cubicBezTo>
                    <a:pt x="604723" y="73228"/>
                    <a:pt x="603047" y="84582"/>
                    <a:pt x="603047" y="105156"/>
                  </a:cubicBezTo>
                  <a:cubicBezTo>
                    <a:pt x="603047" y="108661"/>
                    <a:pt x="602894" y="113386"/>
                    <a:pt x="602590" y="119329"/>
                  </a:cubicBezTo>
                  <a:cubicBezTo>
                    <a:pt x="607314" y="137770"/>
                    <a:pt x="614439" y="152705"/>
                    <a:pt x="623964" y="164135"/>
                  </a:cubicBezTo>
                  <a:cubicBezTo>
                    <a:pt x="633489" y="175565"/>
                    <a:pt x="647624" y="186157"/>
                    <a:pt x="666369" y="195910"/>
                  </a:cubicBezTo>
                  <a:cubicBezTo>
                    <a:pt x="659511" y="200177"/>
                    <a:pt x="655015" y="205054"/>
                    <a:pt x="652882" y="210541"/>
                  </a:cubicBezTo>
                  <a:cubicBezTo>
                    <a:pt x="636727" y="197891"/>
                    <a:pt x="624611" y="186538"/>
                    <a:pt x="616534" y="176479"/>
                  </a:cubicBezTo>
                  <a:cubicBezTo>
                    <a:pt x="608457" y="166421"/>
                    <a:pt x="602437" y="155067"/>
                    <a:pt x="598475" y="142418"/>
                  </a:cubicBezTo>
                  <a:cubicBezTo>
                    <a:pt x="590398" y="172898"/>
                    <a:pt x="568681" y="196367"/>
                    <a:pt x="533324" y="212827"/>
                  </a:cubicBezTo>
                  <a:cubicBezTo>
                    <a:pt x="530581" y="207950"/>
                    <a:pt x="526390" y="203911"/>
                    <a:pt x="520751" y="200711"/>
                  </a:cubicBezTo>
                  <a:cubicBezTo>
                    <a:pt x="542696" y="192024"/>
                    <a:pt x="558660" y="182080"/>
                    <a:pt x="568643" y="170878"/>
                  </a:cubicBezTo>
                  <a:cubicBezTo>
                    <a:pt x="578625" y="159677"/>
                    <a:pt x="584835" y="146533"/>
                    <a:pt x="587273" y="131445"/>
                  </a:cubicBezTo>
                  <a:cubicBezTo>
                    <a:pt x="589712" y="116357"/>
                    <a:pt x="590931" y="103480"/>
                    <a:pt x="590931" y="92812"/>
                  </a:cubicBezTo>
                  <a:cubicBezTo>
                    <a:pt x="590931" y="82144"/>
                    <a:pt x="589940" y="72238"/>
                    <a:pt x="587959" y="63094"/>
                  </a:cubicBezTo>
                  <a:close/>
                  <a:moveTo>
                    <a:pt x="738378" y="62408"/>
                  </a:moveTo>
                  <a:lnTo>
                    <a:pt x="738378" y="81153"/>
                  </a:lnTo>
                  <a:lnTo>
                    <a:pt x="847649" y="81153"/>
                  </a:lnTo>
                  <a:lnTo>
                    <a:pt x="847649" y="62408"/>
                  </a:lnTo>
                  <a:close/>
                  <a:moveTo>
                    <a:pt x="459943" y="57150"/>
                  </a:moveTo>
                  <a:lnTo>
                    <a:pt x="474345" y="58064"/>
                  </a:lnTo>
                  <a:cubicBezTo>
                    <a:pt x="472973" y="79705"/>
                    <a:pt x="470687" y="98069"/>
                    <a:pt x="467487" y="113157"/>
                  </a:cubicBezTo>
                  <a:lnTo>
                    <a:pt x="453085" y="111328"/>
                  </a:lnTo>
                  <a:cubicBezTo>
                    <a:pt x="457962" y="91821"/>
                    <a:pt x="460248" y="73762"/>
                    <a:pt x="459943" y="57150"/>
                  </a:cubicBezTo>
                  <a:close/>
                  <a:moveTo>
                    <a:pt x="1576502" y="53035"/>
                  </a:moveTo>
                  <a:cubicBezTo>
                    <a:pt x="1580769" y="53035"/>
                    <a:pt x="1585417" y="54407"/>
                    <a:pt x="1590446" y="57150"/>
                  </a:cubicBezTo>
                  <a:lnTo>
                    <a:pt x="1582217" y="70409"/>
                  </a:lnTo>
                  <a:cubicBezTo>
                    <a:pt x="1579931" y="69037"/>
                    <a:pt x="1577569" y="68351"/>
                    <a:pt x="1575130" y="68351"/>
                  </a:cubicBezTo>
                  <a:cubicBezTo>
                    <a:pt x="1570406" y="68351"/>
                    <a:pt x="1565948" y="70790"/>
                    <a:pt x="1561757" y="75667"/>
                  </a:cubicBezTo>
                  <a:cubicBezTo>
                    <a:pt x="1557566" y="80543"/>
                    <a:pt x="1554480" y="86830"/>
                    <a:pt x="1552499" y="94526"/>
                  </a:cubicBezTo>
                  <a:cubicBezTo>
                    <a:pt x="1550518" y="102222"/>
                    <a:pt x="1549527" y="116205"/>
                    <a:pt x="1549527" y="136474"/>
                  </a:cubicBezTo>
                  <a:lnTo>
                    <a:pt x="1549527" y="177622"/>
                  </a:lnTo>
                  <a:lnTo>
                    <a:pt x="1533525" y="177622"/>
                  </a:lnTo>
                  <a:lnTo>
                    <a:pt x="1533525" y="56236"/>
                  </a:lnTo>
                  <a:lnTo>
                    <a:pt x="1549527" y="56236"/>
                  </a:lnTo>
                  <a:lnTo>
                    <a:pt x="1549527" y="73838"/>
                  </a:lnTo>
                  <a:cubicBezTo>
                    <a:pt x="1553794" y="66675"/>
                    <a:pt x="1557947" y="61417"/>
                    <a:pt x="1561986" y="58064"/>
                  </a:cubicBezTo>
                  <a:cubicBezTo>
                    <a:pt x="1566024" y="54712"/>
                    <a:pt x="1570863" y="53035"/>
                    <a:pt x="1576502" y="53035"/>
                  </a:cubicBezTo>
                  <a:close/>
                  <a:moveTo>
                    <a:pt x="1509827" y="53035"/>
                  </a:moveTo>
                  <a:cubicBezTo>
                    <a:pt x="1514094" y="53035"/>
                    <a:pt x="1518742" y="54407"/>
                    <a:pt x="1523771" y="57150"/>
                  </a:cubicBezTo>
                  <a:lnTo>
                    <a:pt x="1515542" y="70409"/>
                  </a:lnTo>
                  <a:cubicBezTo>
                    <a:pt x="1513256" y="69037"/>
                    <a:pt x="1510893" y="68351"/>
                    <a:pt x="1508455" y="68351"/>
                  </a:cubicBezTo>
                  <a:cubicBezTo>
                    <a:pt x="1503731" y="68351"/>
                    <a:pt x="1499273" y="70790"/>
                    <a:pt x="1495082" y="75667"/>
                  </a:cubicBezTo>
                  <a:cubicBezTo>
                    <a:pt x="1490891" y="80543"/>
                    <a:pt x="1487805" y="86830"/>
                    <a:pt x="1485824" y="94526"/>
                  </a:cubicBezTo>
                  <a:cubicBezTo>
                    <a:pt x="1483843" y="102222"/>
                    <a:pt x="1482852" y="116205"/>
                    <a:pt x="1482852" y="136474"/>
                  </a:cubicBezTo>
                  <a:lnTo>
                    <a:pt x="1482852" y="177622"/>
                  </a:lnTo>
                  <a:lnTo>
                    <a:pt x="1466850" y="177622"/>
                  </a:lnTo>
                  <a:lnTo>
                    <a:pt x="1466850" y="56236"/>
                  </a:lnTo>
                  <a:lnTo>
                    <a:pt x="1482852" y="56236"/>
                  </a:lnTo>
                  <a:lnTo>
                    <a:pt x="1482852" y="73838"/>
                  </a:lnTo>
                  <a:cubicBezTo>
                    <a:pt x="1487119" y="66675"/>
                    <a:pt x="1491272" y="61417"/>
                    <a:pt x="1495311" y="58064"/>
                  </a:cubicBezTo>
                  <a:cubicBezTo>
                    <a:pt x="1499349" y="54712"/>
                    <a:pt x="1504188" y="53035"/>
                    <a:pt x="1509827" y="53035"/>
                  </a:cubicBezTo>
                  <a:close/>
                  <a:moveTo>
                    <a:pt x="722833" y="50063"/>
                  </a:moveTo>
                  <a:cubicBezTo>
                    <a:pt x="734111" y="51283"/>
                    <a:pt x="757771" y="51892"/>
                    <a:pt x="793813" y="51892"/>
                  </a:cubicBezTo>
                  <a:cubicBezTo>
                    <a:pt x="829856" y="51892"/>
                    <a:pt x="853135" y="51435"/>
                    <a:pt x="863651" y="50521"/>
                  </a:cubicBezTo>
                  <a:cubicBezTo>
                    <a:pt x="862432" y="56159"/>
                    <a:pt x="861822" y="64465"/>
                    <a:pt x="861822" y="75438"/>
                  </a:cubicBezTo>
                  <a:lnTo>
                    <a:pt x="861822" y="98298"/>
                  </a:lnTo>
                  <a:cubicBezTo>
                    <a:pt x="861822" y="108356"/>
                    <a:pt x="862432" y="116053"/>
                    <a:pt x="863651" y="121387"/>
                  </a:cubicBezTo>
                  <a:cubicBezTo>
                    <a:pt x="851306" y="120015"/>
                    <a:pt x="835838" y="119329"/>
                    <a:pt x="817245" y="119329"/>
                  </a:cubicBezTo>
                  <a:lnTo>
                    <a:pt x="763981" y="119329"/>
                  </a:lnTo>
                  <a:cubicBezTo>
                    <a:pt x="758952" y="126797"/>
                    <a:pt x="754990" y="132436"/>
                    <a:pt x="752094" y="136246"/>
                  </a:cubicBezTo>
                  <a:lnTo>
                    <a:pt x="806958" y="136246"/>
                  </a:lnTo>
                  <a:cubicBezTo>
                    <a:pt x="826008" y="136246"/>
                    <a:pt x="843153" y="135484"/>
                    <a:pt x="858393" y="133960"/>
                  </a:cubicBezTo>
                  <a:cubicBezTo>
                    <a:pt x="841477" y="157582"/>
                    <a:pt x="825779" y="173965"/>
                    <a:pt x="811301" y="183109"/>
                  </a:cubicBezTo>
                  <a:cubicBezTo>
                    <a:pt x="830047" y="189052"/>
                    <a:pt x="857021" y="193624"/>
                    <a:pt x="892226" y="196825"/>
                  </a:cubicBezTo>
                  <a:cubicBezTo>
                    <a:pt x="887349" y="201397"/>
                    <a:pt x="883996" y="206502"/>
                    <a:pt x="882167" y="212141"/>
                  </a:cubicBezTo>
                  <a:cubicBezTo>
                    <a:pt x="844982" y="206045"/>
                    <a:pt x="816559" y="199034"/>
                    <a:pt x="796900" y="191110"/>
                  </a:cubicBezTo>
                  <a:cubicBezTo>
                    <a:pt x="777392" y="200406"/>
                    <a:pt x="745769" y="207950"/>
                    <a:pt x="702031" y="213741"/>
                  </a:cubicBezTo>
                  <a:cubicBezTo>
                    <a:pt x="700507" y="208864"/>
                    <a:pt x="696849" y="203987"/>
                    <a:pt x="691058" y="199111"/>
                  </a:cubicBezTo>
                  <a:cubicBezTo>
                    <a:pt x="728548" y="197587"/>
                    <a:pt x="758723" y="192557"/>
                    <a:pt x="781583" y="184023"/>
                  </a:cubicBezTo>
                  <a:cubicBezTo>
                    <a:pt x="769087" y="177775"/>
                    <a:pt x="756056" y="169164"/>
                    <a:pt x="742493" y="158191"/>
                  </a:cubicBezTo>
                  <a:lnTo>
                    <a:pt x="752551" y="149962"/>
                  </a:lnTo>
                  <a:cubicBezTo>
                    <a:pt x="766724" y="162001"/>
                    <a:pt x="781355" y="171221"/>
                    <a:pt x="796442" y="177622"/>
                  </a:cubicBezTo>
                  <a:cubicBezTo>
                    <a:pt x="811530" y="169850"/>
                    <a:pt x="823112" y="159639"/>
                    <a:pt x="831190" y="146990"/>
                  </a:cubicBezTo>
                  <a:lnTo>
                    <a:pt x="743636" y="146990"/>
                  </a:lnTo>
                  <a:cubicBezTo>
                    <a:pt x="735101" y="157201"/>
                    <a:pt x="724357" y="167792"/>
                    <a:pt x="711403" y="178765"/>
                  </a:cubicBezTo>
                  <a:cubicBezTo>
                    <a:pt x="707898" y="173888"/>
                    <a:pt x="703478" y="170155"/>
                    <a:pt x="698144" y="167564"/>
                  </a:cubicBezTo>
                  <a:cubicBezTo>
                    <a:pt x="719938" y="155219"/>
                    <a:pt x="737006" y="139370"/>
                    <a:pt x="749351" y="120015"/>
                  </a:cubicBezTo>
                  <a:cubicBezTo>
                    <a:pt x="736397" y="120320"/>
                    <a:pt x="727558" y="120777"/>
                    <a:pt x="722833" y="121387"/>
                  </a:cubicBezTo>
                  <a:cubicBezTo>
                    <a:pt x="723900" y="114681"/>
                    <a:pt x="724433" y="106985"/>
                    <a:pt x="724433" y="98298"/>
                  </a:cubicBezTo>
                  <a:lnTo>
                    <a:pt x="724433" y="75438"/>
                  </a:lnTo>
                  <a:cubicBezTo>
                    <a:pt x="724433" y="64618"/>
                    <a:pt x="723900" y="56159"/>
                    <a:pt x="722833" y="50063"/>
                  </a:cubicBezTo>
                  <a:close/>
                  <a:moveTo>
                    <a:pt x="511150" y="48463"/>
                  </a:moveTo>
                  <a:cubicBezTo>
                    <a:pt x="519227" y="60198"/>
                    <a:pt x="526085" y="73838"/>
                    <a:pt x="531724" y="89383"/>
                  </a:cubicBezTo>
                  <a:lnTo>
                    <a:pt x="519379" y="95326"/>
                  </a:lnTo>
                  <a:cubicBezTo>
                    <a:pt x="516331" y="82829"/>
                    <a:pt x="510235" y="69266"/>
                    <a:pt x="501091" y="54635"/>
                  </a:cubicBezTo>
                  <a:close/>
                  <a:moveTo>
                    <a:pt x="1158545" y="45034"/>
                  </a:moveTo>
                  <a:cubicBezTo>
                    <a:pt x="1162355" y="46406"/>
                    <a:pt x="1164946" y="47206"/>
                    <a:pt x="1166317" y="47434"/>
                  </a:cubicBezTo>
                  <a:cubicBezTo>
                    <a:pt x="1167689" y="47663"/>
                    <a:pt x="1170165" y="47777"/>
                    <a:pt x="1173747" y="47777"/>
                  </a:cubicBezTo>
                  <a:cubicBezTo>
                    <a:pt x="1177328" y="47777"/>
                    <a:pt x="1179119" y="48349"/>
                    <a:pt x="1179119" y="49492"/>
                  </a:cubicBezTo>
                  <a:cubicBezTo>
                    <a:pt x="1179119" y="50635"/>
                    <a:pt x="1177976" y="52121"/>
                    <a:pt x="1175690" y="53950"/>
                  </a:cubicBezTo>
                  <a:cubicBezTo>
                    <a:pt x="1175080" y="54407"/>
                    <a:pt x="1174471" y="56159"/>
                    <a:pt x="1173861" y="59207"/>
                  </a:cubicBezTo>
                  <a:cubicBezTo>
                    <a:pt x="1173251" y="62255"/>
                    <a:pt x="1172947" y="65532"/>
                    <a:pt x="1172947" y="69037"/>
                  </a:cubicBezTo>
                  <a:lnTo>
                    <a:pt x="1172947" y="214884"/>
                  </a:lnTo>
                  <a:lnTo>
                    <a:pt x="1157402" y="214884"/>
                  </a:lnTo>
                  <a:cubicBezTo>
                    <a:pt x="1158926" y="201168"/>
                    <a:pt x="1159688" y="190576"/>
                    <a:pt x="1159688" y="183109"/>
                  </a:cubicBezTo>
                  <a:lnTo>
                    <a:pt x="1159688" y="73838"/>
                  </a:lnTo>
                  <a:cubicBezTo>
                    <a:pt x="1159688" y="63932"/>
                    <a:pt x="1159307" y="54331"/>
                    <a:pt x="1158545" y="45034"/>
                  </a:cubicBezTo>
                  <a:close/>
                  <a:moveTo>
                    <a:pt x="937489" y="36347"/>
                  </a:moveTo>
                  <a:lnTo>
                    <a:pt x="937489" y="92354"/>
                  </a:lnTo>
                  <a:lnTo>
                    <a:pt x="981380" y="92354"/>
                  </a:lnTo>
                  <a:lnTo>
                    <a:pt x="981380" y="36347"/>
                  </a:lnTo>
                  <a:close/>
                  <a:moveTo>
                    <a:pt x="1332509" y="22860"/>
                  </a:moveTo>
                  <a:cubicBezTo>
                    <a:pt x="1331443" y="28346"/>
                    <a:pt x="1330909" y="36957"/>
                    <a:pt x="1330909" y="48692"/>
                  </a:cubicBezTo>
                  <a:lnTo>
                    <a:pt x="1330909" y="188366"/>
                  </a:lnTo>
                  <a:cubicBezTo>
                    <a:pt x="1330909" y="196139"/>
                    <a:pt x="1330033" y="201816"/>
                    <a:pt x="1328280" y="205397"/>
                  </a:cubicBezTo>
                  <a:cubicBezTo>
                    <a:pt x="1326528" y="208978"/>
                    <a:pt x="1323327" y="211417"/>
                    <a:pt x="1318679" y="212712"/>
                  </a:cubicBezTo>
                  <a:cubicBezTo>
                    <a:pt x="1314031" y="214008"/>
                    <a:pt x="1306601" y="214808"/>
                    <a:pt x="1296391" y="215113"/>
                  </a:cubicBezTo>
                  <a:cubicBezTo>
                    <a:pt x="1296848" y="208864"/>
                    <a:pt x="1294791" y="203149"/>
                    <a:pt x="1290219" y="197968"/>
                  </a:cubicBezTo>
                  <a:cubicBezTo>
                    <a:pt x="1297229" y="199187"/>
                    <a:pt x="1302639" y="199796"/>
                    <a:pt x="1306449" y="199796"/>
                  </a:cubicBezTo>
                  <a:cubicBezTo>
                    <a:pt x="1310259" y="199796"/>
                    <a:pt x="1313040" y="199111"/>
                    <a:pt x="1314793" y="197739"/>
                  </a:cubicBezTo>
                  <a:cubicBezTo>
                    <a:pt x="1316545" y="196367"/>
                    <a:pt x="1317422" y="193472"/>
                    <a:pt x="1317422" y="189052"/>
                  </a:cubicBezTo>
                  <a:lnTo>
                    <a:pt x="1317422" y="36347"/>
                  </a:lnTo>
                  <a:lnTo>
                    <a:pt x="1273759" y="36347"/>
                  </a:lnTo>
                  <a:cubicBezTo>
                    <a:pt x="1257453" y="36347"/>
                    <a:pt x="1243432" y="36805"/>
                    <a:pt x="1231697" y="37719"/>
                  </a:cubicBezTo>
                  <a:lnTo>
                    <a:pt x="1231697" y="23089"/>
                  </a:lnTo>
                  <a:cubicBezTo>
                    <a:pt x="1243127" y="24003"/>
                    <a:pt x="1260577" y="24460"/>
                    <a:pt x="1284046" y="24460"/>
                  </a:cubicBezTo>
                  <a:cubicBezTo>
                    <a:pt x="1307516" y="24460"/>
                    <a:pt x="1323670" y="23927"/>
                    <a:pt x="1332509" y="22860"/>
                  </a:cubicBezTo>
                  <a:close/>
                  <a:moveTo>
                    <a:pt x="922172" y="22860"/>
                  </a:moveTo>
                  <a:cubicBezTo>
                    <a:pt x="927049" y="24079"/>
                    <a:pt x="939508" y="24689"/>
                    <a:pt x="959549" y="24689"/>
                  </a:cubicBezTo>
                  <a:cubicBezTo>
                    <a:pt x="979589" y="24689"/>
                    <a:pt x="992048" y="24079"/>
                    <a:pt x="996925" y="22860"/>
                  </a:cubicBezTo>
                  <a:cubicBezTo>
                    <a:pt x="996010" y="26822"/>
                    <a:pt x="995553" y="35281"/>
                    <a:pt x="995553" y="48235"/>
                  </a:cubicBezTo>
                  <a:lnTo>
                    <a:pt x="995553" y="159106"/>
                  </a:lnTo>
                  <a:cubicBezTo>
                    <a:pt x="995553" y="168859"/>
                    <a:pt x="996086" y="178918"/>
                    <a:pt x="997153" y="189281"/>
                  </a:cubicBezTo>
                  <a:lnTo>
                    <a:pt x="981380" y="189281"/>
                  </a:lnTo>
                  <a:lnTo>
                    <a:pt x="981380" y="168021"/>
                  </a:lnTo>
                  <a:lnTo>
                    <a:pt x="937489" y="168021"/>
                  </a:lnTo>
                  <a:lnTo>
                    <a:pt x="937489" y="194996"/>
                  </a:lnTo>
                  <a:lnTo>
                    <a:pt x="921944" y="194996"/>
                  </a:lnTo>
                  <a:cubicBezTo>
                    <a:pt x="923011" y="186309"/>
                    <a:pt x="923544" y="175412"/>
                    <a:pt x="923544" y="162306"/>
                  </a:cubicBezTo>
                  <a:lnTo>
                    <a:pt x="923544" y="48235"/>
                  </a:lnTo>
                  <a:cubicBezTo>
                    <a:pt x="923544" y="36043"/>
                    <a:pt x="923087" y="27584"/>
                    <a:pt x="922172" y="22860"/>
                  </a:cubicBezTo>
                  <a:close/>
                  <a:moveTo>
                    <a:pt x="174650" y="14402"/>
                  </a:moveTo>
                  <a:cubicBezTo>
                    <a:pt x="177394" y="20498"/>
                    <a:pt x="181127" y="25908"/>
                    <a:pt x="185852" y="30632"/>
                  </a:cubicBezTo>
                  <a:cubicBezTo>
                    <a:pt x="187223" y="32004"/>
                    <a:pt x="187909" y="33261"/>
                    <a:pt x="187909" y="34404"/>
                  </a:cubicBezTo>
                  <a:cubicBezTo>
                    <a:pt x="187909" y="35547"/>
                    <a:pt x="187338" y="36119"/>
                    <a:pt x="186195" y="36119"/>
                  </a:cubicBezTo>
                  <a:cubicBezTo>
                    <a:pt x="185052" y="36119"/>
                    <a:pt x="184023" y="35966"/>
                    <a:pt x="183109" y="35662"/>
                  </a:cubicBezTo>
                  <a:cubicBezTo>
                    <a:pt x="180365" y="34900"/>
                    <a:pt x="176060" y="34519"/>
                    <a:pt x="170193" y="34519"/>
                  </a:cubicBezTo>
                  <a:cubicBezTo>
                    <a:pt x="164325" y="34519"/>
                    <a:pt x="154915" y="35014"/>
                    <a:pt x="141961" y="36004"/>
                  </a:cubicBezTo>
                  <a:cubicBezTo>
                    <a:pt x="129007" y="36995"/>
                    <a:pt x="112243" y="37948"/>
                    <a:pt x="91669" y="38862"/>
                  </a:cubicBezTo>
                  <a:cubicBezTo>
                    <a:pt x="71095" y="39776"/>
                    <a:pt x="56464" y="40081"/>
                    <a:pt x="47777" y="39776"/>
                  </a:cubicBezTo>
                  <a:lnTo>
                    <a:pt x="47777" y="78181"/>
                  </a:lnTo>
                  <a:lnTo>
                    <a:pt x="127559" y="78181"/>
                  </a:lnTo>
                  <a:cubicBezTo>
                    <a:pt x="147218" y="78181"/>
                    <a:pt x="163754" y="77724"/>
                    <a:pt x="177165" y="76810"/>
                  </a:cubicBezTo>
                  <a:cubicBezTo>
                    <a:pt x="165278" y="115214"/>
                    <a:pt x="147752" y="145161"/>
                    <a:pt x="124587" y="166649"/>
                  </a:cubicBezTo>
                  <a:cubicBezTo>
                    <a:pt x="144856" y="180823"/>
                    <a:pt x="169697" y="189586"/>
                    <a:pt x="199111" y="192938"/>
                  </a:cubicBezTo>
                  <a:cubicBezTo>
                    <a:pt x="194539" y="196901"/>
                    <a:pt x="190805" y="202768"/>
                    <a:pt x="187909" y="210541"/>
                  </a:cubicBezTo>
                  <a:cubicBezTo>
                    <a:pt x="156972" y="202311"/>
                    <a:pt x="132131" y="190881"/>
                    <a:pt x="113386" y="176251"/>
                  </a:cubicBezTo>
                  <a:cubicBezTo>
                    <a:pt x="95250" y="190424"/>
                    <a:pt x="73381" y="202463"/>
                    <a:pt x="47777" y="212369"/>
                  </a:cubicBezTo>
                  <a:cubicBezTo>
                    <a:pt x="45491" y="205664"/>
                    <a:pt x="41148" y="200787"/>
                    <a:pt x="34747" y="197739"/>
                  </a:cubicBezTo>
                  <a:cubicBezTo>
                    <a:pt x="63094" y="190119"/>
                    <a:pt x="85877" y="179984"/>
                    <a:pt x="103099" y="167335"/>
                  </a:cubicBezTo>
                  <a:cubicBezTo>
                    <a:pt x="86335" y="148590"/>
                    <a:pt x="72619" y="122911"/>
                    <a:pt x="61951" y="90297"/>
                  </a:cubicBezTo>
                  <a:lnTo>
                    <a:pt x="47777" y="90297"/>
                  </a:lnTo>
                  <a:cubicBezTo>
                    <a:pt x="47625" y="115291"/>
                    <a:pt x="45110" y="136893"/>
                    <a:pt x="40234" y="155105"/>
                  </a:cubicBezTo>
                  <a:cubicBezTo>
                    <a:pt x="35357" y="173317"/>
                    <a:pt x="27508" y="190805"/>
                    <a:pt x="16688" y="207569"/>
                  </a:cubicBezTo>
                  <a:cubicBezTo>
                    <a:pt x="12116" y="203454"/>
                    <a:pt x="6553" y="200635"/>
                    <a:pt x="0" y="199111"/>
                  </a:cubicBezTo>
                  <a:cubicBezTo>
                    <a:pt x="22403" y="175641"/>
                    <a:pt x="33604" y="138760"/>
                    <a:pt x="33604" y="88468"/>
                  </a:cubicBezTo>
                  <a:cubicBezTo>
                    <a:pt x="33604" y="66218"/>
                    <a:pt x="33071" y="45187"/>
                    <a:pt x="32004" y="25375"/>
                  </a:cubicBezTo>
                  <a:cubicBezTo>
                    <a:pt x="45415" y="25679"/>
                    <a:pt x="57836" y="25832"/>
                    <a:pt x="69266" y="25832"/>
                  </a:cubicBezTo>
                  <a:cubicBezTo>
                    <a:pt x="122453" y="25832"/>
                    <a:pt x="157582" y="22022"/>
                    <a:pt x="174650" y="14402"/>
                  </a:cubicBezTo>
                  <a:close/>
                  <a:moveTo>
                    <a:pt x="1363827" y="13487"/>
                  </a:moveTo>
                  <a:lnTo>
                    <a:pt x="1453896" y="13487"/>
                  </a:lnTo>
                  <a:lnTo>
                    <a:pt x="1453896" y="29489"/>
                  </a:lnTo>
                  <a:lnTo>
                    <a:pt x="1417320" y="29489"/>
                  </a:lnTo>
                  <a:lnTo>
                    <a:pt x="1417320" y="177622"/>
                  </a:lnTo>
                  <a:lnTo>
                    <a:pt x="1400632" y="177622"/>
                  </a:lnTo>
                  <a:lnTo>
                    <a:pt x="1400632" y="29489"/>
                  </a:lnTo>
                  <a:lnTo>
                    <a:pt x="1363827" y="29489"/>
                  </a:lnTo>
                  <a:close/>
                  <a:moveTo>
                    <a:pt x="483032" y="5029"/>
                  </a:moveTo>
                  <a:cubicBezTo>
                    <a:pt x="487451" y="6096"/>
                    <a:pt x="492138" y="6629"/>
                    <a:pt x="497091" y="6629"/>
                  </a:cubicBezTo>
                  <a:cubicBezTo>
                    <a:pt x="502044" y="6629"/>
                    <a:pt x="504520" y="7239"/>
                    <a:pt x="504520" y="8458"/>
                  </a:cubicBezTo>
                  <a:cubicBezTo>
                    <a:pt x="504520" y="9677"/>
                    <a:pt x="503530" y="10935"/>
                    <a:pt x="501548" y="12230"/>
                  </a:cubicBezTo>
                  <a:cubicBezTo>
                    <a:pt x="499567" y="13525"/>
                    <a:pt x="498577" y="17374"/>
                    <a:pt x="498577" y="23774"/>
                  </a:cubicBezTo>
                  <a:lnTo>
                    <a:pt x="498577" y="175336"/>
                  </a:lnTo>
                  <a:cubicBezTo>
                    <a:pt x="498577" y="183413"/>
                    <a:pt x="499339" y="196063"/>
                    <a:pt x="500863" y="213284"/>
                  </a:cubicBezTo>
                  <a:lnTo>
                    <a:pt x="483032" y="213284"/>
                  </a:lnTo>
                  <a:cubicBezTo>
                    <a:pt x="484556" y="198349"/>
                    <a:pt x="485318" y="185623"/>
                    <a:pt x="485318" y="175108"/>
                  </a:cubicBezTo>
                  <a:lnTo>
                    <a:pt x="485318" y="35204"/>
                  </a:lnTo>
                  <a:cubicBezTo>
                    <a:pt x="485318" y="23165"/>
                    <a:pt x="484556" y="13106"/>
                    <a:pt x="483032" y="5029"/>
                  </a:cubicBezTo>
                  <a:close/>
                  <a:moveTo>
                    <a:pt x="1174089" y="4343"/>
                  </a:moveTo>
                  <a:cubicBezTo>
                    <a:pt x="1188111" y="14554"/>
                    <a:pt x="1199845" y="24613"/>
                    <a:pt x="1209294" y="34519"/>
                  </a:cubicBezTo>
                  <a:lnTo>
                    <a:pt x="1197864" y="45491"/>
                  </a:lnTo>
                  <a:cubicBezTo>
                    <a:pt x="1190549" y="34671"/>
                    <a:pt x="1179729" y="24308"/>
                    <a:pt x="1165403" y="14402"/>
                  </a:cubicBezTo>
                  <a:close/>
                  <a:moveTo>
                    <a:pt x="555955" y="4343"/>
                  </a:moveTo>
                  <a:cubicBezTo>
                    <a:pt x="561899" y="6172"/>
                    <a:pt x="567195" y="7315"/>
                    <a:pt x="571843" y="7772"/>
                  </a:cubicBezTo>
                  <a:cubicBezTo>
                    <a:pt x="576491" y="8230"/>
                    <a:pt x="578815" y="9030"/>
                    <a:pt x="578815" y="10173"/>
                  </a:cubicBezTo>
                  <a:cubicBezTo>
                    <a:pt x="578815" y="11316"/>
                    <a:pt x="577634" y="12725"/>
                    <a:pt x="575272" y="14402"/>
                  </a:cubicBezTo>
                  <a:cubicBezTo>
                    <a:pt x="572910" y="16078"/>
                    <a:pt x="570128" y="25527"/>
                    <a:pt x="566928" y="42748"/>
                  </a:cubicBezTo>
                  <a:lnTo>
                    <a:pt x="615163" y="42748"/>
                  </a:lnTo>
                  <a:cubicBezTo>
                    <a:pt x="636194" y="42748"/>
                    <a:pt x="651358" y="42291"/>
                    <a:pt x="660654" y="41377"/>
                  </a:cubicBezTo>
                  <a:lnTo>
                    <a:pt x="660654" y="55321"/>
                  </a:lnTo>
                  <a:cubicBezTo>
                    <a:pt x="651358" y="54407"/>
                    <a:pt x="636194" y="53950"/>
                    <a:pt x="615163" y="53950"/>
                  </a:cubicBezTo>
                  <a:lnTo>
                    <a:pt x="564871" y="53950"/>
                  </a:lnTo>
                  <a:cubicBezTo>
                    <a:pt x="557098" y="94640"/>
                    <a:pt x="543306" y="128626"/>
                    <a:pt x="523494" y="155905"/>
                  </a:cubicBezTo>
                  <a:cubicBezTo>
                    <a:pt x="519074" y="150419"/>
                    <a:pt x="513969" y="147066"/>
                    <a:pt x="508178" y="145847"/>
                  </a:cubicBezTo>
                  <a:cubicBezTo>
                    <a:pt x="530123" y="125273"/>
                    <a:pt x="544525" y="94640"/>
                    <a:pt x="551383" y="53950"/>
                  </a:cubicBezTo>
                  <a:cubicBezTo>
                    <a:pt x="541782" y="54102"/>
                    <a:pt x="533476" y="54559"/>
                    <a:pt x="526466" y="55321"/>
                  </a:cubicBezTo>
                  <a:lnTo>
                    <a:pt x="526466" y="41377"/>
                  </a:lnTo>
                  <a:cubicBezTo>
                    <a:pt x="531038" y="42139"/>
                    <a:pt x="539877" y="42596"/>
                    <a:pt x="552983" y="42748"/>
                  </a:cubicBezTo>
                  <a:cubicBezTo>
                    <a:pt x="555117" y="27965"/>
                    <a:pt x="556184" y="18517"/>
                    <a:pt x="556184" y="14402"/>
                  </a:cubicBezTo>
                  <a:cubicBezTo>
                    <a:pt x="556184" y="10287"/>
                    <a:pt x="556108" y="6934"/>
                    <a:pt x="555955" y="4343"/>
                  </a:cubicBezTo>
                  <a:close/>
                  <a:moveTo>
                    <a:pt x="737006" y="4115"/>
                  </a:moveTo>
                  <a:cubicBezTo>
                    <a:pt x="741121" y="7163"/>
                    <a:pt x="746150" y="9144"/>
                    <a:pt x="752094" y="10058"/>
                  </a:cubicBezTo>
                  <a:cubicBezTo>
                    <a:pt x="754380" y="10363"/>
                    <a:pt x="755523" y="11049"/>
                    <a:pt x="755523" y="12116"/>
                  </a:cubicBezTo>
                  <a:cubicBezTo>
                    <a:pt x="755523" y="13183"/>
                    <a:pt x="754151" y="14287"/>
                    <a:pt x="751408" y="15430"/>
                  </a:cubicBezTo>
                  <a:cubicBezTo>
                    <a:pt x="748665" y="16573"/>
                    <a:pt x="744855" y="20041"/>
                    <a:pt x="739978" y="25832"/>
                  </a:cubicBezTo>
                  <a:lnTo>
                    <a:pt x="848106" y="25832"/>
                  </a:lnTo>
                  <a:cubicBezTo>
                    <a:pt x="863346" y="25832"/>
                    <a:pt x="874319" y="25298"/>
                    <a:pt x="881024" y="24232"/>
                  </a:cubicBezTo>
                  <a:lnTo>
                    <a:pt x="881024" y="38862"/>
                  </a:lnTo>
                  <a:cubicBezTo>
                    <a:pt x="875995" y="37795"/>
                    <a:pt x="865022" y="37262"/>
                    <a:pt x="848106" y="37262"/>
                  </a:cubicBezTo>
                  <a:lnTo>
                    <a:pt x="731063" y="37262"/>
                  </a:lnTo>
                  <a:cubicBezTo>
                    <a:pt x="721766" y="49454"/>
                    <a:pt x="711327" y="61493"/>
                    <a:pt x="699745" y="73381"/>
                  </a:cubicBezTo>
                  <a:cubicBezTo>
                    <a:pt x="695935" y="69266"/>
                    <a:pt x="691058" y="66142"/>
                    <a:pt x="685114" y="64008"/>
                  </a:cubicBezTo>
                  <a:cubicBezTo>
                    <a:pt x="707669" y="49225"/>
                    <a:pt x="724967" y="29261"/>
                    <a:pt x="737006" y="4115"/>
                  </a:cubicBezTo>
                  <a:close/>
                  <a:moveTo>
                    <a:pt x="1070991" y="3886"/>
                  </a:moveTo>
                  <a:cubicBezTo>
                    <a:pt x="1074953" y="4953"/>
                    <a:pt x="1080897" y="5486"/>
                    <a:pt x="1088822" y="5486"/>
                  </a:cubicBezTo>
                  <a:cubicBezTo>
                    <a:pt x="1091413" y="5486"/>
                    <a:pt x="1092708" y="6096"/>
                    <a:pt x="1092708" y="7315"/>
                  </a:cubicBezTo>
                  <a:cubicBezTo>
                    <a:pt x="1092708" y="8534"/>
                    <a:pt x="1091832" y="9639"/>
                    <a:pt x="1090079" y="10630"/>
                  </a:cubicBezTo>
                  <a:cubicBezTo>
                    <a:pt x="1088327" y="11620"/>
                    <a:pt x="1087450" y="14630"/>
                    <a:pt x="1087450" y="19660"/>
                  </a:cubicBezTo>
                  <a:lnTo>
                    <a:pt x="1087450" y="60808"/>
                  </a:lnTo>
                  <a:cubicBezTo>
                    <a:pt x="1100252" y="60655"/>
                    <a:pt x="1111910" y="60046"/>
                    <a:pt x="1122426" y="58979"/>
                  </a:cubicBezTo>
                  <a:lnTo>
                    <a:pt x="1122426" y="74295"/>
                  </a:lnTo>
                  <a:cubicBezTo>
                    <a:pt x="1114196" y="73228"/>
                    <a:pt x="1102538" y="72695"/>
                    <a:pt x="1087450" y="72695"/>
                  </a:cubicBezTo>
                  <a:lnTo>
                    <a:pt x="1087450" y="186080"/>
                  </a:lnTo>
                  <a:cubicBezTo>
                    <a:pt x="1087450" y="193243"/>
                    <a:pt x="1086345" y="198730"/>
                    <a:pt x="1084135" y="202540"/>
                  </a:cubicBezTo>
                  <a:cubicBezTo>
                    <a:pt x="1081926" y="206350"/>
                    <a:pt x="1077392" y="209169"/>
                    <a:pt x="1070534" y="210998"/>
                  </a:cubicBezTo>
                  <a:cubicBezTo>
                    <a:pt x="1063676" y="212827"/>
                    <a:pt x="1053160" y="213741"/>
                    <a:pt x="1038987" y="213741"/>
                  </a:cubicBezTo>
                  <a:cubicBezTo>
                    <a:pt x="1038987" y="206578"/>
                    <a:pt x="1036244" y="200101"/>
                    <a:pt x="1030757" y="194310"/>
                  </a:cubicBezTo>
                  <a:cubicBezTo>
                    <a:pt x="1040968" y="195986"/>
                    <a:pt x="1049160" y="196825"/>
                    <a:pt x="1055332" y="196825"/>
                  </a:cubicBezTo>
                  <a:cubicBezTo>
                    <a:pt x="1061504" y="196825"/>
                    <a:pt x="1066076" y="195605"/>
                    <a:pt x="1069048" y="193167"/>
                  </a:cubicBezTo>
                  <a:cubicBezTo>
                    <a:pt x="1072020" y="190729"/>
                    <a:pt x="1073506" y="185776"/>
                    <a:pt x="1073506" y="178308"/>
                  </a:cubicBezTo>
                  <a:lnTo>
                    <a:pt x="1073506" y="72466"/>
                  </a:lnTo>
                  <a:lnTo>
                    <a:pt x="1044245" y="72466"/>
                  </a:lnTo>
                  <a:cubicBezTo>
                    <a:pt x="1027633" y="72466"/>
                    <a:pt x="1013231" y="73076"/>
                    <a:pt x="1001039" y="74295"/>
                  </a:cubicBezTo>
                  <a:lnTo>
                    <a:pt x="1001039" y="58979"/>
                  </a:lnTo>
                  <a:cubicBezTo>
                    <a:pt x="1013079" y="60198"/>
                    <a:pt x="1027481" y="60808"/>
                    <a:pt x="1044245" y="60808"/>
                  </a:cubicBezTo>
                  <a:lnTo>
                    <a:pt x="1073506" y="60808"/>
                  </a:lnTo>
                  <a:cubicBezTo>
                    <a:pt x="1073506" y="31090"/>
                    <a:pt x="1072667" y="12116"/>
                    <a:pt x="1070991" y="3886"/>
                  </a:cubicBezTo>
                  <a:close/>
                  <a:moveTo>
                    <a:pt x="324841" y="0"/>
                  </a:moveTo>
                  <a:cubicBezTo>
                    <a:pt x="332003" y="2743"/>
                    <a:pt x="337947" y="4496"/>
                    <a:pt x="342671" y="5258"/>
                  </a:cubicBezTo>
                  <a:cubicBezTo>
                    <a:pt x="345415" y="5867"/>
                    <a:pt x="346786" y="6744"/>
                    <a:pt x="346786" y="7887"/>
                  </a:cubicBezTo>
                  <a:cubicBezTo>
                    <a:pt x="346786" y="9030"/>
                    <a:pt x="345186" y="10173"/>
                    <a:pt x="341986" y="11316"/>
                  </a:cubicBezTo>
                  <a:cubicBezTo>
                    <a:pt x="338785" y="12459"/>
                    <a:pt x="331775" y="21031"/>
                    <a:pt x="320954" y="37033"/>
                  </a:cubicBezTo>
                  <a:lnTo>
                    <a:pt x="350444" y="37033"/>
                  </a:lnTo>
                  <a:cubicBezTo>
                    <a:pt x="387172" y="37033"/>
                    <a:pt x="409727" y="35966"/>
                    <a:pt x="418109" y="33833"/>
                  </a:cubicBezTo>
                  <a:cubicBezTo>
                    <a:pt x="417043" y="39624"/>
                    <a:pt x="416509" y="53950"/>
                    <a:pt x="416509" y="76810"/>
                  </a:cubicBezTo>
                  <a:lnTo>
                    <a:pt x="416509" y="186538"/>
                  </a:lnTo>
                  <a:cubicBezTo>
                    <a:pt x="416509" y="191719"/>
                    <a:pt x="415519" y="195643"/>
                    <a:pt x="413537" y="198310"/>
                  </a:cubicBezTo>
                  <a:cubicBezTo>
                    <a:pt x="411556" y="200977"/>
                    <a:pt x="407137" y="203035"/>
                    <a:pt x="400279" y="204483"/>
                  </a:cubicBezTo>
                  <a:cubicBezTo>
                    <a:pt x="393421" y="205930"/>
                    <a:pt x="382676" y="206731"/>
                    <a:pt x="368046" y="206883"/>
                  </a:cubicBezTo>
                  <a:cubicBezTo>
                    <a:pt x="368503" y="200025"/>
                    <a:pt x="366065" y="193929"/>
                    <a:pt x="360731" y="188595"/>
                  </a:cubicBezTo>
                  <a:cubicBezTo>
                    <a:pt x="372161" y="190271"/>
                    <a:pt x="380924" y="191110"/>
                    <a:pt x="387020" y="191110"/>
                  </a:cubicBezTo>
                  <a:cubicBezTo>
                    <a:pt x="393116" y="191110"/>
                    <a:pt x="397078" y="190195"/>
                    <a:pt x="398907" y="188366"/>
                  </a:cubicBezTo>
                  <a:cubicBezTo>
                    <a:pt x="400736" y="186538"/>
                    <a:pt x="401650" y="183413"/>
                    <a:pt x="401650" y="178994"/>
                  </a:cubicBezTo>
                  <a:lnTo>
                    <a:pt x="401650" y="48235"/>
                  </a:lnTo>
                  <a:lnTo>
                    <a:pt x="262204" y="48235"/>
                  </a:lnTo>
                  <a:lnTo>
                    <a:pt x="262204" y="207340"/>
                  </a:lnTo>
                  <a:lnTo>
                    <a:pt x="245059" y="207340"/>
                  </a:lnTo>
                  <a:cubicBezTo>
                    <a:pt x="246736" y="191491"/>
                    <a:pt x="247574" y="173203"/>
                    <a:pt x="247574" y="152476"/>
                  </a:cubicBezTo>
                  <a:lnTo>
                    <a:pt x="247574" y="76810"/>
                  </a:lnTo>
                  <a:cubicBezTo>
                    <a:pt x="247574" y="59284"/>
                    <a:pt x="246964" y="44958"/>
                    <a:pt x="245745" y="33833"/>
                  </a:cubicBezTo>
                  <a:cubicBezTo>
                    <a:pt x="251536" y="35966"/>
                    <a:pt x="262738" y="37033"/>
                    <a:pt x="279349" y="37033"/>
                  </a:cubicBezTo>
                  <a:lnTo>
                    <a:pt x="307238" y="37033"/>
                  </a:lnTo>
                  <a:cubicBezTo>
                    <a:pt x="316230" y="23317"/>
                    <a:pt x="322097" y="10973"/>
                    <a:pt x="324841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altLang="zh-CN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32FE175D-2FE5-401E-845F-533E5867B4F6}"/>
              </a:ext>
            </a:extLst>
          </p:cNvPr>
          <p:cNvSpPr txBox="1"/>
          <p:nvPr/>
        </p:nvSpPr>
        <p:spPr>
          <a:xfrm>
            <a:off x="2736665" y="3553118"/>
            <a:ext cx="934376" cy="278412"/>
          </a:xfrm>
          <a:custGeom>
            <a:avLst/>
            <a:gdLst/>
            <a:ahLst/>
            <a:cxnLst/>
            <a:rect l="l" t="t" r="r" b="b"/>
            <a:pathLst>
              <a:path w="716785" h="213577">
                <a:moveTo>
                  <a:pt x="264764" y="116836"/>
                </a:moveTo>
                <a:cubicBezTo>
                  <a:pt x="269505" y="121265"/>
                  <a:pt x="274633" y="124511"/>
                  <a:pt x="280148" y="126573"/>
                </a:cubicBezTo>
                <a:cubicBezTo>
                  <a:pt x="268751" y="147154"/>
                  <a:pt x="255087" y="174586"/>
                  <a:pt x="239154" y="208869"/>
                </a:cubicBezTo>
                <a:cubicBezTo>
                  <a:pt x="232886" y="204035"/>
                  <a:pt x="226787" y="200268"/>
                  <a:pt x="220855" y="197568"/>
                </a:cubicBezTo>
                <a:cubicBezTo>
                  <a:pt x="239238" y="171283"/>
                  <a:pt x="253874" y="144373"/>
                  <a:pt x="264764" y="116836"/>
                </a:cubicBezTo>
                <a:close/>
                <a:moveTo>
                  <a:pt x="300468" y="112800"/>
                </a:moveTo>
                <a:cubicBezTo>
                  <a:pt x="304802" y="113550"/>
                  <a:pt x="310647" y="113925"/>
                  <a:pt x="318003" y="113925"/>
                </a:cubicBezTo>
                <a:cubicBezTo>
                  <a:pt x="321770" y="113925"/>
                  <a:pt x="323653" y="114991"/>
                  <a:pt x="323653" y="117122"/>
                </a:cubicBezTo>
                <a:cubicBezTo>
                  <a:pt x="323653" y="119253"/>
                  <a:pt x="322968" y="120966"/>
                  <a:pt x="321596" y="122262"/>
                </a:cubicBezTo>
                <a:cubicBezTo>
                  <a:pt x="320224" y="123557"/>
                  <a:pt x="319244" y="130198"/>
                  <a:pt x="318655" y="142184"/>
                </a:cubicBezTo>
                <a:cubicBezTo>
                  <a:pt x="318065" y="154170"/>
                  <a:pt x="316616" y="164127"/>
                  <a:pt x="314308" y="172055"/>
                </a:cubicBezTo>
                <a:cubicBezTo>
                  <a:pt x="311999" y="179984"/>
                  <a:pt x="308060" y="187079"/>
                  <a:pt x="302492" y="193342"/>
                </a:cubicBezTo>
                <a:cubicBezTo>
                  <a:pt x="296923" y="199605"/>
                  <a:pt x="288061" y="206350"/>
                  <a:pt x="275905" y="213577"/>
                </a:cubicBezTo>
                <a:cubicBezTo>
                  <a:pt x="271918" y="208569"/>
                  <a:pt x="266501" y="204467"/>
                  <a:pt x="259653" y="201272"/>
                </a:cubicBezTo>
                <a:cubicBezTo>
                  <a:pt x="274488" y="194314"/>
                  <a:pt x="285149" y="186510"/>
                  <a:pt x="291635" y="177861"/>
                </a:cubicBezTo>
                <a:cubicBezTo>
                  <a:pt x="298122" y="169213"/>
                  <a:pt x="301365" y="155463"/>
                  <a:pt x="301365" y="136613"/>
                </a:cubicBezTo>
                <a:cubicBezTo>
                  <a:pt x="301365" y="130603"/>
                  <a:pt x="301066" y="122665"/>
                  <a:pt x="300468" y="112800"/>
                </a:cubicBezTo>
                <a:close/>
                <a:moveTo>
                  <a:pt x="334105" y="111678"/>
                </a:moveTo>
                <a:cubicBezTo>
                  <a:pt x="339927" y="112728"/>
                  <a:pt x="344347" y="113253"/>
                  <a:pt x="347364" y="113253"/>
                </a:cubicBezTo>
                <a:lnTo>
                  <a:pt x="351410" y="113028"/>
                </a:lnTo>
                <a:cubicBezTo>
                  <a:pt x="354285" y="113028"/>
                  <a:pt x="355722" y="114462"/>
                  <a:pt x="355722" y="117329"/>
                </a:cubicBezTo>
                <a:cubicBezTo>
                  <a:pt x="355722" y="119089"/>
                  <a:pt x="355325" y="120285"/>
                  <a:pt x="354532" y="120919"/>
                </a:cubicBezTo>
                <a:cubicBezTo>
                  <a:pt x="353739" y="121552"/>
                  <a:pt x="353290" y="122340"/>
                  <a:pt x="353186" y="123283"/>
                </a:cubicBezTo>
                <a:cubicBezTo>
                  <a:pt x="353081" y="124226"/>
                  <a:pt x="353029" y="126651"/>
                  <a:pt x="353029" y="130559"/>
                </a:cubicBezTo>
                <a:lnTo>
                  <a:pt x="353029" y="181465"/>
                </a:lnTo>
                <a:cubicBezTo>
                  <a:pt x="353029" y="188150"/>
                  <a:pt x="353701" y="196536"/>
                  <a:pt x="355047" y="206626"/>
                </a:cubicBezTo>
                <a:lnTo>
                  <a:pt x="334555" y="206626"/>
                </a:lnTo>
                <a:cubicBezTo>
                  <a:pt x="335453" y="196596"/>
                  <a:pt x="335901" y="188209"/>
                  <a:pt x="335901" y="181465"/>
                </a:cubicBezTo>
                <a:lnTo>
                  <a:pt x="335901" y="133474"/>
                </a:lnTo>
                <a:cubicBezTo>
                  <a:pt x="335901" y="124225"/>
                  <a:pt x="335303" y="116960"/>
                  <a:pt x="334105" y="111678"/>
                </a:cubicBezTo>
                <a:close/>
                <a:moveTo>
                  <a:pt x="369313" y="111228"/>
                </a:moveTo>
                <a:cubicBezTo>
                  <a:pt x="374494" y="112428"/>
                  <a:pt x="378926" y="113028"/>
                  <a:pt x="382607" y="113028"/>
                </a:cubicBezTo>
                <a:lnTo>
                  <a:pt x="388229" y="112803"/>
                </a:lnTo>
                <a:cubicBezTo>
                  <a:pt x="391525" y="112803"/>
                  <a:pt x="393173" y="113895"/>
                  <a:pt x="393173" y="116079"/>
                </a:cubicBezTo>
                <a:cubicBezTo>
                  <a:pt x="393173" y="118262"/>
                  <a:pt x="392180" y="120126"/>
                  <a:pt x="390194" y="121669"/>
                </a:cubicBezTo>
                <a:cubicBezTo>
                  <a:pt x="388741" y="123019"/>
                  <a:pt x="388015" y="127627"/>
                  <a:pt x="388015" y="135492"/>
                </a:cubicBezTo>
                <a:lnTo>
                  <a:pt x="388015" y="184380"/>
                </a:lnTo>
                <a:cubicBezTo>
                  <a:pt x="388015" y="189438"/>
                  <a:pt x="390729" y="191967"/>
                  <a:pt x="396157" y="191967"/>
                </a:cubicBezTo>
                <a:cubicBezTo>
                  <a:pt x="401585" y="191967"/>
                  <a:pt x="405011" y="190255"/>
                  <a:pt x="406433" y="186830"/>
                </a:cubicBezTo>
                <a:cubicBezTo>
                  <a:pt x="407856" y="183406"/>
                  <a:pt x="408674" y="176446"/>
                  <a:pt x="408885" y="165949"/>
                </a:cubicBezTo>
                <a:cubicBezTo>
                  <a:pt x="414024" y="170057"/>
                  <a:pt x="420373" y="172363"/>
                  <a:pt x="427931" y="172868"/>
                </a:cubicBezTo>
                <a:cubicBezTo>
                  <a:pt x="426528" y="184005"/>
                  <a:pt x="424646" y="191934"/>
                  <a:pt x="422285" y="196655"/>
                </a:cubicBezTo>
                <a:cubicBezTo>
                  <a:pt x="419924" y="201376"/>
                  <a:pt x="416681" y="204479"/>
                  <a:pt x="412556" y="205965"/>
                </a:cubicBezTo>
                <a:cubicBezTo>
                  <a:pt x="408430" y="207451"/>
                  <a:pt x="402217" y="208194"/>
                  <a:pt x="393916" y="208194"/>
                </a:cubicBezTo>
                <a:cubicBezTo>
                  <a:pt x="385615" y="208194"/>
                  <a:pt x="379775" y="206679"/>
                  <a:pt x="376398" y="203649"/>
                </a:cubicBezTo>
                <a:cubicBezTo>
                  <a:pt x="373020" y="200618"/>
                  <a:pt x="371331" y="193822"/>
                  <a:pt x="371331" y="183259"/>
                </a:cubicBezTo>
                <a:lnTo>
                  <a:pt x="371331" y="132352"/>
                </a:lnTo>
                <a:cubicBezTo>
                  <a:pt x="371331" y="124430"/>
                  <a:pt x="370658" y="117388"/>
                  <a:pt x="369313" y="111228"/>
                </a:cubicBezTo>
                <a:close/>
                <a:moveTo>
                  <a:pt x="90236" y="103020"/>
                </a:moveTo>
                <a:lnTo>
                  <a:pt x="90236" y="132988"/>
                </a:lnTo>
                <a:lnTo>
                  <a:pt x="140160" y="132988"/>
                </a:lnTo>
                <a:lnTo>
                  <a:pt x="140160" y="103020"/>
                </a:lnTo>
                <a:close/>
                <a:moveTo>
                  <a:pt x="20270" y="103020"/>
                </a:moveTo>
                <a:lnTo>
                  <a:pt x="20270" y="132988"/>
                </a:lnTo>
                <a:lnTo>
                  <a:pt x="71537" y="132988"/>
                </a:lnTo>
                <a:lnTo>
                  <a:pt x="71537" y="103020"/>
                </a:lnTo>
                <a:close/>
                <a:moveTo>
                  <a:pt x="230831" y="66826"/>
                </a:moveTo>
                <a:cubicBezTo>
                  <a:pt x="246859" y="74670"/>
                  <a:pt x="261579" y="84022"/>
                  <a:pt x="274990" y="94883"/>
                </a:cubicBezTo>
                <a:lnTo>
                  <a:pt x="263714" y="108624"/>
                </a:lnTo>
                <a:cubicBezTo>
                  <a:pt x="250755" y="97182"/>
                  <a:pt x="236843" y="88184"/>
                  <a:pt x="221976" y="81628"/>
                </a:cubicBezTo>
                <a:close/>
                <a:moveTo>
                  <a:pt x="90236" y="55253"/>
                </a:moveTo>
                <a:lnTo>
                  <a:pt x="90236" y="87686"/>
                </a:lnTo>
                <a:lnTo>
                  <a:pt x="140160" y="87686"/>
                </a:lnTo>
                <a:lnTo>
                  <a:pt x="140160" y="55253"/>
                </a:lnTo>
                <a:close/>
                <a:moveTo>
                  <a:pt x="20270" y="55253"/>
                </a:moveTo>
                <a:lnTo>
                  <a:pt x="20270" y="87686"/>
                </a:lnTo>
                <a:lnTo>
                  <a:pt x="71537" y="87686"/>
                </a:lnTo>
                <a:lnTo>
                  <a:pt x="71537" y="55253"/>
                </a:lnTo>
                <a:close/>
                <a:moveTo>
                  <a:pt x="637332" y="45609"/>
                </a:moveTo>
                <a:lnTo>
                  <a:pt x="612057" y="101816"/>
                </a:lnTo>
                <a:lnTo>
                  <a:pt x="662428" y="101816"/>
                </a:lnTo>
                <a:close/>
                <a:moveTo>
                  <a:pt x="522149" y="8076"/>
                </a:moveTo>
                <a:lnTo>
                  <a:pt x="542940" y="8076"/>
                </a:lnTo>
                <a:lnTo>
                  <a:pt x="475432" y="199450"/>
                </a:lnTo>
                <a:lnTo>
                  <a:pt x="454719" y="199450"/>
                </a:lnTo>
                <a:close/>
                <a:moveTo>
                  <a:pt x="633785" y="5608"/>
                </a:moveTo>
                <a:lnTo>
                  <a:pt x="640900" y="5608"/>
                </a:lnTo>
                <a:lnTo>
                  <a:pt x="716785" y="177472"/>
                </a:lnTo>
                <a:lnTo>
                  <a:pt x="695736" y="177472"/>
                </a:lnTo>
                <a:lnTo>
                  <a:pt x="670393" y="122530"/>
                </a:lnTo>
                <a:lnTo>
                  <a:pt x="603838" y="122530"/>
                </a:lnTo>
                <a:lnTo>
                  <a:pt x="578725" y="177472"/>
                </a:lnTo>
                <a:lnTo>
                  <a:pt x="557029" y="177472"/>
                </a:lnTo>
                <a:close/>
                <a:moveTo>
                  <a:pt x="69069" y="2915"/>
                </a:moveTo>
                <a:cubicBezTo>
                  <a:pt x="77356" y="3962"/>
                  <a:pt x="84696" y="4486"/>
                  <a:pt x="91090" y="4486"/>
                </a:cubicBezTo>
                <a:cubicBezTo>
                  <a:pt x="95305" y="4486"/>
                  <a:pt x="97412" y="5724"/>
                  <a:pt x="97412" y="8201"/>
                </a:cubicBezTo>
                <a:cubicBezTo>
                  <a:pt x="97412" y="10677"/>
                  <a:pt x="96552" y="12260"/>
                  <a:pt x="94831" y="12948"/>
                </a:cubicBezTo>
                <a:cubicBezTo>
                  <a:pt x="93111" y="13636"/>
                  <a:pt x="91915" y="14595"/>
                  <a:pt x="91243" y="15823"/>
                </a:cubicBezTo>
                <a:cubicBezTo>
                  <a:pt x="90572" y="17052"/>
                  <a:pt x="90236" y="18145"/>
                  <a:pt x="90236" y="19102"/>
                </a:cubicBezTo>
                <a:lnTo>
                  <a:pt x="90236" y="39469"/>
                </a:lnTo>
                <a:cubicBezTo>
                  <a:pt x="121014" y="39472"/>
                  <a:pt x="144412" y="38574"/>
                  <a:pt x="160431" y="36776"/>
                </a:cubicBezTo>
                <a:cubicBezTo>
                  <a:pt x="159383" y="44556"/>
                  <a:pt x="158859" y="53765"/>
                  <a:pt x="158859" y="64404"/>
                </a:cubicBezTo>
                <a:lnTo>
                  <a:pt x="158859" y="130559"/>
                </a:lnTo>
                <a:cubicBezTo>
                  <a:pt x="158859" y="141175"/>
                  <a:pt x="159607" y="152626"/>
                  <a:pt x="161102" y="164913"/>
                </a:cubicBezTo>
                <a:lnTo>
                  <a:pt x="140160" y="164913"/>
                </a:lnTo>
                <a:lnTo>
                  <a:pt x="140160" y="148769"/>
                </a:lnTo>
                <a:lnTo>
                  <a:pt x="90236" y="148769"/>
                </a:lnTo>
                <a:lnTo>
                  <a:pt x="90236" y="177876"/>
                </a:lnTo>
                <a:cubicBezTo>
                  <a:pt x="90236" y="182605"/>
                  <a:pt x="90626" y="185868"/>
                  <a:pt x="91404" y="187664"/>
                </a:cubicBezTo>
                <a:cubicBezTo>
                  <a:pt x="92183" y="189461"/>
                  <a:pt x="93985" y="190777"/>
                  <a:pt x="96810" y="191611"/>
                </a:cubicBezTo>
                <a:cubicBezTo>
                  <a:pt x="99636" y="192446"/>
                  <a:pt x="104594" y="192863"/>
                  <a:pt x="111685" y="192863"/>
                </a:cubicBezTo>
                <a:lnTo>
                  <a:pt x="147154" y="192638"/>
                </a:lnTo>
                <a:cubicBezTo>
                  <a:pt x="155193" y="192638"/>
                  <a:pt x="160604" y="190196"/>
                  <a:pt x="163386" y="185311"/>
                </a:cubicBezTo>
                <a:cubicBezTo>
                  <a:pt x="166169" y="180425"/>
                  <a:pt x="168427" y="171954"/>
                  <a:pt x="170160" y="159895"/>
                </a:cubicBezTo>
                <a:cubicBezTo>
                  <a:pt x="175602" y="164286"/>
                  <a:pt x="182001" y="167666"/>
                  <a:pt x="189359" y="170035"/>
                </a:cubicBezTo>
                <a:cubicBezTo>
                  <a:pt x="185592" y="185635"/>
                  <a:pt x="180872" y="196231"/>
                  <a:pt x="175199" y="201823"/>
                </a:cubicBezTo>
                <a:cubicBezTo>
                  <a:pt x="169525" y="207416"/>
                  <a:pt x="160240" y="210212"/>
                  <a:pt x="147343" y="210212"/>
                </a:cubicBezTo>
                <a:lnTo>
                  <a:pt x="111946" y="209990"/>
                </a:lnTo>
                <a:cubicBezTo>
                  <a:pt x="99811" y="209990"/>
                  <a:pt x="90919" y="209102"/>
                  <a:pt x="85270" y="207326"/>
                </a:cubicBezTo>
                <a:cubicBezTo>
                  <a:pt x="79620" y="205549"/>
                  <a:pt x="75919" y="202365"/>
                  <a:pt x="74166" y="197773"/>
                </a:cubicBezTo>
                <a:cubicBezTo>
                  <a:pt x="72414" y="193181"/>
                  <a:pt x="71537" y="186101"/>
                  <a:pt x="71537" y="176533"/>
                </a:cubicBezTo>
                <a:lnTo>
                  <a:pt x="71537" y="148769"/>
                </a:lnTo>
                <a:lnTo>
                  <a:pt x="20270" y="148769"/>
                </a:lnTo>
                <a:lnTo>
                  <a:pt x="20270" y="169400"/>
                </a:lnTo>
                <a:lnTo>
                  <a:pt x="0" y="169400"/>
                </a:lnTo>
                <a:cubicBezTo>
                  <a:pt x="1643" y="156922"/>
                  <a:pt x="2465" y="144723"/>
                  <a:pt x="2465" y="132802"/>
                </a:cubicBezTo>
                <a:lnTo>
                  <a:pt x="2465" y="64404"/>
                </a:lnTo>
                <a:cubicBezTo>
                  <a:pt x="2465" y="54775"/>
                  <a:pt x="1942" y="45565"/>
                  <a:pt x="896" y="36776"/>
                </a:cubicBezTo>
                <a:cubicBezTo>
                  <a:pt x="17601" y="38574"/>
                  <a:pt x="41148" y="39472"/>
                  <a:pt x="71537" y="39469"/>
                </a:cubicBezTo>
                <a:cubicBezTo>
                  <a:pt x="71537" y="24617"/>
                  <a:pt x="70715" y="12432"/>
                  <a:pt x="69069" y="2915"/>
                </a:cubicBezTo>
                <a:close/>
                <a:moveTo>
                  <a:pt x="336491" y="0"/>
                </a:moveTo>
                <a:cubicBezTo>
                  <a:pt x="345666" y="12235"/>
                  <a:pt x="352669" y="22702"/>
                  <a:pt x="357501" y="31400"/>
                </a:cubicBezTo>
                <a:cubicBezTo>
                  <a:pt x="384213" y="31400"/>
                  <a:pt x="405597" y="30725"/>
                  <a:pt x="421651" y="29375"/>
                </a:cubicBezTo>
                <a:lnTo>
                  <a:pt x="421651" y="47852"/>
                </a:lnTo>
                <a:cubicBezTo>
                  <a:pt x="407697" y="46657"/>
                  <a:pt x="380734" y="46059"/>
                  <a:pt x="340763" y="46059"/>
                </a:cubicBezTo>
                <a:cubicBezTo>
                  <a:pt x="337596" y="49610"/>
                  <a:pt x="327257" y="63708"/>
                  <a:pt x="309748" y="88354"/>
                </a:cubicBezTo>
                <a:lnTo>
                  <a:pt x="380303" y="85871"/>
                </a:lnTo>
                <a:cubicBezTo>
                  <a:pt x="374491" y="80621"/>
                  <a:pt x="367838" y="74375"/>
                  <a:pt x="360344" y="67133"/>
                </a:cubicBezTo>
                <a:lnTo>
                  <a:pt x="372592" y="56961"/>
                </a:lnTo>
                <a:cubicBezTo>
                  <a:pt x="386963" y="69681"/>
                  <a:pt x="401298" y="86269"/>
                  <a:pt x="415597" y="106724"/>
                </a:cubicBezTo>
                <a:lnTo>
                  <a:pt x="400977" y="116700"/>
                </a:lnTo>
                <a:cubicBezTo>
                  <a:pt x="397005" y="110947"/>
                  <a:pt x="393105" y="105341"/>
                  <a:pt x="389276" y="99880"/>
                </a:cubicBezTo>
                <a:cubicBezTo>
                  <a:pt x="326216" y="103438"/>
                  <a:pt x="292691" y="106353"/>
                  <a:pt x="288703" y="108624"/>
                </a:cubicBezTo>
                <a:cubicBezTo>
                  <a:pt x="286910" y="103152"/>
                  <a:pt x="284926" y="97526"/>
                  <a:pt x="282752" y="91747"/>
                </a:cubicBezTo>
                <a:cubicBezTo>
                  <a:pt x="286850" y="90142"/>
                  <a:pt x="290561" y="87713"/>
                  <a:pt x="293884" y="84461"/>
                </a:cubicBezTo>
                <a:cubicBezTo>
                  <a:pt x="297207" y="81208"/>
                  <a:pt x="302019" y="75133"/>
                  <a:pt x="308321" y="66235"/>
                </a:cubicBezTo>
                <a:cubicBezTo>
                  <a:pt x="314623" y="57337"/>
                  <a:pt x="319256" y="50686"/>
                  <a:pt x="322221" y="46281"/>
                </a:cubicBezTo>
                <a:cubicBezTo>
                  <a:pt x="307891" y="46281"/>
                  <a:pt x="294436" y="46805"/>
                  <a:pt x="281855" y="47852"/>
                </a:cubicBezTo>
                <a:lnTo>
                  <a:pt x="281855" y="41267"/>
                </a:lnTo>
                <a:lnTo>
                  <a:pt x="272508" y="53235"/>
                </a:lnTo>
                <a:cubicBezTo>
                  <a:pt x="263788" y="45941"/>
                  <a:pt x="249710" y="36872"/>
                  <a:pt x="230274" y="26028"/>
                </a:cubicBezTo>
                <a:lnTo>
                  <a:pt x="239182" y="11884"/>
                </a:lnTo>
                <a:cubicBezTo>
                  <a:pt x="249332" y="17421"/>
                  <a:pt x="258083" y="22486"/>
                  <a:pt x="265434" y="27077"/>
                </a:cubicBezTo>
                <a:lnTo>
                  <a:pt x="281855" y="38442"/>
                </a:lnTo>
                <a:lnTo>
                  <a:pt x="281855" y="29375"/>
                </a:lnTo>
                <a:cubicBezTo>
                  <a:pt x="297143" y="30725"/>
                  <a:pt x="316354" y="31400"/>
                  <a:pt x="339488" y="31400"/>
                </a:cubicBezTo>
                <a:cubicBezTo>
                  <a:pt x="335411" y="26483"/>
                  <a:pt x="329655" y="19290"/>
                  <a:pt x="322221" y="98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28C294-31D7-4F22-A08C-C2197203B981}"/>
              </a:ext>
            </a:extLst>
          </p:cNvPr>
          <p:cNvSpPr txBox="1"/>
          <p:nvPr/>
        </p:nvSpPr>
        <p:spPr>
          <a:xfrm>
            <a:off x="2763006" y="1058237"/>
            <a:ext cx="920635" cy="270225"/>
          </a:xfrm>
          <a:custGeom>
            <a:avLst/>
            <a:gdLst/>
            <a:ahLst/>
            <a:cxnLst/>
            <a:rect l="l" t="t" r="r" b="b"/>
            <a:pathLst>
              <a:path w="706244" h="207297">
                <a:moveTo>
                  <a:pt x="369166" y="118407"/>
                </a:moveTo>
                <a:cubicBezTo>
                  <a:pt x="383430" y="133259"/>
                  <a:pt x="394796" y="147473"/>
                  <a:pt x="403263" y="161048"/>
                </a:cubicBezTo>
                <a:lnTo>
                  <a:pt x="388826" y="170521"/>
                </a:lnTo>
                <a:cubicBezTo>
                  <a:pt x="379875" y="156200"/>
                  <a:pt x="369035" y="142164"/>
                  <a:pt x="356308" y="128412"/>
                </a:cubicBezTo>
                <a:close/>
                <a:moveTo>
                  <a:pt x="90236" y="100105"/>
                </a:moveTo>
                <a:lnTo>
                  <a:pt x="90236" y="130073"/>
                </a:lnTo>
                <a:lnTo>
                  <a:pt x="140160" y="130073"/>
                </a:lnTo>
                <a:lnTo>
                  <a:pt x="140160" y="100105"/>
                </a:lnTo>
                <a:close/>
                <a:moveTo>
                  <a:pt x="20270" y="100105"/>
                </a:moveTo>
                <a:lnTo>
                  <a:pt x="20270" y="130073"/>
                </a:lnTo>
                <a:lnTo>
                  <a:pt x="71537" y="130073"/>
                </a:lnTo>
                <a:lnTo>
                  <a:pt x="71537" y="100105"/>
                </a:lnTo>
                <a:close/>
                <a:moveTo>
                  <a:pt x="90236" y="52338"/>
                </a:moveTo>
                <a:lnTo>
                  <a:pt x="90236" y="84771"/>
                </a:lnTo>
                <a:lnTo>
                  <a:pt x="140160" y="84771"/>
                </a:lnTo>
                <a:lnTo>
                  <a:pt x="140160" y="52338"/>
                </a:lnTo>
                <a:close/>
                <a:moveTo>
                  <a:pt x="20270" y="52338"/>
                </a:moveTo>
                <a:lnTo>
                  <a:pt x="20270" y="84771"/>
                </a:lnTo>
                <a:lnTo>
                  <a:pt x="71537" y="84771"/>
                </a:lnTo>
                <a:lnTo>
                  <a:pt x="71537" y="52338"/>
                </a:lnTo>
                <a:close/>
                <a:moveTo>
                  <a:pt x="324239" y="41262"/>
                </a:moveTo>
                <a:cubicBezTo>
                  <a:pt x="330981" y="42312"/>
                  <a:pt x="337573" y="42837"/>
                  <a:pt x="344017" y="42837"/>
                </a:cubicBezTo>
                <a:cubicBezTo>
                  <a:pt x="348081" y="42837"/>
                  <a:pt x="350114" y="43892"/>
                  <a:pt x="350114" y="46003"/>
                </a:cubicBezTo>
                <a:cubicBezTo>
                  <a:pt x="350114" y="48114"/>
                  <a:pt x="349142" y="49917"/>
                  <a:pt x="347199" y="51411"/>
                </a:cubicBezTo>
                <a:cubicBezTo>
                  <a:pt x="345256" y="52906"/>
                  <a:pt x="344285" y="55143"/>
                  <a:pt x="344285" y="58125"/>
                </a:cubicBezTo>
                <a:lnTo>
                  <a:pt x="344285" y="94411"/>
                </a:lnTo>
                <a:cubicBezTo>
                  <a:pt x="363944" y="94261"/>
                  <a:pt x="382482" y="93439"/>
                  <a:pt x="399899" y="91943"/>
                </a:cubicBezTo>
                <a:lnTo>
                  <a:pt x="399899" y="111989"/>
                </a:lnTo>
                <a:cubicBezTo>
                  <a:pt x="382216" y="110493"/>
                  <a:pt x="363677" y="109672"/>
                  <a:pt x="344285" y="109524"/>
                </a:cubicBezTo>
                <a:lnTo>
                  <a:pt x="344285" y="178954"/>
                </a:lnTo>
                <a:cubicBezTo>
                  <a:pt x="372793" y="178806"/>
                  <a:pt x="398508" y="177835"/>
                  <a:pt x="421430" y="176039"/>
                </a:cubicBezTo>
                <a:lnTo>
                  <a:pt x="421430" y="197206"/>
                </a:lnTo>
                <a:cubicBezTo>
                  <a:pt x="397644" y="195263"/>
                  <a:pt x="370409" y="194292"/>
                  <a:pt x="339727" y="194292"/>
                </a:cubicBezTo>
                <a:cubicBezTo>
                  <a:pt x="309044" y="194292"/>
                  <a:pt x="280484" y="195263"/>
                  <a:pt x="254045" y="197206"/>
                </a:cubicBezTo>
                <a:lnTo>
                  <a:pt x="254045" y="176039"/>
                </a:lnTo>
                <a:cubicBezTo>
                  <a:pt x="276795" y="177987"/>
                  <a:pt x="300716" y="178959"/>
                  <a:pt x="325807" y="178954"/>
                </a:cubicBezTo>
                <a:lnTo>
                  <a:pt x="325807" y="109524"/>
                </a:lnTo>
                <a:cubicBezTo>
                  <a:pt x="305348" y="109672"/>
                  <a:pt x="287407" y="110493"/>
                  <a:pt x="271986" y="111989"/>
                </a:cubicBezTo>
                <a:lnTo>
                  <a:pt x="271986" y="91943"/>
                </a:lnTo>
                <a:cubicBezTo>
                  <a:pt x="287217" y="93591"/>
                  <a:pt x="305157" y="94414"/>
                  <a:pt x="325807" y="94411"/>
                </a:cubicBezTo>
                <a:lnTo>
                  <a:pt x="325807" y="76288"/>
                </a:lnTo>
                <a:cubicBezTo>
                  <a:pt x="325807" y="59883"/>
                  <a:pt x="325285" y="48208"/>
                  <a:pt x="324239" y="41262"/>
                </a:cubicBezTo>
                <a:close/>
                <a:moveTo>
                  <a:pt x="240815" y="17041"/>
                </a:moveTo>
                <a:cubicBezTo>
                  <a:pt x="246715" y="18241"/>
                  <a:pt x="276554" y="18841"/>
                  <a:pt x="330329" y="18841"/>
                </a:cubicBezTo>
                <a:cubicBezTo>
                  <a:pt x="384105" y="18841"/>
                  <a:pt x="413724" y="18241"/>
                  <a:pt x="419187" y="17041"/>
                </a:cubicBezTo>
                <a:lnTo>
                  <a:pt x="419187" y="36190"/>
                </a:lnTo>
                <a:cubicBezTo>
                  <a:pt x="408357" y="35144"/>
                  <a:pt x="386814" y="34622"/>
                  <a:pt x="354557" y="34622"/>
                </a:cubicBezTo>
                <a:lnTo>
                  <a:pt x="259506" y="34622"/>
                </a:lnTo>
                <a:cubicBezTo>
                  <a:pt x="259661" y="47928"/>
                  <a:pt x="259738" y="58827"/>
                  <a:pt x="259738" y="67319"/>
                </a:cubicBezTo>
                <a:cubicBezTo>
                  <a:pt x="259738" y="104311"/>
                  <a:pt x="258031" y="131609"/>
                  <a:pt x="254616" y="149213"/>
                </a:cubicBezTo>
                <a:cubicBezTo>
                  <a:pt x="251202" y="166816"/>
                  <a:pt x="244701" y="184907"/>
                  <a:pt x="235114" y="203486"/>
                </a:cubicBezTo>
                <a:cubicBezTo>
                  <a:pt x="227415" y="201693"/>
                  <a:pt x="221093" y="200300"/>
                  <a:pt x="216147" y="199307"/>
                </a:cubicBezTo>
                <a:cubicBezTo>
                  <a:pt x="226234" y="183921"/>
                  <a:pt x="232979" y="167612"/>
                  <a:pt x="236382" y="150379"/>
                </a:cubicBezTo>
                <a:cubicBezTo>
                  <a:pt x="239785" y="133146"/>
                  <a:pt x="241486" y="106431"/>
                  <a:pt x="241486" y="70233"/>
                </a:cubicBezTo>
                <a:cubicBezTo>
                  <a:pt x="241486" y="56079"/>
                  <a:pt x="241262" y="38348"/>
                  <a:pt x="240815" y="17041"/>
                </a:cubicBezTo>
                <a:close/>
                <a:moveTo>
                  <a:pt x="559047" y="9197"/>
                </a:moveTo>
                <a:lnTo>
                  <a:pt x="580396" y="9197"/>
                </a:lnTo>
                <a:lnTo>
                  <a:pt x="632217" y="137467"/>
                </a:lnTo>
                <a:lnTo>
                  <a:pt x="684902" y="9197"/>
                </a:lnTo>
                <a:lnTo>
                  <a:pt x="706244" y="9197"/>
                </a:lnTo>
                <a:lnTo>
                  <a:pt x="635260" y="178593"/>
                </a:lnTo>
                <a:lnTo>
                  <a:pt x="628842" y="178593"/>
                </a:lnTo>
                <a:close/>
                <a:moveTo>
                  <a:pt x="522149" y="5161"/>
                </a:moveTo>
                <a:lnTo>
                  <a:pt x="542940" y="5161"/>
                </a:lnTo>
                <a:lnTo>
                  <a:pt x="475432" y="196535"/>
                </a:lnTo>
                <a:lnTo>
                  <a:pt x="454719" y="196535"/>
                </a:lnTo>
                <a:close/>
                <a:moveTo>
                  <a:pt x="69069" y="0"/>
                </a:moveTo>
                <a:cubicBezTo>
                  <a:pt x="77356" y="1047"/>
                  <a:pt x="84696" y="1571"/>
                  <a:pt x="91090" y="1571"/>
                </a:cubicBezTo>
                <a:cubicBezTo>
                  <a:pt x="95305" y="1571"/>
                  <a:pt x="97412" y="2809"/>
                  <a:pt x="97412" y="5286"/>
                </a:cubicBezTo>
                <a:cubicBezTo>
                  <a:pt x="97412" y="7762"/>
                  <a:pt x="96552" y="9345"/>
                  <a:pt x="94831" y="10033"/>
                </a:cubicBezTo>
                <a:cubicBezTo>
                  <a:pt x="93111" y="10721"/>
                  <a:pt x="91915" y="11680"/>
                  <a:pt x="91243" y="12908"/>
                </a:cubicBezTo>
                <a:cubicBezTo>
                  <a:pt x="90572" y="14137"/>
                  <a:pt x="90236" y="15230"/>
                  <a:pt x="90236" y="16187"/>
                </a:cubicBezTo>
                <a:lnTo>
                  <a:pt x="90236" y="36554"/>
                </a:lnTo>
                <a:cubicBezTo>
                  <a:pt x="121014" y="36556"/>
                  <a:pt x="144412" y="35659"/>
                  <a:pt x="160431" y="33861"/>
                </a:cubicBezTo>
                <a:cubicBezTo>
                  <a:pt x="159383" y="41640"/>
                  <a:pt x="158859" y="50850"/>
                  <a:pt x="158859" y="61489"/>
                </a:cubicBezTo>
                <a:lnTo>
                  <a:pt x="158859" y="127644"/>
                </a:lnTo>
                <a:cubicBezTo>
                  <a:pt x="158859" y="138260"/>
                  <a:pt x="159607" y="149711"/>
                  <a:pt x="161102" y="161998"/>
                </a:cubicBezTo>
                <a:lnTo>
                  <a:pt x="140160" y="161998"/>
                </a:lnTo>
                <a:lnTo>
                  <a:pt x="140160" y="145853"/>
                </a:lnTo>
                <a:lnTo>
                  <a:pt x="90236" y="145853"/>
                </a:lnTo>
                <a:lnTo>
                  <a:pt x="90236" y="174961"/>
                </a:lnTo>
                <a:cubicBezTo>
                  <a:pt x="90236" y="179690"/>
                  <a:pt x="90626" y="182953"/>
                  <a:pt x="91404" y="184749"/>
                </a:cubicBezTo>
                <a:cubicBezTo>
                  <a:pt x="92183" y="186546"/>
                  <a:pt x="93985" y="187862"/>
                  <a:pt x="96810" y="188696"/>
                </a:cubicBezTo>
                <a:cubicBezTo>
                  <a:pt x="99636" y="189531"/>
                  <a:pt x="104594" y="189948"/>
                  <a:pt x="111685" y="189948"/>
                </a:cubicBezTo>
                <a:lnTo>
                  <a:pt x="147154" y="189723"/>
                </a:lnTo>
                <a:cubicBezTo>
                  <a:pt x="155193" y="189723"/>
                  <a:pt x="160604" y="187281"/>
                  <a:pt x="163386" y="182396"/>
                </a:cubicBezTo>
                <a:cubicBezTo>
                  <a:pt x="166169" y="177510"/>
                  <a:pt x="168427" y="169039"/>
                  <a:pt x="170160" y="156980"/>
                </a:cubicBezTo>
                <a:cubicBezTo>
                  <a:pt x="175602" y="161371"/>
                  <a:pt x="182001" y="164751"/>
                  <a:pt x="189359" y="167120"/>
                </a:cubicBezTo>
                <a:cubicBezTo>
                  <a:pt x="185592" y="182720"/>
                  <a:pt x="180872" y="193316"/>
                  <a:pt x="175199" y="198908"/>
                </a:cubicBezTo>
                <a:cubicBezTo>
                  <a:pt x="169525" y="204501"/>
                  <a:pt x="160240" y="207297"/>
                  <a:pt x="147343" y="207297"/>
                </a:cubicBezTo>
                <a:lnTo>
                  <a:pt x="111946" y="207075"/>
                </a:lnTo>
                <a:cubicBezTo>
                  <a:pt x="99811" y="207075"/>
                  <a:pt x="90919" y="206187"/>
                  <a:pt x="85270" y="204411"/>
                </a:cubicBezTo>
                <a:cubicBezTo>
                  <a:pt x="79620" y="202634"/>
                  <a:pt x="75919" y="199450"/>
                  <a:pt x="74166" y="194858"/>
                </a:cubicBezTo>
                <a:cubicBezTo>
                  <a:pt x="72414" y="190266"/>
                  <a:pt x="71537" y="183186"/>
                  <a:pt x="71537" y="173618"/>
                </a:cubicBezTo>
                <a:lnTo>
                  <a:pt x="71537" y="145853"/>
                </a:lnTo>
                <a:lnTo>
                  <a:pt x="20270" y="145853"/>
                </a:lnTo>
                <a:lnTo>
                  <a:pt x="20270" y="166485"/>
                </a:lnTo>
                <a:lnTo>
                  <a:pt x="0" y="166485"/>
                </a:lnTo>
                <a:cubicBezTo>
                  <a:pt x="1643" y="154007"/>
                  <a:pt x="2465" y="141808"/>
                  <a:pt x="2465" y="129887"/>
                </a:cubicBezTo>
                <a:lnTo>
                  <a:pt x="2465" y="61489"/>
                </a:lnTo>
                <a:cubicBezTo>
                  <a:pt x="2465" y="51860"/>
                  <a:pt x="1942" y="42650"/>
                  <a:pt x="896" y="33861"/>
                </a:cubicBezTo>
                <a:cubicBezTo>
                  <a:pt x="17601" y="35659"/>
                  <a:pt x="41148" y="36556"/>
                  <a:pt x="71537" y="36554"/>
                </a:cubicBezTo>
                <a:cubicBezTo>
                  <a:pt x="71537" y="21702"/>
                  <a:pt x="70715" y="9517"/>
                  <a:pt x="690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751BA8B-DF46-4A39-A53A-A056227908A7}"/>
              </a:ext>
            </a:extLst>
          </p:cNvPr>
          <p:cNvGrpSpPr/>
          <p:nvPr/>
        </p:nvGrpSpPr>
        <p:grpSpPr>
          <a:xfrm>
            <a:off x="3072637" y="1613755"/>
            <a:ext cx="5808230" cy="1496249"/>
            <a:chOff x="3072637" y="1613755"/>
            <a:chExt cx="5808230" cy="1496249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B547307-EC1A-43C9-BDD0-0240CD63A5F8}"/>
                </a:ext>
              </a:extLst>
            </p:cNvPr>
            <p:cNvCxnSpPr>
              <a:cxnSpLocks/>
            </p:cNvCxnSpPr>
            <p:nvPr/>
          </p:nvCxnSpPr>
          <p:spPr>
            <a:xfrm>
              <a:off x="3796537" y="1722078"/>
              <a:ext cx="1698774" cy="0"/>
            </a:xfrm>
            <a:prstGeom prst="line">
              <a:avLst/>
            </a:prstGeom>
            <a:ln w="158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36D8FFA-25B9-4975-AF64-86854CA17F51}"/>
                </a:ext>
              </a:extLst>
            </p:cNvPr>
            <p:cNvCxnSpPr>
              <a:cxnSpLocks/>
            </p:cNvCxnSpPr>
            <p:nvPr/>
          </p:nvCxnSpPr>
          <p:spPr>
            <a:xfrm>
              <a:off x="5487033" y="1722078"/>
              <a:ext cx="66221" cy="1387926"/>
            </a:xfrm>
            <a:prstGeom prst="line">
              <a:avLst/>
            </a:prstGeom>
            <a:ln w="158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CC67FFA-E3AF-4D21-8102-83CE5BE97405}"/>
                </a:ext>
              </a:extLst>
            </p:cNvPr>
            <p:cNvCxnSpPr>
              <a:cxnSpLocks/>
            </p:cNvCxnSpPr>
            <p:nvPr/>
          </p:nvCxnSpPr>
          <p:spPr>
            <a:xfrm>
              <a:off x="5553255" y="3110004"/>
              <a:ext cx="3327612" cy="0"/>
            </a:xfrm>
            <a:prstGeom prst="line">
              <a:avLst/>
            </a:prstGeom>
            <a:ln w="158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E6C2D38-494D-472E-85B6-ECE89C355140}"/>
                </a:ext>
              </a:extLst>
            </p:cNvPr>
            <p:cNvSpPr txBox="1"/>
            <p:nvPr/>
          </p:nvSpPr>
          <p:spPr>
            <a:xfrm>
              <a:off x="3072637" y="1613755"/>
              <a:ext cx="599567" cy="224689"/>
            </a:xfrm>
            <a:custGeom>
              <a:avLst/>
              <a:gdLst/>
              <a:ahLst/>
              <a:cxnLst/>
              <a:rect l="l" t="t" r="r" b="b"/>
              <a:pathLst>
                <a:path w="459944" h="172365">
                  <a:moveTo>
                    <a:pt x="151029" y="143790"/>
                  </a:moveTo>
                  <a:cubicBezTo>
                    <a:pt x="154839" y="143790"/>
                    <a:pt x="158077" y="145123"/>
                    <a:pt x="160744" y="147790"/>
                  </a:cubicBezTo>
                  <a:cubicBezTo>
                    <a:pt x="163411" y="150457"/>
                    <a:pt x="164745" y="153696"/>
                    <a:pt x="164745" y="157506"/>
                  </a:cubicBezTo>
                  <a:cubicBezTo>
                    <a:pt x="164745" y="161468"/>
                    <a:pt x="163411" y="164783"/>
                    <a:pt x="160744" y="167450"/>
                  </a:cubicBezTo>
                  <a:cubicBezTo>
                    <a:pt x="158077" y="170117"/>
                    <a:pt x="154839" y="171450"/>
                    <a:pt x="151029" y="171450"/>
                  </a:cubicBezTo>
                  <a:cubicBezTo>
                    <a:pt x="147371" y="171450"/>
                    <a:pt x="144171" y="170079"/>
                    <a:pt x="141428" y="167336"/>
                  </a:cubicBezTo>
                  <a:cubicBezTo>
                    <a:pt x="138684" y="164592"/>
                    <a:pt x="137313" y="161316"/>
                    <a:pt x="137313" y="157506"/>
                  </a:cubicBezTo>
                  <a:cubicBezTo>
                    <a:pt x="137313" y="153696"/>
                    <a:pt x="138684" y="150457"/>
                    <a:pt x="141428" y="147790"/>
                  </a:cubicBezTo>
                  <a:cubicBezTo>
                    <a:pt x="144171" y="145123"/>
                    <a:pt x="147371" y="143790"/>
                    <a:pt x="151029" y="143790"/>
                  </a:cubicBezTo>
                  <a:close/>
                  <a:moveTo>
                    <a:pt x="55550" y="15545"/>
                  </a:moveTo>
                  <a:cubicBezTo>
                    <a:pt x="42901" y="15545"/>
                    <a:pt x="33071" y="21641"/>
                    <a:pt x="26061" y="33833"/>
                  </a:cubicBezTo>
                  <a:cubicBezTo>
                    <a:pt x="19050" y="46025"/>
                    <a:pt x="15545" y="63627"/>
                    <a:pt x="15545" y="86640"/>
                  </a:cubicBezTo>
                  <a:cubicBezTo>
                    <a:pt x="15545" y="133884"/>
                    <a:pt x="28880" y="157506"/>
                    <a:pt x="55550" y="157506"/>
                  </a:cubicBezTo>
                  <a:cubicBezTo>
                    <a:pt x="68504" y="157506"/>
                    <a:pt x="78601" y="151296"/>
                    <a:pt x="85840" y="138875"/>
                  </a:cubicBezTo>
                  <a:cubicBezTo>
                    <a:pt x="93079" y="126454"/>
                    <a:pt x="96698" y="109043"/>
                    <a:pt x="96698" y="86640"/>
                  </a:cubicBezTo>
                  <a:cubicBezTo>
                    <a:pt x="96698" y="63627"/>
                    <a:pt x="92964" y="46025"/>
                    <a:pt x="85497" y="33833"/>
                  </a:cubicBezTo>
                  <a:cubicBezTo>
                    <a:pt x="78029" y="21641"/>
                    <a:pt x="68047" y="15545"/>
                    <a:pt x="55550" y="15545"/>
                  </a:cubicBezTo>
                  <a:close/>
                  <a:moveTo>
                    <a:pt x="314554" y="4115"/>
                  </a:moveTo>
                  <a:lnTo>
                    <a:pt x="332385" y="4115"/>
                  </a:lnTo>
                  <a:lnTo>
                    <a:pt x="386792" y="135103"/>
                  </a:lnTo>
                  <a:lnTo>
                    <a:pt x="442113" y="4115"/>
                  </a:lnTo>
                  <a:lnTo>
                    <a:pt x="459944" y="4115"/>
                  </a:lnTo>
                  <a:lnTo>
                    <a:pt x="388392" y="172365"/>
                  </a:lnTo>
                  <a:lnTo>
                    <a:pt x="384963" y="172365"/>
                  </a:lnTo>
                  <a:close/>
                  <a:moveTo>
                    <a:pt x="199644" y="4115"/>
                  </a:moveTo>
                  <a:lnTo>
                    <a:pt x="303657" y="4115"/>
                  </a:lnTo>
                  <a:lnTo>
                    <a:pt x="215875" y="172365"/>
                  </a:lnTo>
                  <a:lnTo>
                    <a:pt x="202388" y="165507"/>
                  </a:lnTo>
                  <a:lnTo>
                    <a:pt x="278283" y="19660"/>
                  </a:lnTo>
                  <a:lnTo>
                    <a:pt x="199644" y="19660"/>
                  </a:lnTo>
                  <a:close/>
                  <a:moveTo>
                    <a:pt x="55093" y="0"/>
                  </a:moveTo>
                  <a:cubicBezTo>
                    <a:pt x="72467" y="0"/>
                    <a:pt x="86297" y="7430"/>
                    <a:pt x="96584" y="22289"/>
                  </a:cubicBezTo>
                  <a:cubicBezTo>
                    <a:pt x="106871" y="37148"/>
                    <a:pt x="112014" y="58446"/>
                    <a:pt x="112014" y="86183"/>
                  </a:cubicBezTo>
                  <a:cubicBezTo>
                    <a:pt x="112014" y="113919"/>
                    <a:pt x="106833" y="135217"/>
                    <a:pt x="96470" y="150076"/>
                  </a:cubicBezTo>
                  <a:cubicBezTo>
                    <a:pt x="86106" y="164935"/>
                    <a:pt x="72314" y="172365"/>
                    <a:pt x="55093" y="172365"/>
                  </a:cubicBezTo>
                  <a:cubicBezTo>
                    <a:pt x="37415" y="172365"/>
                    <a:pt x="23813" y="165088"/>
                    <a:pt x="14288" y="150534"/>
                  </a:cubicBezTo>
                  <a:cubicBezTo>
                    <a:pt x="4763" y="135979"/>
                    <a:pt x="0" y="114529"/>
                    <a:pt x="0" y="86183"/>
                  </a:cubicBezTo>
                  <a:cubicBezTo>
                    <a:pt x="0" y="57836"/>
                    <a:pt x="4763" y="36386"/>
                    <a:pt x="14288" y="21832"/>
                  </a:cubicBezTo>
                  <a:cubicBezTo>
                    <a:pt x="23813" y="7278"/>
                    <a:pt x="37415" y="0"/>
                    <a:pt x="55093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altLang="zh-CN" dirty="0">
                <a:solidFill>
                  <a:srgbClr val="7030A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F68C7D7-1B73-4299-B1A8-D5A4DB9B2A73}"/>
              </a:ext>
            </a:extLst>
          </p:cNvPr>
          <p:cNvGrpSpPr/>
          <p:nvPr/>
        </p:nvGrpSpPr>
        <p:grpSpPr>
          <a:xfrm>
            <a:off x="3503979" y="3989483"/>
            <a:ext cx="4979560" cy="1637575"/>
            <a:chOff x="3503979" y="3989483"/>
            <a:chExt cx="4979560" cy="163757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01E864F-82EA-430C-9E64-ED52B1529DEA}"/>
                </a:ext>
              </a:extLst>
            </p:cNvPr>
            <p:cNvGrpSpPr/>
            <p:nvPr/>
          </p:nvGrpSpPr>
          <p:grpSpPr>
            <a:xfrm>
              <a:off x="3796536" y="4110179"/>
              <a:ext cx="4687003" cy="1516879"/>
              <a:chOff x="3796536" y="4110179"/>
              <a:chExt cx="4687003" cy="1516879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58C36C1-AFEA-45C2-ABDE-CE7CB09466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96536" y="4119402"/>
                <a:ext cx="1698774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5D389D63-E76C-4C77-B520-692C2F23EDC6}"/>
                  </a:ext>
                </a:extLst>
              </p:cNvPr>
              <p:cNvSpPr/>
              <p:nvPr/>
            </p:nvSpPr>
            <p:spPr>
              <a:xfrm>
                <a:off x="5487033" y="4110179"/>
                <a:ext cx="2996506" cy="1516879"/>
              </a:xfrm>
              <a:custGeom>
                <a:avLst/>
                <a:gdLst>
                  <a:gd name="connsiteX0" fmla="*/ 0 w 2298700"/>
                  <a:gd name="connsiteY0" fmla="*/ 0 h 1233683"/>
                  <a:gd name="connsiteX1" fmla="*/ 19050 w 2298700"/>
                  <a:gd name="connsiteY1" fmla="*/ 482600 h 1233683"/>
                  <a:gd name="connsiteX2" fmla="*/ 76200 w 2298700"/>
                  <a:gd name="connsiteY2" fmla="*/ 1168400 h 1233683"/>
                  <a:gd name="connsiteX3" fmla="*/ 552450 w 2298700"/>
                  <a:gd name="connsiteY3" fmla="*/ 1174750 h 1233683"/>
                  <a:gd name="connsiteX4" fmla="*/ 781050 w 2298700"/>
                  <a:gd name="connsiteY4" fmla="*/ 895350 h 1233683"/>
                  <a:gd name="connsiteX5" fmla="*/ 1168400 w 2298700"/>
                  <a:gd name="connsiteY5" fmla="*/ 711200 h 1233683"/>
                  <a:gd name="connsiteX6" fmla="*/ 1752600 w 2298700"/>
                  <a:gd name="connsiteY6" fmla="*/ 577850 h 1233683"/>
                  <a:gd name="connsiteX7" fmla="*/ 2298700 w 2298700"/>
                  <a:gd name="connsiteY7" fmla="*/ 533400 h 1233683"/>
                  <a:gd name="connsiteX0" fmla="*/ 0 w 2298700"/>
                  <a:gd name="connsiteY0" fmla="*/ 0 h 1180923"/>
                  <a:gd name="connsiteX1" fmla="*/ 19050 w 2298700"/>
                  <a:gd name="connsiteY1" fmla="*/ 482600 h 1180923"/>
                  <a:gd name="connsiteX2" fmla="*/ 95250 w 2298700"/>
                  <a:gd name="connsiteY2" fmla="*/ 1038225 h 1180923"/>
                  <a:gd name="connsiteX3" fmla="*/ 552450 w 2298700"/>
                  <a:gd name="connsiteY3" fmla="*/ 1174750 h 1180923"/>
                  <a:gd name="connsiteX4" fmla="*/ 781050 w 2298700"/>
                  <a:gd name="connsiteY4" fmla="*/ 895350 h 1180923"/>
                  <a:gd name="connsiteX5" fmla="*/ 1168400 w 2298700"/>
                  <a:gd name="connsiteY5" fmla="*/ 711200 h 1180923"/>
                  <a:gd name="connsiteX6" fmla="*/ 1752600 w 2298700"/>
                  <a:gd name="connsiteY6" fmla="*/ 577850 h 1180923"/>
                  <a:gd name="connsiteX7" fmla="*/ 2298700 w 2298700"/>
                  <a:gd name="connsiteY7" fmla="*/ 533400 h 1180923"/>
                  <a:gd name="connsiteX0" fmla="*/ 0 w 2298700"/>
                  <a:gd name="connsiteY0" fmla="*/ 0 h 1166295"/>
                  <a:gd name="connsiteX1" fmla="*/ 19050 w 2298700"/>
                  <a:gd name="connsiteY1" fmla="*/ 482600 h 1166295"/>
                  <a:gd name="connsiteX2" fmla="*/ 95250 w 2298700"/>
                  <a:gd name="connsiteY2" fmla="*/ 1038225 h 1166295"/>
                  <a:gd name="connsiteX3" fmla="*/ 327025 w 2298700"/>
                  <a:gd name="connsiteY3" fmla="*/ 1158875 h 1166295"/>
                  <a:gd name="connsiteX4" fmla="*/ 781050 w 2298700"/>
                  <a:gd name="connsiteY4" fmla="*/ 895350 h 1166295"/>
                  <a:gd name="connsiteX5" fmla="*/ 1168400 w 2298700"/>
                  <a:gd name="connsiteY5" fmla="*/ 711200 h 1166295"/>
                  <a:gd name="connsiteX6" fmla="*/ 1752600 w 2298700"/>
                  <a:gd name="connsiteY6" fmla="*/ 577850 h 1166295"/>
                  <a:gd name="connsiteX7" fmla="*/ 2298700 w 2298700"/>
                  <a:gd name="connsiteY7" fmla="*/ 533400 h 1166295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68400 w 2298700"/>
                  <a:gd name="connsiteY5" fmla="*/ 711200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11250 w 2298700"/>
                  <a:gd name="connsiteY5" fmla="*/ 6254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30300 w 2298700"/>
                  <a:gd name="connsiteY5" fmla="*/ 6381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75532"/>
                  <a:gd name="connsiteX1" fmla="*/ 19050 w 2298700"/>
                  <a:gd name="connsiteY1" fmla="*/ 482600 h 1175532"/>
                  <a:gd name="connsiteX2" fmla="*/ 95250 w 2298700"/>
                  <a:gd name="connsiteY2" fmla="*/ 1038225 h 1175532"/>
                  <a:gd name="connsiteX3" fmla="*/ 327025 w 2298700"/>
                  <a:gd name="connsiteY3" fmla="*/ 1158875 h 1175532"/>
                  <a:gd name="connsiteX4" fmla="*/ 669925 w 2298700"/>
                  <a:gd name="connsiteY4" fmla="*/ 758825 h 1175532"/>
                  <a:gd name="connsiteX5" fmla="*/ 1130300 w 2298700"/>
                  <a:gd name="connsiteY5" fmla="*/ 638175 h 1175532"/>
                  <a:gd name="connsiteX6" fmla="*/ 1752600 w 2298700"/>
                  <a:gd name="connsiteY6" fmla="*/ 577850 h 1175532"/>
                  <a:gd name="connsiteX7" fmla="*/ 2298700 w 2298700"/>
                  <a:gd name="connsiteY7" fmla="*/ 533400 h 1175532"/>
                  <a:gd name="connsiteX0" fmla="*/ 0 w 2298700"/>
                  <a:gd name="connsiteY0" fmla="*/ 0 h 1169654"/>
                  <a:gd name="connsiteX1" fmla="*/ 19050 w 2298700"/>
                  <a:gd name="connsiteY1" fmla="*/ 482600 h 1169654"/>
                  <a:gd name="connsiteX2" fmla="*/ 95250 w 2298700"/>
                  <a:gd name="connsiteY2" fmla="*/ 1038225 h 1169654"/>
                  <a:gd name="connsiteX3" fmla="*/ 327025 w 2298700"/>
                  <a:gd name="connsiteY3" fmla="*/ 1158875 h 1169654"/>
                  <a:gd name="connsiteX4" fmla="*/ 574675 w 2298700"/>
                  <a:gd name="connsiteY4" fmla="*/ 844550 h 1169654"/>
                  <a:gd name="connsiteX5" fmla="*/ 1130300 w 2298700"/>
                  <a:gd name="connsiteY5" fmla="*/ 638175 h 1169654"/>
                  <a:gd name="connsiteX6" fmla="*/ 1752600 w 2298700"/>
                  <a:gd name="connsiteY6" fmla="*/ 577850 h 1169654"/>
                  <a:gd name="connsiteX7" fmla="*/ 2298700 w 2298700"/>
                  <a:gd name="connsiteY7" fmla="*/ 533400 h 1169654"/>
                  <a:gd name="connsiteX0" fmla="*/ 0 w 2298700"/>
                  <a:gd name="connsiteY0" fmla="*/ 0 h 1169654"/>
                  <a:gd name="connsiteX1" fmla="*/ 19050 w 2298700"/>
                  <a:gd name="connsiteY1" fmla="*/ 482600 h 1169654"/>
                  <a:gd name="connsiteX2" fmla="*/ 95250 w 2298700"/>
                  <a:gd name="connsiteY2" fmla="*/ 1038225 h 1169654"/>
                  <a:gd name="connsiteX3" fmla="*/ 327025 w 2298700"/>
                  <a:gd name="connsiteY3" fmla="*/ 1158875 h 1169654"/>
                  <a:gd name="connsiteX4" fmla="*/ 574675 w 2298700"/>
                  <a:gd name="connsiteY4" fmla="*/ 844550 h 1169654"/>
                  <a:gd name="connsiteX5" fmla="*/ 1130300 w 2298700"/>
                  <a:gd name="connsiteY5" fmla="*/ 638175 h 1169654"/>
                  <a:gd name="connsiteX6" fmla="*/ 1752600 w 2298700"/>
                  <a:gd name="connsiteY6" fmla="*/ 577850 h 1169654"/>
                  <a:gd name="connsiteX7" fmla="*/ 2298700 w 2298700"/>
                  <a:gd name="connsiteY7" fmla="*/ 533400 h 1169654"/>
                  <a:gd name="connsiteX0" fmla="*/ 0 w 2298700"/>
                  <a:gd name="connsiteY0" fmla="*/ 0 h 1169654"/>
                  <a:gd name="connsiteX1" fmla="*/ 19050 w 2298700"/>
                  <a:gd name="connsiteY1" fmla="*/ 482600 h 1169654"/>
                  <a:gd name="connsiteX2" fmla="*/ 95250 w 2298700"/>
                  <a:gd name="connsiteY2" fmla="*/ 1038225 h 1169654"/>
                  <a:gd name="connsiteX3" fmla="*/ 327025 w 2298700"/>
                  <a:gd name="connsiteY3" fmla="*/ 1158875 h 1169654"/>
                  <a:gd name="connsiteX4" fmla="*/ 574675 w 2298700"/>
                  <a:gd name="connsiteY4" fmla="*/ 844550 h 1169654"/>
                  <a:gd name="connsiteX5" fmla="*/ 1130300 w 2298700"/>
                  <a:gd name="connsiteY5" fmla="*/ 638175 h 1169654"/>
                  <a:gd name="connsiteX6" fmla="*/ 1752600 w 2298700"/>
                  <a:gd name="connsiteY6" fmla="*/ 577850 h 1169654"/>
                  <a:gd name="connsiteX7" fmla="*/ 2298700 w 2298700"/>
                  <a:gd name="connsiteY7" fmla="*/ 533400 h 1169654"/>
                  <a:gd name="connsiteX0" fmla="*/ 0 w 2298700"/>
                  <a:gd name="connsiteY0" fmla="*/ 0 h 1169654"/>
                  <a:gd name="connsiteX1" fmla="*/ 19050 w 2298700"/>
                  <a:gd name="connsiteY1" fmla="*/ 482600 h 1169654"/>
                  <a:gd name="connsiteX2" fmla="*/ 95250 w 2298700"/>
                  <a:gd name="connsiteY2" fmla="*/ 1038225 h 1169654"/>
                  <a:gd name="connsiteX3" fmla="*/ 250825 w 2298700"/>
                  <a:gd name="connsiteY3" fmla="*/ 1158875 h 1169654"/>
                  <a:gd name="connsiteX4" fmla="*/ 574675 w 2298700"/>
                  <a:gd name="connsiteY4" fmla="*/ 844550 h 1169654"/>
                  <a:gd name="connsiteX5" fmla="*/ 1130300 w 2298700"/>
                  <a:gd name="connsiteY5" fmla="*/ 638175 h 1169654"/>
                  <a:gd name="connsiteX6" fmla="*/ 1752600 w 2298700"/>
                  <a:gd name="connsiteY6" fmla="*/ 577850 h 1169654"/>
                  <a:gd name="connsiteX7" fmla="*/ 2298700 w 2298700"/>
                  <a:gd name="connsiteY7" fmla="*/ 533400 h 1169654"/>
                  <a:gd name="connsiteX0" fmla="*/ 0 w 2298700"/>
                  <a:gd name="connsiteY0" fmla="*/ 0 h 1160215"/>
                  <a:gd name="connsiteX1" fmla="*/ 19050 w 2298700"/>
                  <a:gd name="connsiteY1" fmla="*/ 482600 h 1160215"/>
                  <a:gd name="connsiteX2" fmla="*/ 95250 w 2298700"/>
                  <a:gd name="connsiteY2" fmla="*/ 938213 h 1160215"/>
                  <a:gd name="connsiteX3" fmla="*/ 250825 w 2298700"/>
                  <a:gd name="connsiteY3" fmla="*/ 1158875 h 1160215"/>
                  <a:gd name="connsiteX4" fmla="*/ 574675 w 2298700"/>
                  <a:gd name="connsiteY4" fmla="*/ 844550 h 1160215"/>
                  <a:gd name="connsiteX5" fmla="*/ 1130300 w 2298700"/>
                  <a:gd name="connsiteY5" fmla="*/ 638175 h 1160215"/>
                  <a:gd name="connsiteX6" fmla="*/ 1752600 w 2298700"/>
                  <a:gd name="connsiteY6" fmla="*/ 577850 h 1160215"/>
                  <a:gd name="connsiteX7" fmla="*/ 2298700 w 2298700"/>
                  <a:gd name="connsiteY7" fmla="*/ 533400 h 1160215"/>
                  <a:gd name="connsiteX0" fmla="*/ 0 w 2298700"/>
                  <a:gd name="connsiteY0" fmla="*/ 0 h 1160879"/>
                  <a:gd name="connsiteX1" fmla="*/ 19050 w 2298700"/>
                  <a:gd name="connsiteY1" fmla="*/ 482600 h 1160879"/>
                  <a:gd name="connsiteX2" fmla="*/ 95250 w 2298700"/>
                  <a:gd name="connsiteY2" fmla="*/ 938213 h 1160879"/>
                  <a:gd name="connsiteX3" fmla="*/ 250825 w 2298700"/>
                  <a:gd name="connsiteY3" fmla="*/ 1158875 h 1160879"/>
                  <a:gd name="connsiteX4" fmla="*/ 479425 w 2298700"/>
                  <a:gd name="connsiteY4" fmla="*/ 820738 h 1160879"/>
                  <a:gd name="connsiteX5" fmla="*/ 1130300 w 2298700"/>
                  <a:gd name="connsiteY5" fmla="*/ 638175 h 1160879"/>
                  <a:gd name="connsiteX6" fmla="*/ 1752600 w 2298700"/>
                  <a:gd name="connsiteY6" fmla="*/ 577850 h 1160879"/>
                  <a:gd name="connsiteX7" fmla="*/ 2298700 w 2298700"/>
                  <a:gd name="connsiteY7" fmla="*/ 533400 h 1160879"/>
                  <a:gd name="connsiteX0" fmla="*/ 0 w 2298700"/>
                  <a:gd name="connsiteY0" fmla="*/ 0 h 1160879"/>
                  <a:gd name="connsiteX1" fmla="*/ 19050 w 2298700"/>
                  <a:gd name="connsiteY1" fmla="*/ 482600 h 1160879"/>
                  <a:gd name="connsiteX2" fmla="*/ 95250 w 2298700"/>
                  <a:gd name="connsiteY2" fmla="*/ 938213 h 1160879"/>
                  <a:gd name="connsiteX3" fmla="*/ 250825 w 2298700"/>
                  <a:gd name="connsiteY3" fmla="*/ 1158875 h 1160879"/>
                  <a:gd name="connsiteX4" fmla="*/ 479425 w 2298700"/>
                  <a:gd name="connsiteY4" fmla="*/ 820738 h 1160879"/>
                  <a:gd name="connsiteX5" fmla="*/ 935038 w 2298700"/>
                  <a:gd name="connsiteY5" fmla="*/ 666750 h 1160879"/>
                  <a:gd name="connsiteX6" fmla="*/ 1752600 w 2298700"/>
                  <a:gd name="connsiteY6" fmla="*/ 577850 h 1160879"/>
                  <a:gd name="connsiteX7" fmla="*/ 2298700 w 2298700"/>
                  <a:gd name="connsiteY7" fmla="*/ 533400 h 1160879"/>
                  <a:gd name="connsiteX0" fmla="*/ 0 w 2298700"/>
                  <a:gd name="connsiteY0" fmla="*/ 0 h 1165588"/>
                  <a:gd name="connsiteX1" fmla="*/ 19050 w 2298700"/>
                  <a:gd name="connsiteY1" fmla="*/ 482600 h 1165588"/>
                  <a:gd name="connsiteX2" fmla="*/ 95250 w 2298700"/>
                  <a:gd name="connsiteY2" fmla="*/ 938213 h 1165588"/>
                  <a:gd name="connsiteX3" fmla="*/ 241300 w 2298700"/>
                  <a:gd name="connsiteY3" fmla="*/ 1163637 h 1165588"/>
                  <a:gd name="connsiteX4" fmla="*/ 479425 w 2298700"/>
                  <a:gd name="connsiteY4" fmla="*/ 820738 h 1165588"/>
                  <a:gd name="connsiteX5" fmla="*/ 935038 w 2298700"/>
                  <a:gd name="connsiteY5" fmla="*/ 666750 h 1165588"/>
                  <a:gd name="connsiteX6" fmla="*/ 1752600 w 2298700"/>
                  <a:gd name="connsiteY6" fmla="*/ 577850 h 1165588"/>
                  <a:gd name="connsiteX7" fmla="*/ 2298700 w 2298700"/>
                  <a:gd name="connsiteY7" fmla="*/ 533400 h 1165588"/>
                  <a:gd name="connsiteX0" fmla="*/ 0 w 2298700"/>
                  <a:gd name="connsiteY0" fmla="*/ 0 h 1163638"/>
                  <a:gd name="connsiteX1" fmla="*/ 19050 w 2298700"/>
                  <a:gd name="connsiteY1" fmla="*/ 482600 h 1163638"/>
                  <a:gd name="connsiteX2" fmla="*/ 95250 w 2298700"/>
                  <a:gd name="connsiteY2" fmla="*/ 938213 h 1163638"/>
                  <a:gd name="connsiteX3" fmla="*/ 241300 w 2298700"/>
                  <a:gd name="connsiteY3" fmla="*/ 1163637 h 1163638"/>
                  <a:gd name="connsiteX4" fmla="*/ 479425 w 2298700"/>
                  <a:gd name="connsiteY4" fmla="*/ 820738 h 1163638"/>
                  <a:gd name="connsiteX5" fmla="*/ 935038 w 2298700"/>
                  <a:gd name="connsiteY5" fmla="*/ 666750 h 1163638"/>
                  <a:gd name="connsiteX6" fmla="*/ 1752600 w 2298700"/>
                  <a:gd name="connsiteY6" fmla="*/ 577850 h 1163638"/>
                  <a:gd name="connsiteX7" fmla="*/ 2298700 w 2298700"/>
                  <a:gd name="connsiteY7" fmla="*/ 533400 h 1163638"/>
                  <a:gd name="connsiteX0" fmla="*/ 0 w 2298700"/>
                  <a:gd name="connsiteY0" fmla="*/ 0 h 1163638"/>
                  <a:gd name="connsiteX1" fmla="*/ 19050 w 2298700"/>
                  <a:gd name="connsiteY1" fmla="*/ 482600 h 1163638"/>
                  <a:gd name="connsiteX2" fmla="*/ 95250 w 2298700"/>
                  <a:gd name="connsiteY2" fmla="*/ 938213 h 1163638"/>
                  <a:gd name="connsiteX3" fmla="*/ 241300 w 2298700"/>
                  <a:gd name="connsiteY3" fmla="*/ 1163637 h 1163638"/>
                  <a:gd name="connsiteX4" fmla="*/ 479425 w 2298700"/>
                  <a:gd name="connsiteY4" fmla="*/ 820738 h 1163638"/>
                  <a:gd name="connsiteX5" fmla="*/ 935038 w 2298700"/>
                  <a:gd name="connsiteY5" fmla="*/ 666750 h 1163638"/>
                  <a:gd name="connsiteX6" fmla="*/ 1752600 w 2298700"/>
                  <a:gd name="connsiteY6" fmla="*/ 558800 h 1163638"/>
                  <a:gd name="connsiteX7" fmla="*/ 2298700 w 2298700"/>
                  <a:gd name="connsiteY7" fmla="*/ 533400 h 1163638"/>
                  <a:gd name="connsiteX0" fmla="*/ 0 w 2298700"/>
                  <a:gd name="connsiteY0" fmla="*/ 0 h 1163638"/>
                  <a:gd name="connsiteX1" fmla="*/ 19050 w 2298700"/>
                  <a:gd name="connsiteY1" fmla="*/ 482600 h 1163638"/>
                  <a:gd name="connsiteX2" fmla="*/ 95250 w 2298700"/>
                  <a:gd name="connsiteY2" fmla="*/ 938213 h 1163638"/>
                  <a:gd name="connsiteX3" fmla="*/ 241300 w 2298700"/>
                  <a:gd name="connsiteY3" fmla="*/ 1163637 h 1163638"/>
                  <a:gd name="connsiteX4" fmla="*/ 479425 w 2298700"/>
                  <a:gd name="connsiteY4" fmla="*/ 820738 h 1163638"/>
                  <a:gd name="connsiteX5" fmla="*/ 935038 w 2298700"/>
                  <a:gd name="connsiteY5" fmla="*/ 666750 h 1163638"/>
                  <a:gd name="connsiteX6" fmla="*/ 1752600 w 2298700"/>
                  <a:gd name="connsiteY6" fmla="*/ 558800 h 1163638"/>
                  <a:gd name="connsiteX7" fmla="*/ 2298700 w 2298700"/>
                  <a:gd name="connsiteY7" fmla="*/ 519112 h 1163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98700" h="1163638">
                    <a:moveTo>
                      <a:pt x="0" y="0"/>
                    </a:moveTo>
                    <a:cubicBezTo>
                      <a:pt x="3175" y="143933"/>
                      <a:pt x="3175" y="326231"/>
                      <a:pt x="19050" y="482600"/>
                    </a:cubicBezTo>
                    <a:cubicBezTo>
                      <a:pt x="34925" y="638969"/>
                      <a:pt x="58208" y="824707"/>
                      <a:pt x="95250" y="938213"/>
                    </a:cubicBezTo>
                    <a:cubicBezTo>
                      <a:pt x="132292" y="1051719"/>
                      <a:pt x="172508" y="1164166"/>
                      <a:pt x="241300" y="1163637"/>
                    </a:cubicBezTo>
                    <a:cubicBezTo>
                      <a:pt x="310092" y="1163108"/>
                      <a:pt x="363802" y="903553"/>
                      <a:pt x="479425" y="820738"/>
                    </a:cubicBezTo>
                    <a:cubicBezTo>
                      <a:pt x="595048" y="737924"/>
                      <a:pt x="722842" y="710406"/>
                      <a:pt x="935038" y="666750"/>
                    </a:cubicBezTo>
                    <a:cubicBezTo>
                      <a:pt x="1147234" y="623094"/>
                      <a:pt x="1525323" y="583406"/>
                      <a:pt x="1752600" y="558800"/>
                    </a:cubicBezTo>
                    <a:cubicBezTo>
                      <a:pt x="1979877" y="534194"/>
                      <a:pt x="2119841" y="526520"/>
                      <a:pt x="2298700" y="51911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838C635-5992-4679-A851-83886FF8838C}"/>
                </a:ext>
              </a:extLst>
            </p:cNvPr>
            <p:cNvSpPr txBox="1"/>
            <p:nvPr/>
          </p:nvSpPr>
          <p:spPr>
            <a:xfrm>
              <a:off x="3503979" y="3989483"/>
              <a:ext cx="191133" cy="260697"/>
            </a:xfrm>
            <a:custGeom>
              <a:avLst/>
              <a:gdLst/>
              <a:ahLst/>
              <a:cxnLst/>
              <a:rect l="l" t="t" r="r" b="b"/>
              <a:pathLst>
                <a:path w="146623" h="199988">
                  <a:moveTo>
                    <a:pt x="116820" y="92162"/>
                  </a:moveTo>
                  <a:lnTo>
                    <a:pt x="121927" y="92162"/>
                  </a:lnTo>
                  <a:cubicBezTo>
                    <a:pt x="121815" y="95232"/>
                    <a:pt x="121732" y="97980"/>
                    <a:pt x="121676" y="100408"/>
                  </a:cubicBezTo>
                  <a:cubicBezTo>
                    <a:pt x="121620" y="102836"/>
                    <a:pt x="121578" y="105194"/>
                    <a:pt x="121550" y="107482"/>
                  </a:cubicBezTo>
                  <a:cubicBezTo>
                    <a:pt x="121522" y="109770"/>
                    <a:pt x="121509" y="112031"/>
                    <a:pt x="121509" y="114263"/>
                  </a:cubicBezTo>
                  <a:lnTo>
                    <a:pt x="121509" y="177887"/>
                  </a:lnTo>
                  <a:cubicBezTo>
                    <a:pt x="121509" y="179617"/>
                    <a:pt x="121564" y="181110"/>
                    <a:pt x="121676" y="182366"/>
                  </a:cubicBezTo>
                  <a:cubicBezTo>
                    <a:pt x="121788" y="183622"/>
                    <a:pt x="121969" y="184682"/>
                    <a:pt x="122220" y="185547"/>
                  </a:cubicBezTo>
                  <a:cubicBezTo>
                    <a:pt x="122471" y="186412"/>
                    <a:pt x="122806" y="187152"/>
                    <a:pt x="123225" y="187766"/>
                  </a:cubicBezTo>
                  <a:cubicBezTo>
                    <a:pt x="123643" y="188380"/>
                    <a:pt x="124132" y="188910"/>
                    <a:pt x="124690" y="189356"/>
                  </a:cubicBezTo>
                  <a:cubicBezTo>
                    <a:pt x="125359" y="190026"/>
                    <a:pt x="126252" y="190542"/>
                    <a:pt x="127369" y="190905"/>
                  </a:cubicBezTo>
                  <a:cubicBezTo>
                    <a:pt x="128485" y="191268"/>
                    <a:pt x="129908" y="191575"/>
                    <a:pt x="131638" y="191826"/>
                  </a:cubicBezTo>
                  <a:cubicBezTo>
                    <a:pt x="133368" y="192077"/>
                    <a:pt x="135447" y="192272"/>
                    <a:pt x="137875" y="192412"/>
                  </a:cubicBezTo>
                  <a:cubicBezTo>
                    <a:pt x="140303" y="192551"/>
                    <a:pt x="143219" y="192649"/>
                    <a:pt x="146623" y="192705"/>
                  </a:cubicBezTo>
                  <a:lnTo>
                    <a:pt x="146623" y="199988"/>
                  </a:lnTo>
                  <a:lnTo>
                    <a:pt x="80237" y="199988"/>
                  </a:lnTo>
                  <a:lnTo>
                    <a:pt x="80237" y="192705"/>
                  </a:lnTo>
                  <a:cubicBezTo>
                    <a:pt x="83529" y="192593"/>
                    <a:pt x="86320" y="192468"/>
                    <a:pt x="88608" y="192328"/>
                  </a:cubicBezTo>
                  <a:cubicBezTo>
                    <a:pt x="90896" y="192189"/>
                    <a:pt x="92850" y="191993"/>
                    <a:pt x="94468" y="191742"/>
                  </a:cubicBezTo>
                  <a:cubicBezTo>
                    <a:pt x="96087" y="191491"/>
                    <a:pt x="97384" y="191212"/>
                    <a:pt x="98361" y="190905"/>
                  </a:cubicBezTo>
                  <a:cubicBezTo>
                    <a:pt x="99338" y="190598"/>
                    <a:pt x="100189" y="190221"/>
                    <a:pt x="100914" y="189775"/>
                  </a:cubicBezTo>
                  <a:cubicBezTo>
                    <a:pt x="101696" y="189273"/>
                    <a:pt x="102365" y="188728"/>
                    <a:pt x="102924" y="188142"/>
                  </a:cubicBezTo>
                  <a:cubicBezTo>
                    <a:pt x="103482" y="187556"/>
                    <a:pt x="103928" y="186817"/>
                    <a:pt x="104263" y="185924"/>
                  </a:cubicBezTo>
                  <a:cubicBezTo>
                    <a:pt x="104598" y="185031"/>
                    <a:pt x="104863" y="183943"/>
                    <a:pt x="105058" y="182659"/>
                  </a:cubicBezTo>
                  <a:cubicBezTo>
                    <a:pt x="105254" y="181375"/>
                    <a:pt x="105351" y="179785"/>
                    <a:pt x="105351" y="177887"/>
                  </a:cubicBezTo>
                  <a:lnTo>
                    <a:pt x="105351" y="117863"/>
                  </a:lnTo>
                  <a:cubicBezTo>
                    <a:pt x="105351" y="115686"/>
                    <a:pt x="104933" y="114152"/>
                    <a:pt x="104096" y="113259"/>
                  </a:cubicBezTo>
                  <a:cubicBezTo>
                    <a:pt x="103258" y="112366"/>
                    <a:pt x="102059" y="111919"/>
                    <a:pt x="100496" y="111919"/>
                  </a:cubicBezTo>
                  <a:cubicBezTo>
                    <a:pt x="98766" y="111919"/>
                    <a:pt x="96198" y="112812"/>
                    <a:pt x="92794" y="114598"/>
                  </a:cubicBezTo>
                  <a:cubicBezTo>
                    <a:pt x="89390" y="116384"/>
                    <a:pt x="84981" y="119035"/>
                    <a:pt x="79567" y="122551"/>
                  </a:cubicBezTo>
                  <a:cubicBezTo>
                    <a:pt x="78841" y="121267"/>
                    <a:pt x="78172" y="119984"/>
                    <a:pt x="77558" y="118700"/>
                  </a:cubicBezTo>
                  <a:cubicBezTo>
                    <a:pt x="76944" y="117416"/>
                    <a:pt x="76302" y="116105"/>
                    <a:pt x="75632" y="114765"/>
                  </a:cubicBezTo>
                  <a:cubicBezTo>
                    <a:pt x="82553" y="110970"/>
                    <a:pt x="89403" y="107189"/>
                    <a:pt x="96184" y="103422"/>
                  </a:cubicBezTo>
                  <a:cubicBezTo>
                    <a:pt x="102965" y="99655"/>
                    <a:pt x="109844" y="95901"/>
                    <a:pt x="116820" y="92162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6"/>
                    <a:pt x="57931" y="26120"/>
                    <a:pt x="56368" y="33263"/>
                  </a:cubicBezTo>
                  <a:lnTo>
                    <a:pt x="37281" y="119881"/>
                  </a:lnTo>
                  <a:cubicBezTo>
                    <a:pt x="36314" y="124272"/>
                    <a:pt x="35681" y="127751"/>
                    <a:pt x="35384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9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2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1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0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4" y="6493"/>
                    <a:pt x="31812" y="5693"/>
                    <a:pt x="28017" y="5470"/>
                  </a:cubicBezTo>
                  <a:close/>
                </a:path>
              </a:pathLst>
            </a:custGeom>
            <a:solidFill>
              <a:srgbClr val="288BB6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solidFill>
                  <a:srgbClr val="288BB6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76046F0-53ED-4D4F-9BFE-9AF1A637C532}"/>
              </a:ext>
            </a:extLst>
          </p:cNvPr>
          <p:cNvGrpSpPr/>
          <p:nvPr/>
        </p:nvGrpSpPr>
        <p:grpSpPr>
          <a:xfrm>
            <a:off x="3110489" y="4714018"/>
            <a:ext cx="4661173" cy="976472"/>
            <a:chOff x="3110489" y="4714018"/>
            <a:chExt cx="4661173" cy="976472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B8F37DC-65F2-4B3C-9942-1D8A9F47B5C0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 flipV="1">
              <a:off x="3790743" y="5627056"/>
              <a:ext cx="2010841" cy="1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88F4D3E-92FF-4A89-80E6-C203E2FD872B}"/>
                </a:ext>
              </a:extLst>
            </p:cNvPr>
            <p:cNvCxnSpPr>
              <a:cxnSpLocks/>
              <a:endCxn id="19" idx="6"/>
            </p:cNvCxnSpPr>
            <p:nvPr/>
          </p:nvCxnSpPr>
          <p:spPr>
            <a:xfrm>
              <a:off x="3796534" y="4836981"/>
              <a:ext cx="3975128" cy="1631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E84C8E9-55D1-4306-A4F7-C3D44A180F02}"/>
                </a:ext>
              </a:extLst>
            </p:cNvPr>
            <p:cNvSpPr txBox="1"/>
            <p:nvPr/>
          </p:nvSpPr>
          <p:spPr>
            <a:xfrm>
              <a:off x="3497041" y="5429793"/>
              <a:ext cx="200384" cy="260697"/>
            </a:xfrm>
            <a:custGeom>
              <a:avLst/>
              <a:gdLst/>
              <a:ahLst/>
              <a:cxnLst/>
              <a:rect l="l" t="t" r="r" b="b"/>
              <a:pathLst>
                <a:path w="153720" h="199988">
                  <a:moveTo>
                    <a:pt x="119816" y="91576"/>
                  </a:moveTo>
                  <a:cubicBezTo>
                    <a:pt x="125620" y="91576"/>
                    <a:pt x="130573" y="92232"/>
                    <a:pt x="134675" y="93544"/>
                  </a:cubicBezTo>
                  <a:cubicBezTo>
                    <a:pt x="138777" y="94855"/>
                    <a:pt x="142112" y="96627"/>
                    <a:pt x="144679" y="98860"/>
                  </a:cubicBezTo>
                  <a:cubicBezTo>
                    <a:pt x="147246" y="101092"/>
                    <a:pt x="149102" y="103771"/>
                    <a:pt x="150246" y="106896"/>
                  </a:cubicBezTo>
                  <a:cubicBezTo>
                    <a:pt x="151390" y="110022"/>
                    <a:pt x="151962" y="113398"/>
                    <a:pt x="151962" y="117026"/>
                  </a:cubicBezTo>
                  <a:cubicBezTo>
                    <a:pt x="151962" y="119202"/>
                    <a:pt x="151809" y="121226"/>
                    <a:pt x="151502" y="123095"/>
                  </a:cubicBezTo>
                  <a:cubicBezTo>
                    <a:pt x="151195" y="124965"/>
                    <a:pt x="150665" y="126807"/>
                    <a:pt x="149911" y="128621"/>
                  </a:cubicBezTo>
                  <a:cubicBezTo>
                    <a:pt x="149158" y="130434"/>
                    <a:pt x="148167" y="132262"/>
                    <a:pt x="146940" y="134104"/>
                  </a:cubicBezTo>
                  <a:cubicBezTo>
                    <a:pt x="145712" y="135946"/>
                    <a:pt x="144177" y="137899"/>
                    <a:pt x="142335" y="139964"/>
                  </a:cubicBezTo>
                  <a:cubicBezTo>
                    <a:pt x="140940" y="141750"/>
                    <a:pt x="139126" y="143815"/>
                    <a:pt x="136894" y="146159"/>
                  </a:cubicBezTo>
                  <a:cubicBezTo>
                    <a:pt x="134661" y="148503"/>
                    <a:pt x="132219" y="151014"/>
                    <a:pt x="129568" y="153693"/>
                  </a:cubicBezTo>
                  <a:cubicBezTo>
                    <a:pt x="126917" y="156372"/>
                    <a:pt x="124141" y="159163"/>
                    <a:pt x="121239" y="162065"/>
                  </a:cubicBezTo>
                  <a:cubicBezTo>
                    <a:pt x="118337" y="164967"/>
                    <a:pt x="115518" y="167841"/>
                    <a:pt x="112783" y="170688"/>
                  </a:cubicBezTo>
                  <a:cubicBezTo>
                    <a:pt x="110049" y="173534"/>
                    <a:pt x="107537" y="176297"/>
                    <a:pt x="105249" y="178976"/>
                  </a:cubicBezTo>
                  <a:cubicBezTo>
                    <a:pt x="102961" y="181654"/>
                    <a:pt x="101091" y="184110"/>
                    <a:pt x="99640" y="186343"/>
                  </a:cubicBezTo>
                  <a:lnTo>
                    <a:pt x="130615" y="186343"/>
                  </a:lnTo>
                  <a:cubicBezTo>
                    <a:pt x="133238" y="186343"/>
                    <a:pt x="135331" y="186245"/>
                    <a:pt x="136894" y="186050"/>
                  </a:cubicBezTo>
                  <a:cubicBezTo>
                    <a:pt x="138456" y="185854"/>
                    <a:pt x="139754" y="185422"/>
                    <a:pt x="140786" y="184752"/>
                  </a:cubicBezTo>
                  <a:cubicBezTo>
                    <a:pt x="141819" y="184082"/>
                    <a:pt x="142698" y="183064"/>
                    <a:pt x="143423" y="181696"/>
                  </a:cubicBezTo>
                  <a:cubicBezTo>
                    <a:pt x="144149" y="180329"/>
                    <a:pt x="144986" y="178445"/>
                    <a:pt x="145935" y="176046"/>
                  </a:cubicBezTo>
                  <a:lnTo>
                    <a:pt x="153720" y="176046"/>
                  </a:lnTo>
                  <a:cubicBezTo>
                    <a:pt x="153441" y="180008"/>
                    <a:pt x="153176" y="183999"/>
                    <a:pt x="152925" y="188017"/>
                  </a:cubicBezTo>
                  <a:cubicBezTo>
                    <a:pt x="152674" y="192035"/>
                    <a:pt x="152409" y="196026"/>
                    <a:pt x="152130" y="199988"/>
                  </a:cubicBezTo>
                  <a:lnTo>
                    <a:pt x="81223" y="199988"/>
                  </a:lnTo>
                  <a:lnTo>
                    <a:pt x="81223" y="195635"/>
                  </a:lnTo>
                  <a:cubicBezTo>
                    <a:pt x="82562" y="192621"/>
                    <a:pt x="84125" y="189649"/>
                    <a:pt x="85911" y="186719"/>
                  </a:cubicBezTo>
                  <a:cubicBezTo>
                    <a:pt x="87697" y="183789"/>
                    <a:pt x="89706" y="180817"/>
                    <a:pt x="91938" y="177804"/>
                  </a:cubicBezTo>
                  <a:cubicBezTo>
                    <a:pt x="94171" y="174790"/>
                    <a:pt x="96710" y="171678"/>
                    <a:pt x="99556" y="168469"/>
                  </a:cubicBezTo>
                  <a:cubicBezTo>
                    <a:pt x="102403" y="165260"/>
                    <a:pt x="105556" y="161925"/>
                    <a:pt x="109016" y="158465"/>
                  </a:cubicBezTo>
                  <a:cubicBezTo>
                    <a:pt x="114262" y="153219"/>
                    <a:pt x="118532" y="148740"/>
                    <a:pt x="121825" y="145029"/>
                  </a:cubicBezTo>
                  <a:cubicBezTo>
                    <a:pt x="125118" y="141317"/>
                    <a:pt x="127713" y="138011"/>
                    <a:pt x="129610" y="135108"/>
                  </a:cubicBezTo>
                  <a:cubicBezTo>
                    <a:pt x="131508" y="132206"/>
                    <a:pt x="132805" y="129527"/>
                    <a:pt x="133503" y="127072"/>
                  </a:cubicBezTo>
                  <a:cubicBezTo>
                    <a:pt x="134201" y="124616"/>
                    <a:pt x="134550" y="121993"/>
                    <a:pt x="134550" y="119202"/>
                  </a:cubicBezTo>
                  <a:cubicBezTo>
                    <a:pt x="134550" y="116356"/>
                    <a:pt x="134145" y="113733"/>
                    <a:pt x="133336" y="111333"/>
                  </a:cubicBezTo>
                  <a:cubicBezTo>
                    <a:pt x="132526" y="108933"/>
                    <a:pt x="131368" y="106896"/>
                    <a:pt x="129861" y="105222"/>
                  </a:cubicBezTo>
                  <a:cubicBezTo>
                    <a:pt x="128355" y="103548"/>
                    <a:pt x="126443" y="102236"/>
                    <a:pt x="124127" y="101287"/>
                  </a:cubicBezTo>
                  <a:cubicBezTo>
                    <a:pt x="121811" y="100339"/>
                    <a:pt x="119146" y="99864"/>
                    <a:pt x="116132" y="99864"/>
                  </a:cubicBezTo>
                  <a:cubicBezTo>
                    <a:pt x="110942" y="99864"/>
                    <a:pt x="106588" y="101273"/>
                    <a:pt x="103072" y="104092"/>
                  </a:cubicBezTo>
                  <a:cubicBezTo>
                    <a:pt x="99556" y="106910"/>
                    <a:pt x="96822" y="110998"/>
                    <a:pt x="94868" y="116356"/>
                  </a:cubicBezTo>
                  <a:lnTo>
                    <a:pt x="83902" y="116356"/>
                  </a:lnTo>
                  <a:lnTo>
                    <a:pt x="83902" y="100032"/>
                  </a:lnTo>
                  <a:cubicBezTo>
                    <a:pt x="91045" y="97074"/>
                    <a:pt x="97617" y="94925"/>
                    <a:pt x="103617" y="93585"/>
                  </a:cubicBezTo>
                  <a:cubicBezTo>
                    <a:pt x="109616" y="92246"/>
                    <a:pt x="115016" y="91576"/>
                    <a:pt x="119816" y="91576"/>
                  </a:cubicBezTo>
                  <a:close/>
                  <a:moveTo>
                    <a:pt x="29244" y="0"/>
                  </a:moveTo>
                  <a:lnTo>
                    <a:pt x="73893" y="0"/>
                  </a:lnTo>
                  <a:lnTo>
                    <a:pt x="72665" y="5470"/>
                  </a:lnTo>
                  <a:cubicBezTo>
                    <a:pt x="69837" y="6065"/>
                    <a:pt x="67809" y="6735"/>
                    <a:pt x="66582" y="7479"/>
                  </a:cubicBezTo>
                  <a:cubicBezTo>
                    <a:pt x="65354" y="8223"/>
                    <a:pt x="64256" y="9339"/>
                    <a:pt x="63289" y="10828"/>
                  </a:cubicBezTo>
                  <a:cubicBezTo>
                    <a:pt x="62321" y="12316"/>
                    <a:pt x="61317" y="14641"/>
                    <a:pt x="60275" y="17804"/>
                  </a:cubicBezTo>
                  <a:cubicBezTo>
                    <a:pt x="59233" y="20967"/>
                    <a:pt x="57931" y="26120"/>
                    <a:pt x="56368" y="33264"/>
                  </a:cubicBezTo>
                  <a:lnTo>
                    <a:pt x="37281" y="119882"/>
                  </a:lnTo>
                  <a:cubicBezTo>
                    <a:pt x="36314" y="124272"/>
                    <a:pt x="35681" y="127751"/>
                    <a:pt x="35384" y="130318"/>
                  </a:cubicBezTo>
                  <a:cubicBezTo>
                    <a:pt x="35086" y="132885"/>
                    <a:pt x="34937" y="135211"/>
                    <a:pt x="34937" y="137294"/>
                  </a:cubicBezTo>
                  <a:cubicBezTo>
                    <a:pt x="34937" y="140643"/>
                    <a:pt x="35774" y="143006"/>
                    <a:pt x="37449" y="144382"/>
                  </a:cubicBezTo>
                  <a:cubicBezTo>
                    <a:pt x="39123" y="145759"/>
                    <a:pt x="41932" y="146596"/>
                    <a:pt x="45876" y="146894"/>
                  </a:cubicBezTo>
                  <a:lnTo>
                    <a:pt x="44648" y="152363"/>
                  </a:lnTo>
                  <a:lnTo>
                    <a:pt x="0" y="152363"/>
                  </a:lnTo>
                  <a:lnTo>
                    <a:pt x="1227" y="146894"/>
                  </a:lnTo>
                  <a:cubicBezTo>
                    <a:pt x="4055" y="146447"/>
                    <a:pt x="6176" y="145722"/>
                    <a:pt x="7590" y="144717"/>
                  </a:cubicBezTo>
                  <a:cubicBezTo>
                    <a:pt x="9004" y="143713"/>
                    <a:pt x="10194" y="142317"/>
                    <a:pt x="11162" y="140531"/>
                  </a:cubicBezTo>
                  <a:cubicBezTo>
                    <a:pt x="12129" y="138745"/>
                    <a:pt x="13022" y="136569"/>
                    <a:pt x="13841" y="134002"/>
                  </a:cubicBezTo>
                  <a:cubicBezTo>
                    <a:pt x="14659" y="131434"/>
                    <a:pt x="15887" y="126467"/>
                    <a:pt x="17524" y="119100"/>
                  </a:cubicBezTo>
                  <a:lnTo>
                    <a:pt x="36500" y="33152"/>
                  </a:lnTo>
                  <a:cubicBezTo>
                    <a:pt x="38137" y="25711"/>
                    <a:pt x="38955" y="19720"/>
                    <a:pt x="38955" y="15181"/>
                  </a:cubicBezTo>
                  <a:cubicBezTo>
                    <a:pt x="38955" y="11683"/>
                    <a:pt x="38081" y="9246"/>
                    <a:pt x="36332" y="7870"/>
                  </a:cubicBezTo>
                  <a:cubicBezTo>
                    <a:pt x="34584" y="6493"/>
                    <a:pt x="31812" y="5693"/>
                    <a:pt x="28017" y="5470"/>
                  </a:cubicBezTo>
                  <a:close/>
                </a:path>
              </a:pathLst>
            </a:custGeom>
            <a:solidFill>
              <a:srgbClr val="288BB6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solidFill>
                  <a:srgbClr val="288BB6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CD0CF99-F460-46EE-9531-DD616242FD77}"/>
                </a:ext>
              </a:extLst>
            </p:cNvPr>
            <p:cNvSpPr txBox="1"/>
            <p:nvPr/>
          </p:nvSpPr>
          <p:spPr>
            <a:xfrm>
              <a:off x="3110489" y="4714018"/>
              <a:ext cx="587235" cy="263026"/>
            </a:xfrm>
            <a:custGeom>
              <a:avLst/>
              <a:gdLst/>
              <a:ahLst/>
              <a:cxnLst/>
              <a:rect l="l" t="t" r="r" b="b"/>
              <a:pathLst>
                <a:path w="450484" h="201774">
                  <a:moveTo>
                    <a:pt x="131118" y="128253"/>
                  </a:moveTo>
                  <a:lnTo>
                    <a:pt x="153665" y="128253"/>
                  </a:lnTo>
                  <a:lnTo>
                    <a:pt x="153665" y="154149"/>
                  </a:lnTo>
                  <a:lnTo>
                    <a:pt x="131118" y="154149"/>
                  </a:lnTo>
                  <a:close/>
                  <a:moveTo>
                    <a:pt x="416580" y="93362"/>
                  </a:moveTo>
                  <a:cubicBezTo>
                    <a:pt x="422384" y="93362"/>
                    <a:pt x="427337" y="94018"/>
                    <a:pt x="431439" y="95329"/>
                  </a:cubicBezTo>
                  <a:cubicBezTo>
                    <a:pt x="435541" y="96641"/>
                    <a:pt x="438876" y="98413"/>
                    <a:pt x="441443" y="100645"/>
                  </a:cubicBezTo>
                  <a:cubicBezTo>
                    <a:pt x="444010" y="102878"/>
                    <a:pt x="445866" y="105557"/>
                    <a:pt x="447010" y="108682"/>
                  </a:cubicBezTo>
                  <a:cubicBezTo>
                    <a:pt x="448154" y="111808"/>
                    <a:pt x="448726" y="115184"/>
                    <a:pt x="448726" y="118812"/>
                  </a:cubicBezTo>
                  <a:cubicBezTo>
                    <a:pt x="448726" y="120988"/>
                    <a:pt x="448573" y="123011"/>
                    <a:pt x="448266" y="124881"/>
                  </a:cubicBezTo>
                  <a:cubicBezTo>
                    <a:pt x="447959" y="126751"/>
                    <a:pt x="447429" y="128593"/>
                    <a:pt x="446675" y="130406"/>
                  </a:cubicBezTo>
                  <a:cubicBezTo>
                    <a:pt x="445922" y="132220"/>
                    <a:pt x="444931" y="134048"/>
                    <a:pt x="443704" y="135890"/>
                  </a:cubicBezTo>
                  <a:cubicBezTo>
                    <a:pt x="442476" y="137732"/>
                    <a:pt x="440941" y="139685"/>
                    <a:pt x="439099" y="141750"/>
                  </a:cubicBezTo>
                  <a:cubicBezTo>
                    <a:pt x="437704" y="143536"/>
                    <a:pt x="435890" y="145601"/>
                    <a:pt x="433658" y="147945"/>
                  </a:cubicBezTo>
                  <a:cubicBezTo>
                    <a:pt x="431425" y="150289"/>
                    <a:pt x="428983" y="152800"/>
                    <a:pt x="426332" y="155479"/>
                  </a:cubicBezTo>
                  <a:cubicBezTo>
                    <a:pt x="423681" y="158158"/>
                    <a:pt x="420905" y="160949"/>
                    <a:pt x="418003" y="163851"/>
                  </a:cubicBezTo>
                  <a:cubicBezTo>
                    <a:pt x="415101" y="166753"/>
                    <a:pt x="412282" y="169627"/>
                    <a:pt x="409547" y="172474"/>
                  </a:cubicBezTo>
                  <a:cubicBezTo>
                    <a:pt x="406813" y="175320"/>
                    <a:pt x="404301" y="178083"/>
                    <a:pt x="402013" y="180761"/>
                  </a:cubicBezTo>
                  <a:cubicBezTo>
                    <a:pt x="399725" y="183440"/>
                    <a:pt x="397855" y="185896"/>
                    <a:pt x="396404" y="188128"/>
                  </a:cubicBezTo>
                  <a:lnTo>
                    <a:pt x="427379" y="188128"/>
                  </a:lnTo>
                  <a:cubicBezTo>
                    <a:pt x="430002" y="188128"/>
                    <a:pt x="432095" y="188031"/>
                    <a:pt x="433658" y="187835"/>
                  </a:cubicBezTo>
                  <a:cubicBezTo>
                    <a:pt x="435220" y="187640"/>
                    <a:pt x="436518" y="187208"/>
                    <a:pt x="437550" y="186538"/>
                  </a:cubicBezTo>
                  <a:cubicBezTo>
                    <a:pt x="438583" y="185868"/>
                    <a:pt x="439462" y="184850"/>
                    <a:pt x="440187" y="183482"/>
                  </a:cubicBezTo>
                  <a:cubicBezTo>
                    <a:pt x="440913" y="182115"/>
                    <a:pt x="441750" y="180231"/>
                    <a:pt x="442699" y="177831"/>
                  </a:cubicBezTo>
                  <a:lnTo>
                    <a:pt x="450484" y="177831"/>
                  </a:lnTo>
                  <a:cubicBezTo>
                    <a:pt x="450205" y="181794"/>
                    <a:pt x="449940" y="185784"/>
                    <a:pt x="449689" y="189803"/>
                  </a:cubicBezTo>
                  <a:cubicBezTo>
                    <a:pt x="449438" y="193821"/>
                    <a:pt x="449173" y="197812"/>
                    <a:pt x="448894" y="201774"/>
                  </a:cubicBezTo>
                  <a:lnTo>
                    <a:pt x="377987" y="201774"/>
                  </a:lnTo>
                  <a:lnTo>
                    <a:pt x="377987" y="197421"/>
                  </a:lnTo>
                  <a:cubicBezTo>
                    <a:pt x="379326" y="194407"/>
                    <a:pt x="380889" y="191435"/>
                    <a:pt x="382675" y="188505"/>
                  </a:cubicBezTo>
                  <a:cubicBezTo>
                    <a:pt x="384461" y="185575"/>
                    <a:pt x="386470" y="182603"/>
                    <a:pt x="388702" y="179589"/>
                  </a:cubicBezTo>
                  <a:cubicBezTo>
                    <a:pt x="390935" y="176576"/>
                    <a:pt x="393474" y="173464"/>
                    <a:pt x="396320" y="170255"/>
                  </a:cubicBezTo>
                  <a:cubicBezTo>
                    <a:pt x="399167" y="167046"/>
                    <a:pt x="402320" y="163711"/>
                    <a:pt x="405780" y="160251"/>
                  </a:cubicBezTo>
                  <a:cubicBezTo>
                    <a:pt x="411026" y="155005"/>
                    <a:pt x="415296" y="150526"/>
                    <a:pt x="418589" y="146815"/>
                  </a:cubicBezTo>
                  <a:cubicBezTo>
                    <a:pt x="421882" y="143103"/>
                    <a:pt x="424477" y="139797"/>
                    <a:pt x="426374" y="136894"/>
                  </a:cubicBezTo>
                  <a:cubicBezTo>
                    <a:pt x="428272" y="133992"/>
                    <a:pt x="429569" y="131313"/>
                    <a:pt x="430267" y="128858"/>
                  </a:cubicBezTo>
                  <a:cubicBezTo>
                    <a:pt x="430965" y="126402"/>
                    <a:pt x="431314" y="123779"/>
                    <a:pt x="431314" y="120988"/>
                  </a:cubicBezTo>
                  <a:cubicBezTo>
                    <a:pt x="431314" y="118142"/>
                    <a:pt x="430909" y="115519"/>
                    <a:pt x="430100" y="113119"/>
                  </a:cubicBezTo>
                  <a:cubicBezTo>
                    <a:pt x="429290" y="110719"/>
                    <a:pt x="428132" y="108682"/>
                    <a:pt x="426625" y="107008"/>
                  </a:cubicBezTo>
                  <a:cubicBezTo>
                    <a:pt x="425119" y="105334"/>
                    <a:pt x="423207" y="104022"/>
                    <a:pt x="420891" y="103073"/>
                  </a:cubicBezTo>
                  <a:cubicBezTo>
                    <a:pt x="418575" y="102124"/>
                    <a:pt x="415910" y="101650"/>
                    <a:pt x="412896" y="101650"/>
                  </a:cubicBezTo>
                  <a:cubicBezTo>
                    <a:pt x="407706" y="101650"/>
                    <a:pt x="403352" y="103059"/>
                    <a:pt x="399836" y="105878"/>
                  </a:cubicBezTo>
                  <a:cubicBezTo>
                    <a:pt x="396320" y="108696"/>
                    <a:pt x="393586" y="112784"/>
                    <a:pt x="391632" y="118142"/>
                  </a:cubicBezTo>
                  <a:lnTo>
                    <a:pt x="380665" y="118142"/>
                  </a:lnTo>
                  <a:lnTo>
                    <a:pt x="380665" y="101817"/>
                  </a:lnTo>
                  <a:cubicBezTo>
                    <a:pt x="387809" y="98859"/>
                    <a:pt x="394381" y="96711"/>
                    <a:pt x="400381" y="95371"/>
                  </a:cubicBezTo>
                  <a:cubicBezTo>
                    <a:pt x="406380" y="94032"/>
                    <a:pt x="411780" y="93362"/>
                    <a:pt x="416580" y="93362"/>
                  </a:cubicBezTo>
                  <a:close/>
                  <a:moveTo>
                    <a:pt x="48890" y="9488"/>
                  </a:moveTo>
                  <a:cubicBezTo>
                    <a:pt x="43756" y="9488"/>
                    <a:pt x="39458" y="11014"/>
                    <a:pt x="35998" y="14065"/>
                  </a:cubicBezTo>
                  <a:cubicBezTo>
                    <a:pt x="32538" y="17116"/>
                    <a:pt x="29747" y="21506"/>
                    <a:pt x="27627" y="27236"/>
                  </a:cubicBezTo>
                  <a:cubicBezTo>
                    <a:pt x="25506" y="32966"/>
                    <a:pt x="23999" y="39942"/>
                    <a:pt x="23106" y="48165"/>
                  </a:cubicBezTo>
                  <a:cubicBezTo>
                    <a:pt x="22213" y="56388"/>
                    <a:pt x="21766" y="65671"/>
                    <a:pt x="21766" y="76014"/>
                  </a:cubicBezTo>
                  <a:cubicBezTo>
                    <a:pt x="21766" y="100273"/>
                    <a:pt x="24018" y="118077"/>
                    <a:pt x="28520" y="129425"/>
                  </a:cubicBezTo>
                  <a:cubicBezTo>
                    <a:pt x="33022" y="140773"/>
                    <a:pt x="39998" y="146447"/>
                    <a:pt x="49449" y="146447"/>
                  </a:cubicBezTo>
                  <a:cubicBezTo>
                    <a:pt x="58453" y="146447"/>
                    <a:pt x="65131" y="141108"/>
                    <a:pt x="69484" y="130430"/>
                  </a:cubicBezTo>
                  <a:cubicBezTo>
                    <a:pt x="73838" y="119751"/>
                    <a:pt x="76014" y="103213"/>
                    <a:pt x="76014" y="80814"/>
                  </a:cubicBezTo>
                  <a:cubicBezTo>
                    <a:pt x="76014" y="63699"/>
                    <a:pt x="74898" y="49839"/>
                    <a:pt x="72666" y="39235"/>
                  </a:cubicBezTo>
                  <a:cubicBezTo>
                    <a:pt x="70433" y="28631"/>
                    <a:pt x="67326" y="21022"/>
                    <a:pt x="63345" y="16409"/>
                  </a:cubicBezTo>
                  <a:cubicBezTo>
                    <a:pt x="59364" y="11795"/>
                    <a:pt x="54546" y="9488"/>
                    <a:pt x="48890" y="9488"/>
                  </a:cubicBezTo>
                  <a:close/>
                  <a:moveTo>
                    <a:pt x="326008" y="1786"/>
                  </a:moveTo>
                  <a:lnTo>
                    <a:pt x="370657" y="1786"/>
                  </a:lnTo>
                  <a:lnTo>
                    <a:pt x="369429" y="7256"/>
                  </a:lnTo>
                  <a:cubicBezTo>
                    <a:pt x="366601" y="7851"/>
                    <a:pt x="364573" y="8521"/>
                    <a:pt x="363346" y="9265"/>
                  </a:cubicBezTo>
                  <a:cubicBezTo>
                    <a:pt x="362118" y="10009"/>
                    <a:pt x="361020" y="11125"/>
                    <a:pt x="360053" y="12614"/>
                  </a:cubicBezTo>
                  <a:cubicBezTo>
                    <a:pt x="359085" y="14102"/>
                    <a:pt x="358081" y="16427"/>
                    <a:pt x="357039" y="19590"/>
                  </a:cubicBezTo>
                  <a:cubicBezTo>
                    <a:pt x="355997" y="22752"/>
                    <a:pt x="354695" y="27906"/>
                    <a:pt x="353132" y="35049"/>
                  </a:cubicBezTo>
                  <a:lnTo>
                    <a:pt x="334045" y="121667"/>
                  </a:lnTo>
                  <a:cubicBezTo>
                    <a:pt x="333078" y="126058"/>
                    <a:pt x="332445" y="129537"/>
                    <a:pt x="332148" y="132104"/>
                  </a:cubicBezTo>
                  <a:cubicBezTo>
                    <a:pt x="331850" y="134671"/>
                    <a:pt x="331701" y="136997"/>
                    <a:pt x="331701" y="139080"/>
                  </a:cubicBezTo>
                  <a:cubicBezTo>
                    <a:pt x="331701" y="142429"/>
                    <a:pt x="332538" y="144792"/>
                    <a:pt x="334213" y="146168"/>
                  </a:cubicBezTo>
                  <a:cubicBezTo>
                    <a:pt x="335887" y="147545"/>
                    <a:pt x="338696" y="148382"/>
                    <a:pt x="342640" y="148680"/>
                  </a:cubicBezTo>
                  <a:lnTo>
                    <a:pt x="341412" y="154149"/>
                  </a:lnTo>
                  <a:lnTo>
                    <a:pt x="296764" y="154149"/>
                  </a:lnTo>
                  <a:lnTo>
                    <a:pt x="297991" y="148680"/>
                  </a:lnTo>
                  <a:cubicBezTo>
                    <a:pt x="300819" y="148233"/>
                    <a:pt x="302940" y="147508"/>
                    <a:pt x="304354" y="146503"/>
                  </a:cubicBezTo>
                  <a:cubicBezTo>
                    <a:pt x="305768" y="145498"/>
                    <a:pt x="306958" y="144103"/>
                    <a:pt x="307926" y="142317"/>
                  </a:cubicBezTo>
                  <a:cubicBezTo>
                    <a:pt x="308893" y="140531"/>
                    <a:pt x="309786" y="138355"/>
                    <a:pt x="310605" y="135787"/>
                  </a:cubicBezTo>
                  <a:cubicBezTo>
                    <a:pt x="311423" y="133220"/>
                    <a:pt x="312651" y="128253"/>
                    <a:pt x="314288" y="120886"/>
                  </a:cubicBezTo>
                  <a:lnTo>
                    <a:pt x="333264" y="34938"/>
                  </a:lnTo>
                  <a:cubicBezTo>
                    <a:pt x="334901" y="27496"/>
                    <a:pt x="335719" y="21506"/>
                    <a:pt x="335719" y="16967"/>
                  </a:cubicBezTo>
                  <a:cubicBezTo>
                    <a:pt x="335719" y="13469"/>
                    <a:pt x="334845" y="11032"/>
                    <a:pt x="333096" y="9656"/>
                  </a:cubicBezTo>
                  <a:cubicBezTo>
                    <a:pt x="331348" y="8279"/>
                    <a:pt x="328576" y="7479"/>
                    <a:pt x="324781" y="7256"/>
                  </a:cubicBezTo>
                  <a:close/>
                  <a:moveTo>
                    <a:pt x="238683" y="0"/>
                  </a:moveTo>
                  <a:lnTo>
                    <a:pt x="244823" y="0"/>
                  </a:lnTo>
                  <a:cubicBezTo>
                    <a:pt x="244376" y="7144"/>
                    <a:pt x="244153" y="17041"/>
                    <a:pt x="244153" y="29692"/>
                  </a:cubicBezTo>
                  <a:lnTo>
                    <a:pt x="244153" y="125016"/>
                  </a:lnTo>
                  <a:cubicBezTo>
                    <a:pt x="244153" y="129332"/>
                    <a:pt x="244395" y="132588"/>
                    <a:pt x="244878" y="134783"/>
                  </a:cubicBezTo>
                  <a:cubicBezTo>
                    <a:pt x="245362" y="136978"/>
                    <a:pt x="246218" y="138764"/>
                    <a:pt x="247446" y="140141"/>
                  </a:cubicBezTo>
                  <a:cubicBezTo>
                    <a:pt x="248674" y="141517"/>
                    <a:pt x="250441" y="142596"/>
                    <a:pt x="252748" y="143378"/>
                  </a:cubicBezTo>
                  <a:cubicBezTo>
                    <a:pt x="255055" y="144159"/>
                    <a:pt x="257957" y="144754"/>
                    <a:pt x="261454" y="145164"/>
                  </a:cubicBezTo>
                  <a:cubicBezTo>
                    <a:pt x="264952" y="145573"/>
                    <a:pt x="269565" y="145852"/>
                    <a:pt x="275295" y="146001"/>
                  </a:cubicBezTo>
                  <a:lnTo>
                    <a:pt x="275295" y="154149"/>
                  </a:lnTo>
                  <a:lnTo>
                    <a:pt x="192807" y="154149"/>
                  </a:lnTo>
                  <a:lnTo>
                    <a:pt x="192807" y="146001"/>
                  </a:lnTo>
                  <a:cubicBezTo>
                    <a:pt x="201067" y="145629"/>
                    <a:pt x="206964" y="145126"/>
                    <a:pt x="210499" y="144494"/>
                  </a:cubicBezTo>
                  <a:cubicBezTo>
                    <a:pt x="214034" y="143861"/>
                    <a:pt x="216731" y="142913"/>
                    <a:pt x="218592" y="141648"/>
                  </a:cubicBezTo>
                  <a:cubicBezTo>
                    <a:pt x="220452" y="140383"/>
                    <a:pt x="221810" y="138597"/>
                    <a:pt x="222666" y="136290"/>
                  </a:cubicBezTo>
                  <a:cubicBezTo>
                    <a:pt x="223522" y="133983"/>
                    <a:pt x="223949" y="130225"/>
                    <a:pt x="223949" y="125016"/>
                  </a:cubicBezTo>
                  <a:lnTo>
                    <a:pt x="223949" y="34491"/>
                  </a:lnTo>
                  <a:cubicBezTo>
                    <a:pt x="223949" y="31515"/>
                    <a:pt x="223429" y="29338"/>
                    <a:pt x="222387" y="27961"/>
                  </a:cubicBezTo>
                  <a:cubicBezTo>
                    <a:pt x="221345" y="26585"/>
                    <a:pt x="219819" y="25896"/>
                    <a:pt x="217810" y="25896"/>
                  </a:cubicBezTo>
                  <a:cubicBezTo>
                    <a:pt x="215429" y="25896"/>
                    <a:pt x="212043" y="27124"/>
                    <a:pt x="207653" y="29580"/>
                  </a:cubicBezTo>
                  <a:cubicBezTo>
                    <a:pt x="203262" y="32036"/>
                    <a:pt x="197830" y="35421"/>
                    <a:pt x="191356" y="39738"/>
                  </a:cubicBezTo>
                  <a:lnTo>
                    <a:pt x="186445" y="31143"/>
                  </a:lnTo>
                  <a:close/>
                  <a:moveTo>
                    <a:pt x="49449" y="0"/>
                  </a:moveTo>
                  <a:cubicBezTo>
                    <a:pt x="65745" y="0"/>
                    <a:pt x="77875" y="6288"/>
                    <a:pt x="85837" y="18864"/>
                  </a:cubicBezTo>
                  <a:cubicBezTo>
                    <a:pt x="93799" y="31440"/>
                    <a:pt x="97780" y="50453"/>
                    <a:pt x="97780" y="75903"/>
                  </a:cubicBezTo>
                  <a:cubicBezTo>
                    <a:pt x="97780" y="102245"/>
                    <a:pt x="93520" y="122170"/>
                    <a:pt x="85000" y="135676"/>
                  </a:cubicBezTo>
                  <a:cubicBezTo>
                    <a:pt x="76479" y="149182"/>
                    <a:pt x="64034" y="155935"/>
                    <a:pt x="47663" y="155935"/>
                  </a:cubicBezTo>
                  <a:cubicBezTo>
                    <a:pt x="31589" y="155935"/>
                    <a:pt x="19627" y="149610"/>
                    <a:pt x="11776" y="136959"/>
                  </a:cubicBezTo>
                  <a:cubicBezTo>
                    <a:pt x="3926" y="124309"/>
                    <a:pt x="0" y="105110"/>
                    <a:pt x="0" y="79363"/>
                  </a:cubicBezTo>
                  <a:cubicBezTo>
                    <a:pt x="0" y="65671"/>
                    <a:pt x="1210" y="53839"/>
                    <a:pt x="3628" y="43867"/>
                  </a:cubicBezTo>
                  <a:cubicBezTo>
                    <a:pt x="6047" y="33896"/>
                    <a:pt x="9432" y="25655"/>
                    <a:pt x="13786" y="19143"/>
                  </a:cubicBezTo>
                  <a:cubicBezTo>
                    <a:pt x="18139" y="12632"/>
                    <a:pt x="23366" y="7814"/>
                    <a:pt x="29468" y="4688"/>
                  </a:cubicBezTo>
                  <a:cubicBezTo>
                    <a:pt x="35570" y="1563"/>
                    <a:pt x="42230" y="0"/>
                    <a:pt x="49449" y="0"/>
                  </a:cubicBezTo>
                  <a:close/>
                </a:path>
              </a:pathLst>
            </a:custGeom>
            <a:solidFill>
              <a:srgbClr val="288BB6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dirty="0">
                <a:solidFill>
                  <a:srgbClr val="288BB6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EAC674D1-BCD3-45D8-9475-5642079EBC67}"/>
              </a:ext>
            </a:extLst>
          </p:cNvPr>
          <p:cNvCxnSpPr/>
          <p:nvPr/>
        </p:nvCxnSpPr>
        <p:spPr>
          <a:xfrm flipV="1">
            <a:off x="5580029" y="1487901"/>
            <a:ext cx="714075" cy="928139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7E04D762-7C88-4385-838D-3CF7B9DF133C}"/>
              </a:ext>
            </a:extLst>
          </p:cNvPr>
          <p:cNvSpPr txBox="1"/>
          <p:nvPr/>
        </p:nvSpPr>
        <p:spPr>
          <a:xfrm>
            <a:off x="5419776" y="1069445"/>
            <a:ext cx="2624444" cy="279520"/>
          </a:xfrm>
          <a:custGeom>
            <a:avLst/>
            <a:gdLst/>
            <a:ahLst/>
            <a:cxnLst/>
            <a:rect l="l" t="t" r="r" b="b"/>
            <a:pathLst>
              <a:path w="2013281" h="214427">
                <a:moveTo>
                  <a:pt x="0" y="172593"/>
                </a:moveTo>
                <a:cubicBezTo>
                  <a:pt x="20269" y="173812"/>
                  <a:pt x="52121" y="174422"/>
                  <a:pt x="95555" y="174422"/>
                </a:cubicBezTo>
                <a:cubicBezTo>
                  <a:pt x="138989" y="174422"/>
                  <a:pt x="173431" y="173812"/>
                  <a:pt x="198882" y="172593"/>
                </a:cubicBezTo>
                <a:lnTo>
                  <a:pt x="198882" y="189052"/>
                </a:lnTo>
                <a:cubicBezTo>
                  <a:pt x="176327" y="187528"/>
                  <a:pt x="143104" y="186766"/>
                  <a:pt x="99213" y="186766"/>
                </a:cubicBezTo>
                <a:cubicBezTo>
                  <a:pt x="55321" y="186766"/>
                  <a:pt x="22251" y="187528"/>
                  <a:pt x="0" y="189052"/>
                </a:cubicBezTo>
                <a:close/>
                <a:moveTo>
                  <a:pt x="1442923" y="164135"/>
                </a:moveTo>
                <a:cubicBezTo>
                  <a:pt x="1449019" y="175565"/>
                  <a:pt x="1453668" y="189357"/>
                  <a:pt x="1456868" y="205511"/>
                </a:cubicBezTo>
                <a:lnTo>
                  <a:pt x="1443152" y="208712"/>
                </a:lnTo>
                <a:cubicBezTo>
                  <a:pt x="1440866" y="193929"/>
                  <a:pt x="1436599" y="180365"/>
                  <a:pt x="1430350" y="168021"/>
                </a:cubicBezTo>
                <a:close/>
                <a:moveTo>
                  <a:pt x="506806" y="164135"/>
                </a:moveTo>
                <a:lnTo>
                  <a:pt x="506806" y="187680"/>
                </a:lnTo>
                <a:lnTo>
                  <a:pt x="614249" y="187680"/>
                </a:lnTo>
                <a:lnTo>
                  <a:pt x="614249" y="164135"/>
                </a:lnTo>
                <a:close/>
                <a:moveTo>
                  <a:pt x="1399032" y="162763"/>
                </a:moveTo>
                <a:lnTo>
                  <a:pt x="1411148" y="169164"/>
                </a:lnTo>
                <a:cubicBezTo>
                  <a:pt x="1400633" y="189738"/>
                  <a:pt x="1391412" y="204597"/>
                  <a:pt x="1383487" y="213741"/>
                </a:cubicBezTo>
                <a:lnTo>
                  <a:pt x="1369543" y="207111"/>
                </a:lnTo>
                <a:cubicBezTo>
                  <a:pt x="1380058" y="197358"/>
                  <a:pt x="1389888" y="182575"/>
                  <a:pt x="1399032" y="162763"/>
                </a:cubicBezTo>
                <a:close/>
                <a:moveTo>
                  <a:pt x="1487500" y="159105"/>
                </a:moveTo>
                <a:cubicBezTo>
                  <a:pt x="1495425" y="170383"/>
                  <a:pt x="1503426" y="184175"/>
                  <a:pt x="1511503" y="200482"/>
                </a:cubicBezTo>
                <a:lnTo>
                  <a:pt x="1498930" y="206197"/>
                </a:lnTo>
                <a:cubicBezTo>
                  <a:pt x="1492682" y="192176"/>
                  <a:pt x="1485215" y="178613"/>
                  <a:pt x="1476528" y="165506"/>
                </a:cubicBezTo>
                <a:close/>
                <a:moveTo>
                  <a:pt x="1534821" y="156819"/>
                </a:moveTo>
                <a:cubicBezTo>
                  <a:pt x="1545336" y="169316"/>
                  <a:pt x="1556080" y="183947"/>
                  <a:pt x="1567053" y="200711"/>
                </a:cubicBezTo>
                <a:lnTo>
                  <a:pt x="1555852" y="208940"/>
                </a:lnTo>
                <a:cubicBezTo>
                  <a:pt x="1546555" y="192329"/>
                  <a:pt x="1536040" y="177317"/>
                  <a:pt x="1524305" y="163906"/>
                </a:cubicBezTo>
                <a:close/>
                <a:moveTo>
                  <a:pt x="1058875" y="125044"/>
                </a:moveTo>
                <a:cubicBezTo>
                  <a:pt x="1072287" y="139370"/>
                  <a:pt x="1083183" y="152857"/>
                  <a:pt x="1091565" y="165506"/>
                </a:cubicBezTo>
                <a:lnTo>
                  <a:pt x="1079907" y="173507"/>
                </a:lnTo>
                <a:cubicBezTo>
                  <a:pt x="1071525" y="159486"/>
                  <a:pt x="1061009" y="145999"/>
                  <a:pt x="1048360" y="133045"/>
                </a:cubicBezTo>
                <a:close/>
                <a:moveTo>
                  <a:pt x="506806" y="106299"/>
                </a:moveTo>
                <a:lnTo>
                  <a:pt x="506806" y="125958"/>
                </a:lnTo>
                <a:lnTo>
                  <a:pt x="602590" y="125958"/>
                </a:lnTo>
                <a:lnTo>
                  <a:pt x="602590" y="106299"/>
                </a:lnTo>
                <a:close/>
                <a:moveTo>
                  <a:pt x="786613" y="101727"/>
                </a:moveTo>
                <a:lnTo>
                  <a:pt x="786613" y="136703"/>
                </a:lnTo>
                <a:lnTo>
                  <a:pt x="842163" y="136703"/>
                </a:lnTo>
                <a:lnTo>
                  <a:pt x="842163" y="101727"/>
                </a:lnTo>
                <a:close/>
                <a:moveTo>
                  <a:pt x="715290" y="101727"/>
                </a:moveTo>
                <a:lnTo>
                  <a:pt x="715290" y="136703"/>
                </a:lnTo>
                <a:lnTo>
                  <a:pt x="772211" y="136703"/>
                </a:lnTo>
                <a:lnTo>
                  <a:pt x="772211" y="101727"/>
                </a:lnTo>
                <a:close/>
                <a:moveTo>
                  <a:pt x="491490" y="94412"/>
                </a:moveTo>
                <a:cubicBezTo>
                  <a:pt x="511150" y="95021"/>
                  <a:pt x="532791" y="95326"/>
                  <a:pt x="556413" y="95326"/>
                </a:cubicBezTo>
                <a:cubicBezTo>
                  <a:pt x="580035" y="95326"/>
                  <a:pt x="600228" y="95021"/>
                  <a:pt x="616992" y="94412"/>
                </a:cubicBezTo>
                <a:cubicBezTo>
                  <a:pt x="616077" y="100203"/>
                  <a:pt x="615620" y="107785"/>
                  <a:pt x="615620" y="117157"/>
                </a:cubicBezTo>
                <a:cubicBezTo>
                  <a:pt x="615620" y="126530"/>
                  <a:pt x="616077" y="133426"/>
                  <a:pt x="616992" y="137846"/>
                </a:cubicBezTo>
                <a:cubicBezTo>
                  <a:pt x="603276" y="137084"/>
                  <a:pt x="584454" y="136703"/>
                  <a:pt x="560527" y="136703"/>
                </a:cubicBezTo>
                <a:lnTo>
                  <a:pt x="506806" y="136703"/>
                </a:lnTo>
                <a:lnTo>
                  <a:pt x="506806" y="153390"/>
                </a:lnTo>
                <a:lnTo>
                  <a:pt x="561899" y="153390"/>
                </a:lnTo>
                <a:cubicBezTo>
                  <a:pt x="583692" y="153390"/>
                  <a:pt x="606171" y="153086"/>
                  <a:pt x="629336" y="152476"/>
                </a:cubicBezTo>
                <a:cubicBezTo>
                  <a:pt x="628574" y="154914"/>
                  <a:pt x="628193" y="160096"/>
                  <a:pt x="628193" y="168021"/>
                </a:cubicBezTo>
                <a:lnTo>
                  <a:pt x="628193" y="192938"/>
                </a:lnTo>
                <a:cubicBezTo>
                  <a:pt x="628193" y="198729"/>
                  <a:pt x="628726" y="204673"/>
                  <a:pt x="629793" y="210769"/>
                </a:cubicBezTo>
                <a:lnTo>
                  <a:pt x="614249" y="210769"/>
                </a:lnTo>
                <a:lnTo>
                  <a:pt x="614249" y="198882"/>
                </a:lnTo>
                <a:lnTo>
                  <a:pt x="506806" y="198882"/>
                </a:lnTo>
                <a:cubicBezTo>
                  <a:pt x="507111" y="205892"/>
                  <a:pt x="507492" y="211074"/>
                  <a:pt x="507949" y="214427"/>
                </a:cubicBezTo>
                <a:lnTo>
                  <a:pt x="491033" y="214427"/>
                </a:lnTo>
                <a:cubicBezTo>
                  <a:pt x="492252" y="206807"/>
                  <a:pt x="492862" y="200025"/>
                  <a:pt x="492862" y="194081"/>
                </a:cubicBezTo>
                <a:lnTo>
                  <a:pt x="492862" y="116814"/>
                </a:lnTo>
                <a:cubicBezTo>
                  <a:pt x="492862" y="105537"/>
                  <a:pt x="492405" y="98069"/>
                  <a:pt x="491490" y="94412"/>
                </a:cubicBezTo>
                <a:close/>
                <a:moveTo>
                  <a:pt x="1901267" y="91897"/>
                </a:moveTo>
                <a:lnTo>
                  <a:pt x="1901267" y="143332"/>
                </a:lnTo>
                <a:lnTo>
                  <a:pt x="1955673" y="143332"/>
                </a:lnTo>
                <a:lnTo>
                  <a:pt x="1955673" y="91897"/>
                </a:lnTo>
                <a:close/>
                <a:moveTo>
                  <a:pt x="1671752" y="90297"/>
                </a:moveTo>
                <a:cubicBezTo>
                  <a:pt x="1679525" y="119558"/>
                  <a:pt x="1692174" y="142189"/>
                  <a:pt x="1709700" y="158191"/>
                </a:cubicBezTo>
                <a:cubicBezTo>
                  <a:pt x="1729969" y="139903"/>
                  <a:pt x="1744218" y="117272"/>
                  <a:pt x="1752448" y="90297"/>
                </a:cubicBezTo>
                <a:close/>
                <a:moveTo>
                  <a:pt x="1268273" y="86411"/>
                </a:moveTo>
                <a:cubicBezTo>
                  <a:pt x="1279551" y="94488"/>
                  <a:pt x="1289761" y="103022"/>
                  <a:pt x="1298905" y="112014"/>
                </a:cubicBezTo>
                <a:lnTo>
                  <a:pt x="1290219" y="121615"/>
                </a:lnTo>
                <a:cubicBezTo>
                  <a:pt x="1283513" y="112776"/>
                  <a:pt x="1273607" y="104013"/>
                  <a:pt x="1260501" y="95326"/>
                </a:cubicBezTo>
                <a:close/>
                <a:moveTo>
                  <a:pt x="1229411" y="80467"/>
                </a:moveTo>
                <a:cubicBezTo>
                  <a:pt x="1236726" y="81229"/>
                  <a:pt x="1242365" y="81610"/>
                  <a:pt x="1246327" y="81610"/>
                </a:cubicBezTo>
                <a:cubicBezTo>
                  <a:pt x="1250290" y="81610"/>
                  <a:pt x="1252271" y="82334"/>
                  <a:pt x="1252271" y="83782"/>
                </a:cubicBezTo>
                <a:cubicBezTo>
                  <a:pt x="1252271" y="85230"/>
                  <a:pt x="1251357" y="86715"/>
                  <a:pt x="1249528" y="88239"/>
                </a:cubicBezTo>
                <a:cubicBezTo>
                  <a:pt x="1245870" y="91135"/>
                  <a:pt x="1243127" y="103860"/>
                  <a:pt x="1241298" y="126416"/>
                </a:cubicBezTo>
                <a:cubicBezTo>
                  <a:pt x="1293419" y="126416"/>
                  <a:pt x="1325347" y="125654"/>
                  <a:pt x="1337082" y="124130"/>
                </a:cubicBezTo>
                <a:lnTo>
                  <a:pt x="1337082" y="140132"/>
                </a:lnTo>
                <a:cubicBezTo>
                  <a:pt x="1324585" y="138608"/>
                  <a:pt x="1297763" y="137846"/>
                  <a:pt x="1256615" y="137846"/>
                </a:cubicBezTo>
                <a:cubicBezTo>
                  <a:pt x="1266063" y="152781"/>
                  <a:pt x="1276922" y="164554"/>
                  <a:pt x="1289190" y="173164"/>
                </a:cubicBezTo>
                <a:cubicBezTo>
                  <a:pt x="1301458" y="181775"/>
                  <a:pt x="1317955" y="189052"/>
                  <a:pt x="1338682" y="194996"/>
                </a:cubicBezTo>
                <a:cubicBezTo>
                  <a:pt x="1334415" y="198958"/>
                  <a:pt x="1331291" y="203987"/>
                  <a:pt x="1329309" y="210083"/>
                </a:cubicBezTo>
                <a:cubicBezTo>
                  <a:pt x="1307821" y="201244"/>
                  <a:pt x="1290523" y="191186"/>
                  <a:pt x="1277417" y="179908"/>
                </a:cubicBezTo>
                <a:cubicBezTo>
                  <a:pt x="1264311" y="168630"/>
                  <a:pt x="1254024" y="154610"/>
                  <a:pt x="1246556" y="137846"/>
                </a:cubicBezTo>
                <a:lnTo>
                  <a:pt x="1238784" y="137846"/>
                </a:lnTo>
                <a:cubicBezTo>
                  <a:pt x="1229183" y="170764"/>
                  <a:pt x="1200227" y="194919"/>
                  <a:pt x="1151916" y="210312"/>
                </a:cubicBezTo>
                <a:cubicBezTo>
                  <a:pt x="1149630" y="205435"/>
                  <a:pt x="1146505" y="201015"/>
                  <a:pt x="1142543" y="197053"/>
                </a:cubicBezTo>
                <a:cubicBezTo>
                  <a:pt x="1166622" y="191109"/>
                  <a:pt x="1185215" y="183413"/>
                  <a:pt x="1198321" y="173964"/>
                </a:cubicBezTo>
                <a:cubicBezTo>
                  <a:pt x="1211428" y="164516"/>
                  <a:pt x="1220496" y="152476"/>
                  <a:pt x="1225525" y="137846"/>
                </a:cubicBezTo>
                <a:cubicBezTo>
                  <a:pt x="1187577" y="137846"/>
                  <a:pt x="1162279" y="138608"/>
                  <a:pt x="1149630" y="140132"/>
                </a:cubicBezTo>
                <a:lnTo>
                  <a:pt x="1149630" y="124130"/>
                </a:lnTo>
                <a:cubicBezTo>
                  <a:pt x="1166394" y="125654"/>
                  <a:pt x="1192759" y="126416"/>
                  <a:pt x="1228725" y="126416"/>
                </a:cubicBezTo>
                <a:cubicBezTo>
                  <a:pt x="1230097" y="119405"/>
                  <a:pt x="1230783" y="112014"/>
                  <a:pt x="1230783" y="104241"/>
                </a:cubicBezTo>
                <a:cubicBezTo>
                  <a:pt x="1230783" y="96469"/>
                  <a:pt x="1230325" y="88544"/>
                  <a:pt x="1229411" y="80467"/>
                </a:cubicBezTo>
                <a:close/>
                <a:moveTo>
                  <a:pt x="1886865" y="79095"/>
                </a:moveTo>
                <a:cubicBezTo>
                  <a:pt x="1895856" y="80162"/>
                  <a:pt x="1909915" y="80696"/>
                  <a:pt x="1929041" y="80696"/>
                </a:cubicBezTo>
                <a:cubicBezTo>
                  <a:pt x="1948168" y="80696"/>
                  <a:pt x="1961922" y="80162"/>
                  <a:pt x="1970304" y="79095"/>
                </a:cubicBezTo>
                <a:cubicBezTo>
                  <a:pt x="1969542" y="88849"/>
                  <a:pt x="1969161" y="102184"/>
                  <a:pt x="1969161" y="119100"/>
                </a:cubicBezTo>
                <a:cubicBezTo>
                  <a:pt x="1969161" y="136017"/>
                  <a:pt x="1969542" y="148056"/>
                  <a:pt x="1970304" y="155219"/>
                </a:cubicBezTo>
                <a:cubicBezTo>
                  <a:pt x="1957197" y="154610"/>
                  <a:pt x="1941767" y="154305"/>
                  <a:pt x="1924012" y="154305"/>
                </a:cubicBezTo>
                <a:cubicBezTo>
                  <a:pt x="1906257" y="154305"/>
                  <a:pt x="1893875" y="154686"/>
                  <a:pt x="1886865" y="155448"/>
                </a:cubicBezTo>
                <a:cubicBezTo>
                  <a:pt x="1887779" y="147218"/>
                  <a:pt x="1888236" y="134455"/>
                  <a:pt x="1888236" y="117157"/>
                </a:cubicBezTo>
                <a:cubicBezTo>
                  <a:pt x="1888236" y="99860"/>
                  <a:pt x="1887779" y="87173"/>
                  <a:pt x="1886865" y="79095"/>
                </a:cubicBezTo>
                <a:close/>
                <a:moveTo>
                  <a:pt x="786613" y="53035"/>
                </a:moveTo>
                <a:lnTo>
                  <a:pt x="786613" y="90525"/>
                </a:lnTo>
                <a:lnTo>
                  <a:pt x="842163" y="90525"/>
                </a:lnTo>
                <a:lnTo>
                  <a:pt x="842163" y="53035"/>
                </a:lnTo>
                <a:close/>
                <a:moveTo>
                  <a:pt x="715290" y="53035"/>
                </a:moveTo>
                <a:lnTo>
                  <a:pt x="715290" y="90525"/>
                </a:lnTo>
                <a:lnTo>
                  <a:pt x="772211" y="90525"/>
                </a:lnTo>
                <a:lnTo>
                  <a:pt x="772211" y="53035"/>
                </a:lnTo>
                <a:close/>
                <a:moveTo>
                  <a:pt x="1264844" y="50520"/>
                </a:moveTo>
                <a:cubicBezTo>
                  <a:pt x="1284351" y="61341"/>
                  <a:pt x="1304239" y="73838"/>
                  <a:pt x="1324509" y="88011"/>
                </a:cubicBezTo>
                <a:lnTo>
                  <a:pt x="1316279" y="99669"/>
                </a:lnTo>
                <a:cubicBezTo>
                  <a:pt x="1299058" y="84125"/>
                  <a:pt x="1279398" y="71018"/>
                  <a:pt x="1257300" y="60350"/>
                </a:cubicBezTo>
                <a:close/>
                <a:moveTo>
                  <a:pt x="1220038" y="48463"/>
                </a:moveTo>
                <a:cubicBezTo>
                  <a:pt x="1223696" y="53187"/>
                  <a:pt x="1227354" y="56540"/>
                  <a:pt x="1231011" y="58521"/>
                </a:cubicBezTo>
                <a:cubicBezTo>
                  <a:pt x="1232383" y="59283"/>
                  <a:pt x="1233069" y="60388"/>
                  <a:pt x="1233069" y="61836"/>
                </a:cubicBezTo>
                <a:cubicBezTo>
                  <a:pt x="1233069" y="63284"/>
                  <a:pt x="1231926" y="64008"/>
                  <a:pt x="1229640" y="64008"/>
                </a:cubicBezTo>
                <a:cubicBezTo>
                  <a:pt x="1225830" y="64008"/>
                  <a:pt x="1218019" y="68770"/>
                  <a:pt x="1206208" y="78295"/>
                </a:cubicBezTo>
                <a:cubicBezTo>
                  <a:pt x="1194397" y="87820"/>
                  <a:pt x="1180643" y="96850"/>
                  <a:pt x="1164946" y="105384"/>
                </a:cubicBezTo>
                <a:cubicBezTo>
                  <a:pt x="1163269" y="100508"/>
                  <a:pt x="1159764" y="96240"/>
                  <a:pt x="1154430" y="92583"/>
                </a:cubicBezTo>
                <a:cubicBezTo>
                  <a:pt x="1180338" y="84353"/>
                  <a:pt x="1202208" y="69647"/>
                  <a:pt x="1220038" y="48463"/>
                </a:cubicBezTo>
                <a:close/>
                <a:moveTo>
                  <a:pt x="552298" y="47777"/>
                </a:moveTo>
                <a:cubicBezTo>
                  <a:pt x="558241" y="54940"/>
                  <a:pt x="563880" y="62331"/>
                  <a:pt x="569214" y="69951"/>
                </a:cubicBezTo>
                <a:cubicBezTo>
                  <a:pt x="608533" y="69951"/>
                  <a:pt x="636194" y="69418"/>
                  <a:pt x="652196" y="68351"/>
                </a:cubicBezTo>
                <a:cubicBezTo>
                  <a:pt x="651129" y="73685"/>
                  <a:pt x="650596" y="79667"/>
                  <a:pt x="650596" y="86296"/>
                </a:cubicBezTo>
                <a:cubicBezTo>
                  <a:pt x="650596" y="92926"/>
                  <a:pt x="650977" y="99136"/>
                  <a:pt x="651739" y="104927"/>
                </a:cubicBezTo>
                <a:lnTo>
                  <a:pt x="636423" y="104927"/>
                </a:lnTo>
                <a:lnTo>
                  <a:pt x="636423" y="80238"/>
                </a:lnTo>
                <a:lnTo>
                  <a:pt x="475260" y="80238"/>
                </a:lnTo>
                <a:lnTo>
                  <a:pt x="475260" y="105613"/>
                </a:lnTo>
                <a:lnTo>
                  <a:pt x="459943" y="105613"/>
                </a:lnTo>
                <a:cubicBezTo>
                  <a:pt x="460553" y="100279"/>
                  <a:pt x="460858" y="93612"/>
                  <a:pt x="460858" y="85611"/>
                </a:cubicBezTo>
                <a:cubicBezTo>
                  <a:pt x="460858" y="77610"/>
                  <a:pt x="460553" y="71856"/>
                  <a:pt x="459943" y="68351"/>
                </a:cubicBezTo>
                <a:cubicBezTo>
                  <a:pt x="477012" y="69418"/>
                  <a:pt x="508635" y="69951"/>
                  <a:pt x="554812" y="69951"/>
                </a:cubicBezTo>
                <a:cubicBezTo>
                  <a:pt x="551612" y="64617"/>
                  <a:pt x="547650" y="59969"/>
                  <a:pt x="542925" y="56007"/>
                </a:cubicBezTo>
                <a:close/>
                <a:moveTo>
                  <a:pt x="1015670" y="46406"/>
                </a:moveTo>
                <a:cubicBezTo>
                  <a:pt x="1020852" y="47320"/>
                  <a:pt x="1026795" y="47777"/>
                  <a:pt x="1033501" y="47777"/>
                </a:cubicBezTo>
                <a:cubicBezTo>
                  <a:pt x="1036092" y="47777"/>
                  <a:pt x="1037387" y="48311"/>
                  <a:pt x="1037387" y="49377"/>
                </a:cubicBezTo>
                <a:cubicBezTo>
                  <a:pt x="1037387" y="50444"/>
                  <a:pt x="1036396" y="51740"/>
                  <a:pt x="1034415" y="53264"/>
                </a:cubicBezTo>
                <a:cubicBezTo>
                  <a:pt x="1032434" y="54788"/>
                  <a:pt x="1031443" y="57455"/>
                  <a:pt x="1031443" y="61265"/>
                </a:cubicBezTo>
                <a:lnTo>
                  <a:pt x="1031443" y="100584"/>
                </a:lnTo>
                <a:cubicBezTo>
                  <a:pt x="1052932" y="100431"/>
                  <a:pt x="1071829" y="99593"/>
                  <a:pt x="1088136" y="98069"/>
                </a:cubicBezTo>
                <a:lnTo>
                  <a:pt x="1088136" y="113843"/>
                </a:lnTo>
                <a:cubicBezTo>
                  <a:pt x="1071829" y="112319"/>
                  <a:pt x="1052932" y="111480"/>
                  <a:pt x="1031443" y="111328"/>
                </a:cubicBezTo>
                <a:lnTo>
                  <a:pt x="1031443" y="186766"/>
                </a:lnTo>
                <a:cubicBezTo>
                  <a:pt x="1061923" y="186614"/>
                  <a:pt x="1088136" y="185623"/>
                  <a:pt x="1110082" y="183794"/>
                </a:cubicBezTo>
                <a:lnTo>
                  <a:pt x="1110082" y="200711"/>
                </a:lnTo>
                <a:cubicBezTo>
                  <a:pt x="1087527" y="198729"/>
                  <a:pt x="1060552" y="197739"/>
                  <a:pt x="1029157" y="197739"/>
                </a:cubicBezTo>
                <a:cubicBezTo>
                  <a:pt x="997763" y="197739"/>
                  <a:pt x="969417" y="198729"/>
                  <a:pt x="944118" y="200711"/>
                </a:cubicBezTo>
                <a:lnTo>
                  <a:pt x="944118" y="183794"/>
                </a:lnTo>
                <a:cubicBezTo>
                  <a:pt x="965911" y="185623"/>
                  <a:pt x="990295" y="186614"/>
                  <a:pt x="1017270" y="186766"/>
                </a:cubicBezTo>
                <a:lnTo>
                  <a:pt x="1017270" y="111328"/>
                </a:lnTo>
                <a:cubicBezTo>
                  <a:pt x="994715" y="111480"/>
                  <a:pt x="976427" y="112319"/>
                  <a:pt x="962406" y="113843"/>
                </a:cubicBezTo>
                <a:lnTo>
                  <a:pt x="962406" y="98069"/>
                </a:lnTo>
                <a:cubicBezTo>
                  <a:pt x="976427" y="99593"/>
                  <a:pt x="994715" y="100431"/>
                  <a:pt x="1017270" y="100584"/>
                </a:cubicBezTo>
                <a:lnTo>
                  <a:pt x="1017270" y="79781"/>
                </a:lnTo>
                <a:cubicBezTo>
                  <a:pt x="1017270" y="62865"/>
                  <a:pt x="1016737" y="51740"/>
                  <a:pt x="1015670" y="46406"/>
                </a:cubicBezTo>
                <a:close/>
                <a:moveTo>
                  <a:pt x="15545" y="36804"/>
                </a:moveTo>
                <a:cubicBezTo>
                  <a:pt x="35205" y="38024"/>
                  <a:pt x="62332" y="38633"/>
                  <a:pt x="96927" y="38633"/>
                </a:cubicBezTo>
                <a:cubicBezTo>
                  <a:pt x="131521" y="38633"/>
                  <a:pt x="158496" y="38024"/>
                  <a:pt x="177851" y="36804"/>
                </a:cubicBezTo>
                <a:lnTo>
                  <a:pt x="177851" y="52121"/>
                </a:lnTo>
                <a:cubicBezTo>
                  <a:pt x="159868" y="51206"/>
                  <a:pt x="134417" y="50749"/>
                  <a:pt x="101499" y="50749"/>
                </a:cubicBezTo>
                <a:cubicBezTo>
                  <a:pt x="68580" y="50749"/>
                  <a:pt x="39929" y="51206"/>
                  <a:pt x="15545" y="52121"/>
                </a:cubicBezTo>
                <a:close/>
                <a:moveTo>
                  <a:pt x="930631" y="21717"/>
                </a:moveTo>
                <a:cubicBezTo>
                  <a:pt x="934898" y="22784"/>
                  <a:pt x="964540" y="23317"/>
                  <a:pt x="1019556" y="23317"/>
                </a:cubicBezTo>
                <a:cubicBezTo>
                  <a:pt x="1074573" y="23317"/>
                  <a:pt x="1103986" y="22784"/>
                  <a:pt x="1107796" y="21717"/>
                </a:cubicBezTo>
                <a:lnTo>
                  <a:pt x="1107796" y="36576"/>
                </a:lnTo>
                <a:cubicBezTo>
                  <a:pt x="1098499" y="35509"/>
                  <a:pt x="1077316" y="34976"/>
                  <a:pt x="1044245" y="34976"/>
                </a:cubicBezTo>
                <a:lnTo>
                  <a:pt x="945033" y="34976"/>
                </a:lnTo>
                <a:cubicBezTo>
                  <a:pt x="945185" y="48539"/>
                  <a:pt x="945261" y="60426"/>
                  <a:pt x="945261" y="70637"/>
                </a:cubicBezTo>
                <a:cubicBezTo>
                  <a:pt x="945261" y="108280"/>
                  <a:pt x="943547" y="135941"/>
                  <a:pt x="940118" y="153619"/>
                </a:cubicBezTo>
                <a:cubicBezTo>
                  <a:pt x="936689" y="171297"/>
                  <a:pt x="930402" y="189128"/>
                  <a:pt x="921258" y="207111"/>
                </a:cubicBezTo>
                <a:cubicBezTo>
                  <a:pt x="914400" y="205283"/>
                  <a:pt x="909142" y="204063"/>
                  <a:pt x="905485" y="203454"/>
                </a:cubicBezTo>
                <a:cubicBezTo>
                  <a:pt x="915696" y="189433"/>
                  <a:pt x="922554" y="173545"/>
                  <a:pt x="926059" y="155791"/>
                </a:cubicBezTo>
                <a:cubicBezTo>
                  <a:pt x="929564" y="138036"/>
                  <a:pt x="931317" y="110642"/>
                  <a:pt x="931317" y="73609"/>
                </a:cubicBezTo>
                <a:cubicBezTo>
                  <a:pt x="931317" y="59131"/>
                  <a:pt x="931088" y="41834"/>
                  <a:pt x="930631" y="21717"/>
                </a:cubicBezTo>
                <a:close/>
                <a:moveTo>
                  <a:pt x="1535049" y="19888"/>
                </a:moveTo>
                <a:cubicBezTo>
                  <a:pt x="1542517" y="27356"/>
                  <a:pt x="1550594" y="36500"/>
                  <a:pt x="1559281" y="47320"/>
                </a:cubicBezTo>
                <a:lnTo>
                  <a:pt x="1548994" y="55092"/>
                </a:lnTo>
                <a:cubicBezTo>
                  <a:pt x="1542288" y="44882"/>
                  <a:pt x="1534287" y="35509"/>
                  <a:pt x="1524991" y="26975"/>
                </a:cubicBezTo>
                <a:close/>
                <a:moveTo>
                  <a:pt x="407594" y="18288"/>
                </a:moveTo>
                <a:lnTo>
                  <a:pt x="382448" y="87325"/>
                </a:lnTo>
                <a:lnTo>
                  <a:pt x="402565" y="87325"/>
                </a:lnTo>
                <a:cubicBezTo>
                  <a:pt x="406680" y="87325"/>
                  <a:pt x="411633" y="86868"/>
                  <a:pt x="417424" y="85953"/>
                </a:cubicBezTo>
                <a:cubicBezTo>
                  <a:pt x="412699" y="108356"/>
                  <a:pt x="408242" y="125120"/>
                  <a:pt x="404051" y="136245"/>
                </a:cubicBezTo>
                <a:cubicBezTo>
                  <a:pt x="399860" y="147371"/>
                  <a:pt x="394564" y="157048"/>
                  <a:pt x="388163" y="165278"/>
                </a:cubicBezTo>
                <a:cubicBezTo>
                  <a:pt x="395021" y="172898"/>
                  <a:pt x="401574" y="178956"/>
                  <a:pt x="407823" y="183451"/>
                </a:cubicBezTo>
                <a:cubicBezTo>
                  <a:pt x="414071" y="187947"/>
                  <a:pt x="422834" y="192633"/>
                  <a:pt x="434112" y="197510"/>
                </a:cubicBezTo>
                <a:cubicBezTo>
                  <a:pt x="429235" y="200711"/>
                  <a:pt x="425501" y="205054"/>
                  <a:pt x="422910" y="210540"/>
                </a:cubicBezTo>
                <a:cubicBezTo>
                  <a:pt x="407670" y="202158"/>
                  <a:pt x="393421" y="190347"/>
                  <a:pt x="380162" y="175107"/>
                </a:cubicBezTo>
                <a:cubicBezTo>
                  <a:pt x="364922" y="190347"/>
                  <a:pt x="344577" y="202997"/>
                  <a:pt x="319126" y="213055"/>
                </a:cubicBezTo>
                <a:cubicBezTo>
                  <a:pt x="316840" y="206959"/>
                  <a:pt x="313030" y="202387"/>
                  <a:pt x="307696" y="199339"/>
                </a:cubicBezTo>
                <a:cubicBezTo>
                  <a:pt x="322783" y="195377"/>
                  <a:pt x="335014" y="190881"/>
                  <a:pt x="344386" y="185852"/>
                </a:cubicBezTo>
                <a:cubicBezTo>
                  <a:pt x="353759" y="180822"/>
                  <a:pt x="362788" y="173888"/>
                  <a:pt x="371475" y="165049"/>
                </a:cubicBezTo>
                <a:cubicBezTo>
                  <a:pt x="360350" y="151943"/>
                  <a:pt x="349225" y="135179"/>
                  <a:pt x="338100" y="114757"/>
                </a:cubicBezTo>
                <a:lnTo>
                  <a:pt x="351130" y="108585"/>
                </a:lnTo>
                <a:cubicBezTo>
                  <a:pt x="357683" y="124892"/>
                  <a:pt x="367208" y="140589"/>
                  <a:pt x="379705" y="155676"/>
                </a:cubicBezTo>
                <a:cubicBezTo>
                  <a:pt x="390525" y="141046"/>
                  <a:pt x="397536" y="121920"/>
                  <a:pt x="400736" y="98298"/>
                </a:cubicBezTo>
                <a:lnTo>
                  <a:pt x="378790" y="98298"/>
                </a:lnTo>
                <a:cubicBezTo>
                  <a:pt x="374676" y="98298"/>
                  <a:pt x="369951" y="98755"/>
                  <a:pt x="364617" y="99669"/>
                </a:cubicBezTo>
                <a:lnTo>
                  <a:pt x="388392" y="32918"/>
                </a:lnTo>
                <a:lnTo>
                  <a:pt x="338557" y="32918"/>
                </a:lnTo>
                <a:cubicBezTo>
                  <a:pt x="338252" y="76200"/>
                  <a:pt x="336652" y="106566"/>
                  <a:pt x="333756" y="124015"/>
                </a:cubicBezTo>
                <a:cubicBezTo>
                  <a:pt x="330861" y="141465"/>
                  <a:pt x="326365" y="155410"/>
                  <a:pt x="320269" y="165849"/>
                </a:cubicBezTo>
                <a:cubicBezTo>
                  <a:pt x="314173" y="176289"/>
                  <a:pt x="304953" y="187680"/>
                  <a:pt x="292608" y="200025"/>
                </a:cubicBezTo>
                <a:cubicBezTo>
                  <a:pt x="289560" y="195758"/>
                  <a:pt x="284760" y="192557"/>
                  <a:pt x="278206" y="190424"/>
                </a:cubicBezTo>
                <a:cubicBezTo>
                  <a:pt x="298933" y="175793"/>
                  <a:pt x="312192" y="158115"/>
                  <a:pt x="317983" y="137388"/>
                </a:cubicBezTo>
                <a:cubicBezTo>
                  <a:pt x="323774" y="116662"/>
                  <a:pt x="326212" y="81839"/>
                  <a:pt x="325298" y="32918"/>
                </a:cubicBezTo>
                <a:cubicBezTo>
                  <a:pt x="312954" y="32918"/>
                  <a:pt x="304876" y="33223"/>
                  <a:pt x="301066" y="33833"/>
                </a:cubicBezTo>
                <a:lnTo>
                  <a:pt x="301066" y="20345"/>
                </a:lnTo>
                <a:cubicBezTo>
                  <a:pt x="311887" y="21260"/>
                  <a:pt x="328194" y="21717"/>
                  <a:pt x="349987" y="21717"/>
                </a:cubicBezTo>
                <a:cubicBezTo>
                  <a:pt x="371780" y="21717"/>
                  <a:pt x="390982" y="20574"/>
                  <a:pt x="407594" y="18288"/>
                </a:cubicBezTo>
                <a:close/>
                <a:moveTo>
                  <a:pt x="1769821" y="14402"/>
                </a:moveTo>
                <a:cubicBezTo>
                  <a:pt x="1772565" y="20498"/>
                  <a:pt x="1776299" y="25908"/>
                  <a:pt x="1781023" y="30632"/>
                </a:cubicBezTo>
                <a:cubicBezTo>
                  <a:pt x="1782395" y="32004"/>
                  <a:pt x="1783080" y="33261"/>
                  <a:pt x="1783080" y="34404"/>
                </a:cubicBezTo>
                <a:cubicBezTo>
                  <a:pt x="1783080" y="35547"/>
                  <a:pt x="1782509" y="36119"/>
                  <a:pt x="1781366" y="36119"/>
                </a:cubicBezTo>
                <a:cubicBezTo>
                  <a:pt x="1780223" y="36119"/>
                  <a:pt x="1779194" y="35966"/>
                  <a:pt x="1778280" y="35661"/>
                </a:cubicBezTo>
                <a:cubicBezTo>
                  <a:pt x="1775537" y="34899"/>
                  <a:pt x="1771231" y="34518"/>
                  <a:pt x="1765364" y="34518"/>
                </a:cubicBezTo>
                <a:cubicBezTo>
                  <a:pt x="1759497" y="34518"/>
                  <a:pt x="1750085" y="35014"/>
                  <a:pt x="1737132" y="36004"/>
                </a:cubicBezTo>
                <a:cubicBezTo>
                  <a:pt x="1724178" y="36995"/>
                  <a:pt x="1707414" y="37947"/>
                  <a:pt x="1686840" y="38862"/>
                </a:cubicBezTo>
                <a:cubicBezTo>
                  <a:pt x="1666266" y="39776"/>
                  <a:pt x="1651635" y="40081"/>
                  <a:pt x="1642949" y="39776"/>
                </a:cubicBezTo>
                <a:lnTo>
                  <a:pt x="1642949" y="78181"/>
                </a:lnTo>
                <a:lnTo>
                  <a:pt x="1722730" y="78181"/>
                </a:lnTo>
                <a:cubicBezTo>
                  <a:pt x="1742389" y="78181"/>
                  <a:pt x="1758925" y="77724"/>
                  <a:pt x="1772336" y="76809"/>
                </a:cubicBezTo>
                <a:cubicBezTo>
                  <a:pt x="1760449" y="115214"/>
                  <a:pt x="1742923" y="145161"/>
                  <a:pt x="1719758" y="166649"/>
                </a:cubicBezTo>
                <a:cubicBezTo>
                  <a:pt x="1740027" y="180822"/>
                  <a:pt x="1764869" y="189585"/>
                  <a:pt x="1794282" y="192938"/>
                </a:cubicBezTo>
                <a:cubicBezTo>
                  <a:pt x="1789710" y="196901"/>
                  <a:pt x="1785976" y="202768"/>
                  <a:pt x="1783080" y="210540"/>
                </a:cubicBezTo>
                <a:cubicBezTo>
                  <a:pt x="1752143" y="202311"/>
                  <a:pt x="1727302" y="190881"/>
                  <a:pt x="1708557" y="176250"/>
                </a:cubicBezTo>
                <a:cubicBezTo>
                  <a:pt x="1690421" y="190424"/>
                  <a:pt x="1668552" y="202463"/>
                  <a:pt x="1642949" y="212369"/>
                </a:cubicBezTo>
                <a:cubicBezTo>
                  <a:pt x="1640663" y="205664"/>
                  <a:pt x="1636319" y="200787"/>
                  <a:pt x="1629918" y="197739"/>
                </a:cubicBezTo>
                <a:cubicBezTo>
                  <a:pt x="1658265" y="190119"/>
                  <a:pt x="1681049" y="179984"/>
                  <a:pt x="1698270" y="167335"/>
                </a:cubicBezTo>
                <a:cubicBezTo>
                  <a:pt x="1681506" y="148590"/>
                  <a:pt x="1667789" y="122910"/>
                  <a:pt x="1657122" y="90297"/>
                </a:cubicBezTo>
                <a:lnTo>
                  <a:pt x="1642949" y="90297"/>
                </a:lnTo>
                <a:cubicBezTo>
                  <a:pt x="1642796" y="115290"/>
                  <a:pt x="1640281" y="136893"/>
                  <a:pt x="1635405" y="155105"/>
                </a:cubicBezTo>
                <a:cubicBezTo>
                  <a:pt x="1630528" y="173317"/>
                  <a:pt x="1622679" y="190805"/>
                  <a:pt x="1611859" y="207569"/>
                </a:cubicBezTo>
                <a:cubicBezTo>
                  <a:pt x="1607287" y="203454"/>
                  <a:pt x="1601724" y="200634"/>
                  <a:pt x="1595171" y="199110"/>
                </a:cubicBezTo>
                <a:cubicBezTo>
                  <a:pt x="1617574" y="175641"/>
                  <a:pt x="1628775" y="138760"/>
                  <a:pt x="1628775" y="88468"/>
                </a:cubicBezTo>
                <a:cubicBezTo>
                  <a:pt x="1628775" y="66218"/>
                  <a:pt x="1628242" y="45186"/>
                  <a:pt x="1627175" y="25374"/>
                </a:cubicBezTo>
                <a:cubicBezTo>
                  <a:pt x="1640586" y="25679"/>
                  <a:pt x="1653007" y="25832"/>
                  <a:pt x="1664437" y="25832"/>
                </a:cubicBezTo>
                <a:cubicBezTo>
                  <a:pt x="1717625" y="25832"/>
                  <a:pt x="1752753" y="22022"/>
                  <a:pt x="1769821" y="14402"/>
                </a:cubicBezTo>
                <a:close/>
                <a:moveTo>
                  <a:pt x="1501674" y="10744"/>
                </a:moveTo>
                <a:cubicBezTo>
                  <a:pt x="1507313" y="12420"/>
                  <a:pt x="1512037" y="13259"/>
                  <a:pt x="1515847" y="13259"/>
                </a:cubicBezTo>
                <a:lnTo>
                  <a:pt x="1520419" y="12801"/>
                </a:lnTo>
                <a:cubicBezTo>
                  <a:pt x="1521943" y="12801"/>
                  <a:pt x="1522705" y="13487"/>
                  <a:pt x="1522705" y="14859"/>
                </a:cubicBezTo>
                <a:cubicBezTo>
                  <a:pt x="1522705" y="16230"/>
                  <a:pt x="1522019" y="17221"/>
                  <a:pt x="1520647" y="17831"/>
                </a:cubicBezTo>
                <a:cubicBezTo>
                  <a:pt x="1519276" y="18440"/>
                  <a:pt x="1518171" y="20307"/>
                  <a:pt x="1517333" y="23431"/>
                </a:cubicBezTo>
                <a:cubicBezTo>
                  <a:pt x="1516495" y="26556"/>
                  <a:pt x="1516037" y="32309"/>
                  <a:pt x="1515961" y="40691"/>
                </a:cubicBezTo>
                <a:cubicBezTo>
                  <a:pt x="1515885" y="49073"/>
                  <a:pt x="1515390" y="57455"/>
                  <a:pt x="1514475" y="65837"/>
                </a:cubicBezTo>
                <a:cubicBezTo>
                  <a:pt x="1535354" y="65837"/>
                  <a:pt x="1550213" y="65075"/>
                  <a:pt x="1559052" y="63551"/>
                </a:cubicBezTo>
                <a:lnTo>
                  <a:pt x="1559052" y="78638"/>
                </a:lnTo>
                <a:cubicBezTo>
                  <a:pt x="1550518" y="77114"/>
                  <a:pt x="1536954" y="76352"/>
                  <a:pt x="1518361" y="76352"/>
                </a:cubicBezTo>
                <a:cubicBezTo>
                  <a:pt x="1530096" y="104851"/>
                  <a:pt x="1547851" y="127406"/>
                  <a:pt x="1571625" y="144018"/>
                </a:cubicBezTo>
                <a:cubicBezTo>
                  <a:pt x="1567358" y="147371"/>
                  <a:pt x="1563396" y="151562"/>
                  <a:pt x="1559738" y="156591"/>
                </a:cubicBezTo>
                <a:cubicBezTo>
                  <a:pt x="1535354" y="129921"/>
                  <a:pt x="1518895" y="105918"/>
                  <a:pt x="1510361" y="84582"/>
                </a:cubicBezTo>
                <a:cubicBezTo>
                  <a:pt x="1505941" y="98145"/>
                  <a:pt x="1498854" y="111519"/>
                  <a:pt x="1489101" y="124701"/>
                </a:cubicBezTo>
                <a:cubicBezTo>
                  <a:pt x="1479347" y="137884"/>
                  <a:pt x="1468374" y="148895"/>
                  <a:pt x="1456182" y="157734"/>
                </a:cubicBezTo>
                <a:cubicBezTo>
                  <a:pt x="1453591" y="153771"/>
                  <a:pt x="1449553" y="150266"/>
                  <a:pt x="1444067" y="147218"/>
                </a:cubicBezTo>
                <a:cubicBezTo>
                  <a:pt x="1473022" y="130759"/>
                  <a:pt x="1491387" y="107137"/>
                  <a:pt x="1499159" y="76352"/>
                </a:cubicBezTo>
                <a:cubicBezTo>
                  <a:pt x="1484071" y="76505"/>
                  <a:pt x="1472261" y="77267"/>
                  <a:pt x="1463726" y="78638"/>
                </a:cubicBezTo>
                <a:lnTo>
                  <a:pt x="1463726" y="63551"/>
                </a:lnTo>
                <a:cubicBezTo>
                  <a:pt x="1472718" y="64922"/>
                  <a:pt x="1485215" y="65684"/>
                  <a:pt x="1501217" y="65837"/>
                </a:cubicBezTo>
                <a:cubicBezTo>
                  <a:pt x="1502283" y="56997"/>
                  <a:pt x="1502817" y="47472"/>
                  <a:pt x="1502817" y="37262"/>
                </a:cubicBezTo>
                <a:cubicBezTo>
                  <a:pt x="1502817" y="27051"/>
                  <a:pt x="1502436" y="18212"/>
                  <a:pt x="1501674" y="10744"/>
                </a:cubicBezTo>
                <a:close/>
                <a:moveTo>
                  <a:pt x="1407033" y="7544"/>
                </a:moveTo>
                <a:cubicBezTo>
                  <a:pt x="1411300" y="9372"/>
                  <a:pt x="1416482" y="10592"/>
                  <a:pt x="1422578" y="11201"/>
                </a:cubicBezTo>
                <a:cubicBezTo>
                  <a:pt x="1424559" y="11506"/>
                  <a:pt x="1425550" y="12420"/>
                  <a:pt x="1425550" y="13944"/>
                </a:cubicBezTo>
                <a:cubicBezTo>
                  <a:pt x="1425550" y="15468"/>
                  <a:pt x="1424826" y="16573"/>
                  <a:pt x="1423378" y="17259"/>
                </a:cubicBezTo>
                <a:cubicBezTo>
                  <a:pt x="1421930" y="17945"/>
                  <a:pt x="1420635" y="19355"/>
                  <a:pt x="1419492" y="21488"/>
                </a:cubicBezTo>
                <a:cubicBezTo>
                  <a:pt x="1418349" y="23622"/>
                  <a:pt x="1416482" y="27965"/>
                  <a:pt x="1413891" y="34518"/>
                </a:cubicBezTo>
                <a:cubicBezTo>
                  <a:pt x="1444829" y="34518"/>
                  <a:pt x="1462354" y="34061"/>
                  <a:pt x="1466469" y="33147"/>
                </a:cubicBezTo>
                <a:cubicBezTo>
                  <a:pt x="1460373" y="64541"/>
                  <a:pt x="1450772" y="89725"/>
                  <a:pt x="1437666" y="108699"/>
                </a:cubicBezTo>
                <a:cubicBezTo>
                  <a:pt x="1424559" y="127673"/>
                  <a:pt x="1407795" y="144323"/>
                  <a:pt x="1387374" y="158648"/>
                </a:cubicBezTo>
                <a:cubicBezTo>
                  <a:pt x="1384935" y="154381"/>
                  <a:pt x="1381049" y="150876"/>
                  <a:pt x="1375715" y="148133"/>
                </a:cubicBezTo>
                <a:cubicBezTo>
                  <a:pt x="1390345" y="141275"/>
                  <a:pt x="1403452" y="131216"/>
                  <a:pt x="1415034" y="117957"/>
                </a:cubicBezTo>
                <a:cubicBezTo>
                  <a:pt x="1406195" y="109423"/>
                  <a:pt x="1398042" y="102336"/>
                  <a:pt x="1390574" y="96698"/>
                </a:cubicBezTo>
                <a:lnTo>
                  <a:pt x="1398346" y="87782"/>
                </a:lnTo>
                <a:cubicBezTo>
                  <a:pt x="1406271" y="94335"/>
                  <a:pt x="1414120" y="101651"/>
                  <a:pt x="1421892" y="109728"/>
                </a:cubicBezTo>
                <a:cubicBezTo>
                  <a:pt x="1426464" y="103479"/>
                  <a:pt x="1430503" y="97307"/>
                  <a:pt x="1434008" y="91211"/>
                </a:cubicBezTo>
                <a:cubicBezTo>
                  <a:pt x="1424712" y="82220"/>
                  <a:pt x="1415872" y="74828"/>
                  <a:pt x="1407491" y="69037"/>
                </a:cubicBezTo>
                <a:lnTo>
                  <a:pt x="1415263" y="59893"/>
                </a:lnTo>
                <a:cubicBezTo>
                  <a:pt x="1424407" y="67361"/>
                  <a:pt x="1432408" y="74295"/>
                  <a:pt x="1439266" y="80696"/>
                </a:cubicBezTo>
                <a:cubicBezTo>
                  <a:pt x="1443685" y="70332"/>
                  <a:pt x="1447343" y="58826"/>
                  <a:pt x="1450239" y="46177"/>
                </a:cubicBezTo>
                <a:lnTo>
                  <a:pt x="1408862" y="46177"/>
                </a:lnTo>
                <a:cubicBezTo>
                  <a:pt x="1402461" y="60045"/>
                  <a:pt x="1392098" y="75743"/>
                  <a:pt x="1377773" y="93269"/>
                </a:cubicBezTo>
                <a:cubicBezTo>
                  <a:pt x="1375487" y="89459"/>
                  <a:pt x="1371448" y="86715"/>
                  <a:pt x="1365657" y="85039"/>
                </a:cubicBezTo>
                <a:cubicBezTo>
                  <a:pt x="1378001" y="73761"/>
                  <a:pt x="1387679" y="60731"/>
                  <a:pt x="1394689" y="45948"/>
                </a:cubicBezTo>
                <a:cubicBezTo>
                  <a:pt x="1401699" y="31166"/>
                  <a:pt x="1405814" y="18364"/>
                  <a:pt x="1407033" y="7544"/>
                </a:cubicBezTo>
                <a:close/>
                <a:moveTo>
                  <a:pt x="769696" y="4343"/>
                </a:moveTo>
                <a:cubicBezTo>
                  <a:pt x="776554" y="5258"/>
                  <a:pt x="783260" y="5715"/>
                  <a:pt x="789813" y="5715"/>
                </a:cubicBezTo>
                <a:cubicBezTo>
                  <a:pt x="792556" y="5715"/>
                  <a:pt x="793928" y="6363"/>
                  <a:pt x="793928" y="7658"/>
                </a:cubicBezTo>
                <a:cubicBezTo>
                  <a:pt x="793928" y="8953"/>
                  <a:pt x="793166" y="9906"/>
                  <a:pt x="791642" y="10515"/>
                </a:cubicBezTo>
                <a:cubicBezTo>
                  <a:pt x="790118" y="11125"/>
                  <a:pt x="788899" y="12268"/>
                  <a:pt x="787984" y="13944"/>
                </a:cubicBezTo>
                <a:cubicBezTo>
                  <a:pt x="787070" y="15621"/>
                  <a:pt x="786613" y="17145"/>
                  <a:pt x="786613" y="18516"/>
                </a:cubicBezTo>
                <a:lnTo>
                  <a:pt x="786613" y="41605"/>
                </a:lnTo>
                <a:cubicBezTo>
                  <a:pt x="819531" y="41453"/>
                  <a:pt x="843382" y="40538"/>
                  <a:pt x="858165" y="38862"/>
                </a:cubicBezTo>
                <a:cubicBezTo>
                  <a:pt x="857098" y="45110"/>
                  <a:pt x="856564" y="53721"/>
                  <a:pt x="856564" y="64694"/>
                </a:cubicBezTo>
                <a:lnTo>
                  <a:pt x="856564" y="132131"/>
                </a:lnTo>
                <a:cubicBezTo>
                  <a:pt x="856564" y="142951"/>
                  <a:pt x="857326" y="153848"/>
                  <a:pt x="858850" y="164820"/>
                </a:cubicBezTo>
                <a:lnTo>
                  <a:pt x="842163" y="164820"/>
                </a:lnTo>
                <a:lnTo>
                  <a:pt x="842163" y="148361"/>
                </a:lnTo>
                <a:lnTo>
                  <a:pt x="786613" y="148361"/>
                </a:lnTo>
                <a:lnTo>
                  <a:pt x="786613" y="180365"/>
                </a:lnTo>
                <a:cubicBezTo>
                  <a:pt x="786613" y="185394"/>
                  <a:pt x="787108" y="189052"/>
                  <a:pt x="788099" y="191338"/>
                </a:cubicBezTo>
                <a:cubicBezTo>
                  <a:pt x="789089" y="193624"/>
                  <a:pt x="791261" y="195262"/>
                  <a:pt x="794614" y="196253"/>
                </a:cubicBezTo>
                <a:cubicBezTo>
                  <a:pt x="797967" y="197244"/>
                  <a:pt x="803377" y="197739"/>
                  <a:pt x="810844" y="197739"/>
                </a:cubicBezTo>
                <a:lnTo>
                  <a:pt x="846963" y="197510"/>
                </a:lnTo>
                <a:cubicBezTo>
                  <a:pt x="856107" y="197510"/>
                  <a:pt x="862241" y="194767"/>
                  <a:pt x="865365" y="189281"/>
                </a:cubicBezTo>
                <a:cubicBezTo>
                  <a:pt x="868490" y="183794"/>
                  <a:pt x="870738" y="175488"/>
                  <a:pt x="872109" y="164363"/>
                </a:cubicBezTo>
                <a:cubicBezTo>
                  <a:pt x="875614" y="168478"/>
                  <a:pt x="880796" y="171602"/>
                  <a:pt x="887654" y="173736"/>
                </a:cubicBezTo>
                <a:cubicBezTo>
                  <a:pt x="883996" y="187909"/>
                  <a:pt x="879463" y="197663"/>
                  <a:pt x="874052" y="202997"/>
                </a:cubicBezTo>
                <a:cubicBezTo>
                  <a:pt x="868642" y="208331"/>
                  <a:pt x="859689" y="210998"/>
                  <a:pt x="847192" y="210998"/>
                </a:cubicBezTo>
                <a:lnTo>
                  <a:pt x="811073" y="210769"/>
                </a:lnTo>
                <a:cubicBezTo>
                  <a:pt x="799033" y="210769"/>
                  <a:pt x="790347" y="209931"/>
                  <a:pt x="785013" y="208254"/>
                </a:cubicBezTo>
                <a:cubicBezTo>
                  <a:pt x="779679" y="206578"/>
                  <a:pt x="776211" y="203644"/>
                  <a:pt x="774611" y="199453"/>
                </a:cubicBezTo>
                <a:cubicBezTo>
                  <a:pt x="773011" y="195262"/>
                  <a:pt x="772211" y="188442"/>
                  <a:pt x="772211" y="178994"/>
                </a:cubicBezTo>
                <a:lnTo>
                  <a:pt x="772211" y="148361"/>
                </a:lnTo>
                <a:lnTo>
                  <a:pt x="715290" y="148361"/>
                </a:lnTo>
                <a:lnTo>
                  <a:pt x="715290" y="169392"/>
                </a:lnTo>
                <a:lnTo>
                  <a:pt x="699288" y="169392"/>
                </a:lnTo>
                <a:cubicBezTo>
                  <a:pt x="700964" y="158420"/>
                  <a:pt x="701802" y="146761"/>
                  <a:pt x="701802" y="134417"/>
                </a:cubicBezTo>
                <a:lnTo>
                  <a:pt x="701802" y="64694"/>
                </a:lnTo>
                <a:cubicBezTo>
                  <a:pt x="701802" y="54635"/>
                  <a:pt x="701269" y="46025"/>
                  <a:pt x="700202" y="38862"/>
                </a:cubicBezTo>
                <a:cubicBezTo>
                  <a:pt x="715747" y="40538"/>
                  <a:pt x="739750" y="41453"/>
                  <a:pt x="772211" y="41605"/>
                </a:cubicBezTo>
                <a:cubicBezTo>
                  <a:pt x="772211" y="24689"/>
                  <a:pt x="771373" y="12268"/>
                  <a:pt x="769696" y="4343"/>
                </a:cubicBezTo>
                <a:close/>
                <a:moveTo>
                  <a:pt x="259233" y="3657"/>
                </a:moveTo>
                <a:cubicBezTo>
                  <a:pt x="262890" y="4724"/>
                  <a:pt x="265595" y="5372"/>
                  <a:pt x="267348" y="5601"/>
                </a:cubicBezTo>
                <a:cubicBezTo>
                  <a:pt x="269101" y="5829"/>
                  <a:pt x="271653" y="5943"/>
                  <a:pt x="275006" y="5943"/>
                </a:cubicBezTo>
                <a:cubicBezTo>
                  <a:pt x="278359" y="5943"/>
                  <a:pt x="280035" y="6439"/>
                  <a:pt x="280035" y="7429"/>
                </a:cubicBezTo>
                <a:cubicBezTo>
                  <a:pt x="280035" y="8420"/>
                  <a:pt x="279273" y="9601"/>
                  <a:pt x="277749" y="10973"/>
                </a:cubicBezTo>
                <a:cubicBezTo>
                  <a:pt x="276225" y="12344"/>
                  <a:pt x="275082" y="13830"/>
                  <a:pt x="274320" y="15430"/>
                </a:cubicBezTo>
                <a:cubicBezTo>
                  <a:pt x="273558" y="17031"/>
                  <a:pt x="273177" y="18364"/>
                  <a:pt x="273177" y="19431"/>
                </a:cubicBezTo>
                <a:lnTo>
                  <a:pt x="273177" y="53264"/>
                </a:lnTo>
                <a:cubicBezTo>
                  <a:pt x="287808" y="53111"/>
                  <a:pt x="298476" y="52502"/>
                  <a:pt x="305181" y="51435"/>
                </a:cubicBezTo>
                <a:lnTo>
                  <a:pt x="305181" y="66751"/>
                </a:lnTo>
                <a:cubicBezTo>
                  <a:pt x="296342" y="65684"/>
                  <a:pt x="285674" y="65075"/>
                  <a:pt x="273177" y="64922"/>
                </a:cubicBezTo>
                <a:lnTo>
                  <a:pt x="273177" y="78638"/>
                </a:lnTo>
                <a:cubicBezTo>
                  <a:pt x="285369" y="92659"/>
                  <a:pt x="296723" y="107061"/>
                  <a:pt x="307239" y="121844"/>
                </a:cubicBezTo>
                <a:lnTo>
                  <a:pt x="294208" y="130530"/>
                </a:lnTo>
                <a:cubicBezTo>
                  <a:pt x="288722" y="119253"/>
                  <a:pt x="281712" y="107213"/>
                  <a:pt x="273177" y="94412"/>
                </a:cubicBezTo>
                <a:lnTo>
                  <a:pt x="273177" y="171221"/>
                </a:lnTo>
                <a:cubicBezTo>
                  <a:pt x="273177" y="182804"/>
                  <a:pt x="273939" y="196672"/>
                  <a:pt x="275463" y="212826"/>
                </a:cubicBezTo>
                <a:lnTo>
                  <a:pt x="258090" y="212826"/>
                </a:lnTo>
                <a:cubicBezTo>
                  <a:pt x="259614" y="196672"/>
                  <a:pt x="260376" y="182804"/>
                  <a:pt x="260376" y="171221"/>
                </a:cubicBezTo>
                <a:lnTo>
                  <a:pt x="260376" y="98298"/>
                </a:lnTo>
                <a:cubicBezTo>
                  <a:pt x="253975" y="120243"/>
                  <a:pt x="244221" y="141198"/>
                  <a:pt x="231115" y="161163"/>
                </a:cubicBezTo>
                <a:cubicBezTo>
                  <a:pt x="228372" y="156438"/>
                  <a:pt x="224257" y="153086"/>
                  <a:pt x="218770" y="151104"/>
                </a:cubicBezTo>
                <a:cubicBezTo>
                  <a:pt x="234925" y="132512"/>
                  <a:pt x="248793" y="104089"/>
                  <a:pt x="260376" y="65837"/>
                </a:cubicBezTo>
                <a:lnTo>
                  <a:pt x="260376" y="64922"/>
                </a:lnTo>
                <a:cubicBezTo>
                  <a:pt x="245440" y="65227"/>
                  <a:pt x="233477" y="65837"/>
                  <a:pt x="224485" y="66751"/>
                </a:cubicBezTo>
                <a:lnTo>
                  <a:pt x="224485" y="51435"/>
                </a:lnTo>
                <a:cubicBezTo>
                  <a:pt x="233629" y="52654"/>
                  <a:pt x="245593" y="53264"/>
                  <a:pt x="260376" y="53264"/>
                </a:cubicBezTo>
                <a:cubicBezTo>
                  <a:pt x="260376" y="22631"/>
                  <a:pt x="259995" y="6096"/>
                  <a:pt x="259233" y="3657"/>
                </a:cubicBezTo>
                <a:close/>
                <a:moveTo>
                  <a:pt x="1235812" y="3429"/>
                </a:moveTo>
                <a:cubicBezTo>
                  <a:pt x="1242975" y="10896"/>
                  <a:pt x="1249909" y="20117"/>
                  <a:pt x="1256615" y="31089"/>
                </a:cubicBezTo>
                <a:cubicBezTo>
                  <a:pt x="1296696" y="30937"/>
                  <a:pt x="1322527" y="30175"/>
                  <a:pt x="1334110" y="28803"/>
                </a:cubicBezTo>
                <a:lnTo>
                  <a:pt x="1334110" y="69037"/>
                </a:lnTo>
                <a:lnTo>
                  <a:pt x="1320623" y="69037"/>
                </a:lnTo>
                <a:lnTo>
                  <a:pt x="1320623" y="42519"/>
                </a:lnTo>
                <a:lnTo>
                  <a:pt x="1167232" y="42519"/>
                </a:lnTo>
                <a:lnTo>
                  <a:pt x="1167232" y="71323"/>
                </a:lnTo>
                <a:lnTo>
                  <a:pt x="1153516" y="71323"/>
                </a:lnTo>
                <a:lnTo>
                  <a:pt x="1153516" y="28803"/>
                </a:lnTo>
                <a:cubicBezTo>
                  <a:pt x="1166165" y="30327"/>
                  <a:pt x="1195578" y="31089"/>
                  <a:pt x="1241755" y="31089"/>
                </a:cubicBezTo>
                <a:cubicBezTo>
                  <a:pt x="1236574" y="24536"/>
                  <a:pt x="1230402" y="18288"/>
                  <a:pt x="1223239" y="12344"/>
                </a:cubicBezTo>
                <a:close/>
                <a:moveTo>
                  <a:pt x="493319" y="3429"/>
                </a:moveTo>
                <a:cubicBezTo>
                  <a:pt x="498501" y="7239"/>
                  <a:pt x="502387" y="9487"/>
                  <a:pt x="504978" y="10173"/>
                </a:cubicBezTo>
                <a:cubicBezTo>
                  <a:pt x="507568" y="10858"/>
                  <a:pt x="508864" y="11697"/>
                  <a:pt x="508864" y="12687"/>
                </a:cubicBezTo>
                <a:cubicBezTo>
                  <a:pt x="508864" y="13678"/>
                  <a:pt x="508140" y="14478"/>
                  <a:pt x="506692" y="15087"/>
                </a:cubicBezTo>
                <a:cubicBezTo>
                  <a:pt x="505244" y="15697"/>
                  <a:pt x="501930" y="19050"/>
                  <a:pt x="496748" y="25146"/>
                </a:cubicBezTo>
                <a:cubicBezTo>
                  <a:pt x="530733" y="24993"/>
                  <a:pt x="549707" y="24079"/>
                  <a:pt x="553669" y="22403"/>
                </a:cubicBezTo>
                <a:lnTo>
                  <a:pt x="553669" y="37033"/>
                </a:lnTo>
                <a:cubicBezTo>
                  <a:pt x="548793" y="35966"/>
                  <a:pt x="536829" y="35433"/>
                  <a:pt x="517779" y="35433"/>
                </a:cubicBezTo>
                <a:cubicBezTo>
                  <a:pt x="521132" y="41986"/>
                  <a:pt x="524866" y="50063"/>
                  <a:pt x="528981" y="59664"/>
                </a:cubicBezTo>
                <a:lnTo>
                  <a:pt x="513436" y="63779"/>
                </a:lnTo>
                <a:cubicBezTo>
                  <a:pt x="512217" y="54330"/>
                  <a:pt x="509702" y="44882"/>
                  <a:pt x="505892" y="35433"/>
                </a:cubicBezTo>
                <a:lnTo>
                  <a:pt x="488290" y="35433"/>
                </a:lnTo>
                <a:cubicBezTo>
                  <a:pt x="481584" y="43510"/>
                  <a:pt x="473659" y="51816"/>
                  <a:pt x="464515" y="60350"/>
                </a:cubicBezTo>
                <a:cubicBezTo>
                  <a:pt x="461315" y="56083"/>
                  <a:pt x="457429" y="53111"/>
                  <a:pt x="452857" y="51435"/>
                </a:cubicBezTo>
                <a:cubicBezTo>
                  <a:pt x="470535" y="40005"/>
                  <a:pt x="484023" y="24003"/>
                  <a:pt x="493319" y="3429"/>
                </a:cubicBezTo>
                <a:close/>
                <a:moveTo>
                  <a:pt x="586816" y="2743"/>
                </a:moveTo>
                <a:cubicBezTo>
                  <a:pt x="591998" y="5639"/>
                  <a:pt x="595999" y="7658"/>
                  <a:pt x="598818" y="8801"/>
                </a:cubicBezTo>
                <a:cubicBezTo>
                  <a:pt x="601637" y="9944"/>
                  <a:pt x="603047" y="10973"/>
                  <a:pt x="603047" y="11887"/>
                </a:cubicBezTo>
                <a:cubicBezTo>
                  <a:pt x="603047" y="12801"/>
                  <a:pt x="601980" y="13716"/>
                  <a:pt x="599847" y="14630"/>
                </a:cubicBezTo>
                <a:cubicBezTo>
                  <a:pt x="597713" y="15545"/>
                  <a:pt x="594437" y="19355"/>
                  <a:pt x="590017" y="26060"/>
                </a:cubicBezTo>
                <a:cubicBezTo>
                  <a:pt x="627050" y="25908"/>
                  <a:pt x="648691" y="24765"/>
                  <a:pt x="654939" y="22631"/>
                </a:cubicBezTo>
                <a:lnTo>
                  <a:pt x="654939" y="37262"/>
                </a:lnTo>
                <a:cubicBezTo>
                  <a:pt x="650520" y="36347"/>
                  <a:pt x="636499" y="35890"/>
                  <a:pt x="612877" y="35890"/>
                </a:cubicBezTo>
                <a:cubicBezTo>
                  <a:pt x="618211" y="46558"/>
                  <a:pt x="621868" y="54026"/>
                  <a:pt x="623850" y="58293"/>
                </a:cubicBezTo>
                <a:lnTo>
                  <a:pt x="608762" y="62865"/>
                </a:lnTo>
                <a:cubicBezTo>
                  <a:pt x="607695" y="56159"/>
                  <a:pt x="604952" y="47168"/>
                  <a:pt x="600532" y="35890"/>
                </a:cubicBezTo>
                <a:lnTo>
                  <a:pt x="583845" y="35890"/>
                </a:lnTo>
                <a:cubicBezTo>
                  <a:pt x="579120" y="43510"/>
                  <a:pt x="574472" y="50368"/>
                  <a:pt x="569900" y="56464"/>
                </a:cubicBezTo>
                <a:cubicBezTo>
                  <a:pt x="566547" y="52349"/>
                  <a:pt x="562509" y="49758"/>
                  <a:pt x="557784" y="48692"/>
                </a:cubicBezTo>
                <a:cubicBezTo>
                  <a:pt x="572567" y="33756"/>
                  <a:pt x="582244" y="18440"/>
                  <a:pt x="586816" y="2743"/>
                </a:cubicBezTo>
                <a:close/>
                <a:moveTo>
                  <a:pt x="1920012" y="0"/>
                </a:moveTo>
                <a:cubicBezTo>
                  <a:pt x="1927175" y="2743"/>
                  <a:pt x="1933118" y="4496"/>
                  <a:pt x="1937842" y="5258"/>
                </a:cubicBezTo>
                <a:cubicBezTo>
                  <a:pt x="1940586" y="5867"/>
                  <a:pt x="1941957" y="6744"/>
                  <a:pt x="1941957" y="7887"/>
                </a:cubicBezTo>
                <a:cubicBezTo>
                  <a:pt x="1941957" y="9030"/>
                  <a:pt x="1940357" y="10173"/>
                  <a:pt x="1937157" y="11316"/>
                </a:cubicBezTo>
                <a:cubicBezTo>
                  <a:pt x="1933956" y="12459"/>
                  <a:pt x="1926946" y="21031"/>
                  <a:pt x="1916125" y="37033"/>
                </a:cubicBezTo>
                <a:lnTo>
                  <a:pt x="1945615" y="37033"/>
                </a:lnTo>
                <a:cubicBezTo>
                  <a:pt x="1982343" y="37033"/>
                  <a:pt x="2004898" y="35966"/>
                  <a:pt x="2013281" y="33833"/>
                </a:cubicBezTo>
                <a:cubicBezTo>
                  <a:pt x="2012213" y="39624"/>
                  <a:pt x="2011680" y="53949"/>
                  <a:pt x="2011680" y="76809"/>
                </a:cubicBezTo>
                <a:lnTo>
                  <a:pt x="2011680" y="186537"/>
                </a:lnTo>
                <a:cubicBezTo>
                  <a:pt x="2011680" y="191719"/>
                  <a:pt x="2010690" y="195643"/>
                  <a:pt x="2008709" y="198310"/>
                </a:cubicBezTo>
                <a:cubicBezTo>
                  <a:pt x="2006727" y="200977"/>
                  <a:pt x="2002308" y="203035"/>
                  <a:pt x="1995450" y="204483"/>
                </a:cubicBezTo>
                <a:cubicBezTo>
                  <a:pt x="1988592" y="205930"/>
                  <a:pt x="1977847" y="206730"/>
                  <a:pt x="1963217" y="206883"/>
                </a:cubicBezTo>
                <a:cubicBezTo>
                  <a:pt x="1963674" y="200025"/>
                  <a:pt x="1961236" y="193929"/>
                  <a:pt x="1955902" y="188595"/>
                </a:cubicBezTo>
                <a:cubicBezTo>
                  <a:pt x="1967332" y="190271"/>
                  <a:pt x="1976095" y="191109"/>
                  <a:pt x="1982191" y="191109"/>
                </a:cubicBezTo>
                <a:cubicBezTo>
                  <a:pt x="1988287" y="191109"/>
                  <a:pt x="1992249" y="190195"/>
                  <a:pt x="1994078" y="188366"/>
                </a:cubicBezTo>
                <a:cubicBezTo>
                  <a:pt x="1995907" y="186537"/>
                  <a:pt x="1996821" y="183413"/>
                  <a:pt x="1996821" y="178994"/>
                </a:cubicBezTo>
                <a:lnTo>
                  <a:pt x="1996821" y="48234"/>
                </a:lnTo>
                <a:lnTo>
                  <a:pt x="1857375" y="48234"/>
                </a:lnTo>
                <a:lnTo>
                  <a:pt x="1857375" y="207340"/>
                </a:lnTo>
                <a:lnTo>
                  <a:pt x="1840230" y="207340"/>
                </a:lnTo>
                <a:cubicBezTo>
                  <a:pt x="1841907" y="191490"/>
                  <a:pt x="1842745" y="173202"/>
                  <a:pt x="1842745" y="152476"/>
                </a:cubicBezTo>
                <a:lnTo>
                  <a:pt x="1842745" y="76809"/>
                </a:lnTo>
                <a:cubicBezTo>
                  <a:pt x="1842745" y="59283"/>
                  <a:pt x="1842135" y="44958"/>
                  <a:pt x="1840916" y="33833"/>
                </a:cubicBezTo>
                <a:cubicBezTo>
                  <a:pt x="1846707" y="35966"/>
                  <a:pt x="1857909" y="37033"/>
                  <a:pt x="1874520" y="37033"/>
                </a:cubicBezTo>
                <a:lnTo>
                  <a:pt x="1902409" y="37033"/>
                </a:lnTo>
                <a:cubicBezTo>
                  <a:pt x="1911401" y="23317"/>
                  <a:pt x="1917269" y="10973"/>
                  <a:pt x="1920012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altLang="zh-CN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198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D823067-78D8-402B-B856-8B75DA08F0BC}"/>
              </a:ext>
            </a:extLst>
          </p:cNvPr>
          <p:cNvSpPr txBox="1"/>
          <p:nvPr/>
        </p:nvSpPr>
        <p:spPr>
          <a:xfrm>
            <a:off x="4488697" y="2741300"/>
            <a:ext cx="3191763" cy="424917"/>
          </a:xfrm>
          <a:custGeom>
            <a:avLst/>
            <a:gdLst/>
            <a:ahLst/>
            <a:cxnLst/>
            <a:rect l="l" t="t" r="r" b="b"/>
            <a:pathLst>
              <a:path w="3191763" h="424917">
                <a:moveTo>
                  <a:pt x="1880249" y="333249"/>
                </a:moveTo>
                <a:cubicBezTo>
                  <a:pt x="1922516" y="335944"/>
                  <a:pt x="1986573" y="337292"/>
                  <a:pt x="2072419" y="337292"/>
                </a:cubicBezTo>
                <a:cubicBezTo>
                  <a:pt x="2158266" y="337292"/>
                  <a:pt x="2227328" y="335944"/>
                  <a:pt x="2279606" y="333249"/>
                </a:cubicBezTo>
                <a:lnTo>
                  <a:pt x="2279606" y="374682"/>
                </a:lnTo>
                <a:cubicBezTo>
                  <a:pt x="2232090" y="371692"/>
                  <a:pt x="2165376" y="370196"/>
                  <a:pt x="2079463" y="370196"/>
                </a:cubicBezTo>
                <a:cubicBezTo>
                  <a:pt x="1993550" y="370196"/>
                  <a:pt x="1927145" y="371692"/>
                  <a:pt x="1880249" y="374682"/>
                </a:cubicBezTo>
                <a:close/>
                <a:moveTo>
                  <a:pt x="2901127" y="325798"/>
                </a:moveTo>
                <a:lnTo>
                  <a:pt x="2901127" y="363302"/>
                </a:lnTo>
                <a:lnTo>
                  <a:pt x="3102780" y="363302"/>
                </a:lnTo>
                <a:lnTo>
                  <a:pt x="3102780" y="325798"/>
                </a:lnTo>
                <a:close/>
                <a:moveTo>
                  <a:pt x="1552988" y="292158"/>
                </a:moveTo>
                <a:lnTo>
                  <a:pt x="1570721" y="305983"/>
                </a:lnTo>
                <a:cubicBezTo>
                  <a:pt x="1592531" y="321932"/>
                  <a:pt x="1613816" y="334309"/>
                  <a:pt x="1634575" y="343114"/>
                </a:cubicBezTo>
                <a:cubicBezTo>
                  <a:pt x="1662112" y="328931"/>
                  <a:pt x="1683401" y="311946"/>
                  <a:pt x="1698441" y="292158"/>
                </a:cubicBezTo>
                <a:close/>
                <a:moveTo>
                  <a:pt x="255832" y="230714"/>
                </a:moveTo>
                <a:lnTo>
                  <a:pt x="255832" y="288407"/>
                </a:lnTo>
                <a:lnTo>
                  <a:pt x="365095" y="288407"/>
                </a:lnTo>
                <a:lnTo>
                  <a:pt x="365095" y="230714"/>
                </a:lnTo>
                <a:close/>
                <a:moveTo>
                  <a:pt x="2901127" y="212319"/>
                </a:moveTo>
                <a:lnTo>
                  <a:pt x="2901127" y="242209"/>
                </a:lnTo>
                <a:lnTo>
                  <a:pt x="3079906" y="242209"/>
                </a:lnTo>
                <a:lnTo>
                  <a:pt x="3079906" y="212319"/>
                </a:lnTo>
                <a:close/>
                <a:moveTo>
                  <a:pt x="217977" y="197796"/>
                </a:moveTo>
                <a:cubicBezTo>
                  <a:pt x="244271" y="199896"/>
                  <a:pt x="275234" y="200946"/>
                  <a:pt x="310867" y="200946"/>
                </a:cubicBezTo>
                <a:cubicBezTo>
                  <a:pt x="346500" y="200946"/>
                  <a:pt x="377490" y="199896"/>
                  <a:pt x="403836" y="197796"/>
                </a:cubicBezTo>
                <a:cubicBezTo>
                  <a:pt x="402641" y="206730"/>
                  <a:pt x="402043" y="216777"/>
                  <a:pt x="402043" y="227935"/>
                </a:cubicBezTo>
                <a:lnTo>
                  <a:pt x="402043" y="297001"/>
                </a:lnTo>
                <a:cubicBezTo>
                  <a:pt x="402043" y="312032"/>
                  <a:pt x="402493" y="328358"/>
                  <a:pt x="403393" y="345979"/>
                </a:cubicBezTo>
                <a:lnTo>
                  <a:pt x="365095" y="345979"/>
                </a:lnTo>
                <a:lnTo>
                  <a:pt x="365095" y="317275"/>
                </a:lnTo>
                <a:lnTo>
                  <a:pt x="255832" y="317275"/>
                </a:lnTo>
                <a:lnTo>
                  <a:pt x="255832" y="351808"/>
                </a:lnTo>
                <a:lnTo>
                  <a:pt x="217977" y="351808"/>
                </a:lnTo>
                <a:cubicBezTo>
                  <a:pt x="219472" y="331201"/>
                  <a:pt x="220220" y="313382"/>
                  <a:pt x="220220" y="298351"/>
                </a:cubicBezTo>
                <a:lnTo>
                  <a:pt x="220220" y="227935"/>
                </a:lnTo>
                <a:cubicBezTo>
                  <a:pt x="220220" y="218506"/>
                  <a:pt x="219472" y="208459"/>
                  <a:pt x="217977" y="197796"/>
                </a:cubicBezTo>
                <a:close/>
                <a:moveTo>
                  <a:pt x="1525490" y="183166"/>
                </a:moveTo>
                <a:lnTo>
                  <a:pt x="1525490" y="209019"/>
                </a:lnTo>
                <a:lnTo>
                  <a:pt x="1730730" y="209019"/>
                </a:lnTo>
                <a:lnTo>
                  <a:pt x="1730730" y="183166"/>
                </a:lnTo>
                <a:close/>
                <a:moveTo>
                  <a:pt x="2861929" y="179858"/>
                </a:moveTo>
                <a:cubicBezTo>
                  <a:pt x="2902167" y="181358"/>
                  <a:pt x="2946064" y="182108"/>
                  <a:pt x="2993620" y="182108"/>
                </a:cubicBezTo>
                <a:cubicBezTo>
                  <a:pt x="3041176" y="182108"/>
                  <a:pt x="3082404" y="181358"/>
                  <a:pt x="3117304" y="179858"/>
                </a:cubicBezTo>
                <a:cubicBezTo>
                  <a:pt x="3115513" y="194446"/>
                  <a:pt x="3114618" y="210876"/>
                  <a:pt x="3114618" y="229150"/>
                </a:cubicBezTo>
                <a:cubicBezTo>
                  <a:pt x="3114618" y="247424"/>
                  <a:pt x="3115513" y="262447"/>
                  <a:pt x="3117304" y="274220"/>
                </a:cubicBezTo>
                <a:cubicBezTo>
                  <a:pt x="3087176" y="272724"/>
                  <a:pt x="3048726" y="271977"/>
                  <a:pt x="3001953" y="271977"/>
                </a:cubicBezTo>
                <a:lnTo>
                  <a:pt x="2901127" y="271977"/>
                </a:lnTo>
                <a:lnTo>
                  <a:pt x="2901127" y="296030"/>
                </a:lnTo>
                <a:lnTo>
                  <a:pt x="3004647" y="296030"/>
                </a:lnTo>
                <a:cubicBezTo>
                  <a:pt x="3048938" y="296030"/>
                  <a:pt x="3094565" y="295280"/>
                  <a:pt x="3141528" y="293779"/>
                </a:cubicBezTo>
                <a:cubicBezTo>
                  <a:pt x="3140033" y="302114"/>
                  <a:pt x="3139285" y="313803"/>
                  <a:pt x="3139285" y="328848"/>
                </a:cubicBezTo>
                <a:lnTo>
                  <a:pt x="3139285" y="377740"/>
                </a:lnTo>
                <a:cubicBezTo>
                  <a:pt x="3139285" y="388898"/>
                  <a:pt x="3140330" y="402083"/>
                  <a:pt x="3142421" y="417295"/>
                </a:cubicBezTo>
                <a:lnTo>
                  <a:pt x="3102780" y="417295"/>
                </a:lnTo>
                <a:lnTo>
                  <a:pt x="3102780" y="393971"/>
                </a:lnTo>
                <a:lnTo>
                  <a:pt x="2901127" y="393971"/>
                </a:lnTo>
                <a:cubicBezTo>
                  <a:pt x="2901660" y="404229"/>
                  <a:pt x="2902405" y="414395"/>
                  <a:pt x="2903362" y="424467"/>
                </a:cubicBezTo>
                <a:lnTo>
                  <a:pt x="2861029" y="424467"/>
                </a:lnTo>
                <a:cubicBezTo>
                  <a:pt x="2863424" y="406055"/>
                  <a:pt x="2864622" y="391225"/>
                  <a:pt x="2864622" y="379976"/>
                </a:cubicBezTo>
                <a:lnTo>
                  <a:pt x="2864622" y="228378"/>
                </a:lnTo>
                <a:cubicBezTo>
                  <a:pt x="2864622" y="206823"/>
                  <a:pt x="2863724" y="190650"/>
                  <a:pt x="2861929" y="179858"/>
                </a:cubicBezTo>
                <a:close/>
                <a:moveTo>
                  <a:pt x="1159600" y="174472"/>
                </a:moveTo>
                <a:lnTo>
                  <a:pt x="1194211" y="182923"/>
                </a:lnTo>
                <a:cubicBezTo>
                  <a:pt x="1187448" y="215489"/>
                  <a:pt x="1176999" y="246816"/>
                  <a:pt x="1162864" y="276906"/>
                </a:cubicBezTo>
                <a:lnTo>
                  <a:pt x="1129453" y="264776"/>
                </a:lnTo>
                <a:cubicBezTo>
                  <a:pt x="1145660" y="238749"/>
                  <a:pt x="1155708" y="208647"/>
                  <a:pt x="1159600" y="174472"/>
                </a:cubicBezTo>
                <a:close/>
                <a:moveTo>
                  <a:pt x="1295359" y="163706"/>
                </a:moveTo>
                <a:cubicBezTo>
                  <a:pt x="1306380" y="170964"/>
                  <a:pt x="1317412" y="176084"/>
                  <a:pt x="1328456" y="179065"/>
                </a:cubicBezTo>
                <a:cubicBezTo>
                  <a:pt x="1335838" y="181280"/>
                  <a:pt x="1339529" y="184532"/>
                  <a:pt x="1339529" y="188823"/>
                </a:cubicBezTo>
                <a:cubicBezTo>
                  <a:pt x="1339529" y="193114"/>
                  <a:pt x="1335798" y="196139"/>
                  <a:pt x="1328335" y="197896"/>
                </a:cubicBezTo>
                <a:cubicBezTo>
                  <a:pt x="1325744" y="198496"/>
                  <a:pt x="1320031" y="206398"/>
                  <a:pt x="1311197" y="221603"/>
                </a:cubicBezTo>
                <a:cubicBezTo>
                  <a:pt x="1302362" y="236807"/>
                  <a:pt x="1291240" y="252850"/>
                  <a:pt x="1277828" y="269734"/>
                </a:cubicBezTo>
                <a:lnTo>
                  <a:pt x="1250554" y="253889"/>
                </a:lnTo>
                <a:cubicBezTo>
                  <a:pt x="1275185" y="224099"/>
                  <a:pt x="1290120" y="194038"/>
                  <a:pt x="1295359" y="163706"/>
                </a:cubicBezTo>
                <a:close/>
                <a:moveTo>
                  <a:pt x="1525490" y="126208"/>
                </a:moveTo>
                <a:lnTo>
                  <a:pt x="1525490" y="154298"/>
                </a:lnTo>
                <a:lnTo>
                  <a:pt x="1730730" y="154298"/>
                </a:lnTo>
                <a:lnTo>
                  <a:pt x="1730730" y="126208"/>
                </a:lnTo>
                <a:close/>
                <a:moveTo>
                  <a:pt x="747517" y="121272"/>
                </a:moveTo>
                <a:cubicBezTo>
                  <a:pt x="746969" y="150885"/>
                  <a:pt x="745376" y="181180"/>
                  <a:pt x="742738" y="212155"/>
                </a:cubicBezTo>
                <a:lnTo>
                  <a:pt x="806446" y="212155"/>
                </a:lnTo>
                <a:lnTo>
                  <a:pt x="811189" y="121272"/>
                </a:lnTo>
                <a:close/>
                <a:moveTo>
                  <a:pt x="1203012" y="118407"/>
                </a:moveTo>
                <a:cubicBezTo>
                  <a:pt x="1217471" y="120808"/>
                  <a:pt x="1231104" y="122008"/>
                  <a:pt x="1243910" y="122008"/>
                </a:cubicBezTo>
                <a:cubicBezTo>
                  <a:pt x="1252940" y="122008"/>
                  <a:pt x="1257455" y="124615"/>
                  <a:pt x="1257455" y="129830"/>
                </a:cubicBezTo>
                <a:cubicBezTo>
                  <a:pt x="1257455" y="135045"/>
                  <a:pt x="1255511" y="138841"/>
                  <a:pt x="1251625" y="141217"/>
                </a:cubicBezTo>
                <a:cubicBezTo>
                  <a:pt x="1245043" y="145423"/>
                  <a:pt x="1241752" y="166852"/>
                  <a:pt x="1241752" y="205504"/>
                </a:cubicBezTo>
                <a:cubicBezTo>
                  <a:pt x="1241752" y="211643"/>
                  <a:pt x="1241445" y="220739"/>
                  <a:pt x="1240831" y="232793"/>
                </a:cubicBezTo>
                <a:cubicBezTo>
                  <a:pt x="1249899" y="268202"/>
                  <a:pt x="1263583" y="296887"/>
                  <a:pt x="1281883" y="318847"/>
                </a:cubicBezTo>
                <a:cubicBezTo>
                  <a:pt x="1300182" y="340807"/>
                  <a:pt x="1328220" y="362350"/>
                  <a:pt x="1365997" y="383476"/>
                </a:cubicBezTo>
                <a:cubicBezTo>
                  <a:pt x="1351938" y="393982"/>
                  <a:pt x="1342253" y="405105"/>
                  <a:pt x="1336943" y="416845"/>
                </a:cubicBezTo>
                <a:cubicBezTo>
                  <a:pt x="1301772" y="391213"/>
                  <a:pt x="1276100" y="368328"/>
                  <a:pt x="1259926" y="348190"/>
                </a:cubicBezTo>
                <a:cubicBezTo>
                  <a:pt x="1243753" y="328052"/>
                  <a:pt x="1233282" y="306383"/>
                  <a:pt x="1228515" y="283185"/>
                </a:cubicBezTo>
                <a:cubicBezTo>
                  <a:pt x="1214994" y="342169"/>
                  <a:pt x="1171646" y="388217"/>
                  <a:pt x="1098470" y="421331"/>
                </a:cubicBezTo>
                <a:cubicBezTo>
                  <a:pt x="1092108" y="410963"/>
                  <a:pt x="1082999" y="401362"/>
                  <a:pt x="1071145" y="392527"/>
                </a:cubicBezTo>
                <a:cubicBezTo>
                  <a:pt x="1115346" y="373558"/>
                  <a:pt x="1146979" y="353377"/>
                  <a:pt x="1166043" y="331984"/>
                </a:cubicBezTo>
                <a:cubicBezTo>
                  <a:pt x="1185107" y="310591"/>
                  <a:pt x="1197007" y="285249"/>
                  <a:pt x="1201740" y="255957"/>
                </a:cubicBezTo>
                <a:cubicBezTo>
                  <a:pt x="1206474" y="226665"/>
                  <a:pt x="1208841" y="201776"/>
                  <a:pt x="1208841" y="181290"/>
                </a:cubicBezTo>
                <a:cubicBezTo>
                  <a:pt x="1208841" y="160804"/>
                  <a:pt x="1206898" y="139843"/>
                  <a:pt x="1203012" y="118407"/>
                </a:cubicBezTo>
                <a:close/>
                <a:moveTo>
                  <a:pt x="951845" y="106749"/>
                </a:moveTo>
                <a:lnTo>
                  <a:pt x="989242" y="109342"/>
                </a:lnTo>
                <a:cubicBezTo>
                  <a:pt x="986485" y="154853"/>
                  <a:pt x="981660" y="193665"/>
                  <a:pt x="974769" y="225778"/>
                </a:cubicBezTo>
                <a:lnTo>
                  <a:pt x="938386" y="221542"/>
                </a:lnTo>
                <a:cubicBezTo>
                  <a:pt x="947954" y="180232"/>
                  <a:pt x="952440" y="141968"/>
                  <a:pt x="951845" y="106749"/>
                </a:cubicBezTo>
                <a:close/>
                <a:moveTo>
                  <a:pt x="490949" y="100470"/>
                </a:moveTo>
                <a:lnTo>
                  <a:pt x="528797" y="104606"/>
                </a:lnTo>
                <a:cubicBezTo>
                  <a:pt x="525420" y="150169"/>
                  <a:pt x="520374" y="194148"/>
                  <a:pt x="513659" y="236544"/>
                </a:cubicBezTo>
                <a:lnTo>
                  <a:pt x="476147" y="231257"/>
                </a:lnTo>
                <a:cubicBezTo>
                  <a:pt x="481858" y="209350"/>
                  <a:pt x="485901" y="190016"/>
                  <a:pt x="488277" y="173257"/>
                </a:cubicBezTo>
                <a:cubicBezTo>
                  <a:pt x="490654" y="156498"/>
                  <a:pt x="491544" y="132235"/>
                  <a:pt x="490949" y="100470"/>
                </a:cubicBezTo>
                <a:close/>
                <a:moveTo>
                  <a:pt x="607707" y="88804"/>
                </a:moveTo>
                <a:cubicBezTo>
                  <a:pt x="620761" y="117765"/>
                  <a:pt x="632431" y="150100"/>
                  <a:pt x="642718" y="185809"/>
                </a:cubicBezTo>
                <a:lnTo>
                  <a:pt x="607850" y="198417"/>
                </a:lnTo>
                <a:cubicBezTo>
                  <a:pt x="599110" y="158127"/>
                  <a:pt x="589147" y="126285"/>
                  <a:pt x="577960" y="102891"/>
                </a:cubicBezTo>
                <a:close/>
                <a:moveTo>
                  <a:pt x="2562306" y="68351"/>
                </a:moveTo>
                <a:cubicBezTo>
                  <a:pt x="2561866" y="129941"/>
                  <a:pt x="2559974" y="178181"/>
                  <a:pt x="2556630" y="213070"/>
                </a:cubicBezTo>
                <a:lnTo>
                  <a:pt x="2555751" y="221072"/>
                </a:lnTo>
                <a:lnTo>
                  <a:pt x="2584916" y="207662"/>
                </a:lnTo>
                <a:cubicBezTo>
                  <a:pt x="2598808" y="241423"/>
                  <a:pt x="2616579" y="272222"/>
                  <a:pt x="2638229" y="300059"/>
                </a:cubicBezTo>
                <a:cubicBezTo>
                  <a:pt x="2656670" y="273427"/>
                  <a:pt x="2668988" y="238949"/>
                  <a:pt x="2675184" y="196624"/>
                </a:cubicBezTo>
                <a:lnTo>
                  <a:pt x="2636701" y="196624"/>
                </a:lnTo>
                <a:cubicBezTo>
                  <a:pt x="2629100" y="196624"/>
                  <a:pt x="2618305" y="197522"/>
                  <a:pt x="2604318" y="199318"/>
                </a:cubicBezTo>
                <a:lnTo>
                  <a:pt x="2650960" y="68351"/>
                </a:lnTo>
                <a:close/>
                <a:moveTo>
                  <a:pt x="1910753" y="66830"/>
                </a:moveTo>
                <a:cubicBezTo>
                  <a:pt x="1951834" y="69525"/>
                  <a:pt x="2006558" y="70873"/>
                  <a:pt x="2074923" y="70873"/>
                </a:cubicBezTo>
                <a:cubicBezTo>
                  <a:pt x="2143289" y="70873"/>
                  <a:pt x="2197760" y="69525"/>
                  <a:pt x="2238337" y="66830"/>
                </a:cubicBezTo>
                <a:lnTo>
                  <a:pt x="2238337" y="106027"/>
                </a:lnTo>
                <a:cubicBezTo>
                  <a:pt x="2199822" y="104232"/>
                  <a:pt x="2148342" y="103334"/>
                  <a:pt x="2083896" y="103334"/>
                </a:cubicBezTo>
                <a:cubicBezTo>
                  <a:pt x="2019450" y="103334"/>
                  <a:pt x="1961735" y="104232"/>
                  <a:pt x="1910753" y="106027"/>
                </a:cubicBezTo>
                <a:close/>
                <a:moveTo>
                  <a:pt x="708026" y="7179"/>
                </a:moveTo>
                <a:cubicBezTo>
                  <a:pt x="719385" y="9275"/>
                  <a:pt x="727786" y="10323"/>
                  <a:pt x="733229" y="10323"/>
                </a:cubicBezTo>
                <a:cubicBezTo>
                  <a:pt x="750932" y="10323"/>
                  <a:pt x="759783" y="12517"/>
                  <a:pt x="759783" y="16905"/>
                </a:cubicBezTo>
                <a:cubicBezTo>
                  <a:pt x="759783" y="21294"/>
                  <a:pt x="757266" y="25377"/>
                  <a:pt x="752232" y="29153"/>
                </a:cubicBezTo>
                <a:cubicBezTo>
                  <a:pt x="751408" y="29863"/>
                  <a:pt x="750503" y="34776"/>
                  <a:pt x="749517" y="43891"/>
                </a:cubicBezTo>
                <a:cubicBezTo>
                  <a:pt x="748531" y="53006"/>
                  <a:pt x="747910" y="68730"/>
                  <a:pt x="747653" y="91061"/>
                </a:cubicBezTo>
                <a:cubicBezTo>
                  <a:pt x="790253" y="91061"/>
                  <a:pt x="824048" y="89413"/>
                  <a:pt x="849037" y="86118"/>
                </a:cubicBezTo>
                <a:lnTo>
                  <a:pt x="841857" y="211698"/>
                </a:lnTo>
                <a:cubicBezTo>
                  <a:pt x="860241" y="211460"/>
                  <a:pt x="877433" y="209964"/>
                  <a:pt x="893435" y="207211"/>
                </a:cubicBezTo>
                <a:lnTo>
                  <a:pt x="893435" y="246859"/>
                </a:lnTo>
                <a:cubicBezTo>
                  <a:pt x="864003" y="243868"/>
                  <a:pt x="822143" y="242373"/>
                  <a:pt x="767855" y="242373"/>
                </a:cubicBezTo>
                <a:cubicBezTo>
                  <a:pt x="796792" y="305271"/>
                  <a:pt x="840598" y="351713"/>
                  <a:pt x="899272" y="381698"/>
                </a:cubicBezTo>
                <a:cubicBezTo>
                  <a:pt x="888042" y="391946"/>
                  <a:pt x="878779" y="402915"/>
                  <a:pt x="871482" y="414602"/>
                </a:cubicBezTo>
                <a:cubicBezTo>
                  <a:pt x="823962" y="381230"/>
                  <a:pt x="787061" y="340594"/>
                  <a:pt x="760779" y="292694"/>
                </a:cubicBezTo>
                <a:lnTo>
                  <a:pt x="738913" y="244310"/>
                </a:lnTo>
                <a:lnTo>
                  <a:pt x="726371" y="293994"/>
                </a:lnTo>
                <a:cubicBezTo>
                  <a:pt x="720376" y="310265"/>
                  <a:pt x="712732" y="325600"/>
                  <a:pt x="703436" y="339999"/>
                </a:cubicBezTo>
                <a:cubicBezTo>
                  <a:pt x="684846" y="368798"/>
                  <a:pt x="656491" y="396507"/>
                  <a:pt x="618372" y="423124"/>
                </a:cubicBezTo>
                <a:cubicBezTo>
                  <a:pt x="609600" y="413061"/>
                  <a:pt x="598520" y="404684"/>
                  <a:pt x="585132" y="397992"/>
                </a:cubicBezTo>
                <a:cubicBezTo>
                  <a:pt x="622723" y="374466"/>
                  <a:pt x="650458" y="350612"/>
                  <a:pt x="668339" y="326430"/>
                </a:cubicBezTo>
                <a:cubicBezTo>
                  <a:pt x="686220" y="302248"/>
                  <a:pt x="698104" y="274229"/>
                  <a:pt x="703990" y="242373"/>
                </a:cubicBezTo>
                <a:cubicBezTo>
                  <a:pt x="668810" y="242964"/>
                  <a:pt x="637115" y="244459"/>
                  <a:pt x="608907" y="246859"/>
                </a:cubicBezTo>
                <a:lnTo>
                  <a:pt x="608907" y="207211"/>
                </a:lnTo>
                <a:cubicBezTo>
                  <a:pt x="637972" y="209959"/>
                  <a:pt x="670674" y="211607"/>
                  <a:pt x="707012" y="212155"/>
                </a:cubicBezTo>
                <a:cubicBezTo>
                  <a:pt x="709788" y="179960"/>
                  <a:pt x="711472" y="149666"/>
                  <a:pt x="712063" y="121272"/>
                </a:cubicBezTo>
                <a:cubicBezTo>
                  <a:pt x="676229" y="121272"/>
                  <a:pt x="648721" y="122020"/>
                  <a:pt x="629538" y="123515"/>
                </a:cubicBezTo>
                <a:lnTo>
                  <a:pt x="629538" y="86118"/>
                </a:lnTo>
                <a:cubicBezTo>
                  <a:pt x="650755" y="89413"/>
                  <a:pt x="678263" y="91061"/>
                  <a:pt x="712063" y="91061"/>
                </a:cubicBezTo>
                <a:cubicBezTo>
                  <a:pt x="712063" y="71363"/>
                  <a:pt x="710717" y="43403"/>
                  <a:pt x="708026" y="7179"/>
                </a:cubicBezTo>
                <a:close/>
                <a:moveTo>
                  <a:pt x="537591" y="6279"/>
                </a:moveTo>
                <a:cubicBezTo>
                  <a:pt x="549668" y="8679"/>
                  <a:pt x="561463" y="9880"/>
                  <a:pt x="572974" y="9880"/>
                </a:cubicBezTo>
                <a:cubicBezTo>
                  <a:pt x="584485" y="9880"/>
                  <a:pt x="590240" y="12185"/>
                  <a:pt x="590240" y="16795"/>
                </a:cubicBezTo>
                <a:cubicBezTo>
                  <a:pt x="590240" y="21405"/>
                  <a:pt x="588147" y="25504"/>
                  <a:pt x="583961" y="29093"/>
                </a:cubicBezTo>
                <a:cubicBezTo>
                  <a:pt x="579775" y="32681"/>
                  <a:pt x="577681" y="38862"/>
                  <a:pt x="577681" y="47634"/>
                </a:cubicBezTo>
                <a:lnTo>
                  <a:pt x="577681" y="345893"/>
                </a:lnTo>
                <a:cubicBezTo>
                  <a:pt x="577681" y="366729"/>
                  <a:pt x="579177" y="393070"/>
                  <a:pt x="582168" y="424917"/>
                </a:cubicBezTo>
                <a:lnTo>
                  <a:pt x="537591" y="424917"/>
                </a:lnTo>
                <a:cubicBezTo>
                  <a:pt x="540582" y="392285"/>
                  <a:pt x="542077" y="365793"/>
                  <a:pt x="542077" y="345443"/>
                </a:cubicBezTo>
                <a:lnTo>
                  <a:pt x="542077" y="70059"/>
                </a:lnTo>
                <a:cubicBezTo>
                  <a:pt x="542077" y="46756"/>
                  <a:pt x="540582" y="25496"/>
                  <a:pt x="537591" y="6279"/>
                </a:cubicBezTo>
                <a:close/>
                <a:moveTo>
                  <a:pt x="94640" y="5386"/>
                </a:moveTo>
                <a:cubicBezTo>
                  <a:pt x="106018" y="7782"/>
                  <a:pt x="119353" y="8980"/>
                  <a:pt x="134645" y="8980"/>
                </a:cubicBezTo>
                <a:cubicBezTo>
                  <a:pt x="141879" y="8980"/>
                  <a:pt x="145496" y="12147"/>
                  <a:pt x="145496" y="18481"/>
                </a:cubicBezTo>
                <a:cubicBezTo>
                  <a:pt x="145496" y="22943"/>
                  <a:pt x="144086" y="26003"/>
                  <a:pt x="141264" y="27660"/>
                </a:cubicBezTo>
                <a:cubicBezTo>
                  <a:pt x="138442" y="29318"/>
                  <a:pt x="136498" y="31748"/>
                  <a:pt x="135431" y="34951"/>
                </a:cubicBezTo>
                <a:cubicBezTo>
                  <a:pt x="134364" y="38153"/>
                  <a:pt x="133831" y="41931"/>
                  <a:pt x="133831" y="46284"/>
                </a:cubicBezTo>
                <a:lnTo>
                  <a:pt x="133831" y="68187"/>
                </a:lnTo>
                <a:cubicBezTo>
                  <a:pt x="155186" y="68187"/>
                  <a:pt x="176117" y="66837"/>
                  <a:pt x="196624" y="64136"/>
                </a:cubicBezTo>
                <a:lnTo>
                  <a:pt x="196624" y="100191"/>
                </a:lnTo>
                <a:cubicBezTo>
                  <a:pt x="175822" y="97800"/>
                  <a:pt x="154891" y="96605"/>
                  <a:pt x="133831" y="96605"/>
                </a:cubicBezTo>
                <a:lnTo>
                  <a:pt x="133831" y="154755"/>
                </a:lnTo>
                <a:cubicBezTo>
                  <a:pt x="154376" y="154498"/>
                  <a:pt x="179941" y="153295"/>
                  <a:pt x="210526" y="151147"/>
                </a:cubicBezTo>
                <a:lnTo>
                  <a:pt x="210526" y="174485"/>
                </a:lnTo>
                <a:lnTo>
                  <a:pt x="233515" y="151520"/>
                </a:lnTo>
                <a:cubicBezTo>
                  <a:pt x="241925" y="141350"/>
                  <a:pt x="248933" y="130814"/>
                  <a:pt x="254539" y="119911"/>
                </a:cubicBezTo>
                <a:cubicBezTo>
                  <a:pt x="265750" y="98106"/>
                  <a:pt x="270829" y="77181"/>
                  <a:pt x="269776" y="57136"/>
                </a:cubicBezTo>
                <a:cubicBezTo>
                  <a:pt x="236677" y="57136"/>
                  <a:pt x="213731" y="57883"/>
                  <a:pt x="200939" y="59379"/>
                </a:cubicBezTo>
                <a:lnTo>
                  <a:pt x="200939" y="26017"/>
                </a:lnTo>
                <a:cubicBezTo>
                  <a:pt x="224047" y="28113"/>
                  <a:pt x="259207" y="29161"/>
                  <a:pt x="306420" y="29161"/>
                </a:cubicBezTo>
                <a:cubicBezTo>
                  <a:pt x="353633" y="29161"/>
                  <a:pt x="387303" y="27963"/>
                  <a:pt x="407429" y="25567"/>
                </a:cubicBezTo>
                <a:cubicBezTo>
                  <a:pt x="406501" y="33625"/>
                  <a:pt x="405371" y="42980"/>
                  <a:pt x="404040" y="53632"/>
                </a:cubicBezTo>
                <a:cubicBezTo>
                  <a:pt x="402708" y="64283"/>
                  <a:pt x="402043" y="71294"/>
                  <a:pt x="402043" y="74666"/>
                </a:cubicBezTo>
                <a:lnTo>
                  <a:pt x="401078" y="117364"/>
                </a:lnTo>
                <a:cubicBezTo>
                  <a:pt x="400459" y="136495"/>
                  <a:pt x="398158" y="150627"/>
                  <a:pt x="394174" y="159759"/>
                </a:cubicBezTo>
                <a:cubicBezTo>
                  <a:pt x="390190" y="168891"/>
                  <a:pt x="382618" y="175074"/>
                  <a:pt x="371457" y="178308"/>
                </a:cubicBezTo>
                <a:cubicBezTo>
                  <a:pt x="360296" y="181542"/>
                  <a:pt x="341430" y="183311"/>
                  <a:pt x="314861" y="183616"/>
                </a:cubicBezTo>
                <a:cubicBezTo>
                  <a:pt x="316656" y="174986"/>
                  <a:pt x="317554" y="168304"/>
                  <a:pt x="317554" y="163570"/>
                </a:cubicBezTo>
                <a:cubicBezTo>
                  <a:pt x="317554" y="158836"/>
                  <a:pt x="314413" y="150211"/>
                  <a:pt x="308131" y="137696"/>
                </a:cubicBezTo>
                <a:cubicBezTo>
                  <a:pt x="325457" y="140991"/>
                  <a:pt x="337598" y="142639"/>
                  <a:pt x="344554" y="142639"/>
                </a:cubicBezTo>
                <a:cubicBezTo>
                  <a:pt x="351509" y="142639"/>
                  <a:pt x="356453" y="141113"/>
                  <a:pt x="359384" y="138060"/>
                </a:cubicBezTo>
                <a:cubicBezTo>
                  <a:pt x="362315" y="135007"/>
                  <a:pt x="363919" y="127716"/>
                  <a:pt x="364195" y="116186"/>
                </a:cubicBezTo>
                <a:lnTo>
                  <a:pt x="365538" y="57136"/>
                </a:lnTo>
                <a:lnTo>
                  <a:pt x="302923" y="57136"/>
                </a:lnTo>
                <a:cubicBezTo>
                  <a:pt x="302923" y="79138"/>
                  <a:pt x="297950" y="102916"/>
                  <a:pt x="288004" y="128469"/>
                </a:cubicBezTo>
                <a:cubicBezTo>
                  <a:pt x="278057" y="154023"/>
                  <a:pt x="262794" y="176143"/>
                  <a:pt x="242216" y="194831"/>
                </a:cubicBezTo>
                <a:cubicBezTo>
                  <a:pt x="238029" y="190197"/>
                  <a:pt x="232758" y="186722"/>
                  <a:pt x="226401" y="184405"/>
                </a:cubicBezTo>
                <a:lnTo>
                  <a:pt x="210526" y="181934"/>
                </a:lnTo>
                <a:lnTo>
                  <a:pt x="210526" y="186759"/>
                </a:lnTo>
                <a:cubicBezTo>
                  <a:pt x="188076" y="185259"/>
                  <a:pt x="166549" y="184361"/>
                  <a:pt x="145947" y="184066"/>
                </a:cubicBezTo>
                <a:lnTo>
                  <a:pt x="145947" y="240416"/>
                </a:lnTo>
                <a:lnTo>
                  <a:pt x="171871" y="240416"/>
                </a:lnTo>
                <a:cubicBezTo>
                  <a:pt x="182001" y="240416"/>
                  <a:pt x="194588" y="239515"/>
                  <a:pt x="209633" y="237715"/>
                </a:cubicBezTo>
                <a:lnTo>
                  <a:pt x="209633" y="274220"/>
                </a:lnTo>
                <a:cubicBezTo>
                  <a:pt x="198070" y="272124"/>
                  <a:pt x="185332" y="271077"/>
                  <a:pt x="171421" y="271077"/>
                </a:cubicBezTo>
                <a:lnTo>
                  <a:pt x="145947" y="271077"/>
                </a:lnTo>
                <a:lnTo>
                  <a:pt x="145947" y="353330"/>
                </a:lnTo>
                <a:cubicBezTo>
                  <a:pt x="172255" y="365660"/>
                  <a:pt x="216329" y="371825"/>
                  <a:pt x="278170" y="371825"/>
                </a:cubicBezTo>
                <a:cubicBezTo>
                  <a:pt x="319090" y="371825"/>
                  <a:pt x="373239" y="369132"/>
                  <a:pt x="440619" y="363745"/>
                </a:cubicBezTo>
                <a:cubicBezTo>
                  <a:pt x="434795" y="376595"/>
                  <a:pt x="430870" y="391115"/>
                  <a:pt x="428846" y="407308"/>
                </a:cubicBezTo>
                <a:cubicBezTo>
                  <a:pt x="385207" y="408584"/>
                  <a:pt x="344006" y="409222"/>
                  <a:pt x="305241" y="409222"/>
                </a:cubicBezTo>
                <a:cubicBezTo>
                  <a:pt x="266477" y="409222"/>
                  <a:pt x="231938" y="407338"/>
                  <a:pt x="201625" y="403568"/>
                </a:cubicBezTo>
                <a:cubicBezTo>
                  <a:pt x="171312" y="399799"/>
                  <a:pt x="143520" y="391368"/>
                  <a:pt x="118250" y="378276"/>
                </a:cubicBezTo>
                <a:cubicBezTo>
                  <a:pt x="92980" y="365184"/>
                  <a:pt x="75107" y="352025"/>
                  <a:pt x="64629" y="338799"/>
                </a:cubicBezTo>
                <a:cubicBezTo>
                  <a:pt x="58600" y="368636"/>
                  <a:pt x="50756" y="394054"/>
                  <a:pt x="41098" y="415052"/>
                </a:cubicBezTo>
                <a:cubicBezTo>
                  <a:pt x="30701" y="409670"/>
                  <a:pt x="23094" y="406979"/>
                  <a:pt x="18277" y="406979"/>
                </a:cubicBezTo>
                <a:cubicBezTo>
                  <a:pt x="13460" y="406979"/>
                  <a:pt x="7367" y="407277"/>
                  <a:pt x="0" y="407872"/>
                </a:cubicBezTo>
                <a:cubicBezTo>
                  <a:pt x="14802" y="384679"/>
                  <a:pt x="26202" y="354958"/>
                  <a:pt x="34200" y="318711"/>
                </a:cubicBezTo>
                <a:cubicBezTo>
                  <a:pt x="42199" y="282464"/>
                  <a:pt x="45451" y="246943"/>
                  <a:pt x="43955" y="212148"/>
                </a:cubicBezTo>
                <a:cubicBezTo>
                  <a:pt x="55509" y="216215"/>
                  <a:pt x="62933" y="218578"/>
                  <a:pt x="66226" y="219238"/>
                </a:cubicBezTo>
                <a:cubicBezTo>
                  <a:pt x="69519" y="219898"/>
                  <a:pt x="74883" y="220227"/>
                  <a:pt x="82317" y="220227"/>
                </a:cubicBezTo>
                <a:cubicBezTo>
                  <a:pt x="89751" y="220227"/>
                  <a:pt x="93469" y="222936"/>
                  <a:pt x="93469" y="228353"/>
                </a:cubicBezTo>
                <a:cubicBezTo>
                  <a:pt x="93469" y="233771"/>
                  <a:pt x="91739" y="237815"/>
                  <a:pt x="88279" y="240487"/>
                </a:cubicBezTo>
                <a:cubicBezTo>
                  <a:pt x="84819" y="243159"/>
                  <a:pt x="82108" y="248492"/>
                  <a:pt x="80145" y="256485"/>
                </a:cubicBezTo>
                <a:cubicBezTo>
                  <a:pt x="78183" y="264479"/>
                  <a:pt x="75447" y="280135"/>
                  <a:pt x="71937" y="303452"/>
                </a:cubicBezTo>
                <a:cubicBezTo>
                  <a:pt x="78057" y="313668"/>
                  <a:pt x="90856" y="324945"/>
                  <a:pt x="110335" y="337285"/>
                </a:cubicBezTo>
                <a:lnTo>
                  <a:pt x="110335" y="183616"/>
                </a:lnTo>
                <a:cubicBezTo>
                  <a:pt x="70268" y="183616"/>
                  <a:pt x="37228" y="184663"/>
                  <a:pt x="11215" y="186759"/>
                </a:cubicBezTo>
                <a:lnTo>
                  <a:pt x="11215" y="151147"/>
                </a:lnTo>
                <a:cubicBezTo>
                  <a:pt x="35052" y="153548"/>
                  <a:pt x="64055" y="154748"/>
                  <a:pt x="98226" y="154748"/>
                </a:cubicBezTo>
                <a:lnTo>
                  <a:pt x="98226" y="96605"/>
                </a:lnTo>
                <a:cubicBezTo>
                  <a:pt x="73942" y="96605"/>
                  <a:pt x="52563" y="97800"/>
                  <a:pt x="34090" y="100191"/>
                </a:cubicBezTo>
                <a:lnTo>
                  <a:pt x="34090" y="64136"/>
                </a:lnTo>
                <a:cubicBezTo>
                  <a:pt x="51992" y="66837"/>
                  <a:pt x="73371" y="68187"/>
                  <a:pt x="98226" y="68187"/>
                </a:cubicBezTo>
                <a:cubicBezTo>
                  <a:pt x="97931" y="42779"/>
                  <a:pt x="96736" y="21845"/>
                  <a:pt x="94640" y="5386"/>
                </a:cubicBezTo>
                <a:close/>
                <a:moveTo>
                  <a:pt x="997143" y="4486"/>
                </a:moveTo>
                <a:cubicBezTo>
                  <a:pt x="1009216" y="6886"/>
                  <a:pt x="1020784" y="8087"/>
                  <a:pt x="1031848" y="8087"/>
                </a:cubicBezTo>
                <a:cubicBezTo>
                  <a:pt x="1042911" y="8087"/>
                  <a:pt x="1048443" y="10384"/>
                  <a:pt x="1048443" y="14980"/>
                </a:cubicBezTo>
                <a:cubicBezTo>
                  <a:pt x="1048443" y="19576"/>
                  <a:pt x="1046500" y="23144"/>
                  <a:pt x="1042613" y="25685"/>
                </a:cubicBezTo>
                <a:cubicBezTo>
                  <a:pt x="1038727" y="28226"/>
                  <a:pt x="1036784" y="34942"/>
                  <a:pt x="1036784" y="45834"/>
                </a:cubicBezTo>
                <a:lnTo>
                  <a:pt x="1036784" y="102667"/>
                </a:lnTo>
                <a:lnTo>
                  <a:pt x="1058208" y="89704"/>
                </a:lnTo>
                <a:cubicBezTo>
                  <a:pt x="1075963" y="114683"/>
                  <a:pt x="1090500" y="143754"/>
                  <a:pt x="1101821" y="176915"/>
                </a:cubicBezTo>
                <a:lnTo>
                  <a:pt x="1069853" y="190795"/>
                </a:lnTo>
                <a:cubicBezTo>
                  <a:pt x="1066471" y="177596"/>
                  <a:pt x="1061674" y="163864"/>
                  <a:pt x="1055461" y="149601"/>
                </a:cubicBezTo>
                <a:lnTo>
                  <a:pt x="1036784" y="113374"/>
                </a:lnTo>
                <a:lnTo>
                  <a:pt x="1036784" y="343200"/>
                </a:lnTo>
                <a:cubicBezTo>
                  <a:pt x="1036784" y="359373"/>
                  <a:pt x="1038279" y="385715"/>
                  <a:pt x="1041270" y="422224"/>
                </a:cubicBezTo>
                <a:lnTo>
                  <a:pt x="997143" y="422224"/>
                </a:lnTo>
                <a:cubicBezTo>
                  <a:pt x="1000134" y="389591"/>
                  <a:pt x="1001630" y="363100"/>
                  <a:pt x="1001630" y="342750"/>
                </a:cubicBezTo>
                <a:lnTo>
                  <a:pt x="1001630" y="68265"/>
                </a:lnTo>
                <a:cubicBezTo>
                  <a:pt x="1001630" y="44963"/>
                  <a:pt x="1000134" y="23703"/>
                  <a:pt x="997143" y="4486"/>
                </a:cubicBezTo>
                <a:close/>
                <a:moveTo>
                  <a:pt x="1140218" y="3143"/>
                </a:moveTo>
                <a:cubicBezTo>
                  <a:pt x="1155644" y="7120"/>
                  <a:pt x="1168499" y="9614"/>
                  <a:pt x="1178784" y="10626"/>
                </a:cubicBezTo>
                <a:cubicBezTo>
                  <a:pt x="1189069" y="11638"/>
                  <a:pt x="1194211" y="14275"/>
                  <a:pt x="1194211" y="18538"/>
                </a:cubicBezTo>
                <a:cubicBezTo>
                  <a:pt x="1194211" y="22800"/>
                  <a:pt x="1191811" y="26635"/>
                  <a:pt x="1187010" y="30043"/>
                </a:cubicBezTo>
                <a:cubicBezTo>
                  <a:pt x="1182209" y="33450"/>
                  <a:pt x="1176837" y="49751"/>
                  <a:pt x="1170894" y="78945"/>
                </a:cubicBezTo>
                <a:lnTo>
                  <a:pt x="1260955" y="78945"/>
                </a:lnTo>
                <a:cubicBezTo>
                  <a:pt x="1302322" y="78945"/>
                  <a:pt x="1333597" y="77898"/>
                  <a:pt x="1354781" y="75802"/>
                </a:cubicBezTo>
                <a:lnTo>
                  <a:pt x="1354781" y="112307"/>
                </a:lnTo>
                <a:cubicBezTo>
                  <a:pt x="1333154" y="110511"/>
                  <a:pt x="1301879" y="109614"/>
                  <a:pt x="1260955" y="109614"/>
                </a:cubicBezTo>
                <a:lnTo>
                  <a:pt x="1166015" y="109614"/>
                </a:lnTo>
                <a:cubicBezTo>
                  <a:pt x="1151103" y="187657"/>
                  <a:pt x="1122847" y="254336"/>
                  <a:pt x="1081247" y="309653"/>
                </a:cubicBezTo>
                <a:cubicBezTo>
                  <a:pt x="1070764" y="298618"/>
                  <a:pt x="1059175" y="291436"/>
                  <a:pt x="1046478" y="288107"/>
                </a:cubicBezTo>
                <a:cubicBezTo>
                  <a:pt x="1089664" y="244697"/>
                  <a:pt x="1117920" y="185199"/>
                  <a:pt x="1131246" y="109614"/>
                </a:cubicBezTo>
                <a:cubicBezTo>
                  <a:pt x="1115796" y="109909"/>
                  <a:pt x="1099501" y="110807"/>
                  <a:pt x="1082361" y="112307"/>
                </a:cubicBezTo>
                <a:lnTo>
                  <a:pt x="1082361" y="75802"/>
                </a:lnTo>
                <a:cubicBezTo>
                  <a:pt x="1094901" y="77650"/>
                  <a:pt x="1112413" y="78705"/>
                  <a:pt x="1134896" y="78967"/>
                </a:cubicBezTo>
                <a:cubicBezTo>
                  <a:pt x="1138744" y="52297"/>
                  <a:pt x="1140669" y="35072"/>
                  <a:pt x="1140669" y="27292"/>
                </a:cubicBezTo>
                <a:cubicBezTo>
                  <a:pt x="1140669" y="19513"/>
                  <a:pt x="1140519" y="11463"/>
                  <a:pt x="1140218" y="3143"/>
                </a:cubicBezTo>
                <a:close/>
                <a:moveTo>
                  <a:pt x="1516418" y="2693"/>
                </a:moveTo>
                <a:cubicBezTo>
                  <a:pt x="1526991" y="9156"/>
                  <a:pt x="1537901" y="13249"/>
                  <a:pt x="1549150" y="14973"/>
                </a:cubicBezTo>
                <a:cubicBezTo>
                  <a:pt x="1555799" y="15864"/>
                  <a:pt x="1559123" y="18457"/>
                  <a:pt x="1559123" y="22753"/>
                </a:cubicBezTo>
                <a:cubicBezTo>
                  <a:pt x="1559123" y="27048"/>
                  <a:pt x="1556118" y="30449"/>
                  <a:pt x="1550108" y="32954"/>
                </a:cubicBezTo>
                <a:cubicBezTo>
                  <a:pt x="1544098" y="35459"/>
                  <a:pt x="1536937" y="39726"/>
                  <a:pt x="1528626" y="45756"/>
                </a:cubicBezTo>
                <a:lnTo>
                  <a:pt x="1736202" y="45756"/>
                </a:lnTo>
                <a:cubicBezTo>
                  <a:pt x="1765849" y="45756"/>
                  <a:pt x="1788902" y="44558"/>
                  <a:pt x="1805361" y="42162"/>
                </a:cubicBezTo>
                <a:lnTo>
                  <a:pt x="1805361" y="80010"/>
                </a:lnTo>
                <a:cubicBezTo>
                  <a:pt x="1791997" y="77919"/>
                  <a:pt x="1768945" y="76874"/>
                  <a:pt x="1736202" y="76874"/>
                </a:cubicBezTo>
                <a:lnTo>
                  <a:pt x="1508767" y="76874"/>
                </a:lnTo>
                <a:lnTo>
                  <a:pt x="1493985" y="93298"/>
                </a:lnTo>
                <a:lnTo>
                  <a:pt x="1540596" y="95880"/>
                </a:lnTo>
                <a:cubicBezTo>
                  <a:pt x="1564577" y="96554"/>
                  <a:pt x="1594290" y="96891"/>
                  <a:pt x="1629732" y="96891"/>
                </a:cubicBezTo>
                <a:cubicBezTo>
                  <a:pt x="1700617" y="96891"/>
                  <a:pt x="1747797" y="95840"/>
                  <a:pt x="1771271" y="93740"/>
                </a:cubicBezTo>
                <a:cubicBezTo>
                  <a:pt x="1768880" y="108070"/>
                  <a:pt x="1767685" y="125892"/>
                  <a:pt x="1767685" y="147204"/>
                </a:cubicBezTo>
                <a:lnTo>
                  <a:pt x="1767685" y="192052"/>
                </a:lnTo>
                <a:cubicBezTo>
                  <a:pt x="1767685" y="211607"/>
                  <a:pt x="1768880" y="228231"/>
                  <a:pt x="1771271" y="241923"/>
                </a:cubicBezTo>
                <a:cubicBezTo>
                  <a:pt x="1743620" y="239232"/>
                  <a:pt x="1711747" y="237887"/>
                  <a:pt x="1675652" y="237887"/>
                </a:cubicBezTo>
                <a:lnTo>
                  <a:pt x="1573582" y="237887"/>
                </a:lnTo>
                <a:cubicBezTo>
                  <a:pt x="1564895" y="250788"/>
                  <a:pt x="1557835" y="258956"/>
                  <a:pt x="1552401" y="262390"/>
                </a:cubicBezTo>
                <a:lnTo>
                  <a:pt x="1655471" y="262390"/>
                </a:lnTo>
                <a:cubicBezTo>
                  <a:pt x="1692942" y="262390"/>
                  <a:pt x="1728104" y="260742"/>
                  <a:pt x="1760956" y="257446"/>
                </a:cubicBezTo>
                <a:cubicBezTo>
                  <a:pt x="1726842" y="309143"/>
                  <a:pt x="1696045" y="342455"/>
                  <a:pt x="1668565" y="357380"/>
                </a:cubicBezTo>
                <a:cubicBezTo>
                  <a:pt x="1703079" y="367100"/>
                  <a:pt x="1756003" y="375373"/>
                  <a:pt x="1827335" y="382198"/>
                </a:cubicBezTo>
                <a:cubicBezTo>
                  <a:pt x="1817329" y="394985"/>
                  <a:pt x="1810247" y="407579"/>
                  <a:pt x="1806090" y="419981"/>
                </a:cubicBezTo>
                <a:cubicBezTo>
                  <a:pt x="1730323" y="407984"/>
                  <a:pt x="1673568" y="394230"/>
                  <a:pt x="1635826" y="378719"/>
                </a:cubicBezTo>
                <a:cubicBezTo>
                  <a:pt x="1598302" y="396902"/>
                  <a:pt x="1535132" y="411704"/>
                  <a:pt x="1446316" y="423124"/>
                </a:cubicBezTo>
                <a:cubicBezTo>
                  <a:pt x="1442811" y="412247"/>
                  <a:pt x="1435205" y="399957"/>
                  <a:pt x="1423499" y="386255"/>
                </a:cubicBezTo>
                <a:cubicBezTo>
                  <a:pt x="1499409" y="382983"/>
                  <a:pt x="1558614" y="374211"/>
                  <a:pt x="1601114" y="359938"/>
                </a:cubicBezTo>
                <a:cubicBezTo>
                  <a:pt x="1577997" y="350513"/>
                  <a:pt x="1552432" y="333796"/>
                  <a:pt x="1524419" y="309789"/>
                </a:cubicBezTo>
                <a:lnTo>
                  <a:pt x="1544888" y="292158"/>
                </a:lnTo>
                <a:lnTo>
                  <a:pt x="1533420" y="292158"/>
                </a:lnTo>
                <a:cubicBezTo>
                  <a:pt x="1517513" y="311184"/>
                  <a:pt x="1495420" y="331965"/>
                  <a:pt x="1467140" y="354501"/>
                </a:cubicBezTo>
                <a:cubicBezTo>
                  <a:pt x="1458796" y="344305"/>
                  <a:pt x="1448886" y="335632"/>
                  <a:pt x="1437408" y="328484"/>
                </a:cubicBezTo>
                <a:cubicBezTo>
                  <a:pt x="1480947" y="301976"/>
                  <a:pt x="1514434" y="272224"/>
                  <a:pt x="1537870" y="239230"/>
                </a:cubicBezTo>
                <a:cubicBezTo>
                  <a:pt x="1515977" y="239820"/>
                  <a:pt x="1498635" y="240718"/>
                  <a:pt x="1485843" y="241923"/>
                </a:cubicBezTo>
                <a:cubicBezTo>
                  <a:pt x="1487938" y="225302"/>
                  <a:pt x="1488986" y="208678"/>
                  <a:pt x="1488986" y="192052"/>
                </a:cubicBezTo>
                <a:lnTo>
                  <a:pt x="1488986" y="147204"/>
                </a:lnTo>
                <a:cubicBezTo>
                  <a:pt x="1488986" y="136874"/>
                  <a:pt x="1488724" y="127179"/>
                  <a:pt x="1488200" y="118120"/>
                </a:cubicBezTo>
                <a:lnTo>
                  <a:pt x="1486645" y="101453"/>
                </a:lnTo>
                <a:lnTo>
                  <a:pt x="1444995" y="147733"/>
                </a:lnTo>
                <a:cubicBezTo>
                  <a:pt x="1435889" y="139279"/>
                  <a:pt x="1424837" y="132085"/>
                  <a:pt x="1411841" y="126151"/>
                </a:cubicBezTo>
                <a:cubicBezTo>
                  <a:pt x="1456679" y="94447"/>
                  <a:pt x="1491538" y="53295"/>
                  <a:pt x="1516418" y="2693"/>
                </a:cubicBezTo>
                <a:close/>
                <a:moveTo>
                  <a:pt x="2397556" y="1793"/>
                </a:moveTo>
                <a:cubicBezTo>
                  <a:pt x="2408391" y="4265"/>
                  <a:pt x="2415384" y="5706"/>
                  <a:pt x="2418534" y="6118"/>
                </a:cubicBezTo>
                <a:cubicBezTo>
                  <a:pt x="2421684" y="6530"/>
                  <a:pt x="2427302" y="6736"/>
                  <a:pt x="2435386" y="6736"/>
                </a:cubicBezTo>
                <a:cubicBezTo>
                  <a:pt x="2443471" y="6736"/>
                  <a:pt x="2447513" y="8729"/>
                  <a:pt x="2447513" y="12716"/>
                </a:cubicBezTo>
                <a:cubicBezTo>
                  <a:pt x="2447513" y="16702"/>
                  <a:pt x="2445869" y="20175"/>
                  <a:pt x="2442584" y="23135"/>
                </a:cubicBezTo>
                <a:cubicBezTo>
                  <a:pt x="2439298" y="26095"/>
                  <a:pt x="2437054" y="28832"/>
                  <a:pt x="2435854" y="31347"/>
                </a:cubicBezTo>
                <a:cubicBezTo>
                  <a:pt x="2434654" y="33861"/>
                  <a:pt x="2434054" y="35850"/>
                  <a:pt x="2434054" y="37312"/>
                </a:cubicBezTo>
                <a:lnTo>
                  <a:pt x="2434054" y="99598"/>
                </a:lnTo>
                <a:cubicBezTo>
                  <a:pt x="2459157" y="99336"/>
                  <a:pt x="2480088" y="97981"/>
                  <a:pt x="2496847" y="95533"/>
                </a:cubicBezTo>
                <a:lnTo>
                  <a:pt x="2496847" y="134731"/>
                </a:lnTo>
                <a:cubicBezTo>
                  <a:pt x="2476059" y="132631"/>
                  <a:pt x="2455128" y="131433"/>
                  <a:pt x="2434054" y="131138"/>
                </a:cubicBezTo>
                <a:lnTo>
                  <a:pt x="2434054" y="152162"/>
                </a:lnTo>
                <a:cubicBezTo>
                  <a:pt x="2457595" y="179236"/>
                  <a:pt x="2479871" y="208366"/>
                  <a:pt x="2500884" y="239551"/>
                </a:cubicBezTo>
                <a:lnTo>
                  <a:pt x="2468908" y="259861"/>
                </a:lnTo>
                <a:cubicBezTo>
                  <a:pt x="2456778" y="236372"/>
                  <a:pt x="2445160" y="212753"/>
                  <a:pt x="2434054" y="189002"/>
                </a:cubicBezTo>
                <a:lnTo>
                  <a:pt x="2434054" y="335127"/>
                </a:lnTo>
                <a:cubicBezTo>
                  <a:pt x="2434054" y="346615"/>
                  <a:pt x="2434428" y="359542"/>
                  <a:pt x="2435175" y="373909"/>
                </a:cubicBezTo>
                <a:lnTo>
                  <a:pt x="2435185" y="374059"/>
                </a:lnTo>
                <a:lnTo>
                  <a:pt x="2485092" y="324155"/>
                </a:lnTo>
                <a:cubicBezTo>
                  <a:pt x="2498139" y="306298"/>
                  <a:pt x="2507463" y="287352"/>
                  <a:pt x="2513064" y="267319"/>
                </a:cubicBezTo>
                <a:cubicBezTo>
                  <a:pt x="2524265" y="227252"/>
                  <a:pt x="2528997" y="160929"/>
                  <a:pt x="2527258" y="68351"/>
                </a:cubicBezTo>
                <a:cubicBezTo>
                  <a:pt x="2506508" y="68351"/>
                  <a:pt x="2490632" y="68949"/>
                  <a:pt x="2479631" y="70144"/>
                </a:cubicBezTo>
                <a:lnTo>
                  <a:pt x="2479631" y="34540"/>
                </a:lnTo>
                <a:cubicBezTo>
                  <a:pt x="2503629" y="36635"/>
                  <a:pt x="2537048" y="37683"/>
                  <a:pt x="2579886" y="37683"/>
                </a:cubicBezTo>
                <a:cubicBezTo>
                  <a:pt x="2622725" y="37683"/>
                  <a:pt x="2662023" y="35290"/>
                  <a:pt x="2697780" y="30504"/>
                </a:cubicBezTo>
                <a:lnTo>
                  <a:pt x="2648445" y="166406"/>
                </a:lnTo>
                <a:lnTo>
                  <a:pt x="2683342" y="166406"/>
                </a:lnTo>
                <a:cubicBezTo>
                  <a:pt x="2691210" y="166406"/>
                  <a:pt x="2702452" y="165359"/>
                  <a:pt x="2717068" y="163263"/>
                </a:cubicBezTo>
                <a:cubicBezTo>
                  <a:pt x="2707681" y="211045"/>
                  <a:pt x="2698799" y="246053"/>
                  <a:pt x="2690422" y="268287"/>
                </a:cubicBezTo>
                <a:cubicBezTo>
                  <a:pt x="2682044" y="290521"/>
                  <a:pt x="2671791" y="308917"/>
                  <a:pt x="2659661" y="323476"/>
                </a:cubicBezTo>
                <a:cubicBezTo>
                  <a:pt x="2672196" y="336497"/>
                  <a:pt x="2684453" y="347318"/>
                  <a:pt x="2696433" y="355941"/>
                </a:cubicBezTo>
                <a:cubicBezTo>
                  <a:pt x="2708413" y="364563"/>
                  <a:pt x="2726205" y="374642"/>
                  <a:pt x="2749808" y="386177"/>
                </a:cubicBezTo>
                <a:cubicBezTo>
                  <a:pt x="2739530" y="394944"/>
                  <a:pt x="2731348" y="405167"/>
                  <a:pt x="2725262" y="416845"/>
                </a:cubicBezTo>
                <a:cubicBezTo>
                  <a:pt x="2692015" y="399776"/>
                  <a:pt x="2663297" y="376602"/>
                  <a:pt x="2639108" y="347322"/>
                </a:cubicBezTo>
                <a:cubicBezTo>
                  <a:pt x="2611119" y="376787"/>
                  <a:pt x="2570409" y="401607"/>
                  <a:pt x="2516979" y="421781"/>
                </a:cubicBezTo>
                <a:cubicBezTo>
                  <a:pt x="2511792" y="408894"/>
                  <a:pt x="2503679" y="397985"/>
                  <a:pt x="2492640" y="389056"/>
                </a:cubicBezTo>
                <a:cubicBezTo>
                  <a:pt x="2523948" y="379631"/>
                  <a:pt x="2548654" y="370062"/>
                  <a:pt x="2566756" y="360348"/>
                </a:cubicBezTo>
                <a:cubicBezTo>
                  <a:pt x="2584858" y="350635"/>
                  <a:pt x="2601863" y="338187"/>
                  <a:pt x="2617770" y="323005"/>
                </a:cubicBezTo>
                <a:cubicBezTo>
                  <a:pt x="2601732" y="304984"/>
                  <a:pt x="2585445" y="281665"/>
                  <a:pt x="2568909" y="253048"/>
                </a:cubicBezTo>
                <a:lnTo>
                  <a:pt x="2555027" y="227667"/>
                </a:lnTo>
                <a:lnTo>
                  <a:pt x="2554836" y="229402"/>
                </a:lnTo>
                <a:cubicBezTo>
                  <a:pt x="2554198" y="234475"/>
                  <a:pt x="2553520" y="239177"/>
                  <a:pt x="2552801" y="243509"/>
                </a:cubicBezTo>
                <a:cubicBezTo>
                  <a:pt x="2547050" y="278161"/>
                  <a:pt x="2538073" y="305936"/>
                  <a:pt x="2525869" y="326834"/>
                </a:cubicBezTo>
                <a:cubicBezTo>
                  <a:pt x="2513665" y="347731"/>
                  <a:pt x="2494035" y="370858"/>
                  <a:pt x="2466980" y="396214"/>
                </a:cubicBezTo>
                <a:cubicBezTo>
                  <a:pt x="2463207" y="391789"/>
                  <a:pt x="2458638" y="387764"/>
                  <a:pt x="2453272" y="384139"/>
                </a:cubicBezTo>
                <a:lnTo>
                  <a:pt x="2435224" y="374692"/>
                </a:lnTo>
                <a:lnTo>
                  <a:pt x="2436577" y="396540"/>
                </a:lnTo>
                <a:cubicBezTo>
                  <a:pt x="2437138" y="404444"/>
                  <a:pt x="2437792" y="412707"/>
                  <a:pt x="2438540" y="421331"/>
                </a:cubicBezTo>
                <a:lnTo>
                  <a:pt x="2395313" y="421331"/>
                </a:lnTo>
                <a:cubicBezTo>
                  <a:pt x="2398299" y="386336"/>
                  <a:pt x="2399792" y="357602"/>
                  <a:pt x="2399792" y="335127"/>
                </a:cubicBezTo>
                <a:lnTo>
                  <a:pt x="2399792" y="196624"/>
                </a:lnTo>
                <a:cubicBezTo>
                  <a:pt x="2393039" y="237996"/>
                  <a:pt x="2375335" y="279111"/>
                  <a:pt x="2346678" y="319968"/>
                </a:cubicBezTo>
                <a:cubicBezTo>
                  <a:pt x="2339368" y="310167"/>
                  <a:pt x="2329865" y="302783"/>
                  <a:pt x="2318168" y="297816"/>
                </a:cubicBezTo>
                <a:cubicBezTo>
                  <a:pt x="2342107" y="268483"/>
                  <a:pt x="2363396" y="229250"/>
                  <a:pt x="2382036" y="180115"/>
                </a:cubicBezTo>
                <a:lnTo>
                  <a:pt x="2398601" y="131198"/>
                </a:lnTo>
                <a:lnTo>
                  <a:pt x="2329376" y="134731"/>
                </a:lnTo>
                <a:lnTo>
                  <a:pt x="2329376" y="95533"/>
                </a:lnTo>
                <a:cubicBezTo>
                  <a:pt x="2350436" y="98234"/>
                  <a:pt x="2373908" y="99584"/>
                  <a:pt x="2399792" y="99584"/>
                </a:cubicBezTo>
                <a:cubicBezTo>
                  <a:pt x="2399792" y="42872"/>
                  <a:pt x="2399047" y="10275"/>
                  <a:pt x="2397556" y="1793"/>
                </a:cubicBezTo>
                <a:close/>
                <a:moveTo>
                  <a:pt x="2868129" y="1350"/>
                </a:moveTo>
                <a:cubicBezTo>
                  <a:pt x="2881012" y="9427"/>
                  <a:pt x="2890405" y="14247"/>
                  <a:pt x="2896308" y="15809"/>
                </a:cubicBezTo>
                <a:cubicBezTo>
                  <a:pt x="2902211" y="17371"/>
                  <a:pt x="2905163" y="20127"/>
                  <a:pt x="2905163" y="24078"/>
                </a:cubicBezTo>
                <a:cubicBezTo>
                  <a:pt x="2905163" y="28028"/>
                  <a:pt x="2903444" y="30730"/>
                  <a:pt x="2900005" y="32182"/>
                </a:cubicBezTo>
                <a:cubicBezTo>
                  <a:pt x="2896566" y="33635"/>
                  <a:pt x="2890361" y="37559"/>
                  <a:pt x="2881388" y="43955"/>
                </a:cubicBezTo>
                <a:cubicBezTo>
                  <a:pt x="2944434" y="43960"/>
                  <a:pt x="2981660" y="42167"/>
                  <a:pt x="2993067" y="38576"/>
                </a:cubicBezTo>
                <a:lnTo>
                  <a:pt x="2993067" y="76424"/>
                </a:lnTo>
                <a:cubicBezTo>
                  <a:pt x="2979994" y="74328"/>
                  <a:pt x="2956522" y="73280"/>
                  <a:pt x="2922651" y="73280"/>
                </a:cubicBezTo>
                <a:cubicBezTo>
                  <a:pt x="2928990" y="82134"/>
                  <a:pt x="2936317" y="97491"/>
                  <a:pt x="2944632" y="119350"/>
                </a:cubicBezTo>
                <a:lnTo>
                  <a:pt x="2905648" y="128902"/>
                </a:lnTo>
                <a:cubicBezTo>
                  <a:pt x="2902858" y="108090"/>
                  <a:pt x="2898181" y="89549"/>
                  <a:pt x="2891618" y="73280"/>
                </a:cubicBezTo>
                <a:lnTo>
                  <a:pt x="2862357" y="73280"/>
                </a:lnTo>
                <a:cubicBezTo>
                  <a:pt x="2850037" y="88125"/>
                  <a:pt x="2833556" y="104422"/>
                  <a:pt x="2812915" y="122172"/>
                </a:cubicBezTo>
                <a:cubicBezTo>
                  <a:pt x="2805162" y="113357"/>
                  <a:pt x="2796235" y="106449"/>
                  <a:pt x="2786134" y="101448"/>
                </a:cubicBezTo>
                <a:cubicBezTo>
                  <a:pt x="2821319" y="76421"/>
                  <a:pt x="2848651" y="43055"/>
                  <a:pt x="2868129" y="1350"/>
                </a:cubicBezTo>
                <a:close/>
                <a:moveTo>
                  <a:pt x="3050645" y="0"/>
                </a:moveTo>
                <a:cubicBezTo>
                  <a:pt x="3063975" y="6239"/>
                  <a:pt x="3073859" y="10663"/>
                  <a:pt x="3080295" y="13273"/>
                </a:cubicBezTo>
                <a:cubicBezTo>
                  <a:pt x="3086732" y="15883"/>
                  <a:pt x="3089950" y="19027"/>
                  <a:pt x="3089950" y="22706"/>
                </a:cubicBezTo>
                <a:cubicBezTo>
                  <a:pt x="3089950" y="26385"/>
                  <a:pt x="3087606" y="29230"/>
                  <a:pt x="3082917" y="31239"/>
                </a:cubicBezTo>
                <a:cubicBezTo>
                  <a:pt x="3078228" y="33249"/>
                  <a:pt x="3072050" y="38086"/>
                  <a:pt x="3064383" y="45748"/>
                </a:cubicBezTo>
                <a:cubicBezTo>
                  <a:pt x="3133487" y="45758"/>
                  <a:pt x="3175947" y="43515"/>
                  <a:pt x="3191763" y="39019"/>
                </a:cubicBezTo>
                <a:lnTo>
                  <a:pt x="3191763" y="76874"/>
                </a:lnTo>
                <a:cubicBezTo>
                  <a:pt x="3179652" y="75078"/>
                  <a:pt x="3152141" y="74181"/>
                  <a:pt x="3109231" y="74181"/>
                </a:cubicBezTo>
                <a:cubicBezTo>
                  <a:pt x="3119475" y="91083"/>
                  <a:pt x="3126652" y="105184"/>
                  <a:pt x="3130762" y="116486"/>
                </a:cubicBezTo>
                <a:lnTo>
                  <a:pt x="3092836" y="127101"/>
                </a:lnTo>
                <a:cubicBezTo>
                  <a:pt x="3090236" y="111652"/>
                  <a:pt x="3085049" y="94012"/>
                  <a:pt x="3077277" y="74181"/>
                </a:cubicBezTo>
                <a:lnTo>
                  <a:pt x="3050231" y="74181"/>
                </a:lnTo>
                <a:cubicBezTo>
                  <a:pt x="3041673" y="87977"/>
                  <a:pt x="3031752" y="101432"/>
                  <a:pt x="3020470" y="114543"/>
                </a:cubicBezTo>
                <a:cubicBezTo>
                  <a:pt x="3016281" y="110371"/>
                  <a:pt x="3011814" y="106862"/>
                  <a:pt x="3007068" y="104016"/>
                </a:cubicBezTo>
                <a:lnTo>
                  <a:pt x="2994422" y="98523"/>
                </a:lnTo>
                <a:lnTo>
                  <a:pt x="3021456" y="132324"/>
                </a:lnTo>
                <a:cubicBezTo>
                  <a:pt x="3097365" y="132324"/>
                  <a:pt x="3152339" y="131123"/>
                  <a:pt x="3186376" y="128723"/>
                </a:cubicBezTo>
                <a:cubicBezTo>
                  <a:pt x="3184286" y="142382"/>
                  <a:pt x="3183240" y="155684"/>
                  <a:pt x="3183240" y="168628"/>
                </a:cubicBezTo>
                <a:cubicBezTo>
                  <a:pt x="3183240" y="181573"/>
                  <a:pt x="3183988" y="195241"/>
                  <a:pt x="3185483" y="209633"/>
                </a:cubicBezTo>
                <a:lnTo>
                  <a:pt x="3146286" y="209633"/>
                </a:lnTo>
                <a:lnTo>
                  <a:pt x="3146286" y="161191"/>
                </a:lnTo>
                <a:lnTo>
                  <a:pt x="2839226" y="161191"/>
                </a:lnTo>
                <a:lnTo>
                  <a:pt x="2839226" y="210976"/>
                </a:lnTo>
                <a:lnTo>
                  <a:pt x="2800035" y="210976"/>
                </a:lnTo>
                <a:cubicBezTo>
                  <a:pt x="2801231" y="197174"/>
                  <a:pt x="2801828" y="182627"/>
                  <a:pt x="2801828" y="167335"/>
                </a:cubicBezTo>
                <a:cubicBezTo>
                  <a:pt x="2801828" y="152043"/>
                  <a:pt x="2801231" y="139172"/>
                  <a:pt x="2800035" y="128723"/>
                </a:cubicBezTo>
                <a:cubicBezTo>
                  <a:pt x="2836040" y="131123"/>
                  <a:pt x="2898083" y="132324"/>
                  <a:pt x="2986166" y="132324"/>
                </a:cubicBezTo>
                <a:cubicBezTo>
                  <a:pt x="2980670" y="126756"/>
                  <a:pt x="2972895" y="119105"/>
                  <a:pt x="2962841" y="109371"/>
                </a:cubicBezTo>
                <a:lnTo>
                  <a:pt x="2986294" y="88361"/>
                </a:lnTo>
                <a:lnTo>
                  <a:pt x="2992763" y="96448"/>
                </a:lnTo>
                <a:lnTo>
                  <a:pt x="3028614" y="48752"/>
                </a:lnTo>
                <a:cubicBezTo>
                  <a:pt x="3038389" y="32507"/>
                  <a:pt x="3045733" y="16257"/>
                  <a:pt x="305064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7A4E04-9A0F-4A0A-A004-E5EB9F637069}"/>
              </a:ext>
            </a:extLst>
          </p:cNvPr>
          <p:cNvSpPr txBox="1"/>
          <p:nvPr/>
        </p:nvSpPr>
        <p:spPr>
          <a:xfrm>
            <a:off x="4784115" y="1748114"/>
            <a:ext cx="2669977" cy="426710"/>
          </a:xfrm>
          <a:custGeom>
            <a:avLst/>
            <a:gdLst/>
            <a:ahLst/>
            <a:cxnLst/>
            <a:rect l="l" t="t" r="r" b="b"/>
            <a:pathLst>
              <a:path w="2669977" h="426710">
                <a:moveTo>
                  <a:pt x="1358463" y="334142"/>
                </a:moveTo>
                <a:cubicBezTo>
                  <a:pt x="1400730" y="336837"/>
                  <a:pt x="1464787" y="338185"/>
                  <a:pt x="1550633" y="338185"/>
                </a:cubicBezTo>
                <a:cubicBezTo>
                  <a:pt x="1636480" y="338185"/>
                  <a:pt x="1705542" y="336837"/>
                  <a:pt x="1757820" y="334142"/>
                </a:cubicBezTo>
                <a:lnTo>
                  <a:pt x="1757820" y="375575"/>
                </a:lnTo>
                <a:cubicBezTo>
                  <a:pt x="1710305" y="372585"/>
                  <a:pt x="1643590" y="371089"/>
                  <a:pt x="1557677" y="371089"/>
                </a:cubicBezTo>
                <a:cubicBezTo>
                  <a:pt x="1471764" y="371089"/>
                  <a:pt x="1405359" y="372585"/>
                  <a:pt x="1358463" y="375575"/>
                </a:cubicBezTo>
                <a:close/>
                <a:moveTo>
                  <a:pt x="2379341" y="326691"/>
                </a:moveTo>
                <a:lnTo>
                  <a:pt x="2379341" y="364195"/>
                </a:lnTo>
                <a:lnTo>
                  <a:pt x="2580994" y="364195"/>
                </a:lnTo>
                <a:lnTo>
                  <a:pt x="2580994" y="326691"/>
                </a:lnTo>
                <a:close/>
                <a:moveTo>
                  <a:pt x="614658" y="273141"/>
                </a:moveTo>
                <a:cubicBezTo>
                  <a:pt x="637894" y="294982"/>
                  <a:pt x="657713" y="319040"/>
                  <a:pt x="674116" y="345314"/>
                </a:cubicBezTo>
                <a:lnTo>
                  <a:pt x="645162" y="365260"/>
                </a:lnTo>
                <a:cubicBezTo>
                  <a:pt x="632670" y="344419"/>
                  <a:pt x="614156" y="320568"/>
                  <a:pt x="589619" y="293708"/>
                </a:cubicBezTo>
                <a:close/>
                <a:moveTo>
                  <a:pt x="1067560" y="242194"/>
                </a:moveTo>
                <a:cubicBezTo>
                  <a:pt x="1082419" y="244295"/>
                  <a:pt x="1095304" y="245345"/>
                  <a:pt x="1106215" y="245345"/>
                </a:cubicBezTo>
                <a:cubicBezTo>
                  <a:pt x="1113154" y="245345"/>
                  <a:pt x="1116623" y="247077"/>
                  <a:pt x="1116623" y="250542"/>
                </a:cubicBezTo>
                <a:cubicBezTo>
                  <a:pt x="1116623" y="254007"/>
                  <a:pt x="1115458" y="256653"/>
                  <a:pt x="1113126" y="258482"/>
                </a:cubicBezTo>
                <a:cubicBezTo>
                  <a:pt x="1110795" y="260311"/>
                  <a:pt x="1109150" y="262604"/>
                  <a:pt x="1108190" y="265362"/>
                </a:cubicBezTo>
                <a:cubicBezTo>
                  <a:pt x="1107230" y="268119"/>
                  <a:pt x="1106751" y="270741"/>
                  <a:pt x="1106751" y="273227"/>
                </a:cubicBezTo>
                <a:lnTo>
                  <a:pt x="1106751" y="300509"/>
                </a:lnTo>
                <a:cubicBezTo>
                  <a:pt x="1139174" y="300509"/>
                  <a:pt x="1168327" y="299311"/>
                  <a:pt x="1194212" y="296915"/>
                </a:cubicBezTo>
                <a:lnTo>
                  <a:pt x="1194212" y="332520"/>
                </a:lnTo>
                <a:cubicBezTo>
                  <a:pt x="1164589" y="330129"/>
                  <a:pt x="1135435" y="328934"/>
                  <a:pt x="1106751" y="328934"/>
                </a:cubicBezTo>
                <a:lnTo>
                  <a:pt x="1106751" y="372275"/>
                </a:lnTo>
                <a:cubicBezTo>
                  <a:pt x="1158233" y="372275"/>
                  <a:pt x="1203384" y="370925"/>
                  <a:pt x="1242203" y="368224"/>
                </a:cubicBezTo>
                <a:lnTo>
                  <a:pt x="1242203" y="405179"/>
                </a:lnTo>
                <a:cubicBezTo>
                  <a:pt x="1200955" y="402788"/>
                  <a:pt x="1150161" y="401593"/>
                  <a:pt x="1089820" y="401593"/>
                </a:cubicBezTo>
                <a:cubicBezTo>
                  <a:pt x="1029479" y="401593"/>
                  <a:pt x="978701" y="402788"/>
                  <a:pt x="937487" y="405179"/>
                </a:cubicBezTo>
                <a:lnTo>
                  <a:pt x="937487" y="368224"/>
                </a:lnTo>
                <a:cubicBezTo>
                  <a:pt x="975987" y="370925"/>
                  <a:pt x="1020540" y="372275"/>
                  <a:pt x="1071146" y="372275"/>
                </a:cubicBezTo>
                <a:lnTo>
                  <a:pt x="1071146" y="328934"/>
                </a:lnTo>
                <a:cubicBezTo>
                  <a:pt x="1034413" y="328934"/>
                  <a:pt x="1003316" y="330129"/>
                  <a:pt x="977856" y="332520"/>
                </a:cubicBezTo>
                <a:lnTo>
                  <a:pt x="977856" y="296915"/>
                </a:lnTo>
                <a:cubicBezTo>
                  <a:pt x="1000206" y="299311"/>
                  <a:pt x="1031303" y="300509"/>
                  <a:pt x="1071146" y="300509"/>
                </a:cubicBezTo>
                <a:lnTo>
                  <a:pt x="1071146" y="291615"/>
                </a:lnTo>
                <a:cubicBezTo>
                  <a:pt x="1071146" y="274889"/>
                  <a:pt x="1069951" y="258415"/>
                  <a:pt x="1067560" y="242194"/>
                </a:cubicBezTo>
                <a:close/>
                <a:moveTo>
                  <a:pt x="41891" y="235644"/>
                </a:moveTo>
                <a:lnTo>
                  <a:pt x="41891" y="285264"/>
                </a:lnTo>
                <a:lnTo>
                  <a:pt x="270006" y="285264"/>
                </a:lnTo>
                <a:lnTo>
                  <a:pt x="270006" y="235644"/>
                </a:lnTo>
                <a:close/>
                <a:moveTo>
                  <a:pt x="2379341" y="213212"/>
                </a:moveTo>
                <a:lnTo>
                  <a:pt x="2379341" y="243102"/>
                </a:lnTo>
                <a:lnTo>
                  <a:pt x="2558120" y="243102"/>
                </a:lnTo>
                <a:lnTo>
                  <a:pt x="2558120" y="213212"/>
                </a:lnTo>
                <a:close/>
                <a:moveTo>
                  <a:pt x="1014361" y="189445"/>
                </a:moveTo>
                <a:lnTo>
                  <a:pt x="1014361" y="213048"/>
                </a:lnTo>
                <a:lnTo>
                  <a:pt x="1160400" y="213048"/>
                </a:lnTo>
                <a:lnTo>
                  <a:pt x="1160400" y="189445"/>
                </a:lnTo>
                <a:close/>
                <a:moveTo>
                  <a:pt x="716550" y="188823"/>
                </a:moveTo>
                <a:cubicBezTo>
                  <a:pt x="732523" y="190919"/>
                  <a:pt x="745216" y="191967"/>
                  <a:pt x="754629" y="191967"/>
                </a:cubicBezTo>
                <a:cubicBezTo>
                  <a:pt x="764042" y="191967"/>
                  <a:pt x="768749" y="193924"/>
                  <a:pt x="768749" y="197839"/>
                </a:cubicBezTo>
                <a:cubicBezTo>
                  <a:pt x="768749" y="201754"/>
                  <a:pt x="766656" y="205355"/>
                  <a:pt x="762469" y="208644"/>
                </a:cubicBezTo>
                <a:cubicBezTo>
                  <a:pt x="758283" y="211932"/>
                  <a:pt x="756190" y="216567"/>
                  <a:pt x="756190" y="222549"/>
                </a:cubicBezTo>
                <a:lnTo>
                  <a:pt x="756190" y="239958"/>
                </a:lnTo>
                <a:cubicBezTo>
                  <a:pt x="787432" y="239958"/>
                  <a:pt x="809559" y="238911"/>
                  <a:pt x="822570" y="236815"/>
                </a:cubicBezTo>
                <a:lnTo>
                  <a:pt x="822570" y="272420"/>
                </a:lnTo>
                <a:cubicBezTo>
                  <a:pt x="809344" y="270624"/>
                  <a:pt x="787218" y="269726"/>
                  <a:pt x="756190" y="269726"/>
                </a:cubicBezTo>
                <a:lnTo>
                  <a:pt x="756190" y="379976"/>
                </a:lnTo>
                <a:cubicBezTo>
                  <a:pt x="756190" y="400517"/>
                  <a:pt x="750580" y="413216"/>
                  <a:pt x="739359" y="418074"/>
                </a:cubicBezTo>
                <a:cubicBezTo>
                  <a:pt x="728139" y="422931"/>
                  <a:pt x="706931" y="425360"/>
                  <a:pt x="675737" y="425360"/>
                </a:cubicBezTo>
                <a:cubicBezTo>
                  <a:pt x="676633" y="413373"/>
                  <a:pt x="673342" y="400159"/>
                  <a:pt x="665865" y="385719"/>
                </a:cubicBezTo>
                <a:cubicBezTo>
                  <a:pt x="681976" y="388115"/>
                  <a:pt x="693524" y="389313"/>
                  <a:pt x="700508" y="389313"/>
                </a:cubicBezTo>
                <a:cubicBezTo>
                  <a:pt x="707492" y="389313"/>
                  <a:pt x="712436" y="387863"/>
                  <a:pt x="715339" y="384962"/>
                </a:cubicBezTo>
                <a:cubicBezTo>
                  <a:pt x="718241" y="382062"/>
                  <a:pt x="719693" y="374270"/>
                  <a:pt x="719693" y="361588"/>
                </a:cubicBezTo>
                <a:lnTo>
                  <a:pt x="719693" y="269726"/>
                </a:lnTo>
                <a:lnTo>
                  <a:pt x="649362" y="269726"/>
                </a:lnTo>
                <a:cubicBezTo>
                  <a:pt x="614006" y="269726"/>
                  <a:pt x="589457" y="270624"/>
                  <a:pt x="575718" y="272420"/>
                </a:cubicBezTo>
                <a:lnTo>
                  <a:pt x="575718" y="236815"/>
                </a:lnTo>
                <a:cubicBezTo>
                  <a:pt x="588686" y="238911"/>
                  <a:pt x="613234" y="239958"/>
                  <a:pt x="649362" y="239958"/>
                </a:cubicBezTo>
                <a:lnTo>
                  <a:pt x="719693" y="239958"/>
                </a:lnTo>
                <a:cubicBezTo>
                  <a:pt x="719693" y="218689"/>
                  <a:pt x="718645" y="201644"/>
                  <a:pt x="716550" y="188823"/>
                </a:cubicBezTo>
                <a:close/>
                <a:moveTo>
                  <a:pt x="2340143" y="180751"/>
                </a:moveTo>
                <a:cubicBezTo>
                  <a:pt x="2380381" y="182251"/>
                  <a:pt x="2424278" y="183001"/>
                  <a:pt x="2471834" y="183001"/>
                </a:cubicBezTo>
                <a:cubicBezTo>
                  <a:pt x="2519390" y="183001"/>
                  <a:pt x="2560618" y="182251"/>
                  <a:pt x="2595518" y="180751"/>
                </a:cubicBezTo>
                <a:cubicBezTo>
                  <a:pt x="2593727" y="195339"/>
                  <a:pt x="2592832" y="211769"/>
                  <a:pt x="2592832" y="230043"/>
                </a:cubicBezTo>
                <a:cubicBezTo>
                  <a:pt x="2592832" y="248317"/>
                  <a:pt x="2593727" y="263340"/>
                  <a:pt x="2595518" y="275113"/>
                </a:cubicBezTo>
                <a:cubicBezTo>
                  <a:pt x="2565390" y="273617"/>
                  <a:pt x="2526940" y="272870"/>
                  <a:pt x="2480167" y="272870"/>
                </a:cubicBezTo>
                <a:lnTo>
                  <a:pt x="2379341" y="272870"/>
                </a:lnTo>
                <a:lnTo>
                  <a:pt x="2379341" y="296923"/>
                </a:lnTo>
                <a:lnTo>
                  <a:pt x="2482861" y="296923"/>
                </a:lnTo>
                <a:cubicBezTo>
                  <a:pt x="2527152" y="296923"/>
                  <a:pt x="2572779" y="296173"/>
                  <a:pt x="2619742" y="294672"/>
                </a:cubicBezTo>
                <a:cubicBezTo>
                  <a:pt x="2618247" y="303007"/>
                  <a:pt x="2617499" y="314696"/>
                  <a:pt x="2617499" y="329741"/>
                </a:cubicBezTo>
                <a:lnTo>
                  <a:pt x="2617499" y="378633"/>
                </a:lnTo>
                <a:cubicBezTo>
                  <a:pt x="2617499" y="389791"/>
                  <a:pt x="2618544" y="402976"/>
                  <a:pt x="2620635" y="418188"/>
                </a:cubicBezTo>
                <a:lnTo>
                  <a:pt x="2580994" y="418188"/>
                </a:lnTo>
                <a:lnTo>
                  <a:pt x="2580994" y="394864"/>
                </a:lnTo>
                <a:lnTo>
                  <a:pt x="2379341" y="394864"/>
                </a:lnTo>
                <a:cubicBezTo>
                  <a:pt x="2379874" y="405122"/>
                  <a:pt x="2380619" y="415288"/>
                  <a:pt x="2381576" y="425360"/>
                </a:cubicBezTo>
                <a:lnTo>
                  <a:pt x="2339242" y="425360"/>
                </a:lnTo>
                <a:cubicBezTo>
                  <a:pt x="2341638" y="406948"/>
                  <a:pt x="2342836" y="392118"/>
                  <a:pt x="2342836" y="380869"/>
                </a:cubicBezTo>
                <a:lnTo>
                  <a:pt x="2342836" y="229271"/>
                </a:lnTo>
                <a:cubicBezTo>
                  <a:pt x="2342836" y="207716"/>
                  <a:pt x="2341938" y="191543"/>
                  <a:pt x="2340143" y="180751"/>
                </a:cubicBezTo>
                <a:close/>
                <a:moveTo>
                  <a:pt x="41891" y="154905"/>
                </a:moveTo>
                <a:lnTo>
                  <a:pt x="41891" y="205425"/>
                </a:lnTo>
                <a:lnTo>
                  <a:pt x="270006" y="205425"/>
                </a:lnTo>
                <a:lnTo>
                  <a:pt x="270006" y="154905"/>
                </a:lnTo>
                <a:close/>
                <a:moveTo>
                  <a:pt x="1014361" y="139660"/>
                </a:moveTo>
                <a:lnTo>
                  <a:pt x="1014361" y="163713"/>
                </a:lnTo>
                <a:lnTo>
                  <a:pt x="1160400" y="163713"/>
                </a:lnTo>
                <a:lnTo>
                  <a:pt x="1160400" y="139660"/>
                </a:lnTo>
                <a:close/>
                <a:moveTo>
                  <a:pt x="1014361" y="89425"/>
                </a:moveTo>
                <a:lnTo>
                  <a:pt x="1014361" y="112135"/>
                </a:lnTo>
                <a:lnTo>
                  <a:pt x="1160400" y="112135"/>
                </a:lnTo>
                <a:lnTo>
                  <a:pt x="1160400" y="89425"/>
                </a:lnTo>
                <a:close/>
                <a:moveTo>
                  <a:pt x="2040520" y="69244"/>
                </a:moveTo>
                <a:cubicBezTo>
                  <a:pt x="2040080" y="130834"/>
                  <a:pt x="2038188" y="179074"/>
                  <a:pt x="2034844" y="213963"/>
                </a:cubicBezTo>
                <a:lnTo>
                  <a:pt x="2033965" y="221965"/>
                </a:lnTo>
                <a:lnTo>
                  <a:pt x="2063130" y="208554"/>
                </a:lnTo>
                <a:cubicBezTo>
                  <a:pt x="2077022" y="242316"/>
                  <a:pt x="2094793" y="273115"/>
                  <a:pt x="2116443" y="300952"/>
                </a:cubicBezTo>
                <a:cubicBezTo>
                  <a:pt x="2134884" y="274320"/>
                  <a:pt x="2147202" y="239842"/>
                  <a:pt x="2153398" y="197517"/>
                </a:cubicBezTo>
                <a:lnTo>
                  <a:pt x="2114915" y="197517"/>
                </a:lnTo>
                <a:cubicBezTo>
                  <a:pt x="2107314" y="197517"/>
                  <a:pt x="2096519" y="198415"/>
                  <a:pt x="2082532" y="200211"/>
                </a:cubicBezTo>
                <a:lnTo>
                  <a:pt x="2129174" y="69244"/>
                </a:lnTo>
                <a:close/>
                <a:moveTo>
                  <a:pt x="1388967" y="67723"/>
                </a:moveTo>
                <a:cubicBezTo>
                  <a:pt x="1430048" y="70418"/>
                  <a:pt x="1484772" y="71766"/>
                  <a:pt x="1553137" y="71766"/>
                </a:cubicBezTo>
                <a:cubicBezTo>
                  <a:pt x="1621503" y="71766"/>
                  <a:pt x="1675974" y="70418"/>
                  <a:pt x="1716551" y="67723"/>
                </a:cubicBezTo>
                <a:lnTo>
                  <a:pt x="1716551" y="106920"/>
                </a:lnTo>
                <a:cubicBezTo>
                  <a:pt x="1678036" y="105125"/>
                  <a:pt x="1626556" y="104227"/>
                  <a:pt x="1562110" y="104227"/>
                </a:cubicBezTo>
                <a:cubicBezTo>
                  <a:pt x="1497664" y="104227"/>
                  <a:pt x="1439949" y="105125"/>
                  <a:pt x="1388967" y="106920"/>
                </a:cubicBezTo>
                <a:close/>
                <a:moveTo>
                  <a:pt x="20617" y="18388"/>
                </a:moveTo>
                <a:cubicBezTo>
                  <a:pt x="50278" y="41300"/>
                  <a:pt x="78448" y="67544"/>
                  <a:pt x="105128" y="97119"/>
                </a:cubicBezTo>
                <a:lnTo>
                  <a:pt x="77639" y="119479"/>
                </a:lnTo>
                <a:cubicBezTo>
                  <a:pt x="58065" y="92266"/>
                  <a:pt x="32185" y="66513"/>
                  <a:pt x="0" y="42219"/>
                </a:cubicBezTo>
                <a:close/>
                <a:moveTo>
                  <a:pt x="277949" y="13902"/>
                </a:moveTo>
                <a:cubicBezTo>
                  <a:pt x="291532" y="23708"/>
                  <a:pt x="301931" y="30333"/>
                  <a:pt x="309146" y="33779"/>
                </a:cubicBezTo>
                <a:cubicBezTo>
                  <a:pt x="316361" y="37225"/>
                  <a:pt x="319969" y="40858"/>
                  <a:pt x="319969" y="44680"/>
                </a:cubicBezTo>
                <a:cubicBezTo>
                  <a:pt x="319969" y="48502"/>
                  <a:pt x="317020" y="51929"/>
                  <a:pt x="311121" y="54960"/>
                </a:cubicBezTo>
                <a:cubicBezTo>
                  <a:pt x="305223" y="57992"/>
                  <a:pt x="297653" y="63690"/>
                  <a:pt x="288411" y="72055"/>
                </a:cubicBezTo>
                <a:cubicBezTo>
                  <a:pt x="283791" y="76238"/>
                  <a:pt x="277035" y="82580"/>
                  <a:pt x="268144" y="91082"/>
                </a:cubicBezTo>
                <a:lnTo>
                  <a:pt x="235478" y="122666"/>
                </a:lnTo>
                <a:lnTo>
                  <a:pt x="234573" y="122696"/>
                </a:lnTo>
                <a:lnTo>
                  <a:pt x="211255" y="105213"/>
                </a:lnTo>
                <a:cubicBezTo>
                  <a:pt x="243959" y="73066"/>
                  <a:pt x="266191" y="42629"/>
                  <a:pt x="277949" y="13902"/>
                </a:cubicBezTo>
                <a:close/>
                <a:moveTo>
                  <a:pt x="973820" y="7622"/>
                </a:moveTo>
                <a:cubicBezTo>
                  <a:pt x="988688" y="10318"/>
                  <a:pt x="1000433" y="11666"/>
                  <a:pt x="1009053" y="11666"/>
                </a:cubicBezTo>
                <a:cubicBezTo>
                  <a:pt x="1017673" y="11666"/>
                  <a:pt x="1021983" y="13531"/>
                  <a:pt x="1021983" y="17263"/>
                </a:cubicBezTo>
                <a:cubicBezTo>
                  <a:pt x="1021983" y="20994"/>
                  <a:pt x="1020661" y="23960"/>
                  <a:pt x="1018018" y="26160"/>
                </a:cubicBezTo>
                <a:cubicBezTo>
                  <a:pt x="1015580" y="28599"/>
                  <a:pt x="1014361" y="33661"/>
                  <a:pt x="1014361" y="41348"/>
                </a:cubicBezTo>
                <a:lnTo>
                  <a:pt x="1014361" y="59207"/>
                </a:lnTo>
                <a:lnTo>
                  <a:pt x="1160400" y="59207"/>
                </a:lnTo>
                <a:cubicBezTo>
                  <a:pt x="1160400" y="40562"/>
                  <a:pt x="1159205" y="23815"/>
                  <a:pt x="1156814" y="8965"/>
                </a:cubicBezTo>
                <a:cubicBezTo>
                  <a:pt x="1173740" y="11961"/>
                  <a:pt x="1186447" y="13459"/>
                  <a:pt x="1194937" y="13459"/>
                </a:cubicBezTo>
                <a:cubicBezTo>
                  <a:pt x="1203426" y="13459"/>
                  <a:pt x="1207670" y="15399"/>
                  <a:pt x="1207670" y="19281"/>
                </a:cubicBezTo>
                <a:cubicBezTo>
                  <a:pt x="1207670" y="23162"/>
                  <a:pt x="1206068" y="26439"/>
                  <a:pt x="1202863" y="29111"/>
                </a:cubicBezTo>
                <a:cubicBezTo>
                  <a:pt x="1198291" y="32535"/>
                  <a:pt x="1196005" y="37362"/>
                  <a:pt x="1196005" y="43591"/>
                </a:cubicBezTo>
                <a:lnTo>
                  <a:pt x="1196005" y="59214"/>
                </a:lnTo>
                <a:cubicBezTo>
                  <a:pt x="1217388" y="58962"/>
                  <a:pt x="1241460" y="57462"/>
                  <a:pt x="1268221" y="54714"/>
                </a:cubicBezTo>
                <a:lnTo>
                  <a:pt x="1268221" y="93011"/>
                </a:lnTo>
                <a:cubicBezTo>
                  <a:pt x="1243603" y="90921"/>
                  <a:pt x="1219531" y="89875"/>
                  <a:pt x="1196005" y="89875"/>
                </a:cubicBezTo>
                <a:lnTo>
                  <a:pt x="1196005" y="212591"/>
                </a:lnTo>
                <a:cubicBezTo>
                  <a:pt x="1223265" y="212343"/>
                  <a:pt x="1255560" y="210998"/>
                  <a:pt x="1292888" y="208554"/>
                </a:cubicBezTo>
                <a:lnTo>
                  <a:pt x="1292888" y="246402"/>
                </a:lnTo>
                <a:cubicBezTo>
                  <a:pt x="1268218" y="244307"/>
                  <a:pt x="1231888" y="242813"/>
                  <a:pt x="1183896" y="241923"/>
                </a:cubicBezTo>
                <a:cubicBezTo>
                  <a:pt x="1212014" y="273327"/>
                  <a:pt x="1251483" y="296068"/>
                  <a:pt x="1302304" y="310146"/>
                </a:cubicBezTo>
                <a:cubicBezTo>
                  <a:pt x="1293507" y="322442"/>
                  <a:pt x="1286497" y="334685"/>
                  <a:pt x="1281272" y="346872"/>
                </a:cubicBezTo>
                <a:cubicBezTo>
                  <a:pt x="1220122" y="315958"/>
                  <a:pt x="1176331" y="280825"/>
                  <a:pt x="1149899" y="241473"/>
                </a:cubicBezTo>
                <a:lnTo>
                  <a:pt x="1030498" y="241473"/>
                </a:lnTo>
                <a:cubicBezTo>
                  <a:pt x="997184" y="286583"/>
                  <a:pt x="950714" y="322764"/>
                  <a:pt x="891088" y="350015"/>
                </a:cubicBezTo>
                <a:cubicBezTo>
                  <a:pt x="887421" y="338090"/>
                  <a:pt x="880910" y="327688"/>
                  <a:pt x="871557" y="318811"/>
                </a:cubicBezTo>
                <a:cubicBezTo>
                  <a:pt x="925807" y="298751"/>
                  <a:pt x="966173" y="273122"/>
                  <a:pt x="992658" y="241923"/>
                </a:cubicBezTo>
                <a:cubicBezTo>
                  <a:pt x="949990" y="242513"/>
                  <a:pt x="916053" y="244006"/>
                  <a:pt x="890845" y="246402"/>
                </a:cubicBezTo>
                <a:lnTo>
                  <a:pt x="890845" y="208554"/>
                </a:lnTo>
                <a:cubicBezTo>
                  <a:pt x="921311" y="211002"/>
                  <a:pt x="950614" y="212348"/>
                  <a:pt x="978756" y="212591"/>
                </a:cubicBezTo>
                <a:lnTo>
                  <a:pt x="978756" y="89425"/>
                </a:lnTo>
                <a:cubicBezTo>
                  <a:pt x="959063" y="89425"/>
                  <a:pt x="935589" y="90621"/>
                  <a:pt x="908333" y="93011"/>
                </a:cubicBezTo>
                <a:lnTo>
                  <a:pt x="908333" y="54714"/>
                </a:lnTo>
                <a:cubicBezTo>
                  <a:pt x="935160" y="57414"/>
                  <a:pt x="958634" y="58764"/>
                  <a:pt x="978756" y="58764"/>
                </a:cubicBezTo>
                <a:cubicBezTo>
                  <a:pt x="978756" y="41986"/>
                  <a:pt x="977110" y="24939"/>
                  <a:pt x="973820" y="7622"/>
                </a:cubicBezTo>
                <a:close/>
                <a:moveTo>
                  <a:pt x="665422" y="5829"/>
                </a:moveTo>
                <a:cubicBezTo>
                  <a:pt x="681695" y="7929"/>
                  <a:pt x="695328" y="8979"/>
                  <a:pt x="706320" y="8979"/>
                </a:cubicBezTo>
                <a:cubicBezTo>
                  <a:pt x="714154" y="8979"/>
                  <a:pt x="718071" y="11157"/>
                  <a:pt x="718071" y="15512"/>
                </a:cubicBezTo>
                <a:cubicBezTo>
                  <a:pt x="718071" y="19868"/>
                  <a:pt x="716202" y="23466"/>
                  <a:pt x="712463" y="26307"/>
                </a:cubicBezTo>
                <a:cubicBezTo>
                  <a:pt x="708725" y="29147"/>
                  <a:pt x="706855" y="33563"/>
                  <a:pt x="706855" y="39555"/>
                </a:cubicBezTo>
                <a:lnTo>
                  <a:pt x="706855" y="74452"/>
                </a:lnTo>
                <a:cubicBezTo>
                  <a:pt x="747551" y="74461"/>
                  <a:pt x="779545" y="72816"/>
                  <a:pt x="802839" y="69516"/>
                </a:cubicBezTo>
                <a:lnTo>
                  <a:pt x="802839" y="108713"/>
                </a:lnTo>
                <a:cubicBezTo>
                  <a:pt x="775454" y="105718"/>
                  <a:pt x="743460" y="104072"/>
                  <a:pt x="706855" y="103777"/>
                </a:cubicBezTo>
                <a:lnTo>
                  <a:pt x="706855" y="155183"/>
                </a:lnTo>
                <a:cubicBezTo>
                  <a:pt x="754942" y="155188"/>
                  <a:pt x="795757" y="153245"/>
                  <a:pt x="829299" y="149354"/>
                </a:cubicBezTo>
                <a:lnTo>
                  <a:pt x="829299" y="189895"/>
                </a:lnTo>
                <a:cubicBezTo>
                  <a:pt x="794171" y="186004"/>
                  <a:pt x="752106" y="184059"/>
                  <a:pt x="703105" y="184059"/>
                </a:cubicBezTo>
                <a:cubicBezTo>
                  <a:pt x="654104" y="184059"/>
                  <a:pt x="608800" y="186004"/>
                  <a:pt x="567195" y="189895"/>
                </a:cubicBezTo>
                <a:lnTo>
                  <a:pt x="567195" y="149354"/>
                </a:lnTo>
                <a:cubicBezTo>
                  <a:pt x="606138" y="153293"/>
                  <a:pt x="639926" y="155395"/>
                  <a:pt x="668558" y="155662"/>
                </a:cubicBezTo>
                <a:lnTo>
                  <a:pt x="668558" y="103777"/>
                </a:lnTo>
                <a:cubicBezTo>
                  <a:pt x="635292" y="104072"/>
                  <a:pt x="607036" y="105718"/>
                  <a:pt x="583790" y="108713"/>
                </a:cubicBezTo>
                <a:lnTo>
                  <a:pt x="583790" y="69516"/>
                </a:lnTo>
                <a:cubicBezTo>
                  <a:pt x="606421" y="72859"/>
                  <a:pt x="634677" y="74666"/>
                  <a:pt x="668558" y="74938"/>
                </a:cubicBezTo>
                <a:cubicBezTo>
                  <a:pt x="668558" y="42467"/>
                  <a:pt x="667512" y="19431"/>
                  <a:pt x="665422" y="5829"/>
                </a:cubicBezTo>
                <a:close/>
                <a:moveTo>
                  <a:pt x="484220" y="5829"/>
                </a:moveTo>
                <a:cubicBezTo>
                  <a:pt x="502289" y="9720"/>
                  <a:pt x="516670" y="11666"/>
                  <a:pt x="527362" y="11666"/>
                </a:cubicBezTo>
                <a:cubicBezTo>
                  <a:pt x="533700" y="11666"/>
                  <a:pt x="536870" y="13362"/>
                  <a:pt x="536870" y="16755"/>
                </a:cubicBezTo>
                <a:cubicBezTo>
                  <a:pt x="536870" y="20149"/>
                  <a:pt x="535464" y="23643"/>
                  <a:pt x="532652" y="27239"/>
                </a:cubicBezTo>
                <a:cubicBezTo>
                  <a:pt x="529839" y="30835"/>
                  <a:pt x="527746" y="36272"/>
                  <a:pt x="526372" y="43552"/>
                </a:cubicBezTo>
                <a:cubicBezTo>
                  <a:pt x="524998" y="50831"/>
                  <a:pt x="524311" y="59067"/>
                  <a:pt x="524311" y="68258"/>
                </a:cubicBezTo>
                <a:lnTo>
                  <a:pt x="524311" y="110778"/>
                </a:lnTo>
                <a:cubicBezTo>
                  <a:pt x="539075" y="110835"/>
                  <a:pt x="554772" y="109940"/>
                  <a:pt x="571403" y="108092"/>
                </a:cubicBezTo>
                <a:lnTo>
                  <a:pt x="571403" y="144146"/>
                </a:lnTo>
                <a:cubicBezTo>
                  <a:pt x="554515" y="142651"/>
                  <a:pt x="538818" y="141903"/>
                  <a:pt x="524311" y="141903"/>
                </a:cubicBezTo>
                <a:lnTo>
                  <a:pt x="524311" y="213491"/>
                </a:lnTo>
                <a:cubicBezTo>
                  <a:pt x="530745" y="208833"/>
                  <a:pt x="544366" y="201358"/>
                  <a:pt x="565173" y="191067"/>
                </a:cubicBezTo>
                <a:cubicBezTo>
                  <a:pt x="566535" y="200844"/>
                  <a:pt x="569360" y="210526"/>
                  <a:pt x="573646" y="220113"/>
                </a:cubicBezTo>
                <a:lnTo>
                  <a:pt x="524311" y="245588"/>
                </a:lnTo>
                <a:lnTo>
                  <a:pt x="524311" y="313146"/>
                </a:lnTo>
                <a:cubicBezTo>
                  <a:pt x="524311" y="356218"/>
                  <a:pt x="525657" y="394073"/>
                  <a:pt x="528347" y="426710"/>
                </a:cubicBezTo>
                <a:lnTo>
                  <a:pt x="484220" y="426710"/>
                </a:lnTo>
                <a:cubicBezTo>
                  <a:pt x="487511" y="391087"/>
                  <a:pt x="489157" y="353232"/>
                  <a:pt x="489157" y="313146"/>
                </a:cubicBezTo>
                <a:lnTo>
                  <a:pt x="489157" y="260311"/>
                </a:lnTo>
                <a:lnTo>
                  <a:pt x="427235" y="291258"/>
                </a:lnTo>
                <a:cubicBezTo>
                  <a:pt x="424492" y="280118"/>
                  <a:pt x="418219" y="268057"/>
                  <a:pt x="408418" y="255075"/>
                </a:cubicBezTo>
                <a:cubicBezTo>
                  <a:pt x="441989" y="245230"/>
                  <a:pt x="468902" y="235927"/>
                  <a:pt x="489157" y="227164"/>
                </a:cubicBezTo>
                <a:lnTo>
                  <a:pt x="489157" y="141453"/>
                </a:lnTo>
                <a:lnTo>
                  <a:pt x="459975" y="141453"/>
                </a:lnTo>
                <a:cubicBezTo>
                  <a:pt x="456788" y="153688"/>
                  <a:pt x="451300" y="172076"/>
                  <a:pt x="443508" y="196617"/>
                </a:cubicBezTo>
                <a:cubicBezTo>
                  <a:pt x="432945" y="192064"/>
                  <a:pt x="421101" y="188988"/>
                  <a:pt x="407975" y="187387"/>
                </a:cubicBezTo>
                <a:cubicBezTo>
                  <a:pt x="426244" y="148230"/>
                  <a:pt x="436805" y="104903"/>
                  <a:pt x="439658" y="57407"/>
                </a:cubicBezTo>
                <a:cubicBezTo>
                  <a:pt x="458150" y="60631"/>
                  <a:pt x="470081" y="62871"/>
                  <a:pt x="475448" y="64126"/>
                </a:cubicBezTo>
                <a:cubicBezTo>
                  <a:pt x="480815" y="65381"/>
                  <a:pt x="483499" y="67875"/>
                  <a:pt x="483499" y="71609"/>
                </a:cubicBezTo>
                <a:cubicBezTo>
                  <a:pt x="483499" y="75343"/>
                  <a:pt x="482109" y="78271"/>
                  <a:pt x="479331" y="80396"/>
                </a:cubicBezTo>
                <a:cubicBezTo>
                  <a:pt x="476552" y="82520"/>
                  <a:pt x="474584" y="85318"/>
                  <a:pt x="473426" y="88789"/>
                </a:cubicBezTo>
                <a:cubicBezTo>
                  <a:pt x="472269" y="92261"/>
                  <a:pt x="469945" y="99743"/>
                  <a:pt x="466454" y="111235"/>
                </a:cubicBezTo>
                <a:lnTo>
                  <a:pt x="489157" y="111235"/>
                </a:lnTo>
                <a:lnTo>
                  <a:pt x="489157" y="77674"/>
                </a:lnTo>
                <a:cubicBezTo>
                  <a:pt x="489157" y="44474"/>
                  <a:pt x="487511" y="20526"/>
                  <a:pt x="484220" y="5829"/>
                </a:cubicBezTo>
                <a:close/>
                <a:moveTo>
                  <a:pt x="1875771" y="2686"/>
                </a:moveTo>
                <a:cubicBezTo>
                  <a:pt x="1886605" y="5158"/>
                  <a:pt x="1893598" y="6599"/>
                  <a:pt x="1896748" y="7011"/>
                </a:cubicBezTo>
                <a:cubicBezTo>
                  <a:pt x="1899899" y="7423"/>
                  <a:pt x="1905516" y="7629"/>
                  <a:pt x="1913600" y="7629"/>
                </a:cubicBezTo>
                <a:cubicBezTo>
                  <a:pt x="1921685" y="7629"/>
                  <a:pt x="1925727" y="9622"/>
                  <a:pt x="1925727" y="13609"/>
                </a:cubicBezTo>
                <a:cubicBezTo>
                  <a:pt x="1925727" y="17595"/>
                  <a:pt x="1924084" y="21068"/>
                  <a:pt x="1920798" y="24028"/>
                </a:cubicBezTo>
                <a:cubicBezTo>
                  <a:pt x="1917511" y="26988"/>
                  <a:pt x="1915268" y="29725"/>
                  <a:pt x="1914068" y="32240"/>
                </a:cubicBezTo>
                <a:cubicBezTo>
                  <a:pt x="1912868" y="34754"/>
                  <a:pt x="1912268" y="36742"/>
                  <a:pt x="1912268" y="38205"/>
                </a:cubicBezTo>
                <a:lnTo>
                  <a:pt x="1912268" y="100491"/>
                </a:lnTo>
                <a:cubicBezTo>
                  <a:pt x="1937371" y="100229"/>
                  <a:pt x="1958302" y="98874"/>
                  <a:pt x="1975061" y="96426"/>
                </a:cubicBezTo>
                <a:lnTo>
                  <a:pt x="1975061" y="135624"/>
                </a:lnTo>
                <a:cubicBezTo>
                  <a:pt x="1954273" y="133524"/>
                  <a:pt x="1933342" y="132326"/>
                  <a:pt x="1912268" y="132031"/>
                </a:cubicBezTo>
                <a:lnTo>
                  <a:pt x="1912268" y="153055"/>
                </a:lnTo>
                <a:cubicBezTo>
                  <a:pt x="1935809" y="180129"/>
                  <a:pt x="1958085" y="209259"/>
                  <a:pt x="1979098" y="240444"/>
                </a:cubicBezTo>
                <a:lnTo>
                  <a:pt x="1947122" y="260754"/>
                </a:lnTo>
                <a:cubicBezTo>
                  <a:pt x="1934992" y="237265"/>
                  <a:pt x="1923374" y="213646"/>
                  <a:pt x="1912268" y="189895"/>
                </a:cubicBezTo>
                <a:lnTo>
                  <a:pt x="1912268" y="336020"/>
                </a:lnTo>
                <a:cubicBezTo>
                  <a:pt x="1912268" y="347508"/>
                  <a:pt x="1912642" y="360435"/>
                  <a:pt x="1913390" y="374802"/>
                </a:cubicBezTo>
                <a:lnTo>
                  <a:pt x="1913399" y="374952"/>
                </a:lnTo>
                <a:lnTo>
                  <a:pt x="1963306" y="325048"/>
                </a:lnTo>
                <a:cubicBezTo>
                  <a:pt x="1976353" y="307191"/>
                  <a:pt x="1985677" y="288245"/>
                  <a:pt x="1991278" y="268212"/>
                </a:cubicBezTo>
                <a:cubicBezTo>
                  <a:pt x="2002479" y="228145"/>
                  <a:pt x="2007211" y="161822"/>
                  <a:pt x="2005472" y="69244"/>
                </a:cubicBezTo>
                <a:cubicBezTo>
                  <a:pt x="1984722" y="69244"/>
                  <a:pt x="1968846" y="69842"/>
                  <a:pt x="1957845" y="71037"/>
                </a:cubicBezTo>
                <a:lnTo>
                  <a:pt x="1957845" y="35433"/>
                </a:lnTo>
                <a:cubicBezTo>
                  <a:pt x="1981843" y="37528"/>
                  <a:pt x="2015262" y="38576"/>
                  <a:pt x="2058100" y="38576"/>
                </a:cubicBezTo>
                <a:cubicBezTo>
                  <a:pt x="2100939" y="38576"/>
                  <a:pt x="2140237" y="36183"/>
                  <a:pt x="2175994" y="31397"/>
                </a:cubicBezTo>
                <a:lnTo>
                  <a:pt x="2126659" y="167299"/>
                </a:lnTo>
                <a:lnTo>
                  <a:pt x="2161556" y="167299"/>
                </a:lnTo>
                <a:cubicBezTo>
                  <a:pt x="2169424" y="167299"/>
                  <a:pt x="2180666" y="166252"/>
                  <a:pt x="2195282" y="164156"/>
                </a:cubicBezTo>
                <a:cubicBezTo>
                  <a:pt x="2185895" y="211938"/>
                  <a:pt x="2177013" y="246946"/>
                  <a:pt x="2168636" y="269180"/>
                </a:cubicBezTo>
                <a:cubicBezTo>
                  <a:pt x="2160258" y="291414"/>
                  <a:pt x="2150005" y="309810"/>
                  <a:pt x="2137875" y="324369"/>
                </a:cubicBezTo>
                <a:cubicBezTo>
                  <a:pt x="2150410" y="337390"/>
                  <a:pt x="2162667" y="348211"/>
                  <a:pt x="2174647" y="356834"/>
                </a:cubicBezTo>
                <a:cubicBezTo>
                  <a:pt x="2186627" y="365456"/>
                  <a:pt x="2204419" y="375535"/>
                  <a:pt x="2228022" y="387070"/>
                </a:cubicBezTo>
                <a:cubicBezTo>
                  <a:pt x="2217744" y="395837"/>
                  <a:pt x="2209562" y="406060"/>
                  <a:pt x="2203476" y="417738"/>
                </a:cubicBezTo>
                <a:cubicBezTo>
                  <a:pt x="2170229" y="400669"/>
                  <a:pt x="2141511" y="377495"/>
                  <a:pt x="2117322" y="348215"/>
                </a:cubicBezTo>
                <a:cubicBezTo>
                  <a:pt x="2089333" y="377680"/>
                  <a:pt x="2048623" y="402500"/>
                  <a:pt x="1995193" y="422674"/>
                </a:cubicBezTo>
                <a:cubicBezTo>
                  <a:pt x="1990006" y="409787"/>
                  <a:pt x="1981893" y="398878"/>
                  <a:pt x="1970854" y="389949"/>
                </a:cubicBezTo>
                <a:cubicBezTo>
                  <a:pt x="2002162" y="380524"/>
                  <a:pt x="2026868" y="370955"/>
                  <a:pt x="2044970" y="361241"/>
                </a:cubicBezTo>
                <a:cubicBezTo>
                  <a:pt x="2063072" y="351528"/>
                  <a:pt x="2080077" y="339080"/>
                  <a:pt x="2095984" y="323897"/>
                </a:cubicBezTo>
                <a:cubicBezTo>
                  <a:pt x="2079946" y="305877"/>
                  <a:pt x="2063659" y="282558"/>
                  <a:pt x="2047123" y="253940"/>
                </a:cubicBezTo>
                <a:lnTo>
                  <a:pt x="2033241" y="228560"/>
                </a:lnTo>
                <a:lnTo>
                  <a:pt x="2033050" y="230295"/>
                </a:lnTo>
                <a:cubicBezTo>
                  <a:pt x="2032412" y="235368"/>
                  <a:pt x="2031734" y="240070"/>
                  <a:pt x="2031015" y="244402"/>
                </a:cubicBezTo>
                <a:cubicBezTo>
                  <a:pt x="2025264" y="279054"/>
                  <a:pt x="2016287" y="306829"/>
                  <a:pt x="2004083" y="327726"/>
                </a:cubicBezTo>
                <a:cubicBezTo>
                  <a:pt x="1991879" y="348624"/>
                  <a:pt x="1972249" y="371751"/>
                  <a:pt x="1945193" y="397107"/>
                </a:cubicBezTo>
                <a:cubicBezTo>
                  <a:pt x="1941422" y="392682"/>
                  <a:pt x="1936852" y="388657"/>
                  <a:pt x="1931486" y="385032"/>
                </a:cubicBezTo>
                <a:lnTo>
                  <a:pt x="1913438" y="375585"/>
                </a:lnTo>
                <a:lnTo>
                  <a:pt x="1914792" y="397433"/>
                </a:lnTo>
                <a:cubicBezTo>
                  <a:pt x="1915352" y="405337"/>
                  <a:pt x="1916007" y="413600"/>
                  <a:pt x="1916754" y="422224"/>
                </a:cubicBezTo>
                <a:lnTo>
                  <a:pt x="1873527" y="422224"/>
                </a:lnTo>
                <a:cubicBezTo>
                  <a:pt x="1876513" y="387229"/>
                  <a:pt x="1878007" y="358495"/>
                  <a:pt x="1878007" y="336020"/>
                </a:cubicBezTo>
                <a:lnTo>
                  <a:pt x="1878007" y="197517"/>
                </a:lnTo>
                <a:cubicBezTo>
                  <a:pt x="1871253" y="238889"/>
                  <a:pt x="1853549" y="280004"/>
                  <a:pt x="1824893" y="320861"/>
                </a:cubicBezTo>
                <a:cubicBezTo>
                  <a:pt x="1817582" y="311060"/>
                  <a:pt x="1808079" y="303676"/>
                  <a:pt x="1796382" y="298709"/>
                </a:cubicBezTo>
                <a:cubicBezTo>
                  <a:pt x="1820321" y="269376"/>
                  <a:pt x="1841610" y="230143"/>
                  <a:pt x="1860250" y="181008"/>
                </a:cubicBezTo>
                <a:lnTo>
                  <a:pt x="1876815" y="132091"/>
                </a:lnTo>
                <a:lnTo>
                  <a:pt x="1807591" y="135624"/>
                </a:lnTo>
                <a:lnTo>
                  <a:pt x="1807591" y="96426"/>
                </a:lnTo>
                <a:cubicBezTo>
                  <a:pt x="1828650" y="99126"/>
                  <a:pt x="1852122" y="100477"/>
                  <a:pt x="1878007" y="100477"/>
                </a:cubicBezTo>
                <a:cubicBezTo>
                  <a:pt x="1878007" y="43765"/>
                  <a:pt x="1877261" y="11168"/>
                  <a:pt x="1875771" y="2686"/>
                </a:cubicBezTo>
                <a:close/>
                <a:moveTo>
                  <a:pt x="2346343" y="2243"/>
                </a:moveTo>
                <a:cubicBezTo>
                  <a:pt x="2359226" y="10320"/>
                  <a:pt x="2368619" y="15140"/>
                  <a:pt x="2374522" y="16702"/>
                </a:cubicBezTo>
                <a:cubicBezTo>
                  <a:pt x="2380425" y="18264"/>
                  <a:pt x="2383377" y="21020"/>
                  <a:pt x="2383377" y="24971"/>
                </a:cubicBezTo>
                <a:cubicBezTo>
                  <a:pt x="2383377" y="28921"/>
                  <a:pt x="2381658" y="31623"/>
                  <a:pt x="2378219" y="33075"/>
                </a:cubicBezTo>
                <a:cubicBezTo>
                  <a:pt x="2374780" y="34528"/>
                  <a:pt x="2368575" y="38452"/>
                  <a:pt x="2359602" y="44848"/>
                </a:cubicBezTo>
                <a:cubicBezTo>
                  <a:pt x="2422648" y="44853"/>
                  <a:pt x="2459874" y="43060"/>
                  <a:pt x="2471281" y="39469"/>
                </a:cubicBezTo>
                <a:lnTo>
                  <a:pt x="2471281" y="77317"/>
                </a:lnTo>
                <a:cubicBezTo>
                  <a:pt x="2458208" y="75221"/>
                  <a:pt x="2434736" y="74173"/>
                  <a:pt x="2400865" y="74173"/>
                </a:cubicBezTo>
                <a:cubicBezTo>
                  <a:pt x="2407204" y="83027"/>
                  <a:pt x="2414531" y="98384"/>
                  <a:pt x="2422846" y="120243"/>
                </a:cubicBezTo>
                <a:lnTo>
                  <a:pt x="2383862" y="129795"/>
                </a:lnTo>
                <a:cubicBezTo>
                  <a:pt x="2381072" y="108982"/>
                  <a:pt x="2376395" y="90442"/>
                  <a:pt x="2369832" y="74173"/>
                </a:cubicBezTo>
                <a:lnTo>
                  <a:pt x="2340571" y="74173"/>
                </a:lnTo>
                <a:cubicBezTo>
                  <a:pt x="2328251" y="89018"/>
                  <a:pt x="2311770" y="105315"/>
                  <a:pt x="2291129" y="123065"/>
                </a:cubicBezTo>
                <a:cubicBezTo>
                  <a:pt x="2283376" y="114250"/>
                  <a:pt x="2274449" y="107342"/>
                  <a:pt x="2264348" y="102341"/>
                </a:cubicBezTo>
                <a:cubicBezTo>
                  <a:pt x="2299533" y="77314"/>
                  <a:pt x="2326865" y="43948"/>
                  <a:pt x="2346343" y="2243"/>
                </a:cubicBezTo>
                <a:close/>
                <a:moveTo>
                  <a:pt x="2528859" y="893"/>
                </a:moveTo>
                <a:cubicBezTo>
                  <a:pt x="2542189" y="7132"/>
                  <a:pt x="2552073" y="11556"/>
                  <a:pt x="2558509" y="14166"/>
                </a:cubicBezTo>
                <a:cubicBezTo>
                  <a:pt x="2564946" y="16776"/>
                  <a:pt x="2568164" y="19920"/>
                  <a:pt x="2568164" y="23599"/>
                </a:cubicBezTo>
                <a:cubicBezTo>
                  <a:pt x="2568164" y="27278"/>
                  <a:pt x="2565820" y="30123"/>
                  <a:pt x="2561131" y="32132"/>
                </a:cubicBezTo>
                <a:cubicBezTo>
                  <a:pt x="2556442" y="34142"/>
                  <a:pt x="2550264" y="38978"/>
                  <a:pt x="2542597" y="46641"/>
                </a:cubicBezTo>
                <a:cubicBezTo>
                  <a:pt x="2611701" y="46651"/>
                  <a:pt x="2654161" y="44408"/>
                  <a:pt x="2669977" y="39912"/>
                </a:cubicBezTo>
                <a:lnTo>
                  <a:pt x="2669977" y="77767"/>
                </a:lnTo>
                <a:cubicBezTo>
                  <a:pt x="2657866" y="75971"/>
                  <a:pt x="2630355" y="75073"/>
                  <a:pt x="2587445" y="75073"/>
                </a:cubicBezTo>
                <a:cubicBezTo>
                  <a:pt x="2597689" y="91976"/>
                  <a:pt x="2604866" y="106077"/>
                  <a:pt x="2608976" y="117379"/>
                </a:cubicBezTo>
                <a:lnTo>
                  <a:pt x="2571050" y="127994"/>
                </a:lnTo>
                <a:cubicBezTo>
                  <a:pt x="2568450" y="112545"/>
                  <a:pt x="2563263" y="94905"/>
                  <a:pt x="2555491" y="75073"/>
                </a:cubicBezTo>
                <a:lnTo>
                  <a:pt x="2528445" y="75073"/>
                </a:lnTo>
                <a:cubicBezTo>
                  <a:pt x="2519887" y="88870"/>
                  <a:pt x="2509966" y="102324"/>
                  <a:pt x="2498684" y="115436"/>
                </a:cubicBezTo>
                <a:cubicBezTo>
                  <a:pt x="2494495" y="111264"/>
                  <a:pt x="2490028" y="107755"/>
                  <a:pt x="2485282" y="104909"/>
                </a:cubicBezTo>
                <a:lnTo>
                  <a:pt x="2472636" y="99416"/>
                </a:lnTo>
                <a:lnTo>
                  <a:pt x="2499670" y="133216"/>
                </a:lnTo>
                <a:cubicBezTo>
                  <a:pt x="2575579" y="133216"/>
                  <a:pt x="2630553" y="132016"/>
                  <a:pt x="2664590" y="129616"/>
                </a:cubicBezTo>
                <a:cubicBezTo>
                  <a:pt x="2662500" y="143275"/>
                  <a:pt x="2661454" y="156576"/>
                  <a:pt x="2661454" y="169521"/>
                </a:cubicBezTo>
                <a:cubicBezTo>
                  <a:pt x="2661454" y="182465"/>
                  <a:pt x="2662202" y="196134"/>
                  <a:pt x="2663697" y="210526"/>
                </a:cubicBezTo>
                <a:lnTo>
                  <a:pt x="2624500" y="210526"/>
                </a:lnTo>
                <a:lnTo>
                  <a:pt x="2624500" y="162084"/>
                </a:lnTo>
                <a:lnTo>
                  <a:pt x="2317440" y="162084"/>
                </a:lnTo>
                <a:lnTo>
                  <a:pt x="2317440" y="211869"/>
                </a:lnTo>
                <a:lnTo>
                  <a:pt x="2278249" y="211869"/>
                </a:lnTo>
                <a:cubicBezTo>
                  <a:pt x="2279445" y="198067"/>
                  <a:pt x="2280042" y="183520"/>
                  <a:pt x="2280042" y="168228"/>
                </a:cubicBezTo>
                <a:cubicBezTo>
                  <a:pt x="2280042" y="152936"/>
                  <a:pt x="2279445" y="140065"/>
                  <a:pt x="2278249" y="129616"/>
                </a:cubicBezTo>
                <a:cubicBezTo>
                  <a:pt x="2314254" y="132016"/>
                  <a:pt x="2376297" y="133216"/>
                  <a:pt x="2464380" y="133216"/>
                </a:cubicBezTo>
                <a:cubicBezTo>
                  <a:pt x="2458884" y="127649"/>
                  <a:pt x="2451109" y="119998"/>
                  <a:pt x="2441055" y="110264"/>
                </a:cubicBezTo>
                <a:lnTo>
                  <a:pt x="2464508" y="89254"/>
                </a:lnTo>
                <a:lnTo>
                  <a:pt x="2470977" y="97341"/>
                </a:lnTo>
                <a:lnTo>
                  <a:pt x="2506828" y="49645"/>
                </a:lnTo>
                <a:cubicBezTo>
                  <a:pt x="2516603" y="33400"/>
                  <a:pt x="2523947" y="17150"/>
                  <a:pt x="2528859" y="893"/>
                </a:cubicBezTo>
                <a:close/>
                <a:moveTo>
                  <a:pt x="134110" y="0"/>
                </a:moveTo>
                <a:cubicBezTo>
                  <a:pt x="150269" y="1800"/>
                  <a:pt x="162859" y="2700"/>
                  <a:pt x="171879" y="2700"/>
                </a:cubicBezTo>
                <a:cubicBezTo>
                  <a:pt x="180899" y="2700"/>
                  <a:pt x="185409" y="4385"/>
                  <a:pt x="185409" y="7754"/>
                </a:cubicBezTo>
                <a:cubicBezTo>
                  <a:pt x="185409" y="11124"/>
                  <a:pt x="184200" y="13938"/>
                  <a:pt x="181780" y="16198"/>
                </a:cubicBezTo>
                <a:cubicBezTo>
                  <a:pt x="179361" y="18458"/>
                  <a:pt x="177418" y="21919"/>
                  <a:pt x="175951" y="26582"/>
                </a:cubicBezTo>
                <a:cubicBezTo>
                  <a:pt x="174484" y="31244"/>
                  <a:pt x="173751" y="35719"/>
                  <a:pt x="173751" y="40005"/>
                </a:cubicBezTo>
                <a:lnTo>
                  <a:pt x="173751" y="124694"/>
                </a:lnTo>
                <a:lnTo>
                  <a:pt x="234573" y="122696"/>
                </a:lnTo>
                <a:lnTo>
                  <a:pt x="235065" y="123065"/>
                </a:lnTo>
                <a:lnTo>
                  <a:pt x="235478" y="122666"/>
                </a:lnTo>
                <a:lnTo>
                  <a:pt x="310546" y="120201"/>
                </a:lnTo>
                <a:cubicBezTo>
                  <a:pt x="308156" y="144432"/>
                  <a:pt x="306960" y="168233"/>
                  <a:pt x="306960" y="191602"/>
                </a:cubicBezTo>
                <a:lnTo>
                  <a:pt x="306960" y="376833"/>
                </a:lnTo>
                <a:cubicBezTo>
                  <a:pt x="306960" y="392758"/>
                  <a:pt x="300293" y="403109"/>
                  <a:pt x="286958" y="407883"/>
                </a:cubicBezTo>
                <a:cubicBezTo>
                  <a:pt x="273623" y="412657"/>
                  <a:pt x="252575" y="415045"/>
                  <a:pt x="223814" y="415045"/>
                </a:cubicBezTo>
                <a:cubicBezTo>
                  <a:pt x="224409" y="401714"/>
                  <a:pt x="219773" y="387155"/>
                  <a:pt x="209905" y="371368"/>
                </a:cubicBezTo>
                <a:cubicBezTo>
                  <a:pt x="229155" y="374663"/>
                  <a:pt x="242603" y="376311"/>
                  <a:pt x="250250" y="376311"/>
                </a:cubicBezTo>
                <a:cubicBezTo>
                  <a:pt x="257896" y="376311"/>
                  <a:pt x="263100" y="375205"/>
                  <a:pt x="265862" y="372993"/>
                </a:cubicBezTo>
                <a:cubicBezTo>
                  <a:pt x="268624" y="370781"/>
                  <a:pt x="270006" y="365931"/>
                  <a:pt x="270006" y="358445"/>
                </a:cubicBezTo>
                <a:lnTo>
                  <a:pt x="270006" y="315025"/>
                </a:lnTo>
                <a:lnTo>
                  <a:pt x="41891" y="315025"/>
                </a:lnTo>
                <a:lnTo>
                  <a:pt x="41891" y="417288"/>
                </a:lnTo>
                <a:lnTo>
                  <a:pt x="450" y="417288"/>
                </a:lnTo>
                <a:cubicBezTo>
                  <a:pt x="2841" y="395066"/>
                  <a:pt x="4037" y="372611"/>
                  <a:pt x="4037" y="349922"/>
                </a:cubicBezTo>
                <a:lnTo>
                  <a:pt x="4037" y="191602"/>
                </a:lnTo>
                <a:cubicBezTo>
                  <a:pt x="4037" y="170609"/>
                  <a:pt x="3141" y="146809"/>
                  <a:pt x="1351" y="120201"/>
                </a:cubicBezTo>
                <a:cubicBezTo>
                  <a:pt x="42589" y="122644"/>
                  <a:pt x="88038" y="124146"/>
                  <a:pt x="137696" y="124708"/>
                </a:cubicBezTo>
                <a:lnTo>
                  <a:pt x="137696" y="57493"/>
                </a:lnTo>
                <a:cubicBezTo>
                  <a:pt x="137696" y="37385"/>
                  <a:pt x="136501" y="18221"/>
                  <a:pt x="1341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979FA3-936E-4C6E-967A-F811CB05F430}"/>
              </a:ext>
            </a:extLst>
          </p:cNvPr>
          <p:cNvSpPr txBox="1"/>
          <p:nvPr/>
        </p:nvSpPr>
        <p:spPr>
          <a:xfrm>
            <a:off x="4728951" y="3733593"/>
            <a:ext cx="2725141" cy="424917"/>
          </a:xfrm>
          <a:custGeom>
            <a:avLst/>
            <a:gdLst/>
            <a:ahLst/>
            <a:cxnLst/>
            <a:rect l="l" t="t" r="r" b="b"/>
            <a:pathLst>
              <a:path w="2725141" h="424917">
                <a:moveTo>
                  <a:pt x="1413627" y="333249"/>
                </a:moveTo>
                <a:cubicBezTo>
                  <a:pt x="1455894" y="335944"/>
                  <a:pt x="1519951" y="337292"/>
                  <a:pt x="1605797" y="337292"/>
                </a:cubicBezTo>
                <a:cubicBezTo>
                  <a:pt x="1691644" y="337292"/>
                  <a:pt x="1760706" y="335944"/>
                  <a:pt x="1812984" y="333249"/>
                </a:cubicBezTo>
                <a:lnTo>
                  <a:pt x="1812984" y="374682"/>
                </a:lnTo>
                <a:cubicBezTo>
                  <a:pt x="1765469" y="371692"/>
                  <a:pt x="1698754" y="370196"/>
                  <a:pt x="1612841" y="370196"/>
                </a:cubicBezTo>
                <a:cubicBezTo>
                  <a:pt x="1526928" y="370196"/>
                  <a:pt x="1460523" y="371692"/>
                  <a:pt x="1413627" y="374682"/>
                </a:cubicBezTo>
                <a:close/>
                <a:moveTo>
                  <a:pt x="2434505" y="325798"/>
                </a:moveTo>
                <a:lnTo>
                  <a:pt x="2434505" y="363302"/>
                </a:lnTo>
                <a:lnTo>
                  <a:pt x="2636158" y="363302"/>
                </a:lnTo>
                <a:lnTo>
                  <a:pt x="2636158" y="325798"/>
                </a:lnTo>
                <a:close/>
                <a:moveTo>
                  <a:pt x="1076841" y="292158"/>
                </a:moveTo>
                <a:lnTo>
                  <a:pt x="1094574" y="305983"/>
                </a:lnTo>
                <a:cubicBezTo>
                  <a:pt x="1116384" y="321932"/>
                  <a:pt x="1137669" y="334309"/>
                  <a:pt x="1158428" y="343114"/>
                </a:cubicBezTo>
                <a:cubicBezTo>
                  <a:pt x="1185965" y="328931"/>
                  <a:pt x="1207254" y="311946"/>
                  <a:pt x="1222294" y="292158"/>
                </a:cubicBezTo>
                <a:close/>
                <a:moveTo>
                  <a:pt x="2434505" y="212319"/>
                </a:moveTo>
                <a:lnTo>
                  <a:pt x="2434505" y="242209"/>
                </a:lnTo>
                <a:lnTo>
                  <a:pt x="2613284" y="242209"/>
                </a:lnTo>
                <a:lnTo>
                  <a:pt x="2613284" y="212319"/>
                </a:lnTo>
                <a:close/>
                <a:moveTo>
                  <a:pt x="1049343" y="183166"/>
                </a:moveTo>
                <a:lnTo>
                  <a:pt x="1049343" y="209019"/>
                </a:lnTo>
                <a:lnTo>
                  <a:pt x="1254583" y="209019"/>
                </a:lnTo>
                <a:lnTo>
                  <a:pt x="1254583" y="183166"/>
                </a:lnTo>
                <a:close/>
                <a:moveTo>
                  <a:pt x="2395307" y="179858"/>
                </a:moveTo>
                <a:cubicBezTo>
                  <a:pt x="2435545" y="181358"/>
                  <a:pt x="2479442" y="182108"/>
                  <a:pt x="2526998" y="182108"/>
                </a:cubicBezTo>
                <a:cubicBezTo>
                  <a:pt x="2574554" y="182108"/>
                  <a:pt x="2615782" y="181358"/>
                  <a:pt x="2650682" y="179858"/>
                </a:cubicBezTo>
                <a:cubicBezTo>
                  <a:pt x="2648891" y="194446"/>
                  <a:pt x="2647995" y="210876"/>
                  <a:pt x="2647995" y="229150"/>
                </a:cubicBezTo>
                <a:cubicBezTo>
                  <a:pt x="2647995" y="247424"/>
                  <a:pt x="2648891" y="262447"/>
                  <a:pt x="2650682" y="274220"/>
                </a:cubicBezTo>
                <a:cubicBezTo>
                  <a:pt x="2620554" y="272724"/>
                  <a:pt x="2582104" y="271977"/>
                  <a:pt x="2535331" y="271977"/>
                </a:cubicBezTo>
                <a:lnTo>
                  <a:pt x="2434505" y="271977"/>
                </a:lnTo>
                <a:lnTo>
                  <a:pt x="2434505" y="296030"/>
                </a:lnTo>
                <a:lnTo>
                  <a:pt x="2538024" y="296030"/>
                </a:lnTo>
                <a:cubicBezTo>
                  <a:pt x="2582316" y="296030"/>
                  <a:pt x="2627943" y="295280"/>
                  <a:pt x="2674906" y="293779"/>
                </a:cubicBezTo>
                <a:cubicBezTo>
                  <a:pt x="2673411" y="302114"/>
                  <a:pt x="2672663" y="313803"/>
                  <a:pt x="2672663" y="328848"/>
                </a:cubicBezTo>
                <a:lnTo>
                  <a:pt x="2672663" y="377740"/>
                </a:lnTo>
                <a:cubicBezTo>
                  <a:pt x="2672663" y="388898"/>
                  <a:pt x="2673708" y="402083"/>
                  <a:pt x="2675799" y="417295"/>
                </a:cubicBezTo>
                <a:lnTo>
                  <a:pt x="2636158" y="417295"/>
                </a:lnTo>
                <a:lnTo>
                  <a:pt x="2636158" y="393971"/>
                </a:lnTo>
                <a:lnTo>
                  <a:pt x="2434505" y="393971"/>
                </a:lnTo>
                <a:cubicBezTo>
                  <a:pt x="2435038" y="404229"/>
                  <a:pt x="2435783" y="414395"/>
                  <a:pt x="2436740" y="424467"/>
                </a:cubicBezTo>
                <a:lnTo>
                  <a:pt x="2394407" y="424467"/>
                </a:lnTo>
                <a:cubicBezTo>
                  <a:pt x="2396802" y="406055"/>
                  <a:pt x="2398000" y="391225"/>
                  <a:pt x="2398000" y="379976"/>
                </a:cubicBezTo>
                <a:lnTo>
                  <a:pt x="2398000" y="228378"/>
                </a:lnTo>
                <a:cubicBezTo>
                  <a:pt x="2398000" y="206823"/>
                  <a:pt x="2397102" y="190650"/>
                  <a:pt x="2395307" y="179858"/>
                </a:cubicBezTo>
                <a:close/>
                <a:moveTo>
                  <a:pt x="683452" y="174472"/>
                </a:moveTo>
                <a:lnTo>
                  <a:pt x="718064" y="182923"/>
                </a:lnTo>
                <a:cubicBezTo>
                  <a:pt x="711301" y="215489"/>
                  <a:pt x="700852" y="246816"/>
                  <a:pt x="686717" y="276906"/>
                </a:cubicBezTo>
                <a:lnTo>
                  <a:pt x="653306" y="264776"/>
                </a:lnTo>
                <a:cubicBezTo>
                  <a:pt x="669513" y="238749"/>
                  <a:pt x="679561" y="208647"/>
                  <a:pt x="683452" y="174472"/>
                </a:cubicBezTo>
                <a:close/>
                <a:moveTo>
                  <a:pt x="819212" y="163706"/>
                </a:moveTo>
                <a:cubicBezTo>
                  <a:pt x="830233" y="170964"/>
                  <a:pt x="841265" y="176084"/>
                  <a:pt x="852309" y="179065"/>
                </a:cubicBezTo>
                <a:cubicBezTo>
                  <a:pt x="859691" y="181280"/>
                  <a:pt x="863382" y="184532"/>
                  <a:pt x="863382" y="188823"/>
                </a:cubicBezTo>
                <a:cubicBezTo>
                  <a:pt x="863382" y="193114"/>
                  <a:pt x="859651" y="196139"/>
                  <a:pt x="852188" y="197896"/>
                </a:cubicBezTo>
                <a:cubicBezTo>
                  <a:pt x="849597" y="198496"/>
                  <a:pt x="843884" y="206398"/>
                  <a:pt x="835050" y="221603"/>
                </a:cubicBezTo>
                <a:cubicBezTo>
                  <a:pt x="826215" y="236807"/>
                  <a:pt x="815093" y="252850"/>
                  <a:pt x="801681" y="269734"/>
                </a:cubicBezTo>
                <a:lnTo>
                  <a:pt x="774407" y="253889"/>
                </a:lnTo>
                <a:cubicBezTo>
                  <a:pt x="799038" y="224099"/>
                  <a:pt x="813973" y="194038"/>
                  <a:pt x="819212" y="163706"/>
                </a:cubicBezTo>
                <a:close/>
                <a:moveTo>
                  <a:pt x="1049343" y="126208"/>
                </a:moveTo>
                <a:lnTo>
                  <a:pt x="1049343" y="154298"/>
                </a:lnTo>
                <a:lnTo>
                  <a:pt x="1254583" y="154298"/>
                </a:lnTo>
                <a:lnTo>
                  <a:pt x="1254583" y="126208"/>
                </a:lnTo>
                <a:close/>
                <a:moveTo>
                  <a:pt x="271370" y="121272"/>
                </a:moveTo>
                <a:cubicBezTo>
                  <a:pt x="270822" y="150885"/>
                  <a:pt x="269229" y="181180"/>
                  <a:pt x="266591" y="212155"/>
                </a:cubicBezTo>
                <a:lnTo>
                  <a:pt x="330299" y="212155"/>
                </a:lnTo>
                <a:lnTo>
                  <a:pt x="335042" y="121272"/>
                </a:lnTo>
                <a:close/>
                <a:moveTo>
                  <a:pt x="726865" y="118407"/>
                </a:moveTo>
                <a:cubicBezTo>
                  <a:pt x="741324" y="120808"/>
                  <a:pt x="754957" y="122008"/>
                  <a:pt x="767763" y="122008"/>
                </a:cubicBezTo>
                <a:cubicBezTo>
                  <a:pt x="776793" y="122008"/>
                  <a:pt x="781307" y="124615"/>
                  <a:pt x="781307" y="129830"/>
                </a:cubicBezTo>
                <a:cubicBezTo>
                  <a:pt x="781307" y="135045"/>
                  <a:pt x="779364" y="138841"/>
                  <a:pt x="775478" y="141217"/>
                </a:cubicBezTo>
                <a:cubicBezTo>
                  <a:pt x="768896" y="145423"/>
                  <a:pt x="765606" y="166852"/>
                  <a:pt x="765606" y="205504"/>
                </a:cubicBezTo>
                <a:cubicBezTo>
                  <a:pt x="765606" y="211643"/>
                  <a:pt x="765298" y="220739"/>
                  <a:pt x="764684" y="232793"/>
                </a:cubicBezTo>
                <a:cubicBezTo>
                  <a:pt x="773752" y="268202"/>
                  <a:pt x="787436" y="296887"/>
                  <a:pt x="805735" y="318847"/>
                </a:cubicBezTo>
                <a:cubicBezTo>
                  <a:pt x="824035" y="340807"/>
                  <a:pt x="852073" y="362350"/>
                  <a:pt x="889850" y="383476"/>
                </a:cubicBezTo>
                <a:cubicBezTo>
                  <a:pt x="875791" y="393982"/>
                  <a:pt x="866106" y="405105"/>
                  <a:pt x="860796" y="416845"/>
                </a:cubicBezTo>
                <a:cubicBezTo>
                  <a:pt x="825625" y="391213"/>
                  <a:pt x="799953" y="368328"/>
                  <a:pt x="783779" y="348190"/>
                </a:cubicBezTo>
                <a:cubicBezTo>
                  <a:pt x="767606" y="328052"/>
                  <a:pt x="757135" y="306383"/>
                  <a:pt x="752368" y="283185"/>
                </a:cubicBezTo>
                <a:cubicBezTo>
                  <a:pt x="738847" y="342169"/>
                  <a:pt x="695499" y="388217"/>
                  <a:pt x="622323" y="421331"/>
                </a:cubicBezTo>
                <a:cubicBezTo>
                  <a:pt x="615961" y="410963"/>
                  <a:pt x="606852" y="401362"/>
                  <a:pt x="594999" y="392527"/>
                </a:cubicBezTo>
                <a:cubicBezTo>
                  <a:pt x="639199" y="373558"/>
                  <a:pt x="670832" y="353377"/>
                  <a:pt x="689896" y="331984"/>
                </a:cubicBezTo>
                <a:cubicBezTo>
                  <a:pt x="708960" y="310591"/>
                  <a:pt x="720859" y="285249"/>
                  <a:pt x="725593" y="255957"/>
                </a:cubicBezTo>
                <a:cubicBezTo>
                  <a:pt x="730327" y="226665"/>
                  <a:pt x="732694" y="201776"/>
                  <a:pt x="732694" y="181290"/>
                </a:cubicBezTo>
                <a:cubicBezTo>
                  <a:pt x="732694" y="160804"/>
                  <a:pt x="730751" y="139843"/>
                  <a:pt x="726865" y="118407"/>
                </a:cubicBezTo>
                <a:close/>
                <a:moveTo>
                  <a:pt x="475698" y="106749"/>
                </a:moveTo>
                <a:lnTo>
                  <a:pt x="513095" y="109342"/>
                </a:lnTo>
                <a:cubicBezTo>
                  <a:pt x="510338" y="154853"/>
                  <a:pt x="505513" y="193665"/>
                  <a:pt x="498622" y="225778"/>
                </a:cubicBezTo>
                <a:lnTo>
                  <a:pt x="462239" y="221542"/>
                </a:lnTo>
                <a:cubicBezTo>
                  <a:pt x="471807" y="180232"/>
                  <a:pt x="476293" y="141968"/>
                  <a:pt x="475698" y="106749"/>
                </a:cubicBezTo>
                <a:close/>
                <a:moveTo>
                  <a:pt x="14802" y="100470"/>
                </a:moveTo>
                <a:lnTo>
                  <a:pt x="52650" y="104606"/>
                </a:lnTo>
                <a:cubicBezTo>
                  <a:pt x="49273" y="150169"/>
                  <a:pt x="44227" y="194148"/>
                  <a:pt x="37512" y="236544"/>
                </a:cubicBezTo>
                <a:lnTo>
                  <a:pt x="0" y="231257"/>
                </a:lnTo>
                <a:cubicBezTo>
                  <a:pt x="5711" y="209350"/>
                  <a:pt x="9754" y="190016"/>
                  <a:pt x="12130" y="173257"/>
                </a:cubicBezTo>
                <a:cubicBezTo>
                  <a:pt x="14507" y="156498"/>
                  <a:pt x="15397" y="132235"/>
                  <a:pt x="14802" y="100470"/>
                </a:cubicBezTo>
                <a:close/>
                <a:moveTo>
                  <a:pt x="131560" y="88804"/>
                </a:moveTo>
                <a:cubicBezTo>
                  <a:pt x="144614" y="117765"/>
                  <a:pt x="156284" y="150100"/>
                  <a:pt x="166571" y="185809"/>
                </a:cubicBezTo>
                <a:lnTo>
                  <a:pt x="131702" y="198417"/>
                </a:lnTo>
                <a:cubicBezTo>
                  <a:pt x="122963" y="158127"/>
                  <a:pt x="113000" y="126285"/>
                  <a:pt x="101813" y="102891"/>
                </a:cubicBezTo>
                <a:close/>
                <a:moveTo>
                  <a:pt x="2095684" y="68351"/>
                </a:moveTo>
                <a:cubicBezTo>
                  <a:pt x="2095244" y="129941"/>
                  <a:pt x="2093352" y="178181"/>
                  <a:pt x="2090008" y="213070"/>
                </a:cubicBezTo>
                <a:lnTo>
                  <a:pt x="2089129" y="221072"/>
                </a:lnTo>
                <a:lnTo>
                  <a:pt x="2118294" y="207662"/>
                </a:lnTo>
                <a:cubicBezTo>
                  <a:pt x="2132186" y="241423"/>
                  <a:pt x="2149957" y="272222"/>
                  <a:pt x="2171607" y="300059"/>
                </a:cubicBezTo>
                <a:cubicBezTo>
                  <a:pt x="2190048" y="273427"/>
                  <a:pt x="2202366" y="238949"/>
                  <a:pt x="2208562" y="196624"/>
                </a:cubicBezTo>
                <a:lnTo>
                  <a:pt x="2170079" y="196624"/>
                </a:lnTo>
                <a:cubicBezTo>
                  <a:pt x="2162478" y="196624"/>
                  <a:pt x="2151683" y="197522"/>
                  <a:pt x="2137696" y="199318"/>
                </a:cubicBezTo>
                <a:lnTo>
                  <a:pt x="2184337" y="68351"/>
                </a:lnTo>
                <a:close/>
                <a:moveTo>
                  <a:pt x="1444131" y="66830"/>
                </a:moveTo>
                <a:cubicBezTo>
                  <a:pt x="1485212" y="69525"/>
                  <a:pt x="1539936" y="70873"/>
                  <a:pt x="1608301" y="70873"/>
                </a:cubicBezTo>
                <a:cubicBezTo>
                  <a:pt x="1676667" y="70873"/>
                  <a:pt x="1731138" y="69525"/>
                  <a:pt x="1771715" y="66830"/>
                </a:cubicBezTo>
                <a:lnTo>
                  <a:pt x="1771715" y="106027"/>
                </a:lnTo>
                <a:cubicBezTo>
                  <a:pt x="1733200" y="104232"/>
                  <a:pt x="1681720" y="103334"/>
                  <a:pt x="1617274" y="103334"/>
                </a:cubicBezTo>
                <a:cubicBezTo>
                  <a:pt x="1552828" y="103334"/>
                  <a:pt x="1495113" y="104232"/>
                  <a:pt x="1444131" y="106027"/>
                </a:cubicBezTo>
                <a:close/>
                <a:moveTo>
                  <a:pt x="231879" y="7179"/>
                </a:moveTo>
                <a:cubicBezTo>
                  <a:pt x="243238" y="9275"/>
                  <a:pt x="251639" y="10323"/>
                  <a:pt x="257082" y="10323"/>
                </a:cubicBezTo>
                <a:cubicBezTo>
                  <a:pt x="274785" y="10323"/>
                  <a:pt x="283636" y="12517"/>
                  <a:pt x="283636" y="16905"/>
                </a:cubicBezTo>
                <a:cubicBezTo>
                  <a:pt x="283636" y="21294"/>
                  <a:pt x="281119" y="25377"/>
                  <a:pt x="276085" y="29153"/>
                </a:cubicBezTo>
                <a:cubicBezTo>
                  <a:pt x="275261" y="29863"/>
                  <a:pt x="274356" y="34776"/>
                  <a:pt x="273370" y="43891"/>
                </a:cubicBezTo>
                <a:cubicBezTo>
                  <a:pt x="272384" y="53006"/>
                  <a:pt x="271763" y="68730"/>
                  <a:pt x="271506" y="91061"/>
                </a:cubicBezTo>
                <a:cubicBezTo>
                  <a:pt x="314106" y="91061"/>
                  <a:pt x="347901" y="89413"/>
                  <a:pt x="372890" y="86118"/>
                </a:cubicBezTo>
                <a:lnTo>
                  <a:pt x="365710" y="211698"/>
                </a:lnTo>
                <a:cubicBezTo>
                  <a:pt x="384094" y="211460"/>
                  <a:pt x="401286" y="209964"/>
                  <a:pt x="417288" y="207211"/>
                </a:cubicBezTo>
                <a:lnTo>
                  <a:pt x="417288" y="246859"/>
                </a:lnTo>
                <a:cubicBezTo>
                  <a:pt x="387856" y="243868"/>
                  <a:pt x="345996" y="242373"/>
                  <a:pt x="291708" y="242373"/>
                </a:cubicBezTo>
                <a:cubicBezTo>
                  <a:pt x="320645" y="305271"/>
                  <a:pt x="364451" y="351713"/>
                  <a:pt x="423125" y="381698"/>
                </a:cubicBezTo>
                <a:cubicBezTo>
                  <a:pt x="411895" y="391946"/>
                  <a:pt x="402632" y="402915"/>
                  <a:pt x="395335" y="414602"/>
                </a:cubicBezTo>
                <a:cubicBezTo>
                  <a:pt x="347815" y="381230"/>
                  <a:pt x="310914" y="340594"/>
                  <a:pt x="284632" y="292694"/>
                </a:cubicBezTo>
                <a:lnTo>
                  <a:pt x="262837" y="244469"/>
                </a:lnTo>
                <a:lnTo>
                  <a:pt x="257977" y="268885"/>
                </a:lnTo>
                <a:cubicBezTo>
                  <a:pt x="251461" y="294696"/>
                  <a:pt x="241232" y="318400"/>
                  <a:pt x="227289" y="339999"/>
                </a:cubicBezTo>
                <a:cubicBezTo>
                  <a:pt x="208699" y="368798"/>
                  <a:pt x="180344" y="396507"/>
                  <a:pt x="142225" y="423124"/>
                </a:cubicBezTo>
                <a:cubicBezTo>
                  <a:pt x="133453" y="413061"/>
                  <a:pt x="122373" y="404684"/>
                  <a:pt x="108985" y="397992"/>
                </a:cubicBezTo>
                <a:cubicBezTo>
                  <a:pt x="146576" y="374466"/>
                  <a:pt x="174311" y="350612"/>
                  <a:pt x="192192" y="326430"/>
                </a:cubicBezTo>
                <a:cubicBezTo>
                  <a:pt x="210073" y="302248"/>
                  <a:pt x="221957" y="274229"/>
                  <a:pt x="227843" y="242373"/>
                </a:cubicBezTo>
                <a:cubicBezTo>
                  <a:pt x="192662" y="242964"/>
                  <a:pt x="160968" y="244459"/>
                  <a:pt x="132760" y="246859"/>
                </a:cubicBezTo>
                <a:lnTo>
                  <a:pt x="132760" y="207211"/>
                </a:lnTo>
                <a:cubicBezTo>
                  <a:pt x="161825" y="209959"/>
                  <a:pt x="194527" y="211607"/>
                  <a:pt x="230865" y="212155"/>
                </a:cubicBezTo>
                <a:cubicBezTo>
                  <a:pt x="233641" y="179960"/>
                  <a:pt x="235325" y="149666"/>
                  <a:pt x="235915" y="121272"/>
                </a:cubicBezTo>
                <a:cubicBezTo>
                  <a:pt x="200082" y="121272"/>
                  <a:pt x="172574" y="122020"/>
                  <a:pt x="153391" y="123515"/>
                </a:cubicBezTo>
                <a:lnTo>
                  <a:pt x="153391" y="86118"/>
                </a:lnTo>
                <a:cubicBezTo>
                  <a:pt x="174608" y="89413"/>
                  <a:pt x="202116" y="91061"/>
                  <a:pt x="235915" y="91061"/>
                </a:cubicBezTo>
                <a:cubicBezTo>
                  <a:pt x="235915" y="71363"/>
                  <a:pt x="234570" y="43403"/>
                  <a:pt x="231879" y="7179"/>
                </a:cubicBezTo>
                <a:close/>
                <a:moveTo>
                  <a:pt x="61444" y="6279"/>
                </a:moveTo>
                <a:cubicBezTo>
                  <a:pt x="73521" y="8679"/>
                  <a:pt x="85316" y="9880"/>
                  <a:pt x="96827" y="9880"/>
                </a:cubicBezTo>
                <a:cubicBezTo>
                  <a:pt x="108338" y="9880"/>
                  <a:pt x="114093" y="12185"/>
                  <a:pt x="114093" y="16795"/>
                </a:cubicBezTo>
                <a:cubicBezTo>
                  <a:pt x="114093" y="21405"/>
                  <a:pt x="112000" y="25504"/>
                  <a:pt x="107814" y="29093"/>
                </a:cubicBezTo>
                <a:cubicBezTo>
                  <a:pt x="103628" y="32681"/>
                  <a:pt x="101534" y="38862"/>
                  <a:pt x="101534" y="47634"/>
                </a:cubicBezTo>
                <a:lnTo>
                  <a:pt x="101534" y="345893"/>
                </a:lnTo>
                <a:cubicBezTo>
                  <a:pt x="101534" y="366729"/>
                  <a:pt x="103030" y="393070"/>
                  <a:pt x="106021" y="424917"/>
                </a:cubicBezTo>
                <a:lnTo>
                  <a:pt x="61444" y="424917"/>
                </a:lnTo>
                <a:cubicBezTo>
                  <a:pt x="64435" y="392285"/>
                  <a:pt x="65930" y="365793"/>
                  <a:pt x="65930" y="345443"/>
                </a:cubicBezTo>
                <a:lnTo>
                  <a:pt x="65930" y="70059"/>
                </a:lnTo>
                <a:cubicBezTo>
                  <a:pt x="65930" y="46756"/>
                  <a:pt x="64435" y="25496"/>
                  <a:pt x="61444" y="6279"/>
                </a:cubicBezTo>
                <a:close/>
                <a:moveTo>
                  <a:pt x="520996" y="4486"/>
                </a:moveTo>
                <a:cubicBezTo>
                  <a:pt x="533069" y="6886"/>
                  <a:pt x="544637" y="8087"/>
                  <a:pt x="555701" y="8087"/>
                </a:cubicBezTo>
                <a:cubicBezTo>
                  <a:pt x="566764" y="8087"/>
                  <a:pt x="572296" y="10384"/>
                  <a:pt x="572296" y="14980"/>
                </a:cubicBezTo>
                <a:cubicBezTo>
                  <a:pt x="572296" y="19576"/>
                  <a:pt x="570353" y="23144"/>
                  <a:pt x="566466" y="25685"/>
                </a:cubicBezTo>
                <a:cubicBezTo>
                  <a:pt x="562580" y="28226"/>
                  <a:pt x="560637" y="34942"/>
                  <a:pt x="560637" y="45834"/>
                </a:cubicBezTo>
                <a:lnTo>
                  <a:pt x="560637" y="102667"/>
                </a:lnTo>
                <a:lnTo>
                  <a:pt x="582061" y="89704"/>
                </a:lnTo>
                <a:cubicBezTo>
                  <a:pt x="599816" y="114683"/>
                  <a:pt x="614353" y="143754"/>
                  <a:pt x="625674" y="176915"/>
                </a:cubicBezTo>
                <a:lnTo>
                  <a:pt x="593705" y="190795"/>
                </a:lnTo>
                <a:cubicBezTo>
                  <a:pt x="590324" y="177596"/>
                  <a:pt x="585527" y="163864"/>
                  <a:pt x="579314" y="149601"/>
                </a:cubicBezTo>
                <a:lnTo>
                  <a:pt x="560637" y="113374"/>
                </a:lnTo>
                <a:lnTo>
                  <a:pt x="560637" y="343200"/>
                </a:lnTo>
                <a:cubicBezTo>
                  <a:pt x="560637" y="359373"/>
                  <a:pt x="562132" y="385715"/>
                  <a:pt x="565123" y="422224"/>
                </a:cubicBezTo>
                <a:lnTo>
                  <a:pt x="520996" y="422224"/>
                </a:lnTo>
                <a:cubicBezTo>
                  <a:pt x="523987" y="389591"/>
                  <a:pt x="525483" y="363100"/>
                  <a:pt x="525483" y="342750"/>
                </a:cubicBezTo>
                <a:lnTo>
                  <a:pt x="525483" y="68265"/>
                </a:lnTo>
                <a:cubicBezTo>
                  <a:pt x="525483" y="44963"/>
                  <a:pt x="523987" y="23703"/>
                  <a:pt x="520996" y="4486"/>
                </a:cubicBezTo>
                <a:close/>
                <a:moveTo>
                  <a:pt x="664071" y="3143"/>
                </a:moveTo>
                <a:cubicBezTo>
                  <a:pt x="679497" y="7120"/>
                  <a:pt x="692352" y="9614"/>
                  <a:pt x="702637" y="10626"/>
                </a:cubicBezTo>
                <a:cubicBezTo>
                  <a:pt x="712922" y="11638"/>
                  <a:pt x="718064" y="14275"/>
                  <a:pt x="718064" y="18538"/>
                </a:cubicBezTo>
                <a:cubicBezTo>
                  <a:pt x="718064" y="22800"/>
                  <a:pt x="715664" y="26635"/>
                  <a:pt x="710863" y="30043"/>
                </a:cubicBezTo>
                <a:cubicBezTo>
                  <a:pt x="706062" y="33450"/>
                  <a:pt x="700690" y="49751"/>
                  <a:pt x="694747" y="78945"/>
                </a:cubicBezTo>
                <a:lnTo>
                  <a:pt x="784808" y="78945"/>
                </a:lnTo>
                <a:cubicBezTo>
                  <a:pt x="826175" y="78945"/>
                  <a:pt x="857450" y="77898"/>
                  <a:pt x="878634" y="75802"/>
                </a:cubicBezTo>
                <a:lnTo>
                  <a:pt x="878634" y="112307"/>
                </a:lnTo>
                <a:cubicBezTo>
                  <a:pt x="857007" y="110511"/>
                  <a:pt x="825732" y="109614"/>
                  <a:pt x="784808" y="109614"/>
                </a:cubicBezTo>
                <a:lnTo>
                  <a:pt x="689867" y="109614"/>
                </a:lnTo>
                <a:cubicBezTo>
                  <a:pt x="674956" y="187657"/>
                  <a:pt x="646700" y="254336"/>
                  <a:pt x="605100" y="309653"/>
                </a:cubicBezTo>
                <a:cubicBezTo>
                  <a:pt x="594617" y="298618"/>
                  <a:pt x="583028" y="291436"/>
                  <a:pt x="570331" y="288107"/>
                </a:cubicBezTo>
                <a:cubicBezTo>
                  <a:pt x="613517" y="244697"/>
                  <a:pt x="641773" y="185199"/>
                  <a:pt x="655099" y="109614"/>
                </a:cubicBezTo>
                <a:cubicBezTo>
                  <a:pt x="639649" y="109909"/>
                  <a:pt x="623354" y="110807"/>
                  <a:pt x="606214" y="112307"/>
                </a:cubicBezTo>
                <a:lnTo>
                  <a:pt x="606214" y="75802"/>
                </a:lnTo>
                <a:cubicBezTo>
                  <a:pt x="618754" y="77650"/>
                  <a:pt x="636266" y="78705"/>
                  <a:pt x="658749" y="78967"/>
                </a:cubicBezTo>
                <a:cubicBezTo>
                  <a:pt x="662597" y="52297"/>
                  <a:pt x="664521" y="35072"/>
                  <a:pt x="664521" y="27292"/>
                </a:cubicBezTo>
                <a:cubicBezTo>
                  <a:pt x="664521" y="19513"/>
                  <a:pt x="664371" y="11463"/>
                  <a:pt x="664071" y="3143"/>
                </a:cubicBezTo>
                <a:close/>
                <a:moveTo>
                  <a:pt x="1040271" y="2693"/>
                </a:moveTo>
                <a:cubicBezTo>
                  <a:pt x="1050844" y="9156"/>
                  <a:pt x="1061754" y="13249"/>
                  <a:pt x="1073003" y="14973"/>
                </a:cubicBezTo>
                <a:cubicBezTo>
                  <a:pt x="1079652" y="15864"/>
                  <a:pt x="1082976" y="18457"/>
                  <a:pt x="1082976" y="22753"/>
                </a:cubicBezTo>
                <a:cubicBezTo>
                  <a:pt x="1082976" y="27048"/>
                  <a:pt x="1079971" y="30449"/>
                  <a:pt x="1073961" y="32954"/>
                </a:cubicBezTo>
                <a:cubicBezTo>
                  <a:pt x="1067950" y="35459"/>
                  <a:pt x="1060790" y="39726"/>
                  <a:pt x="1052479" y="45756"/>
                </a:cubicBezTo>
                <a:lnTo>
                  <a:pt x="1260055" y="45756"/>
                </a:lnTo>
                <a:cubicBezTo>
                  <a:pt x="1289702" y="45756"/>
                  <a:pt x="1312755" y="44558"/>
                  <a:pt x="1329214" y="42162"/>
                </a:cubicBezTo>
                <a:lnTo>
                  <a:pt x="1329214" y="80010"/>
                </a:lnTo>
                <a:cubicBezTo>
                  <a:pt x="1315850" y="77919"/>
                  <a:pt x="1292798" y="76874"/>
                  <a:pt x="1260055" y="76874"/>
                </a:cubicBezTo>
                <a:lnTo>
                  <a:pt x="1032620" y="76874"/>
                </a:lnTo>
                <a:lnTo>
                  <a:pt x="1018748" y="93541"/>
                </a:lnTo>
                <a:lnTo>
                  <a:pt x="1032774" y="94616"/>
                </a:lnTo>
                <a:cubicBezTo>
                  <a:pt x="1060151" y="96132"/>
                  <a:pt x="1100421" y="96891"/>
                  <a:pt x="1153585" y="96891"/>
                </a:cubicBezTo>
                <a:cubicBezTo>
                  <a:pt x="1224470" y="96891"/>
                  <a:pt x="1271650" y="95840"/>
                  <a:pt x="1295124" y="93740"/>
                </a:cubicBezTo>
                <a:cubicBezTo>
                  <a:pt x="1292733" y="108070"/>
                  <a:pt x="1291538" y="125892"/>
                  <a:pt x="1291538" y="147204"/>
                </a:cubicBezTo>
                <a:lnTo>
                  <a:pt x="1291538" y="192052"/>
                </a:lnTo>
                <a:cubicBezTo>
                  <a:pt x="1291538" y="211607"/>
                  <a:pt x="1292733" y="228231"/>
                  <a:pt x="1295124" y="241923"/>
                </a:cubicBezTo>
                <a:cubicBezTo>
                  <a:pt x="1267473" y="239232"/>
                  <a:pt x="1235600" y="237887"/>
                  <a:pt x="1199505" y="237887"/>
                </a:cubicBezTo>
                <a:lnTo>
                  <a:pt x="1097435" y="237887"/>
                </a:lnTo>
                <a:cubicBezTo>
                  <a:pt x="1088748" y="250788"/>
                  <a:pt x="1081688" y="258956"/>
                  <a:pt x="1076254" y="262390"/>
                </a:cubicBezTo>
                <a:lnTo>
                  <a:pt x="1179324" y="262390"/>
                </a:lnTo>
                <a:cubicBezTo>
                  <a:pt x="1216795" y="262390"/>
                  <a:pt x="1251957" y="260742"/>
                  <a:pt x="1284809" y="257446"/>
                </a:cubicBezTo>
                <a:cubicBezTo>
                  <a:pt x="1250695" y="309143"/>
                  <a:pt x="1219898" y="342455"/>
                  <a:pt x="1192418" y="357380"/>
                </a:cubicBezTo>
                <a:cubicBezTo>
                  <a:pt x="1226932" y="367100"/>
                  <a:pt x="1279856" y="375373"/>
                  <a:pt x="1351188" y="382198"/>
                </a:cubicBezTo>
                <a:cubicBezTo>
                  <a:pt x="1341182" y="394985"/>
                  <a:pt x="1334100" y="407579"/>
                  <a:pt x="1329943" y="419981"/>
                </a:cubicBezTo>
                <a:cubicBezTo>
                  <a:pt x="1254176" y="407984"/>
                  <a:pt x="1197421" y="394230"/>
                  <a:pt x="1159679" y="378719"/>
                </a:cubicBezTo>
                <a:cubicBezTo>
                  <a:pt x="1122155" y="396902"/>
                  <a:pt x="1058985" y="411704"/>
                  <a:pt x="970169" y="423124"/>
                </a:cubicBezTo>
                <a:cubicBezTo>
                  <a:pt x="966664" y="412247"/>
                  <a:pt x="959058" y="399957"/>
                  <a:pt x="947352" y="386255"/>
                </a:cubicBezTo>
                <a:cubicBezTo>
                  <a:pt x="1023262" y="382983"/>
                  <a:pt x="1082466" y="374211"/>
                  <a:pt x="1124967" y="359938"/>
                </a:cubicBezTo>
                <a:cubicBezTo>
                  <a:pt x="1101850" y="350513"/>
                  <a:pt x="1076285" y="333796"/>
                  <a:pt x="1048272" y="309789"/>
                </a:cubicBezTo>
                <a:lnTo>
                  <a:pt x="1068741" y="292158"/>
                </a:lnTo>
                <a:lnTo>
                  <a:pt x="1057273" y="292158"/>
                </a:lnTo>
                <a:cubicBezTo>
                  <a:pt x="1041366" y="311184"/>
                  <a:pt x="1019273" y="331965"/>
                  <a:pt x="990993" y="354501"/>
                </a:cubicBezTo>
                <a:cubicBezTo>
                  <a:pt x="982649" y="344305"/>
                  <a:pt x="972738" y="335632"/>
                  <a:pt x="961261" y="328484"/>
                </a:cubicBezTo>
                <a:cubicBezTo>
                  <a:pt x="1004800" y="301976"/>
                  <a:pt x="1038287" y="272224"/>
                  <a:pt x="1061723" y="239230"/>
                </a:cubicBezTo>
                <a:cubicBezTo>
                  <a:pt x="1039830" y="239820"/>
                  <a:pt x="1022488" y="240718"/>
                  <a:pt x="1009696" y="241923"/>
                </a:cubicBezTo>
                <a:cubicBezTo>
                  <a:pt x="1011791" y="225302"/>
                  <a:pt x="1012839" y="208678"/>
                  <a:pt x="1012839" y="192052"/>
                </a:cubicBezTo>
                <a:lnTo>
                  <a:pt x="1012839" y="147204"/>
                </a:lnTo>
                <a:cubicBezTo>
                  <a:pt x="1012839" y="136874"/>
                  <a:pt x="1012577" y="127179"/>
                  <a:pt x="1012053" y="118120"/>
                </a:cubicBezTo>
                <a:lnTo>
                  <a:pt x="1010666" y="103251"/>
                </a:lnTo>
                <a:lnTo>
                  <a:pt x="1003568" y="111780"/>
                </a:lnTo>
                <a:cubicBezTo>
                  <a:pt x="992939" y="123590"/>
                  <a:pt x="981366" y="135574"/>
                  <a:pt x="968848" y="147733"/>
                </a:cubicBezTo>
                <a:cubicBezTo>
                  <a:pt x="959742" y="139279"/>
                  <a:pt x="948690" y="132085"/>
                  <a:pt x="935693" y="126151"/>
                </a:cubicBezTo>
                <a:cubicBezTo>
                  <a:pt x="980532" y="94447"/>
                  <a:pt x="1015391" y="53295"/>
                  <a:pt x="1040271" y="2693"/>
                </a:cubicBezTo>
                <a:close/>
                <a:moveTo>
                  <a:pt x="1930935" y="1793"/>
                </a:moveTo>
                <a:cubicBezTo>
                  <a:pt x="1941769" y="4265"/>
                  <a:pt x="1948762" y="5706"/>
                  <a:pt x="1951912" y="6118"/>
                </a:cubicBezTo>
                <a:cubicBezTo>
                  <a:pt x="1955062" y="6530"/>
                  <a:pt x="1960680" y="6736"/>
                  <a:pt x="1968764" y="6736"/>
                </a:cubicBezTo>
                <a:cubicBezTo>
                  <a:pt x="1976849" y="6736"/>
                  <a:pt x="1980891" y="8729"/>
                  <a:pt x="1980891" y="12716"/>
                </a:cubicBezTo>
                <a:cubicBezTo>
                  <a:pt x="1980891" y="16702"/>
                  <a:pt x="1979248" y="20175"/>
                  <a:pt x="1975962" y="23135"/>
                </a:cubicBezTo>
                <a:cubicBezTo>
                  <a:pt x="1972675" y="26095"/>
                  <a:pt x="1970432" y="28832"/>
                  <a:pt x="1969232" y="31347"/>
                </a:cubicBezTo>
                <a:cubicBezTo>
                  <a:pt x="1968032" y="33861"/>
                  <a:pt x="1967432" y="35850"/>
                  <a:pt x="1967432" y="37312"/>
                </a:cubicBezTo>
                <a:lnTo>
                  <a:pt x="1967432" y="99598"/>
                </a:lnTo>
                <a:cubicBezTo>
                  <a:pt x="1992535" y="99336"/>
                  <a:pt x="2013466" y="97981"/>
                  <a:pt x="2030225" y="95533"/>
                </a:cubicBezTo>
                <a:lnTo>
                  <a:pt x="2030225" y="134731"/>
                </a:lnTo>
                <a:cubicBezTo>
                  <a:pt x="2009437" y="132631"/>
                  <a:pt x="1988506" y="131433"/>
                  <a:pt x="1967432" y="131138"/>
                </a:cubicBezTo>
                <a:lnTo>
                  <a:pt x="1967432" y="152162"/>
                </a:lnTo>
                <a:cubicBezTo>
                  <a:pt x="1990973" y="179236"/>
                  <a:pt x="2013249" y="208366"/>
                  <a:pt x="2034262" y="239551"/>
                </a:cubicBezTo>
                <a:lnTo>
                  <a:pt x="2002286" y="259861"/>
                </a:lnTo>
                <a:cubicBezTo>
                  <a:pt x="1990156" y="236372"/>
                  <a:pt x="1978538" y="212753"/>
                  <a:pt x="1967432" y="189002"/>
                </a:cubicBezTo>
                <a:lnTo>
                  <a:pt x="1967432" y="335127"/>
                </a:lnTo>
                <a:cubicBezTo>
                  <a:pt x="1967432" y="346615"/>
                  <a:pt x="1967806" y="359542"/>
                  <a:pt x="1968553" y="373909"/>
                </a:cubicBezTo>
                <a:lnTo>
                  <a:pt x="1968566" y="374108"/>
                </a:lnTo>
                <a:lnTo>
                  <a:pt x="1996108" y="350124"/>
                </a:lnTo>
                <a:cubicBezTo>
                  <a:pt x="2021263" y="324971"/>
                  <a:pt x="2038041" y="297369"/>
                  <a:pt x="2046442" y="267319"/>
                </a:cubicBezTo>
                <a:cubicBezTo>
                  <a:pt x="2057643" y="227252"/>
                  <a:pt x="2062375" y="160929"/>
                  <a:pt x="2060636" y="68351"/>
                </a:cubicBezTo>
                <a:cubicBezTo>
                  <a:pt x="2039886" y="68351"/>
                  <a:pt x="2024010" y="68949"/>
                  <a:pt x="2013009" y="70144"/>
                </a:cubicBezTo>
                <a:lnTo>
                  <a:pt x="2013009" y="34540"/>
                </a:lnTo>
                <a:cubicBezTo>
                  <a:pt x="2037007" y="36635"/>
                  <a:pt x="2070426" y="37683"/>
                  <a:pt x="2113264" y="37683"/>
                </a:cubicBezTo>
                <a:cubicBezTo>
                  <a:pt x="2156103" y="37683"/>
                  <a:pt x="2195401" y="35290"/>
                  <a:pt x="2231158" y="30504"/>
                </a:cubicBezTo>
                <a:lnTo>
                  <a:pt x="2181823" y="166406"/>
                </a:lnTo>
                <a:lnTo>
                  <a:pt x="2216720" y="166406"/>
                </a:lnTo>
                <a:cubicBezTo>
                  <a:pt x="2224588" y="166406"/>
                  <a:pt x="2235830" y="165359"/>
                  <a:pt x="2250446" y="163263"/>
                </a:cubicBezTo>
                <a:cubicBezTo>
                  <a:pt x="2241059" y="211045"/>
                  <a:pt x="2232177" y="246053"/>
                  <a:pt x="2223800" y="268287"/>
                </a:cubicBezTo>
                <a:cubicBezTo>
                  <a:pt x="2215422" y="290521"/>
                  <a:pt x="2205169" y="308917"/>
                  <a:pt x="2193039" y="323476"/>
                </a:cubicBezTo>
                <a:cubicBezTo>
                  <a:pt x="2205574" y="336497"/>
                  <a:pt x="2217831" y="347318"/>
                  <a:pt x="2229811" y="355941"/>
                </a:cubicBezTo>
                <a:cubicBezTo>
                  <a:pt x="2241791" y="364563"/>
                  <a:pt x="2259583" y="374642"/>
                  <a:pt x="2283186" y="386177"/>
                </a:cubicBezTo>
                <a:cubicBezTo>
                  <a:pt x="2272908" y="394944"/>
                  <a:pt x="2264726" y="405167"/>
                  <a:pt x="2258640" y="416845"/>
                </a:cubicBezTo>
                <a:cubicBezTo>
                  <a:pt x="2225393" y="399776"/>
                  <a:pt x="2196675" y="376602"/>
                  <a:pt x="2172486" y="347322"/>
                </a:cubicBezTo>
                <a:cubicBezTo>
                  <a:pt x="2144497" y="376787"/>
                  <a:pt x="2103787" y="401607"/>
                  <a:pt x="2050357" y="421781"/>
                </a:cubicBezTo>
                <a:cubicBezTo>
                  <a:pt x="2045170" y="408894"/>
                  <a:pt x="2037057" y="397985"/>
                  <a:pt x="2026018" y="389056"/>
                </a:cubicBezTo>
                <a:cubicBezTo>
                  <a:pt x="2057326" y="379631"/>
                  <a:pt x="2082032" y="370062"/>
                  <a:pt x="2100134" y="360348"/>
                </a:cubicBezTo>
                <a:cubicBezTo>
                  <a:pt x="2118236" y="350635"/>
                  <a:pt x="2135241" y="338187"/>
                  <a:pt x="2151148" y="323004"/>
                </a:cubicBezTo>
                <a:cubicBezTo>
                  <a:pt x="2135110" y="304984"/>
                  <a:pt x="2118823" y="281665"/>
                  <a:pt x="2102287" y="253048"/>
                </a:cubicBezTo>
                <a:lnTo>
                  <a:pt x="2088405" y="227667"/>
                </a:lnTo>
                <a:lnTo>
                  <a:pt x="2088214" y="229402"/>
                </a:lnTo>
                <a:cubicBezTo>
                  <a:pt x="2087576" y="234475"/>
                  <a:pt x="2086898" y="239177"/>
                  <a:pt x="2086179" y="243509"/>
                </a:cubicBezTo>
                <a:cubicBezTo>
                  <a:pt x="2080428" y="278161"/>
                  <a:pt x="2071451" y="305936"/>
                  <a:pt x="2059247" y="326834"/>
                </a:cubicBezTo>
                <a:cubicBezTo>
                  <a:pt x="2047043" y="347731"/>
                  <a:pt x="2027413" y="370858"/>
                  <a:pt x="2000357" y="396214"/>
                </a:cubicBezTo>
                <a:cubicBezTo>
                  <a:pt x="1996586" y="391789"/>
                  <a:pt x="1992016" y="387764"/>
                  <a:pt x="1986650" y="384139"/>
                </a:cubicBezTo>
                <a:lnTo>
                  <a:pt x="1968602" y="374692"/>
                </a:lnTo>
                <a:lnTo>
                  <a:pt x="1969955" y="396540"/>
                </a:lnTo>
                <a:cubicBezTo>
                  <a:pt x="1970516" y="404444"/>
                  <a:pt x="1971170" y="412707"/>
                  <a:pt x="1971918" y="421331"/>
                </a:cubicBezTo>
                <a:lnTo>
                  <a:pt x="1928691" y="421331"/>
                </a:lnTo>
                <a:cubicBezTo>
                  <a:pt x="1931677" y="386336"/>
                  <a:pt x="1933170" y="357602"/>
                  <a:pt x="1933170" y="335127"/>
                </a:cubicBezTo>
                <a:lnTo>
                  <a:pt x="1933170" y="196624"/>
                </a:lnTo>
                <a:cubicBezTo>
                  <a:pt x="1926417" y="237996"/>
                  <a:pt x="1908713" y="279111"/>
                  <a:pt x="1880057" y="319968"/>
                </a:cubicBezTo>
                <a:cubicBezTo>
                  <a:pt x="1872746" y="310167"/>
                  <a:pt x="1863243" y="302783"/>
                  <a:pt x="1851546" y="297816"/>
                </a:cubicBezTo>
                <a:cubicBezTo>
                  <a:pt x="1875485" y="268483"/>
                  <a:pt x="1896774" y="229250"/>
                  <a:pt x="1915414" y="180115"/>
                </a:cubicBezTo>
                <a:lnTo>
                  <a:pt x="1931979" y="131198"/>
                </a:lnTo>
                <a:lnTo>
                  <a:pt x="1862755" y="134731"/>
                </a:lnTo>
                <a:lnTo>
                  <a:pt x="1862755" y="95533"/>
                </a:lnTo>
                <a:cubicBezTo>
                  <a:pt x="1883814" y="98234"/>
                  <a:pt x="1907286" y="99584"/>
                  <a:pt x="1933170" y="99584"/>
                </a:cubicBezTo>
                <a:cubicBezTo>
                  <a:pt x="1933170" y="42872"/>
                  <a:pt x="1932425" y="10275"/>
                  <a:pt x="1930935" y="1793"/>
                </a:cubicBezTo>
                <a:close/>
                <a:moveTo>
                  <a:pt x="2401507" y="1350"/>
                </a:moveTo>
                <a:cubicBezTo>
                  <a:pt x="2414390" y="9427"/>
                  <a:pt x="2423783" y="14247"/>
                  <a:pt x="2429686" y="15809"/>
                </a:cubicBezTo>
                <a:cubicBezTo>
                  <a:pt x="2435589" y="17371"/>
                  <a:pt x="2438541" y="20127"/>
                  <a:pt x="2438541" y="24078"/>
                </a:cubicBezTo>
                <a:cubicBezTo>
                  <a:pt x="2438541" y="28028"/>
                  <a:pt x="2436821" y="30730"/>
                  <a:pt x="2433383" y="32182"/>
                </a:cubicBezTo>
                <a:cubicBezTo>
                  <a:pt x="2429944" y="33635"/>
                  <a:pt x="2423739" y="37559"/>
                  <a:pt x="2414766" y="43955"/>
                </a:cubicBezTo>
                <a:cubicBezTo>
                  <a:pt x="2477812" y="43960"/>
                  <a:pt x="2515038" y="42167"/>
                  <a:pt x="2526445" y="38576"/>
                </a:cubicBezTo>
                <a:lnTo>
                  <a:pt x="2526445" y="76424"/>
                </a:lnTo>
                <a:cubicBezTo>
                  <a:pt x="2513372" y="74328"/>
                  <a:pt x="2489899" y="73280"/>
                  <a:pt x="2456029" y="73280"/>
                </a:cubicBezTo>
                <a:cubicBezTo>
                  <a:pt x="2462367" y="82134"/>
                  <a:pt x="2469695" y="97491"/>
                  <a:pt x="2478010" y="119350"/>
                </a:cubicBezTo>
                <a:lnTo>
                  <a:pt x="2439026" y="128902"/>
                </a:lnTo>
                <a:cubicBezTo>
                  <a:pt x="2436236" y="108090"/>
                  <a:pt x="2431559" y="89549"/>
                  <a:pt x="2424996" y="73280"/>
                </a:cubicBezTo>
                <a:lnTo>
                  <a:pt x="2395735" y="73280"/>
                </a:lnTo>
                <a:cubicBezTo>
                  <a:pt x="2383415" y="88125"/>
                  <a:pt x="2366934" y="104422"/>
                  <a:pt x="2346293" y="122172"/>
                </a:cubicBezTo>
                <a:cubicBezTo>
                  <a:pt x="2338540" y="113357"/>
                  <a:pt x="2329613" y="106449"/>
                  <a:pt x="2319512" y="101448"/>
                </a:cubicBezTo>
                <a:cubicBezTo>
                  <a:pt x="2354697" y="76421"/>
                  <a:pt x="2382029" y="43055"/>
                  <a:pt x="2401507" y="1350"/>
                </a:cubicBezTo>
                <a:close/>
                <a:moveTo>
                  <a:pt x="2584023" y="0"/>
                </a:moveTo>
                <a:cubicBezTo>
                  <a:pt x="2597353" y="6239"/>
                  <a:pt x="2607237" y="10663"/>
                  <a:pt x="2613673" y="13273"/>
                </a:cubicBezTo>
                <a:cubicBezTo>
                  <a:pt x="2620110" y="15883"/>
                  <a:pt x="2623328" y="19027"/>
                  <a:pt x="2623328" y="22706"/>
                </a:cubicBezTo>
                <a:cubicBezTo>
                  <a:pt x="2623328" y="26385"/>
                  <a:pt x="2620984" y="29230"/>
                  <a:pt x="2616295" y="31239"/>
                </a:cubicBezTo>
                <a:cubicBezTo>
                  <a:pt x="2611606" y="33249"/>
                  <a:pt x="2605428" y="38086"/>
                  <a:pt x="2597761" y="45748"/>
                </a:cubicBezTo>
                <a:cubicBezTo>
                  <a:pt x="2666865" y="45758"/>
                  <a:pt x="2709324" y="43515"/>
                  <a:pt x="2725141" y="39019"/>
                </a:cubicBezTo>
                <a:lnTo>
                  <a:pt x="2725141" y="76874"/>
                </a:lnTo>
                <a:cubicBezTo>
                  <a:pt x="2713030" y="75078"/>
                  <a:pt x="2685519" y="74181"/>
                  <a:pt x="2642609" y="74181"/>
                </a:cubicBezTo>
                <a:cubicBezTo>
                  <a:pt x="2652853" y="91083"/>
                  <a:pt x="2660030" y="105184"/>
                  <a:pt x="2664140" y="116486"/>
                </a:cubicBezTo>
                <a:lnTo>
                  <a:pt x="2626214" y="127101"/>
                </a:lnTo>
                <a:cubicBezTo>
                  <a:pt x="2623614" y="111652"/>
                  <a:pt x="2618427" y="94012"/>
                  <a:pt x="2610655" y="74181"/>
                </a:cubicBezTo>
                <a:lnTo>
                  <a:pt x="2583609" y="74181"/>
                </a:lnTo>
                <a:cubicBezTo>
                  <a:pt x="2575051" y="87977"/>
                  <a:pt x="2565130" y="101432"/>
                  <a:pt x="2553848" y="114543"/>
                </a:cubicBezTo>
                <a:cubicBezTo>
                  <a:pt x="2549659" y="110371"/>
                  <a:pt x="2545192" y="106862"/>
                  <a:pt x="2540446" y="104016"/>
                </a:cubicBezTo>
                <a:lnTo>
                  <a:pt x="2527800" y="98524"/>
                </a:lnTo>
                <a:lnTo>
                  <a:pt x="2554834" y="132324"/>
                </a:lnTo>
                <a:cubicBezTo>
                  <a:pt x="2630743" y="132324"/>
                  <a:pt x="2685717" y="131123"/>
                  <a:pt x="2719754" y="128723"/>
                </a:cubicBezTo>
                <a:cubicBezTo>
                  <a:pt x="2717664" y="142382"/>
                  <a:pt x="2716618" y="155684"/>
                  <a:pt x="2716618" y="168628"/>
                </a:cubicBezTo>
                <a:cubicBezTo>
                  <a:pt x="2716618" y="181573"/>
                  <a:pt x="2717366" y="195241"/>
                  <a:pt x="2718861" y="209633"/>
                </a:cubicBezTo>
                <a:lnTo>
                  <a:pt x="2679664" y="209633"/>
                </a:lnTo>
                <a:lnTo>
                  <a:pt x="2679664" y="161191"/>
                </a:lnTo>
                <a:lnTo>
                  <a:pt x="2372604" y="161191"/>
                </a:lnTo>
                <a:lnTo>
                  <a:pt x="2372604" y="210976"/>
                </a:lnTo>
                <a:lnTo>
                  <a:pt x="2333413" y="210976"/>
                </a:lnTo>
                <a:cubicBezTo>
                  <a:pt x="2334609" y="197174"/>
                  <a:pt x="2335206" y="182627"/>
                  <a:pt x="2335206" y="167335"/>
                </a:cubicBezTo>
                <a:cubicBezTo>
                  <a:pt x="2335206" y="152043"/>
                  <a:pt x="2334609" y="139172"/>
                  <a:pt x="2333413" y="128723"/>
                </a:cubicBezTo>
                <a:cubicBezTo>
                  <a:pt x="2369418" y="131123"/>
                  <a:pt x="2431461" y="132324"/>
                  <a:pt x="2519544" y="132324"/>
                </a:cubicBezTo>
                <a:cubicBezTo>
                  <a:pt x="2514048" y="126756"/>
                  <a:pt x="2506273" y="119105"/>
                  <a:pt x="2496219" y="109371"/>
                </a:cubicBezTo>
                <a:lnTo>
                  <a:pt x="2519672" y="88361"/>
                </a:lnTo>
                <a:lnTo>
                  <a:pt x="2526141" y="96448"/>
                </a:lnTo>
                <a:lnTo>
                  <a:pt x="2561992" y="48752"/>
                </a:lnTo>
                <a:cubicBezTo>
                  <a:pt x="2571767" y="32507"/>
                  <a:pt x="2579111" y="16257"/>
                  <a:pt x="25840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3D7DFA-1B0D-430B-BB3E-AE2C24F5F32A}"/>
              </a:ext>
            </a:extLst>
          </p:cNvPr>
          <p:cNvSpPr txBox="1"/>
          <p:nvPr/>
        </p:nvSpPr>
        <p:spPr>
          <a:xfrm>
            <a:off x="4968306" y="4725887"/>
            <a:ext cx="2259418" cy="424467"/>
          </a:xfrm>
          <a:custGeom>
            <a:avLst/>
            <a:gdLst/>
            <a:ahLst/>
            <a:cxnLst/>
            <a:rect l="l" t="t" r="r" b="b"/>
            <a:pathLst>
              <a:path w="2259418" h="424467">
                <a:moveTo>
                  <a:pt x="938379" y="333249"/>
                </a:moveTo>
                <a:cubicBezTo>
                  <a:pt x="980646" y="335944"/>
                  <a:pt x="1044703" y="337292"/>
                  <a:pt x="1130549" y="337292"/>
                </a:cubicBezTo>
                <a:cubicBezTo>
                  <a:pt x="1216396" y="337292"/>
                  <a:pt x="1285458" y="335944"/>
                  <a:pt x="1337736" y="333249"/>
                </a:cubicBezTo>
                <a:lnTo>
                  <a:pt x="1337736" y="374682"/>
                </a:lnTo>
                <a:cubicBezTo>
                  <a:pt x="1290221" y="371692"/>
                  <a:pt x="1223506" y="370196"/>
                  <a:pt x="1137593" y="370196"/>
                </a:cubicBezTo>
                <a:cubicBezTo>
                  <a:pt x="1051680" y="370196"/>
                  <a:pt x="985275" y="371692"/>
                  <a:pt x="938379" y="374682"/>
                </a:cubicBezTo>
                <a:close/>
                <a:moveTo>
                  <a:pt x="104677" y="327591"/>
                </a:moveTo>
                <a:lnTo>
                  <a:pt x="104677" y="363302"/>
                </a:lnTo>
                <a:lnTo>
                  <a:pt x="293772" y="363302"/>
                </a:lnTo>
                <a:lnTo>
                  <a:pt x="293772" y="327591"/>
                </a:lnTo>
                <a:close/>
                <a:moveTo>
                  <a:pt x="1968782" y="325798"/>
                </a:moveTo>
                <a:lnTo>
                  <a:pt x="1968782" y="363302"/>
                </a:lnTo>
                <a:lnTo>
                  <a:pt x="2170435" y="363302"/>
                </a:lnTo>
                <a:lnTo>
                  <a:pt x="2170435" y="325798"/>
                </a:lnTo>
                <a:close/>
                <a:moveTo>
                  <a:pt x="104677" y="264347"/>
                </a:moveTo>
                <a:lnTo>
                  <a:pt x="104677" y="298273"/>
                </a:lnTo>
                <a:lnTo>
                  <a:pt x="293772" y="298273"/>
                </a:lnTo>
                <a:lnTo>
                  <a:pt x="293772" y="264347"/>
                </a:lnTo>
                <a:close/>
                <a:moveTo>
                  <a:pt x="65037" y="230536"/>
                </a:moveTo>
                <a:cubicBezTo>
                  <a:pt x="93659" y="233531"/>
                  <a:pt x="139377" y="235029"/>
                  <a:pt x="202189" y="235029"/>
                </a:cubicBezTo>
                <a:cubicBezTo>
                  <a:pt x="265002" y="235029"/>
                  <a:pt x="308445" y="233531"/>
                  <a:pt x="332520" y="230536"/>
                </a:cubicBezTo>
                <a:cubicBezTo>
                  <a:pt x="330724" y="240213"/>
                  <a:pt x="329827" y="253251"/>
                  <a:pt x="329827" y="269648"/>
                </a:cubicBezTo>
                <a:lnTo>
                  <a:pt x="329827" y="374597"/>
                </a:lnTo>
                <a:cubicBezTo>
                  <a:pt x="329827" y="386851"/>
                  <a:pt x="330875" y="401979"/>
                  <a:pt x="332970" y="419981"/>
                </a:cubicBezTo>
                <a:lnTo>
                  <a:pt x="293772" y="419981"/>
                </a:lnTo>
                <a:lnTo>
                  <a:pt x="293772" y="393070"/>
                </a:lnTo>
                <a:lnTo>
                  <a:pt x="104677" y="393070"/>
                </a:lnTo>
                <a:lnTo>
                  <a:pt x="104677" y="423574"/>
                </a:lnTo>
                <a:lnTo>
                  <a:pt x="65479" y="423574"/>
                </a:lnTo>
                <a:cubicBezTo>
                  <a:pt x="67575" y="404624"/>
                  <a:pt x="68623" y="388148"/>
                  <a:pt x="68623" y="374147"/>
                </a:cubicBezTo>
                <a:lnTo>
                  <a:pt x="68623" y="269648"/>
                </a:lnTo>
                <a:cubicBezTo>
                  <a:pt x="68623" y="257056"/>
                  <a:pt x="67427" y="244019"/>
                  <a:pt x="65037" y="230536"/>
                </a:cubicBezTo>
                <a:close/>
                <a:moveTo>
                  <a:pt x="732865" y="219499"/>
                </a:moveTo>
                <a:lnTo>
                  <a:pt x="732865" y="253417"/>
                </a:lnTo>
                <a:lnTo>
                  <a:pt x="804453" y="253417"/>
                </a:lnTo>
                <a:lnTo>
                  <a:pt x="804453" y="219499"/>
                </a:lnTo>
                <a:close/>
                <a:moveTo>
                  <a:pt x="631953" y="219499"/>
                </a:moveTo>
                <a:lnTo>
                  <a:pt x="631953" y="253417"/>
                </a:lnTo>
                <a:lnTo>
                  <a:pt x="698604" y="253417"/>
                </a:lnTo>
                <a:lnTo>
                  <a:pt x="698604" y="219499"/>
                </a:lnTo>
                <a:close/>
                <a:moveTo>
                  <a:pt x="1968782" y="212319"/>
                </a:moveTo>
                <a:lnTo>
                  <a:pt x="1968782" y="242209"/>
                </a:lnTo>
                <a:lnTo>
                  <a:pt x="2147561" y="242209"/>
                </a:lnTo>
                <a:lnTo>
                  <a:pt x="2147561" y="212319"/>
                </a:lnTo>
                <a:close/>
                <a:moveTo>
                  <a:pt x="1929584" y="179858"/>
                </a:moveTo>
                <a:cubicBezTo>
                  <a:pt x="1969822" y="181358"/>
                  <a:pt x="2013719" y="182108"/>
                  <a:pt x="2061275" y="182108"/>
                </a:cubicBezTo>
                <a:cubicBezTo>
                  <a:pt x="2108831" y="182108"/>
                  <a:pt x="2150059" y="181358"/>
                  <a:pt x="2184959" y="179858"/>
                </a:cubicBezTo>
                <a:cubicBezTo>
                  <a:pt x="2183168" y="194446"/>
                  <a:pt x="2182272" y="210876"/>
                  <a:pt x="2182272" y="229150"/>
                </a:cubicBezTo>
                <a:cubicBezTo>
                  <a:pt x="2182272" y="247424"/>
                  <a:pt x="2183168" y="262447"/>
                  <a:pt x="2184959" y="274220"/>
                </a:cubicBezTo>
                <a:cubicBezTo>
                  <a:pt x="2154831" y="272724"/>
                  <a:pt x="2116381" y="271977"/>
                  <a:pt x="2069608" y="271977"/>
                </a:cubicBezTo>
                <a:lnTo>
                  <a:pt x="1968782" y="271977"/>
                </a:lnTo>
                <a:lnTo>
                  <a:pt x="1968782" y="296030"/>
                </a:lnTo>
                <a:lnTo>
                  <a:pt x="2072302" y="296030"/>
                </a:lnTo>
                <a:cubicBezTo>
                  <a:pt x="2116593" y="296030"/>
                  <a:pt x="2162220" y="295280"/>
                  <a:pt x="2209183" y="293779"/>
                </a:cubicBezTo>
                <a:cubicBezTo>
                  <a:pt x="2207687" y="302114"/>
                  <a:pt x="2206940" y="313803"/>
                  <a:pt x="2206940" y="328848"/>
                </a:cubicBezTo>
                <a:lnTo>
                  <a:pt x="2206940" y="377740"/>
                </a:lnTo>
                <a:cubicBezTo>
                  <a:pt x="2206940" y="388899"/>
                  <a:pt x="2207985" y="402083"/>
                  <a:pt x="2210076" y="417295"/>
                </a:cubicBezTo>
                <a:lnTo>
                  <a:pt x="2170435" y="417295"/>
                </a:lnTo>
                <a:lnTo>
                  <a:pt x="2170435" y="393971"/>
                </a:lnTo>
                <a:lnTo>
                  <a:pt x="1968782" y="393971"/>
                </a:lnTo>
                <a:cubicBezTo>
                  <a:pt x="1969315" y="404229"/>
                  <a:pt x="1970060" y="414395"/>
                  <a:pt x="1971018" y="424467"/>
                </a:cubicBezTo>
                <a:lnTo>
                  <a:pt x="1928684" y="424467"/>
                </a:lnTo>
                <a:cubicBezTo>
                  <a:pt x="1931079" y="406055"/>
                  <a:pt x="1932277" y="391225"/>
                  <a:pt x="1932277" y="379976"/>
                </a:cubicBezTo>
                <a:lnTo>
                  <a:pt x="1932277" y="228378"/>
                </a:lnTo>
                <a:cubicBezTo>
                  <a:pt x="1932277" y="206823"/>
                  <a:pt x="1931379" y="190650"/>
                  <a:pt x="1929584" y="179858"/>
                </a:cubicBezTo>
                <a:close/>
                <a:moveTo>
                  <a:pt x="732865" y="154462"/>
                </a:moveTo>
                <a:lnTo>
                  <a:pt x="732865" y="191524"/>
                </a:lnTo>
                <a:lnTo>
                  <a:pt x="804453" y="191524"/>
                </a:lnTo>
                <a:lnTo>
                  <a:pt x="804453" y="154462"/>
                </a:lnTo>
                <a:close/>
                <a:moveTo>
                  <a:pt x="631953" y="154462"/>
                </a:moveTo>
                <a:lnTo>
                  <a:pt x="631953" y="191524"/>
                </a:lnTo>
                <a:lnTo>
                  <a:pt x="698604" y="191524"/>
                </a:lnTo>
                <a:lnTo>
                  <a:pt x="698604" y="154462"/>
                </a:lnTo>
                <a:close/>
                <a:moveTo>
                  <a:pt x="72309" y="94640"/>
                </a:moveTo>
                <a:cubicBezTo>
                  <a:pt x="90583" y="110399"/>
                  <a:pt x="109745" y="130866"/>
                  <a:pt x="129795" y="156041"/>
                </a:cubicBezTo>
                <a:lnTo>
                  <a:pt x="103984" y="175993"/>
                </a:lnTo>
                <a:cubicBezTo>
                  <a:pt x="86882" y="152371"/>
                  <a:pt x="68666" y="132281"/>
                  <a:pt x="49335" y="115722"/>
                </a:cubicBezTo>
                <a:close/>
                <a:moveTo>
                  <a:pt x="264797" y="87189"/>
                </a:moveTo>
                <a:lnTo>
                  <a:pt x="264797" y="177172"/>
                </a:lnTo>
                <a:lnTo>
                  <a:pt x="291344" y="176813"/>
                </a:lnTo>
                <a:lnTo>
                  <a:pt x="270455" y="162463"/>
                </a:lnTo>
                <a:cubicBezTo>
                  <a:pt x="280968" y="152005"/>
                  <a:pt x="290572" y="140525"/>
                  <a:pt x="299268" y="128025"/>
                </a:cubicBezTo>
                <a:lnTo>
                  <a:pt x="322240" y="88131"/>
                </a:lnTo>
                <a:close/>
                <a:moveTo>
                  <a:pt x="171507" y="86739"/>
                </a:moveTo>
                <a:lnTo>
                  <a:pt x="171507" y="177172"/>
                </a:lnTo>
                <a:lnTo>
                  <a:pt x="228293" y="177172"/>
                </a:lnTo>
                <a:lnTo>
                  <a:pt x="228293" y="86739"/>
                </a:lnTo>
                <a:close/>
                <a:moveTo>
                  <a:pt x="1629961" y="68351"/>
                </a:moveTo>
                <a:cubicBezTo>
                  <a:pt x="1629521" y="129941"/>
                  <a:pt x="1627629" y="178181"/>
                  <a:pt x="1624285" y="213070"/>
                </a:cubicBezTo>
                <a:lnTo>
                  <a:pt x="1623406" y="221072"/>
                </a:lnTo>
                <a:lnTo>
                  <a:pt x="1652571" y="207662"/>
                </a:lnTo>
                <a:cubicBezTo>
                  <a:pt x="1666463" y="241423"/>
                  <a:pt x="1684234" y="272222"/>
                  <a:pt x="1705884" y="300059"/>
                </a:cubicBezTo>
                <a:cubicBezTo>
                  <a:pt x="1724325" y="273427"/>
                  <a:pt x="1736643" y="238949"/>
                  <a:pt x="1742839" y="196624"/>
                </a:cubicBezTo>
                <a:lnTo>
                  <a:pt x="1704356" y="196624"/>
                </a:lnTo>
                <a:cubicBezTo>
                  <a:pt x="1696755" y="196624"/>
                  <a:pt x="1685961" y="197522"/>
                  <a:pt x="1671973" y="199318"/>
                </a:cubicBezTo>
                <a:lnTo>
                  <a:pt x="1718615" y="68351"/>
                </a:lnTo>
                <a:close/>
                <a:moveTo>
                  <a:pt x="968883" y="66830"/>
                </a:moveTo>
                <a:cubicBezTo>
                  <a:pt x="1009964" y="69525"/>
                  <a:pt x="1064688" y="70873"/>
                  <a:pt x="1133053" y="70873"/>
                </a:cubicBezTo>
                <a:cubicBezTo>
                  <a:pt x="1201419" y="70873"/>
                  <a:pt x="1255890" y="69525"/>
                  <a:pt x="1296467" y="66830"/>
                </a:cubicBezTo>
                <a:lnTo>
                  <a:pt x="1296467" y="106027"/>
                </a:lnTo>
                <a:cubicBezTo>
                  <a:pt x="1257952" y="104232"/>
                  <a:pt x="1206472" y="103334"/>
                  <a:pt x="1142026" y="103334"/>
                </a:cubicBezTo>
                <a:cubicBezTo>
                  <a:pt x="1077580" y="103334"/>
                  <a:pt x="1019865" y="104232"/>
                  <a:pt x="968883" y="106027"/>
                </a:cubicBezTo>
                <a:close/>
                <a:moveTo>
                  <a:pt x="592305" y="28703"/>
                </a:moveTo>
                <a:cubicBezTo>
                  <a:pt x="612231" y="31404"/>
                  <a:pt x="651942" y="32754"/>
                  <a:pt x="711437" y="32754"/>
                </a:cubicBezTo>
                <a:cubicBezTo>
                  <a:pt x="770933" y="32754"/>
                  <a:pt x="810518" y="31404"/>
                  <a:pt x="830192" y="28703"/>
                </a:cubicBezTo>
                <a:lnTo>
                  <a:pt x="830192" y="62629"/>
                </a:lnTo>
                <a:cubicBezTo>
                  <a:pt x="816838" y="63686"/>
                  <a:pt x="802781" y="69184"/>
                  <a:pt x="788022" y="79121"/>
                </a:cubicBezTo>
                <a:cubicBezTo>
                  <a:pt x="773263" y="89057"/>
                  <a:pt x="757868" y="99496"/>
                  <a:pt x="741838" y="110435"/>
                </a:cubicBezTo>
                <a:cubicBezTo>
                  <a:pt x="743909" y="110340"/>
                  <a:pt x="748843" y="113197"/>
                  <a:pt x="756640" y="119008"/>
                </a:cubicBezTo>
                <a:lnTo>
                  <a:pt x="748560" y="125137"/>
                </a:lnTo>
                <a:cubicBezTo>
                  <a:pt x="795637" y="125142"/>
                  <a:pt x="827334" y="123796"/>
                  <a:pt x="843651" y="121101"/>
                </a:cubicBezTo>
                <a:cubicBezTo>
                  <a:pt x="841255" y="134902"/>
                  <a:pt x="840057" y="153619"/>
                  <a:pt x="840057" y="177251"/>
                </a:cubicBezTo>
                <a:lnTo>
                  <a:pt x="840057" y="318083"/>
                </a:lnTo>
                <a:cubicBezTo>
                  <a:pt x="840057" y="326931"/>
                  <a:pt x="838445" y="334044"/>
                  <a:pt x="835221" y="339421"/>
                </a:cubicBezTo>
                <a:cubicBezTo>
                  <a:pt x="831997" y="344798"/>
                  <a:pt x="825653" y="349170"/>
                  <a:pt x="816190" y="352537"/>
                </a:cubicBezTo>
                <a:cubicBezTo>
                  <a:pt x="806727" y="355904"/>
                  <a:pt x="790899" y="359100"/>
                  <a:pt x="768705" y="362124"/>
                </a:cubicBezTo>
                <a:cubicBezTo>
                  <a:pt x="767234" y="350508"/>
                  <a:pt x="761807" y="337144"/>
                  <a:pt x="752425" y="322033"/>
                </a:cubicBezTo>
                <a:cubicBezTo>
                  <a:pt x="764836" y="323238"/>
                  <a:pt x="774876" y="323840"/>
                  <a:pt x="782546" y="323840"/>
                </a:cubicBezTo>
                <a:cubicBezTo>
                  <a:pt x="790216" y="323840"/>
                  <a:pt x="795785" y="323001"/>
                  <a:pt x="799252" y="321322"/>
                </a:cubicBezTo>
                <a:cubicBezTo>
                  <a:pt x="802719" y="319643"/>
                  <a:pt x="804453" y="314975"/>
                  <a:pt x="804453" y="307317"/>
                </a:cubicBezTo>
                <a:lnTo>
                  <a:pt x="804453" y="281392"/>
                </a:lnTo>
                <a:lnTo>
                  <a:pt x="732865" y="281392"/>
                </a:lnTo>
                <a:cubicBezTo>
                  <a:pt x="732865" y="307729"/>
                  <a:pt x="733763" y="329558"/>
                  <a:pt x="735558" y="346879"/>
                </a:cubicBezTo>
                <a:lnTo>
                  <a:pt x="695911" y="346879"/>
                </a:lnTo>
                <a:cubicBezTo>
                  <a:pt x="697706" y="329172"/>
                  <a:pt x="698604" y="307343"/>
                  <a:pt x="698604" y="281392"/>
                </a:cubicBezTo>
                <a:lnTo>
                  <a:pt x="631953" y="281392"/>
                </a:lnTo>
                <a:lnTo>
                  <a:pt x="631953" y="353601"/>
                </a:lnTo>
                <a:lnTo>
                  <a:pt x="596447" y="353601"/>
                </a:lnTo>
                <a:lnTo>
                  <a:pt x="618262" y="363283"/>
                </a:lnTo>
                <a:cubicBezTo>
                  <a:pt x="628240" y="366884"/>
                  <a:pt x="638494" y="369782"/>
                  <a:pt x="649023" y="371975"/>
                </a:cubicBezTo>
                <a:cubicBezTo>
                  <a:pt x="670080" y="376361"/>
                  <a:pt x="697445" y="378554"/>
                  <a:pt x="731119" y="378554"/>
                </a:cubicBezTo>
                <a:cubicBezTo>
                  <a:pt x="764792" y="378554"/>
                  <a:pt x="816804" y="374366"/>
                  <a:pt x="887156" y="365989"/>
                </a:cubicBezTo>
                <a:cubicBezTo>
                  <a:pt x="878783" y="378423"/>
                  <a:pt x="874895" y="393221"/>
                  <a:pt x="875490" y="410380"/>
                </a:cubicBezTo>
                <a:cubicBezTo>
                  <a:pt x="815149" y="412894"/>
                  <a:pt x="768873" y="414152"/>
                  <a:pt x="736662" y="414152"/>
                </a:cubicBezTo>
                <a:cubicBezTo>
                  <a:pt x="704451" y="414152"/>
                  <a:pt x="676639" y="411947"/>
                  <a:pt x="653227" y="407537"/>
                </a:cubicBezTo>
                <a:cubicBezTo>
                  <a:pt x="629814" y="403126"/>
                  <a:pt x="603016" y="393528"/>
                  <a:pt x="572831" y="378740"/>
                </a:cubicBezTo>
                <a:cubicBezTo>
                  <a:pt x="560244" y="372449"/>
                  <a:pt x="550611" y="369303"/>
                  <a:pt x="543934" y="369303"/>
                </a:cubicBezTo>
                <a:cubicBezTo>
                  <a:pt x="537257" y="369303"/>
                  <a:pt x="530157" y="372370"/>
                  <a:pt x="522632" y="378504"/>
                </a:cubicBezTo>
                <a:cubicBezTo>
                  <a:pt x="515107" y="384638"/>
                  <a:pt x="504553" y="395325"/>
                  <a:pt x="490971" y="410566"/>
                </a:cubicBezTo>
                <a:cubicBezTo>
                  <a:pt x="481341" y="400155"/>
                  <a:pt x="472661" y="390951"/>
                  <a:pt x="464932" y="382955"/>
                </a:cubicBezTo>
                <a:cubicBezTo>
                  <a:pt x="493559" y="355504"/>
                  <a:pt x="512545" y="340740"/>
                  <a:pt x="521889" y="338664"/>
                </a:cubicBezTo>
                <a:lnTo>
                  <a:pt x="521889" y="179129"/>
                </a:lnTo>
                <a:cubicBezTo>
                  <a:pt x="493028" y="179129"/>
                  <a:pt x="472397" y="179730"/>
                  <a:pt x="459995" y="180930"/>
                </a:cubicBezTo>
                <a:lnTo>
                  <a:pt x="459995" y="145318"/>
                </a:lnTo>
                <a:cubicBezTo>
                  <a:pt x="477526" y="147718"/>
                  <a:pt x="494363" y="148919"/>
                  <a:pt x="510505" y="148919"/>
                </a:cubicBezTo>
                <a:cubicBezTo>
                  <a:pt x="526648" y="148919"/>
                  <a:pt x="543658" y="147718"/>
                  <a:pt x="561537" y="145318"/>
                </a:cubicBezTo>
                <a:cubicBezTo>
                  <a:pt x="559141" y="158839"/>
                  <a:pt x="557943" y="178156"/>
                  <a:pt x="557943" y="203268"/>
                </a:cubicBezTo>
                <a:lnTo>
                  <a:pt x="557943" y="340721"/>
                </a:lnTo>
                <a:cubicBezTo>
                  <a:pt x="571197" y="343059"/>
                  <a:pt x="581601" y="346274"/>
                  <a:pt x="589154" y="350365"/>
                </a:cubicBezTo>
                <a:lnTo>
                  <a:pt x="594189" y="352599"/>
                </a:lnTo>
                <a:lnTo>
                  <a:pt x="596793" y="324003"/>
                </a:lnTo>
                <a:cubicBezTo>
                  <a:pt x="597392" y="314943"/>
                  <a:pt x="597691" y="306691"/>
                  <a:pt x="597691" y="299244"/>
                </a:cubicBezTo>
                <a:lnTo>
                  <a:pt x="597691" y="177251"/>
                </a:lnTo>
                <a:cubicBezTo>
                  <a:pt x="597691" y="152343"/>
                  <a:pt x="596643" y="133626"/>
                  <a:pt x="594548" y="121101"/>
                </a:cubicBezTo>
                <a:cubicBezTo>
                  <a:pt x="618565" y="124096"/>
                  <a:pt x="657737" y="125594"/>
                  <a:pt x="712063" y="125594"/>
                </a:cubicBezTo>
                <a:cubicBezTo>
                  <a:pt x="697370" y="120227"/>
                  <a:pt x="673598" y="109959"/>
                  <a:pt x="640747" y="94790"/>
                </a:cubicBezTo>
                <a:lnTo>
                  <a:pt x="659063" y="69973"/>
                </a:lnTo>
                <a:cubicBezTo>
                  <a:pt x="682842" y="79222"/>
                  <a:pt x="700952" y="87144"/>
                  <a:pt x="713391" y="93740"/>
                </a:cubicBezTo>
                <a:lnTo>
                  <a:pt x="764984" y="61622"/>
                </a:lnTo>
                <a:lnTo>
                  <a:pt x="708562" y="61622"/>
                </a:lnTo>
                <a:cubicBezTo>
                  <a:pt x="649688" y="61622"/>
                  <a:pt x="610936" y="62520"/>
                  <a:pt x="592305" y="64315"/>
                </a:cubicBezTo>
                <a:close/>
                <a:moveTo>
                  <a:pt x="494807" y="18838"/>
                </a:moveTo>
                <a:cubicBezTo>
                  <a:pt x="524568" y="38750"/>
                  <a:pt x="551145" y="62301"/>
                  <a:pt x="574538" y="89490"/>
                </a:cubicBezTo>
                <a:lnTo>
                  <a:pt x="547735" y="111857"/>
                </a:lnTo>
                <a:cubicBezTo>
                  <a:pt x="525713" y="85053"/>
                  <a:pt x="500803" y="62174"/>
                  <a:pt x="473004" y="43220"/>
                </a:cubicBezTo>
                <a:close/>
                <a:moveTo>
                  <a:pt x="1465212" y="1793"/>
                </a:moveTo>
                <a:cubicBezTo>
                  <a:pt x="1476046" y="4265"/>
                  <a:pt x="1483039" y="5707"/>
                  <a:pt x="1486189" y="6119"/>
                </a:cubicBezTo>
                <a:cubicBezTo>
                  <a:pt x="1489340" y="6531"/>
                  <a:pt x="1494957" y="6736"/>
                  <a:pt x="1503041" y="6736"/>
                </a:cubicBezTo>
                <a:cubicBezTo>
                  <a:pt x="1511126" y="6736"/>
                  <a:pt x="1515168" y="8730"/>
                  <a:pt x="1515168" y="12716"/>
                </a:cubicBezTo>
                <a:cubicBezTo>
                  <a:pt x="1515168" y="16702"/>
                  <a:pt x="1513525" y="20175"/>
                  <a:pt x="1510239" y="23135"/>
                </a:cubicBezTo>
                <a:cubicBezTo>
                  <a:pt x="1506952" y="26095"/>
                  <a:pt x="1504709" y="28832"/>
                  <a:pt x="1503509" y="31347"/>
                </a:cubicBezTo>
                <a:cubicBezTo>
                  <a:pt x="1502309" y="33861"/>
                  <a:pt x="1501709" y="35850"/>
                  <a:pt x="1501709" y="37312"/>
                </a:cubicBezTo>
                <a:lnTo>
                  <a:pt x="1501709" y="99598"/>
                </a:lnTo>
                <a:cubicBezTo>
                  <a:pt x="1526812" y="99336"/>
                  <a:pt x="1547743" y="97981"/>
                  <a:pt x="1564503" y="95533"/>
                </a:cubicBezTo>
                <a:lnTo>
                  <a:pt x="1564503" y="134731"/>
                </a:lnTo>
                <a:cubicBezTo>
                  <a:pt x="1543714" y="132631"/>
                  <a:pt x="1522783" y="131433"/>
                  <a:pt x="1501709" y="131138"/>
                </a:cubicBezTo>
                <a:lnTo>
                  <a:pt x="1501709" y="152162"/>
                </a:lnTo>
                <a:cubicBezTo>
                  <a:pt x="1525250" y="179237"/>
                  <a:pt x="1547527" y="208366"/>
                  <a:pt x="1568539" y="239551"/>
                </a:cubicBezTo>
                <a:lnTo>
                  <a:pt x="1536563" y="259861"/>
                </a:lnTo>
                <a:cubicBezTo>
                  <a:pt x="1524433" y="236372"/>
                  <a:pt x="1512815" y="212753"/>
                  <a:pt x="1501709" y="189002"/>
                </a:cubicBezTo>
                <a:lnTo>
                  <a:pt x="1501709" y="335128"/>
                </a:lnTo>
                <a:cubicBezTo>
                  <a:pt x="1501709" y="346615"/>
                  <a:pt x="1502083" y="359542"/>
                  <a:pt x="1502830" y="373909"/>
                </a:cubicBezTo>
                <a:lnTo>
                  <a:pt x="1502840" y="374059"/>
                </a:lnTo>
                <a:lnTo>
                  <a:pt x="1552747" y="324155"/>
                </a:lnTo>
                <a:cubicBezTo>
                  <a:pt x="1565794" y="306298"/>
                  <a:pt x="1575118" y="287353"/>
                  <a:pt x="1580719" y="267319"/>
                </a:cubicBezTo>
                <a:cubicBezTo>
                  <a:pt x="1591920" y="227252"/>
                  <a:pt x="1596652" y="160930"/>
                  <a:pt x="1594913" y="68351"/>
                </a:cubicBezTo>
                <a:cubicBezTo>
                  <a:pt x="1574163" y="68351"/>
                  <a:pt x="1558287" y="68949"/>
                  <a:pt x="1547286" y="70144"/>
                </a:cubicBezTo>
                <a:lnTo>
                  <a:pt x="1547286" y="34540"/>
                </a:lnTo>
                <a:cubicBezTo>
                  <a:pt x="1571284" y="36635"/>
                  <a:pt x="1604703" y="37683"/>
                  <a:pt x="1647541" y="37683"/>
                </a:cubicBezTo>
                <a:cubicBezTo>
                  <a:pt x="1690380" y="37683"/>
                  <a:pt x="1729678" y="35290"/>
                  <a:pt x="1765435" y="30504"/>
                </a:cubicBezTo>
                <a:lnTo>
                  <a:pt x="1716100" y="166406"/>
                </a:lnTo>
                <a:lnTo>
                  <a:pt x="1750997" y="166406"/>
                </a:lnTo>
                <a:cubicBezTo>
                  <a:pt x="1758865" y="166406"/>
                  <a:pt x="1770107" y="165359"/>
                  <a:pt x="1784723" y="163263"/>
                </a:cubicBezTo>
                <a:cubicBezTo>
                  <a:pt x="1775336" y="211045"/>
                  <a:pt x="1766454" y="246053"/>
                  <a:pt x="1758077" y="268287"/>
                </a:cubicBezTo>
                <a:cubicBezTo>
                  <a:pt x="1749699" y="290521"/>
                  <a:pt x="1739446" y="308917"/>
                  <a:pt x="1727316" y="323476"/>
                </a:cubicBezTo>
                <a:cubicBezTo>
                  <a:pt x="1739851" y="336497"/>
                  <a:pt x="1752108" y="347318"/>
                  <a:pt x="1764088" y="355941"/>
                </a:cubicBezTo>
                <a:cubicBezTo>
                  <a:pt x="1776068" y="364563"/>
                  <a:pt x="1793860" y="374642"/>
                  <a:pt x="1817463" y="386177"/>
                </a:cubicBezTo>
                <a:cubicBezTo>
                  <a:pt x="1807185" y="394945"/>
                  <a:pt x="1799003" y="405167"/>
                  <a:pt x="1792917" y="416845"/>
                </a:cubicBezTo>
                <a:cubicBezTo>
                  <a:pt x="1759670" y="399776"/>
                  <a:pt x="1730952" y="376602"/>
                  <a:pt x="1706763" y="347322"/>
                </a:cubicBezTo>
                <a:cubicBezTo>
                  <a:pt x="1678774" y="376788"/>
                  <a:pt x="1638064" y="401607"/>
                  <a:pt x="1584634" y="421781"/>
                </a:cubicBezTo>
                <a:cubicBezTo>
                  <a:pt x="1579447" y="408894"/>
                  <a:pt x="1571334" y="397985"/>
                  <a:pt x="1560295" y="389056"/>
                </a:cubicBezTo>
                <a:cubicBezTo>
                  <a:pt x="1591604" y="379631"/>
                  <a:pt x="1616309" y="370062"/>
                  <a:pt x="1634411" y="360349"/>
                </a:cubicBezTo>
                <a:cubicBezTo>
                  <a:pt x="1652513" y="350635"/>
                  <a:pt x="1669518" y="338187"/>
                  <a:pt x="1685425" y="323005"/>
                </a:cubicBezTo>
                <a:cubicBezTo>
                  <a:pt x="1669387" y="304984"/>
                  <a:pt x="1653100" y="281665"/>
                  <a:pt x="1636564" y="253048"/>
                </a:cubicBezTo>
                <a:lnTo>
                  <a:pt x="1622682" y="227667"/>
                </a:lnTo>
                <a:lnTo>
                  <a:pt x="1622491" y="229402"/>
                </a:lnTo>
                <a:cubicBezTo>
                  <a:pt x="1621853" y="234475"/>
                  <a:pt x="1621175" y="239177"/>
                  <a:pt x="1620456" y="243509"/>
                </a:cubicBezTo>
                <a:cubicBezTo>
                  <a:pt x="1614705" y="278161"/>
                  <a:pt x="1605728" y="305936"/>
                  <a:pt x="1593524" y="326834"/>
                </a:cubicBezTo>
                <a:cubicBezTo>
                  <a:pt x="1581320" y="347731"/>
                  <a:pt x="1561690" y="370858"/>
                  <a:pt x="1534634" y="396214"/>
                </a:cubicBezTo>
                <a:cubicBezTo>
                  <a:pt x="1530863" y="391789"/>
                  <a:pt x="1526294" y="387764"/>
                  <a:pt x="1520927" y="384139"/>
                </a:cubicBezTo>
                <a:lnTo>
                  <a:pt x="1502879" y="374692"/>
                </a:lnTo>
                <a:lnTo>
                  <a:pt x="1504232" y="396540"/>
                </a:lnTo>
                <a:cubicBezTo>
                  <a:pt x="1504793" y="404444"/>
                  <a:pt x="1505447" y="412707"/>
                  <a:pt x="1506195" y="421331"/>
                </a:cubicBezTo>
                <a:lnTo>
                  <a:pt x="1462968" y="421331"/>
                </a:lnTo>
                <a:cubicBezTo>
                  <a:pt x="1465954" y="386336"/>
                  <a:pt x="1467448" y="357602"/>
                  <a:pt x="1467448" y="335128"/>
                </a:cubicBezTo>
                <a:lnTo>
                  <a:pt x="1467448" y="196624"/>
                </a:lnTo>
                <a:cubicBezTo>
                  <a:pt x="1460694" y="237996"/>
                  <a:pt x="1442990" y="279111"/>
                  <a:pt x="1414334" y="319968"/>
                </a:cubicBezTo>
                <a:cubicBezTo>
                  <a:pt x="1407023" y="310167"/>
                  <a:pt x="1397520" y="302783"/>
                  <a:pt x="1385823" y="297816"/>
                </a:cubicBezTo>
                <a:cubicBezTo>
                  <a:pt x="1409762" y="268483"/>
                  <a:pt x="1431051" y="229250"/>
                  <a:pt x="1449691" y="180115"/>
                </a:cubicBezTo>
                <a:lnTo>
                  <a:pt x="1466256" y="131199"/>
                </a:lnTo>
                <a:lnTo>
                  <a:pt x="1397032" y="134731"/>
                </a:lnTo>
                <a:lnTo>
                  <a:pt x="1397032" y="95533"/>
                </a:lnTo>
                <a:cubicBezTo>
                  <a:pt x="1418091" y="98234"/>
                  <a:pt x="1441563" y="99584"/>
                  <a:pt x="1467448" y="99584"/>
                </a:cubicBezTo>
                <a:cubicBezTo>
                  <a:pt x="1467448" y="42872"/>
                  <a:pt x="1466702" y="10275"/>
                  <a:pt x="1465212" y="1793"/>
                </a:cubicBezTo>
                <a:close/>
                <a:moveTo>
                  <a:pt x="1935785" y="1350"/>
                </a:moveTo>
                <a:cubicBezTo>
                  <a:pt x="1948667" y="9427"/>
                  <a:pt x="1958060" y="14247"/>
                  <a:pt x="1963963" y="15809"/>
                </a:cubicBezTo>
                <a:cubicBezTo>
                  <a:pt x="1969866" y="17371"/>
                  <a:pt x="1972818" y="20127"/>
                  <a:pt x="1972818" y="24078"/>
                </a:cubicBezTo>
                <a:cubicBezTo>
                  <a:pt x="1972818" y="28028"/>
                  <a:pt x="1971099" y="30730"/>
                  <a:pt x="1967660" y="32183"/>
                </a:cubicBezTo>
                <a:cubicBezTo>
                  <a:pt x="1964221" y="33635"/>
                  <a:pt x="1958016" y="37559"/>
                  <a:pt x="1949043" y="43955"/>
                </a:cubicBezTo>
                <a:cubicBezTo>
                  <a:pt x="2012089" y="43960"/>
                  <a:pt x="2049315" y="42167"/>
                  <a:pt x="2060722" y="38576"/>
                </a:cubicBezTo>
                <a:lnTo>
                  <a:pt x="2060722" y="76424"/>
                </a:lnTo>
                <a:cubicBezTo>
                  <a:pt x="2047649" y="74328"/>
                  <a:pt x="2024177" y="73281"/>
                  <a:pt x="1990306" y="73281"/>
                </a:cubicBezTo>
                <a:cubicBezTo>
                  <a:pt x="1996645" y="82134"/>
                  <a:pt x="2003972" y="97491"/>
                  <a:pt x="2012287" y="119351"/>
                </a:cubicBezTo>
                <a:lnTo>
                  <a:pt x="1973304" y="128902"/>
                </a:lnTo>
                <a:cubicBezTo>
                  <a:pt x="1970513" y="108090"/>
                  <a:pt x="1965836" y="89549"/>
                  <a:pt x="1959273" y="73281"/>
                </a:cubicBezTo>
                <a:lnTo>
                  <a:pt x="1930013" y="73281"/>
                </a:lnTo>
                <a:cubicBezTo>
                  <a:pt x="1917692" y="88125"/>
                  <a:pt x="1901211" y="104422"/>
                  <a:pt x="1880571" y="122172"/>
                </a:cubicBezTo>
                <a:cubicBezTo>
                  <a:pt x="1872817" y="113357"/>
                  <a:pt x="1863890" y="106449"/>
                  <a:pt x="1853789" y="101448"/>
                </a:cubicBezTo>
                <a:cubicBezTo>
                  <a:pt x="1888974" y="76421"/>
                  <a:pt x="1916306" y="43055"/>
                  <a:pt x="1935785" y="1350"/>
                </a:cubicBezTo>
                <a:close/>
                <a:moveTo>
                  <a:pt x="2118300" y="0"/>
                </a:moveTo>
                <a:cubicBezTo>
                  <a:pt x="2131631" y="6239"/>
                  <a:pt x="2141514" y="10663"/>
                  <a:pt x="2147950" y="13273"/>
                </a:cubicBezTo>
                <a:cubicBezTo>
                  <a:pt x="2154387" y="15883"/>
                  <a:pt x="2157605" y="19027"/>
                  <a:pt x="2157605" y="22706"/>
                </a:cubicBezTo>
                <a:cubicBezTo>
                  <a:pt x="2157605" y="26385"/>
                  <a:pt x="2155261" y="29230"/>
                  <a:pt x="2150572" y="31240"/>
                </a:cubicBezTo>
                <a:cubicBezTo>
                  <a:pt x="2145883" y="33249"/>
                  <a:pt x="2139705" y="38086"/>
                  <a:pt x="2132038" y="45748"/>
                </a:cubicBezTo>
                <a:cubicBezTo>
                  <a:pt x="2201142" y="45758"/>
                  <a:pt x="2243602" y="43515"/>
                  <a:pt x="2259418" y="39019"/>
                </a:cubicBezTo>
                <a:lnTo>
                  <a:pt x="2259418" y="76874"/>
                </a:lnTo>
                <a:cubicBezTo>
                  <a:pt x="2247307" y="75078"/>
                  <a:pt x="2219796" y="74181"/>
                  <a:pt x="2176886" y="74181"/>
                </a:cubicBezTo>
                <a:cubicBezTo>
                  <a:pt x="2187130" y="91083"/>
                  <a:pt x="2194307" y="105184"/>
                  <a:pt x="2198417" y="116486"/>
                </a:cubicBezTo>
                <a:lnTo>
                  <a:pt x="2160491" y="127102"/>
                </a:lnTo>
                <a:cubicBezTo>
                  <a:pt x="2157891" y="111652"/>
                  <a:pt x="2152705" y="94012"/>
                  <a:pt x="2144932" y="74181"/>
                </a:cubicBezTo>
                <a:lnTo>
                  <a:pt x="2117886" y="74181"/>
                </a:lnTo>
                <a:cubicBezTo>
                  <a:pt x="2109328" y="87978"/>
                  <a:pt x="2099407" y="101432"/>
                  <a:pt x="2088125" y="114543"/>
                </a:cubicBezTo>
                <a:cubicBezTo>
                  <a:pt x="2083936" y="110371"/>
                  <a:pt x="2079469" y="106862"/>
                  <a:pt x="2074723" y="104017"/>
                </a:cubicBezTo>
                <a:lnTo>
                  <a:pt x="2062077" y="98524"/>
                </a:lnTo>
                <a:lnTo>
                  <a:pt x="2089111" y="132324"/>
                </a:lnTo>
                <a:cubicBezTo>
                  <a:pt x="2165020" y="132324"/>
                  <a:pt x="2219994" y="131123"/>
                  <a:pt x="2254031" y="128723"/>
                </a:cubicBezTo>
                <a:cubicBezTo>
                  <a:pt x="2251941" y="142382"/>
                  <a:pt x="2250895" y="155684"/>
                  <a:pt x="2250895" y="168628"/>
                </a:cubicBezTo>
                <a:cubicBezTo>
                  <a:pt x="2250895" y="181573"/>
                  <a:pt x="2251643" y="195241"/>
                  <a:pt x="2253139" y="209633"/>
                </a:cubicBezTo>
                <a:lnTo>
                  <a:pt x="2213941" y="209633"/>
                </a:lnTo>
                <a:lnTo>
                  <a:pt x="2213941" y="161191"/>
                </a:lnTo>
                <a:lnTo>
                  <a:pt x="1906881" y="161191"/>
                </a:lnTo>
                <a:lnTo>
                  <a:pt x="1906881" y="210976"/>
                </a:lnTo>
                <a:lnTo>
                  <a:pt x="1867690" y="210976"/>
                </a:lnTo>
                <a:cubicBezTo>
                  <a:pt x="1868886" y="197175"/>
                  <a:pt x="1869483" y="182628"/>
                  <a:pt x="1869483" y="167335"/>
                </a:cubicBezTo>
                <a:cubicBezTo>
                  <a:pt x="1869483" y="152043"/>
                  <a:pt x="1868886" y="139172"/>
                  <a:pt x="1867690" y="128723"/>
                </a:cubicBezTo>
                <a:cubicBezTo>
                  <a:pt x="1903695" y="131123"/>
                  <a:pt x="1965738" y="132324"/>
                  <a:pt x="2053821" y="132324"/>
                </a:cubicBezTo>
                <a:cubicBezTo>
                  <a:pt x="2048325" y="126756"/>
                  <a:pt x="2040550" y="119105"/>
                  <a:pt x="2030496" y="109371"/>
                </a:cubicBezTo>
                <a:lnTo>
                  <a:pt x="2053949" y="88361"/>
                </a:lnTo>
                <a:lnTo>
                  <a:pt x="2060418" y="96448"/>
                </a:lnTo>
                <a:lnTo>
                  <a:pt x="2096269" y="48752"/>
                </a:lnTo>
                <a:cubicBezTo>
                  <a:pt x="2106044" y="32508"/>
                  <a:pt x="2113388" y="16257"/>
                  <a:pt x="2118300" y="0"/>
                </a:cubicBezTo>
                <a:close/>
                <a:moveTo>
                  <a:pt x="267112" y="0"/>
                </a:moveTo>
                <a:cubicBezTo>
                  <a:pt x="279713" y="6882"/>
                  <a:pt x="289953" y="11747"/>
                  <a:pt x="297830" y="14595"/>
                </a:cubicBezTo>
                <a:cubicBezTo>
                  <a:pt x="305707" y="17443"/>
                  <a:pt x="309646" y="21241"/>
                  <a:pt x="309646" y="25989"/>
                </a:cubicBezTo>
                <a:cubicBezTo>
                  <a:pt x="309646" y="30737"/>
                  <a:pt x="306643" y="34029"/>
                  <a:pt x="300637" y="35865"/>
                </a:cubicBezTo>
                <a:cubicBezTo>
                  <a:pt x="294632" y="37701"/>
                  <a:pt x="285974" y="44436"/>
                  <a:pt x="274663" y="56071"/>
                </a:cubicBezTo>
                <a:cubicBezTo>
                  <a:pt x="313887" y="56071"/>
                  <a:pt x="349020" y="54573"/>
                  <a:pt x="380062" y="51578"/>
                </a:cubicBezTo>
                <a:lnTo>
                  <a:pt x="380062" y="91226"/>
                </a:lnTo>
                <a:cubicBezTo>
                  <a:pt x="363455" y="89880"/>
                  <a:pt x="345546" y="88871"/>
                  <a:pt x="326335" y="88198"/>
                </a:cubicBezTo>
                <a:lnTo>
                  <a:pt x="323665" y="88155"/>
                </a:lnTo>
                <a:lnTo>
                  <a:pt x="337413" y="97329"/>
                </a:lnTo>
                <a:cubicBezTo>
                  <a:pt x="341808" y="99938"/>
                  <a:pt x="345669" y="101867"/>
                  <a:pt x="348997" y="103116"/>
                </a:cubicBezTo>
                <a:cubicBezTo>
                  <a:pt x="355653" y="105614"/>
                  <a:pt x="358980" y="108864"/>
                  <a:pt x="358980" y="112864"/>
                </a:cubicBezTo>
                <a:cubicBezTo>
                  <a:pt x="358980" y="116865"/>
                  <a:pt x="356677" y="119484"/>
                  <a:pt x="352069" y="120722"/>
                </a:cubicBezTo>
                <a:cubicBezTo>
                  <a:pt x="347461" y="121960"/>
                  <a:pt x="342366" y="125580"/>
                  <a:pt x="336785" y="131581"/>
                </a:cubicBezTo>
                <a:cubicBezTo>
                  <a:pt x="332599" y="136081"/>
                  <a:pt x="323664" y="146122"/>
                  <a:pt x="309981" y="161702"/>
                </a:cubicBezTo>
                <a:lnTo>
                  <a:pt x="296809" y="176739"/>
                </a:lnTo>
                <a:lnTo>
                  <a:pt x="347897" y="176049"/>
                </a:lnTo>
                <a:cubicBezTo>
                  <a:pt x="371145" y="175300"/>
                  <a:pt x="389941" y="174176"/>
                  <a:pt x="404286" y="172679"/>
                </a:cubicBezTo>
                <a:lnTo>
                  <a:pt x="404286" y="210526"/>
                </a:lnTo>
                <a:cubicBezTo>
                  <a:pt x="374297" y="207835"/>
                  <a:pt x="304772" y="206490"/>
                  <a:pt x="195714" y="206490"/>
                </a:cubicBezTo>
                <a:cubicBezTo>
                  <a:pt x="86655" y="206490"/>
                  <a:pt x="21417" y="207835"/>
                  <a:pt x="0" y="210526"/>
                </a:cubicBezTo>
                <a:lnTo>
                  <a:pt x="0" y="172679"/>
                </a:lnTo>
                <a:cubicBezTo>
                  <a:pt x="28032" y="175674"/>
                  <a:pt x="73480" y="177172"/>
                  <a:pt x="136345" y="177172"/>
                </a:cubicBezTo>
                <a:lnTo>
                  <a:pt x="136345" y="87189"/>
                </a:lnTo>
                <a:cubicBezTo>
                  <a:pt x="93583" y="87189"/>
                  <a:pt x="55609" y="88535"/>
                  <a:pt x="22424" y="91226"/>
                </a:cubicBezTo>
                <a:lnTo>
                  <a:pt x="22424" y="51578"/>
                </a:lnTo>
                <a:cubicBezTo>
                  <a:pt x="53571" y="54278"/>
                  <a:pt x="89154" y="55624"/>
                  <a:pt x="129173" y="55614"/>
                </a:cubicBezTo>
                <a:cubicBezTo>
                  <a:pt x="123811" y="49856"/>
                  <a:pt x="112895" y="37874"/>
                  <a:pt x="96426" y="19667"/>
                </a:cubicBezTo>
                <a:lnTo>
                  <a:pt x="125830" y="1350"/>
                </a:lnTo>
                <a:cubicBezTo>
                  <a:pt x="142118" y="20700"/>
                  <a:pt x="154964" y="39091"/>
                  <a:pt x="164370" y="56521"/>
                </a:cubicBezTo>
                <a:lnTo>
                  <a:pt x="241609" y="56521"/>
                </a:lnTo>
                <a:cubicBezTo>
                  <a:pt x="252596" y="41257"/>
                  <a:pt x="261097" y="22417"/>
                  <a:pt x="2671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01F3CF-131D-47FF-BD6A-9375DE050962}"/>
              </a:ext>
            </a:extLst>
          </p:cNvPr>
          <p:cNvSpPr txBox="1"/>
          <p:nvPr/>
        </p:nvSpPr>
        <p:spPr>
          <a:xfrm>
            <a:off x="7782400" y="5565249"/>
            <a:ext cx="2050408" cy="323174"/>
          </a:xfrm>
          <a:custGeom>
            <a:avLst/>
            <a:gdLst/>
            <a:ahLst/>
            <a:cxnLst/>
            <a:rect l="l" t="t" r="r" b="b"/>
            <a:pathLst>
              <a:path w="2050408" h="323174">
                <a:moveTo>
                  <a:pt x="1858160" y="183261"/>
                </a:moveTo>
                <a:cubicBezTo>
                  <a:pt x="1860627" y="183261"/>
                  <a:pt x="1864269" y="184671"/>
                  <a:pt x="1869085" y="187490"/>
                </a:cubicBezTo>
                <a:cubicBezTo>
                  <a:pt x="1873902" y="190310"/>
                  <a:pt x="1876310" y="193716"/>
                  <a:pt x="1876310" y="197711"/>
                </a:cubicBezTo>
                <a:cubicBezTo>
                  <a:pt x="1876310" y="198885"/>
                  <a:pt x="1876075" y="199943"/>
                  <a:pt x="1875605" y="200882"/>
                </a:cubicBezTo>
                <a:cubicBezTo>
                  <a:pt x="1873726" y="206286"/>
                  <a:pt x="1871846" y="213335"/>
                  <a:pt x="1869966" y="222028"/>
                </a:cubicBezTo>
                <a:cubicBezTo>
                  <a:pt x="1866677" y="238474"/>
                  <a:pt x="1861626" y="251573"/>
                  <a:pt x="1854812" y="261323"/>
                </a:cubicBezTo>
                <a:cubicBezTo>
                  <a:pt x="1847998" y="271074"/>
                  <a:pt x="1840363" y="277887"/>
                  <a:pt x="1831905" y="281764"/>
                </a:cubicBezTo>
                <a:cubicBezTo>
                  <a:pt x="1823446" y="285641"/>
                  <a:pt x="1817690" y="287579"/>
                  <a:pt x="1814636" y="287579"/>
                </a:cubicBezTo>
                <a:cubicBezTo>
                  <a:pt x="1811581" y="287579"/>
                  <a:pt x="1810054" y="286933"/>
                  <a:pt x="1810054" y="285641"/>
                </a:cubicBezTo>
                <a:cubicBezTo>
                  <a:pt x="1810054" y="284348"/>
                  <a:pt x="1811229" y="282997"/>
                  <a:pt x="1813578" y="281588"/>
                </a:cubicBezTo>
                <a:cubicBezTo>
                  <a:pt x="1827441" y="272190"/>
                  <a:pt x="1838072" y="260560"/>
                  <a:pt x="1845473" y="246698"/>
                </a:cubicBezTo>
                <a:cubicBezTo>
                  <a:pt x="1852874" y="232836"/>
                  <a:pt x="1856574" y="218739"/>
                  <a:pt x="1856574" y="204407"/>
                </a:cubicBezTo>
                <a:cubicBezTo>
                  <a:pt x="1856574" y="199473"/>
                  <a:pt x="1856222" y="195537"/>
                  <a:pt x="1855517" y="192600"/>
                </a:cubicBezTo>
                <a:cubicBezTo>
                  <a:pt x="1854812" y="189664"/>
                  <a:pt x="1854460" y="187373"/>
                  <a:pt x="1854460" y="185728"/>
                </a:cubicBezTo>
                <a:cubicBezTo>
                  <a:pt x="1854460" y="184083"/>
                  <a:pt x="1855693" y="183261"/>
                  <a:pt x="1858160" y="183261"/>
                </a:cubicBezTo>
                <a:close/>
                <a:moveTo>
                  <a:pt x="1899394" y="178327"/>
                </a:moveTo>
                <a:cubicBezTo>
                  <a:pt x="1901861" y="178327"/>
                  <a:pt x="1906031" y="179619"/>
                  <a:pt x="1911905" y="182204"/>
                </a:cubicBezTo>
                <a:cubicBezTo>
                  <a:pt x="1917779" y="184788"/>
                  <a:pt x="1920716" y="187608"/>
                  <a:pt x="1920716" y="190662"/>
                </a:cubicBezTo>
                <a:cubicBezTo>
                  <a:pt x="1920716" y="191602"/>
                  <a:pt x="1920246" y="193012"/>
                  <a:pt x="1919306" y="194891"/>
                </a:cubicBezTo>
                <a:cubicBezTo>
                  <a:pt x="1917661" y="198415"/>
                  <a:pt x="1916839" y="215332"/>
                  <a:pt x="1916839" y="245640"/>
                </a:cubicBezTo>
                <a:cubicBezTo>
                  <a:pt x="1916839" y="256213"/>
                  <a:pt x="1915782" y="264671"/>
                  <a:pt x="1913667" y="271015"/>
                </a:cubicBezTo>
                <a:cubicBezTo>
                  <a:pt x="1911553" y="277359"/>
                  <a:pt x="1909379" y="280530"/>
                  <a:pt x="1907147" y="280530"/>
                </a:cubicBezTo>
                <a:cubicBezTo>
                  <a:pt x="1904915" y="280530"/>
                  <a:pt x="1902918" y="277652"/>
                  <a:pt x="1901156" y="271896"/>
                </a:cubicBezTo>
                <a:cubicBezTo>
                  <a:pt x="1899394" y="266140"/>
                  <a:pt x="1898865" y="261382"/>
                  <a:pt x="1899570" y="257623"/>
                </a:cubicBezTo>
                <a:cubicBezTo>
                  <a:pt x="1901685" y="247285"/>
                  <a:pt x="1902742" y="234891"/>
                  <a:pt x="1902742" y="220442"/>
                </a:cubicBezTo>
                <a:cubicBezTo>
                  <a:pt x="1902742" y="205993"/>
                  <a:pt x="1900627" y="194186"/>
                  <a:pt x="1896398" y="185023"/>
                </a:cubicBezTo>
                <a:cubicBezTo>
                  <a:pt x="1895928" y="184083"/>
                  <a:pt x="1895693" y="183144"/>
                  <a:pt x="1895693" y="182204"/>
                </a:cubicBezTo>
                <a:cubicBezTo>
                  <a:pt x="1895693" y="179619"/>
                  <a:pt x="1896927" y="178327"/>
                  <a:pt x="1899394" y="178327"/>
                </a:cubicBezTo>
                <a:close/>
                <a:moveTo>
                  <a:pt x="1947852" y="161411"/>
                </a:moveTo>
                <a:cubicBezTo>
                  <a:pt x="1949497" y="161411"/>
                  <a:pt x="1953139" y="162762"/>
                  <a:pt x="1958778" y="165464"/>
                </a:cubicBezTo>
                <a:cubicBezTo>
                  <a:pt x="1964416" y="168166"/>
                  <a:pt x="1967236" y="171044"/>
                  <a:pt x="1967236" y="174098"/>
                </a:cubicBezTo>
                <a:cubicBezTo>
                  <a:pt x="1967236" y="177152"/>
                  <a:pt x="1966648" y="180324"/>
                  <a:pt x="1965474" y="183614"/>
                </a:cubicBezTo>
                <a:cubicBezTo>
                  <a:pt x="1964299" y="186903"/>
                  <a:pt x="1963183" y="192600"/>
                  <a:pt x="1962126" y="200706"/>
                </a:cubicBezTo>
                <a:cubicBezTo>
                  <a:pt x="1961068" y="208812"/>
                  <a:pt x="1960540" y="216037"/>
                  <a:pt x="1960540" y="222380"/>
                </a:cubicBezTo>
                <a:cubicBezTo>
                  <a:pt x="1960540" y="228724"/>
                  <a:pt x="1962360" y="236947"/>
                  <a:pt x="1966002" y="247050"/>
                </a:cubicBezTo>
                <a:cubicBezTo>
                  <a:pt x="1969644" y="257153"/>
                  <a:pt x="1977221" y="262204"/>
                  <a:pt x="1988734" y="262204"/>
                </a:cubicBezTo>
                <a:cubicBezTo>
                  <a:pt x="2000246" y="262204"/>
                  <a:pt x="2008822" y="261147"/>
                  <a:pt x="2014461" y="259033"/>
                </a:cubicBezTo>
                <a:cubicBezTo>
                  <a:pt x="2020100" y="256918"/>
                  <a:pt x="2024505" y="252630"/>
                  <a:pt x="2027677" y="246169"/>
                </a:cubicBezTo>
                <a:cubicBezTo>
                  <a:pt x="2030848" y="239708"/>
                  <a:pt x="2033726" y="229311"/>
                  <a:pt x="2036311" y="214979"/>
                </a:cubicBezTo>
                <a:cubicBezTo>
                  <a:pt x="2037016" y="211455"/>
                  <a:pt x="2037956" y="209693"/>
                  <a:pt x="2039130" y="209693"/>
                </a:cubicBezTo>
                <a:cubicBezTo>
                  <a:pt x="2040540" y="209693"/>
                  <a:pt x="2041480" y="211808"/>
                  <a:pt x="2041950" y="216037"/>
                </a:cubicBezTo>
                <a:cubicBezTo>
                  <a:pt x="2043125" y="232248"/>
                  <a:pt x="2045239" y="244231"/>
                  <a:pt x="2048294" y="251984"/>
                </a:cubicBezTo>
                <a:cubicBezTo>
                  <a:pt x="2049703" y="255508"/>
                  <a:pt x="2050408" y="258445"/>
                  <a:pt x="2050408" y="260795"/>
                </a:cubicBezTo>
                <a:cubicBezTo>
                  <a:pt x="2050408" y="267373"/>
                  <a:pt x="2045180" y="272895"/>
                  <a:pt x="2034725" y="277359"/>
                </a:cubicBezTo>
                <a:cubicBezTo>
                  <a:pt x="2024270" y="281823"/>
                  <a:pt x="2012346" y="284055"/>
                  <a:pt x="1998954" y="284055"/>
                </a:cubicBezTo>
                <a:cubicBezTo>
                  <a:pt x="1985562" y="284055"/>
                  <a:pt x="1975224" y="281529"/>
                  <a:pt x="1967940" y="276478"/>
                </a:cubicBezTo>
                <a:cubicBezTo>
                  <a:pt x="1960657" y="271426"/>
                  <a:pt x="1955723" y="263967"/>
                  <a:pt x="1953139" y="254099"/>
                </a:cubicBezTo>
                <a:cubicBezTo>
                  <a:pt x="1950554" y="244231"/>
                  <a:pt x="1949027" y="229899"/>
                  <a:pt x="1948557" y="211103"/>
                </a:cubicBezTo>
                <a:cubicBezTo>
                  <a:pt x="1948322" y="187843"/>
                  <a:pt x="1946913" y="173511"/>
                  <a:pt x="1944328" y="168107"/>
                </a:cubicBezTo>
                <a:cubicBezTo>
                  <a:pt x="1943623" y="167167"/>
                  <a:pt x="1943271" y="166227"/>
                  <a:pt x="1943271" y="165287"/>
                </a:cubicBezTo>
                <a:cubicBezTo>
                  <a:pt x="1943271" y="162703"/>
                  <a:pt x="1944798" y="161411"/>
                  <a:pt x="1947852" y="161411"/>
                </a:cubicBezTo>
                <a:close/>
                <a:moveTo>
                  <a:pt x="1820627" y="157182"/>
                </a:moveTo>
                <a:cubicBezTo>
                  <a:pt x="1821802" y="157182"/>
                  <a:pt x="1822389" y="158239"/>
                  <a:pt x="1822389" y="160354"/>
                </a:cubicBezTo>
                <a:cubicBezTo>
                  <a:pt x="1822389" y="161763"/>
                  <a:pt x="1821919" y="163760"/>
                  <a:pt x="1820979" y="166345"/>
                </a:cubicBezTo>
                <a:cubicBezTo>
                  <a:pt x="1801009" y="217799"/>
                  <a:pt x="1789379" y="252924"/>
                  <a:pt x="1786089" y="271720"/>
                </a:cubicBezTo>
                <a:cubicBezTo>
                  <a:pt x="1784445" y="281823"/>
                  <a:pt x="1781743" y="286874"/>
                  <a:pt x="1777984" y="286874"/>
                </a:cubicBezTo>
                <a:cubicBezTo>
                  <a:pt x="1774224" y="286874"/>
                  <a:pt x="1769878" y="281177"/>
                  <a:pt x="1764944" y="269781"/>
                </a:cubicBezTo>
                <a:cubicBezTo>
                  <a:pt x="1760010" y="258386"/>
                  <a:pt x="1757543" y="250809"/>
                  <a:pt x="1757543" y="247050"/>
                </a:cubicBezTo>
                <a:cubicBezTo>
                  <a:pt x="1757543" y="244936"/>
                  <a:pt x="1758483" y="243761"/>
                  <a:pt x="1760362" y="243526"/>
                </a:cubicBezTo>
                <a:cubicBezTo>
                  <a:pt x="1767411" y="243291"/>
                  <a:pt x="1773754" y="237770"/>
                  <a:pt x="1779393" y="226962"/>
                </a:cubicBezTo>
                <a:cubicBezTo>
                  <a:pt x="1786912" y="212395"/>
                  <a:pt x="1794782" y="197769"/>
                  <a:pt x="1803006" y="183085"/>
                </a:cubicBezTo>
                <a:cubicBezTo>
                  <a:pt x="1811229" y="168401"/>
                  <a:pt x="1815928" y="160412"/>
                  <a:pt x="1817103" y="159120"/>
                </a:cubicBezTo>
                <a:cubicBezTo>
                  <a:pt x="1818278" y="157828"/>
                  <a:pt x="1819452" y="157182"/>
                  <a:pt x="1820627" y="157182"/>
                </a:cubicBezTo>
                <a:close/>
                <a:moveTo>
                  <a:pt x="197886" y="146961"/>
                </a:moveTo>
                <a:cubicBezTo>
                  <a:pt x="200118" y="146961"/>
                  <a:pt x="204993" y="148900"/>
                  <a:pt x="212512" y="152776"/>
                </a:cubicBezTo>
                <a:cubicBezTo>
                  <a:pt x="220030" y="156653"/>
                  <a:pt x="223789" y="159707"/>
                  <a:pt x="223789" y="161939"/>
                </a:cubicBezTo>
                <a:cubicBezTo>
                  <a:pt x="223789" y="164171"/>
                  <a:pt x="222086" y="166991"/>
                  <a:pt x="218679" y="170398"/>
                </a:cubicBezTo>
                <a:cubicBezTo>
                  <a:pt x="215272" y="173804"/>
                  <a:pt x="212159" y="178562"/>
                  <a:pt x="209340" y="184671"/>
                </a:cubicBezTo>
                <a:cubicBezTo>
                  <a:pt x="202526" y="199708"/>
                  <a:pt x="195713" y="212277"/>
                  <a:pt x="188899" y="222380"/>
                </a:cubicBezTo>
                <a:cubicBezTo>
                  <a:pt x="201352" y="234363"/>
                  <a:pt x="214274" y="243232"/>
                  <a:pt x="227666" y="248988"/>
                </a:cubicBezTo>
                <a:cubicBezTo>
                  <a:pt x="241058" y="254745"/>
                  <a:pt x="261147" y="260912"/>
                  <a:pt x="287931" y="267491"/>
                </a:cubicBezTo>
                <a:cubicBezTo>
                  <a:pt x="293570" y="268900"/>
                  <a:pt x="296389" y="270251"/>
                  <a:pt x="296389" y="271544"/>
                </a:cubicBezTo>
                <a:cubicBezTo>
                  <a:pt x="296389" y="272836"/>
                  <a:pt x="295214" y="273893"/>
                  <a:pt x="292865" y="274715"/>
                </a:cubicBezTo>
                <a:cubicBezTo>
                  <a:pt x="290515" y="275538"/>
                  <a:pt x="281881" y="276830"/>
                  <a:pt x="266962" y="278592"/>
                </a:cubicBezTo>
                <a:cubicBezTo>
                  <a:pt x="252042" y="280354"/>
                  <a:pt x="242057" y="281235"/>
                  <a:pt x="237005" y="281235"/>
                </a:cubicBezTo>
                <a:cubicBezTo>
                  <a:pt x="231954" y="281235"/>
                  <a:pt x="228019" y="280413"/>
                  <a:pt x="225199" y="278768"/>
                </a:cubicBezTo>
                <a:cubicBezTo>
                  <a:pt x="222380" y="277124"/>
                  <a:pt x="217387" y="272718"/>
                  <a:pt x="210221" y="265552"/>
                </a:cubicBezTo>
                <a:cubicBezTo>
                  <a:pt x="203055" y="258386"/>
                  <a:pt x="193363" y="247285"/>
                  <a:pt x="181146" y="232248"/>
                </a:cubicBezTo>
                <a:cubicBezTo>
                  <a:pt x="169868" y="245640"/>
                  <a:pt x="158708" y="254686"/>
                  <a:pt x="147666" y="259385"/>
                </a:cubicBezTo>
                <a:cubicBezTo>
                  <a:pt x="136623" y="264084"/>
                  <a:pt x="128282" y="266433"/>
                  <a:pt x="122643" y="266433"/>
                </a:cubicBezTo>
                <a:cubicBezTo>
                  <a:pt x="120529" y="266433"/>
                  <a:pt x="119472" y="265964"/>
                  <a:pt x="119472" y="265024"/>
                </a:cubicBezTo>
                <a:cubicBezTo>
                  <a:pt x="119472" y="263379"/>
                  <a:pt x="122585" y="261265"/>
                  <a:pt x="128811" y="258680"/>
                </a:cubicBezTo>
                <a:cubicBezTo>
                  <a:pt x="135037" y="256096"/>
                  <a:pt x="142497" y="251279"/>
                  <a:pt x="151190" y="244231"/>
                </a:cubicBezTo>
                <a:cubicBezTo>
                  <a:pt x="159883" y="237182"/>
                  <a:pt x="167049" y="229664"/>
                  <a:pt x="172688" y="221675"/>
                </a:cubicBezTo>
                <a:cubicBezTo>
                  <a:pt x="160470" y="205229"/>
                  <a:pt x="148958" y="193834"/>
                  <a:pt x="138150" y="187490"/>
                </a:cubicBezTo>
                <a:cubicBezTo>
                  <a:pt x="135801" y="185846"/>
                  <a:pt x="134626" y="184260"/>
                  <a:pt x="134626" y="182733"/>
                </a:cubicBezTo>
                <a:cubicBezTo>
                  <a:pt x="134626" y="181205"/>
                  <a:pt x="135918" y="180442"/>
                  <a:pt x="138503" y="180442"/>
                </a:cubicBezTo>
                <a:cubicBezTo>
                  <a:pt x="145786" y="180442"/>
                  <a:pt x="153011" y="184377"/>
                  <a:pt x="160177" y="192248"/>
                </a:cubicBezTo>
                <a:cubicBezTo>
                  <a:pt x="167343" y="200119"/>
                  <a:pt x="173393" y="206874"/>
                  <a:pt x="178327" y="212512"/>
                </a:cubicBezTo>
                <a:cubicBezTo>
                  <a:pt x="181616" y="206639"/>
                  <a:pt x="185199" y="198415"/>
                  <a:pt x="189076" y="187843"/>
                </a:cubicBezTo>
                <a:cubicBezTo>
                  <a:pt x="192952" y="177270"/>
                  <a:pt x="194891" y="170280"/>
                  <a:pt x="194891" y="166873"/>
                </a:cubicBezTo>
                <a:cubicBezTo>
                  <a:pt x="194891" y="163467"/>
                  <a:pt x="193363" y="161763"/>
                  <a:pt x="190309" y="161763"/>
                </a:cubicBezTo>
                <a:cubicBezTo>
                  <a:pt x="189134" y="161763"/>
                  <a:pt x="183084" y="163173"/>
                  <a:pt x="172159" y="165992"/>
                </a:cubicBezTo>
                <a:cubicBezTo>
                  <a:pt x="161234" y="168812"/>
                  <a:pt x="154127" y="170221"/>
                  <a:pt x="150838" y="170221"/>
                </a:cubicBezTo>
                <a:cubicBezTo>
                  <a:pt x="147548" y="170221"/>
                  <a:pt x="144141" y="169752"/>
                  <a:pt x="140617" y="168812"/>
                </a:cubicBezTo>
                <a:cubicBezTo>
                  <a:pt x="137093" y="167872"/>
                  <a:pt x="135331" y="166815"/>
                  <a:pt x="135331" y="165640"/>
                </a:cubicBezTo>
                <a:cubicBezTo>
                  <a:pt x="135331" y="163760"/>
                  <a:pt x="137622" y="162703"/>
                  <a:pt x="142203" y="162468"/>
                </a:cubicBezTo>
                <a:cubicBezTo>
                  <a:pt x="146785" y="162233"/>
                  <a:pt x="154362" y="160823"/>
                  <a:pt x="164935" y="158239"/>
                </a:cubicBezTo>
                <a:cubicBezTo>
                  <a:pt x="175507" y="155655"/>
                  <a:pt x="183084" y="153129"/>
                  <a:pt x="187666" y="150662"/>
                </a:cubicBezTo>
                <a:cubicBezTo>
                  <a:pt x="192247" y="148195"/>
                  <a:pt x="195654" y="146961"/>
                  <a:pt x="197886" y="146961"/>
                </a:cubicBezTo>
                <a:close/>
                <a:moveTo>
                  <a:pt x="96916" y="132864"/>
                </a:moveTo>
                <a:cubicBezTo>
                  <a:pt x="83759" y="134039"/>
                  <a:pt x="68722" y="136036"/>
                  <a:pt x="51806" y="138856"/>
                </a:cubicBezTo>
                <a:cubicBezTo>
                  <a:pt x="59794" y="144964"/>
                  <a:pt x="63319" y="150838"/>
                  <a:pt x="62379" y="156477"/>
                </a:cubicBezTo>
                <a:cubicBezTo>
                  <a:pt x="62144" y="158122"/>
                  <a:pt x="62026" y="161646"/>
                  <a:pt x="62026" y="167050"/>
                </a:cubicBezTo>
                <a:cubicBezTo>
                  <a:pt x="73539" y="162351"/>
                  <a:pt x="80587" y="160001"/>
                  <a:pt x="83172" y="160001"/>
                </a:cubicBezTo>
                <a:cubicBezTo>
                  <a:pt x="85756" y="160001"/>
                  <a:pt x="88223" y="160530"/>
                  <a:pt x="90573" y="161587"/>
                </a:cubicBezTo>
                <a:cubicBezTo>
                  <a:pt x="92922" y="162644"/>
                  <a:pt x="94097" y="164348"/>
                  <a:pt x="94097" y="166697"/>
                </a:cubicBezTo>
                <a:cubicBezTo>
                  <a:pt x="94097" y="169047"/>
                  <a:pt x="90925" y="171044"/>
                  <a:pt x="84582" y="172688"/>
                </a:cubicBezTo>
                <a:cubicBezTo>
                  <a:pt x="78238" y="174333"/>
                  <a:pt x="73656" y="175155"/>
                  <a:pt x="70837" y="175155"/>
                </a:cubicBezTo>
                <a:cubicBezTo>
                  <a:pt x="68018" y="175155"/>
                  <a:pt x="64963" y="174685"/>
                  <a:pt x="61674" y="173746"/>
                </a:cubicBezTo>
                <a:lnTo>
                  <a:pt x="59912" y="203702"/>
                </a:lnTo>
                <a:cubicBezTo>
                  <a:pt x="73304" y="198533"/>
                  <a:pt x="81057" y="195948"/>
                  <a:pt x="83172" y="195948"/>
                </a:cubicBezTo>
                <a:cubicBezTo>
                  <a:pt x="85286" y="195948"/>
                  <a:pt x="87225" y="196536"/>
                  <a:pt x="88987" y="197711"/>
                </a:cubicBezTo>
                <a:cubicBezTo>
                  <a:pt x="90749" y="198885"/>
                  <a:pt x="91630" y="200589"/>
                  <a:pt x="91630" y="202821"/>
                </a:cubicBezTo>
                <a:cubicBezTo>
                  <a:pt x="91630" y="205053"/>
                  <a:pt x="89046" y="206932"/>
                  <a:pt x="83877" y="208460"/>
                </a:cubicBezTo>
                <a:cubicBezTo>
                  <a:pt x="78708" y="209987"/>
                  <a:pt x="74361" y="210750"/>
                  <a:pt x="70837" y="210750"/>
                </a:cubicBezTo>
                <a:cubicBezTo>
                  <a:pt x="67313" y="210750"/>
                  <a:pt x="63671" y="210280"/>
                  <a:pt x="59912" y="209341"/>
                </a:cubicBezTo>
                <a:lnTo>
                  <a:pt x="57797" y="244583"/>
                </a:lnTo>
                <a:cubicBezTo>
                  <a:pt x="74009" y="240119"/>
                  <a:pt x="88223" y="236007"/>
                  <a:pt x="100441" y="232248"/>
                </a:cubicBezTo>
                <a:cubicBezTo>
                  <a:pt x="101381" y="219796"/>
                  <a:pt x="101850" y="204407"/>
                  <a:pt x="101850" y="186081"/>
                </a:cubicBezTo>
                <a:cubicBezTo>
                  <a:pt x="101850" y="167754"/>
                  <a:pt x="101615" y="154773"/>
                  <a:pt x="101146" y="147138"/>
                </a:cubicBezTo>
                <a:cubicBezTo>
                  <a:pt x="100676" y="139502"/>
                  <a:pt x="99266" y="134744"/>
                  <a:pt x="96916" y="132864"/>
                </a:cubicBezTo>
                <a:close/>
                <a:moveTo>
                  <a:pt x="1754019" y="112776"/>
                </a:moveTo>
                <a:cubicBezTo>
                  <a:pt x="1759657" y="112776"/>
                  <a:pt x="1767176" y="115008"/>
                  <a:pt x="1776574" y="119472"/>
                </a:cubicBezTo>
                <a:cubicBezTo>
                  <a:pt x="1785972" y="123936"/>
                  <a:pt x="1790671" y="130750"/>
                  <a:pt x="1790671" y="139913"/>
                </a:cubicBezTo>
                <a:cubicBezTo>
                  <a:pt x="1790671" y="146961"/>
                  <a:pt x="1788028" y="150486"/>
                  <a:pt x="1782741" y="150486"/>
                </a:cubicBezTo>
                <a:cubicBezTo>
                  <a:pt x="1777455" y="150486"/>
                  <a:pt x="1770524" y="145434"/>
                  <a:pt x="1761948" y="135331"/>
                </a:cubicBezTo>
                <a:cubicBezTo>
                  <a:pt x="1753372" y="125229"/>
                  <a:pt x="1749085" y="118944"/>
                  <a:pt x="1749085" y="116477"/>
                </a:cubicBezTo>
                <a:cubicBezTo>
                  <a:pt x="1749085" y="114010"/>
                  <a:pt x="1750729" y="112776"/>
                  <a:pt x="1754019" y="112776"/>
                </a:cubicBezTo>
                <a:close/>
                <a:moveTo>
                  <a:pt x="226080" y="103613"/>
                </a:moveTo>
                <a:cubicBezTo>
                  <a:pt x="231367" y="103613"/>
                  <a:pt x="237299" y="104847"/>
                  <a:pt x="243878" y="107314"/>
                </a:cubicBezTo>
                <a:cubicBezTo>
                  <a:pt x="250456" y="109781"/>
                  <a:pt x="253746" y="112306"/>
                  <a:pt x="253746" y="114891"/>
                </a:cubicBezTo>
                <a:cubicBezTo>
                  <a:pt x="253746" y="120060"/>
                  <a:pt x="243408" y="122644"/>
                  <a:pt x="222732" y="122644"/>
                </a:cubicBezTo>
                <a:cubicBezTo>
                  <a:pt x="202057" y="122644"/>
                  <a:pt x="164112" y="125581"/>
                  <a:pt x="108899" y="131455"/>
                </a:cubicBezTo>
                <a:cubicBezTo>
                  <a:pt x="118297" y="136389"/>
                  <a:pt x="122996" y="141323"/>
                  <a:pt x="122996" y="146257"/>
                </a:cubicBezTo>
                <a:cubicBezTo>
                  <a:pt x="122996" y="148136"/>
                  <a:pt x="122585" y="150368"/>
                  <a:pt x="121762" y="152953"/>
                </a:cubicBezTo>
                <a:cubicBezTo>
                  <a:pt x="120940" y="155537"/>
                  <a:pt x="120353" y="158415"/>
                  <a:pt x="120000" y="161587"/>
                </a:cubicBezTo>
                <a:cubicBezTo>
                  <a:pt x="119648" y="164759"/>
                  <a:pt x="119119" y="172688"/>
                  <a:pt x="118414" y="185376"/>
                </a:cubicBezTo>
                <a:lnTo>
                  <a:pt x="116300" y="227667"/>
                </a:lnTo>
                <a:cubicBezTo>
                  <a:pt x="124758" y="225082"/>
                  <a:pt x="130279" y="223790"/>
                  <a:pt x="132864" y="223790"/>
                </a:cubicBezTo>
                <a:cubicBezTo>
                  <a:pt x="135448" y="223790"/>
                  <a:pt x="136740" y="224730"/>
                  <a:pt x="136740" y="226609"/>
                </a:cubicBezTo>
                <a:cubicBezTo>
                  <a:pt x="136740" y="228489"/>
                  <a:pt x="129575" y="232013"/>
                  <a:pt x="115243" y="237182"/>
                </a:cubicBezTo>
                <a:lnTo>
                  <a:pt x="114890" y="272425"/>
                </a:lnTo>
                <a:cubicBezTo>
                  <a:pt x="114890" y="278533"/>
                  <a:pt x="114420" y="285993"/>
                  <a:pt x="113480" y="294804"/>
                </a:cubicBezTo>
                <a:cubicBezTo>
                  <a:pt x="112541" y="303614"/>
                  <a:pt x="111425" y="309312"/>
                  <a:pt x="110132" y="311896"/>
                </a:cubicBezTo>
                <a:cubicBezTo>
                  <a:pt x="108840" y="314481"/>
                  <a:pt x="107137" y="315773"/>
                  <a:pt x="105022" y="315773"/>
                </a:cubicBezTo>
                <a:cubicBezTo>
                  <a:pt x="102908" y="315773"/>
                  <a:pt x="100206" y="312366"/>
                  <a:pt x="96916" y="305553"/>
                </a:cubicBezTo>
                <a:cubicBezTo>
                  <a:pt x="93627" y="298739"/>
                  <a:pt x="91983" y="293805"/>
                  <a:pt x="91983" y="290751"/>
                </a:cubicBezTo>
                <a:cubicBezTo>
                  <a:pt x="91983" y="287696"/>
                  <a:pt x="92864" y="283174"/>
                  <a:pt x="94626" y="277182"/>
                </a:cubicBezTo>
                <a:cubicBezTo>
                  <a:pt x="96388" y="271191"/>
                  <a:pt x="98091" y="259737"/>
                  <a:pt x="99736" y="242821"/>
                </a:cubicBezTo>
                <a:cubicBezTo>
                  <a:pt x="79765" y="249869"/>
                  <a:pt x="63671" y="255919"/>
                  <a:pt x="51454" y="260971"/>
                </a:cubicBezTo>
                <a:cubicBezTo>
                  <a:pt x="39236" y="266022"/>
                  <a:pt x="32423" y="269018"/>
                  <a:pt x="31013" y="269958"/>
                </a:cubicBezTo>
                <a:cubicBezTo>
                  <a:pt x="26549" y="272777"/>
                  <a:pt x="22437" y="274187"/>
                  <a:pt x="18678" y="274187"/>
                </a:cubicBezTo>
                <a:cubicBezTo>
                  <a:pt x="14919" y="274187"/>
                  <a:pt x="10866" y="272190"/>
                  <a:pt x="6519" y="268196"/>
                </a:cubicBezTo>
                <a:cubicBezTo>
                  <a:pt x="2173" y="264201"/>
                  <a:pt x="0" y="261206"/>
                  <a:pt x="0" y="259209"/>
                </a:cubicBezTo>
                <a:cubicBezTo>
                  <a:pt x="0" y="257212"/>
                  <a:pt x="763" y="255978"/>
                  <a:pt x="2290" y="255508"/>
                </a:cubicBezTo>
                <a:cubicBezTo>
                  <a:pt x="3818" y="255038"/>
                  <a:pt x="6872" y="254803"/>
                  <a:pt x="11453" y="254803"/>
                </a:cubicBezTo>
                <a:cubicBezTo>
                  <a:pt x="16035" y="254803"/>
                  <a:pt x="26431" y="252689"/>
                  <a:pt x="42643" y="248460"/>
                </a:cubicBezTo>
                <a:cubicBezTo>
                  <a:pt x="44758" y="212512"/>
                  <a:pt x="45815" y="188430"/>
                  <a:pt x="45815" y="176213"/>
                </a:cubicBezTo>
                <a:cubicBezTo>
                  <a:pt x="45815" y="163995"/>
                  <a:pt x="45169" y="155420"/>
                  <a:pt x="43876" y="150486"/>
                </a:cubicBezTo>
                <a:cubicBezTo>
                  <a:pt x="42584" y="145552"/>
                  <a:pt x="40294" y="142380"/>
                  <a:pt x="37004" y="140970"/>
                </a:cubicBezTo>
                <a:cubicBezTo>
                  <a:pt x="31365" y="141675"/>
                  <a:pt x="26431" y="142027"/>
                  <a:pt x="22202" y="142027"/>
                </a:cubicBezTo>
                <a:cubicBezTo>
                  <a:pt x="17973" y="142027"/>
                  <a:pt x="13920" y="141029"/>
                  <a:pt x="10044" y="139032"/>
                </a:cubicBezTo>
                <a:cubicBezTo>
                  <a:pt x="6167" y="137035"/>
                  <a:pt x="4229" y="135331"/>
                  <a:pt x="4229" y="133922"/>
                </a:cubicBezTo>
                <a:cubicBezTo>
                  <a:pt x="4229" y="132512"/>
                  <a:pt x="8105" y="131690"/>
                  <a:pt x="15859" y="131455"/>
                </a:cubicBezTo>
                <a:cubicBezTo>
                  <a:pt x="23612" y="131220"/>
                  <a:pt x="53862" y="127754"/>
                  <a:pt x="106608" y="121058"/>
                </a:cubicBezTo>
                <a:cubicBezTo>
                  <a:pt x="159354" y="114362"/>
                  <a:pt x="191131" y="109781"/>
                  <a:pt x="201939" y="107314"/>
                </a:cubicBezTo>
                <a:cubicBezTo>
                  <a:pt x="212747" y="104847"/>
                  <a:pt x="220794" y="103613"/>
                  <a:pt x="226080" y="103613"/>
                </a:cubicBezTo>
                <a:close/>
                <a:moveTo>
                  <a:pt x="1520361" y="100794"/>
                </a:moveTo>
                <a:cubicBezTo>
                  <a:pt x="1497336" y="105493"/>
                  <a:pt x="1478305" y="108195"/>
                  <a:pt x="1463268" y="108900"/>
                </a:cubicBezTo>
                <a:cubicBezTo>
                  <a:pt x="1469612" y="142732"/>
                  <a:pt x="1474663" y="171866"/>
                  <a:pt x="1478422" y="196301"/>
                </a:cubicBezTo>
                <a:cubicBezTo>
                  <a:pt x="1488525" y="195596"/>
                  <a:pt x="1502387" y="193599"/>
                  <a:pt x="1520008" y="190310"/>
                </a:cubicBezTo>
                <a:lnTo>
                  <a:pt x="1520361" y="152248"/>
                </a:lnTo>
                <a:cubicBezTo>
                  <a:pt x="1512373" y="153423"/>
                  <a:pt x="1506264" y="154010"/>
                  <a:pt x="1502035" y="154010"/>
                </a:cubicBezTo>
                <a:cubicBezTo>
                  <a:pt x="1497806" y="154010"/>
                  <a:pt x="1494164" y="153481"/>
                  <a:pt x="1491110" y="152424"/>
                </a:cubicBezTo>
                <a:cubicBezTo>
                  <a:pt x="1488055" y="151367"/>
                  <a:pt x="1486528" y="150016"/>
                  <a:pt x="1486528" y="148371"/>
                </a:cubicBezTo>
                <a:cubicBezTo>
                  <a:pt x="1486528" y="146726"/>
                  <a:pt x="1488408" y="145669"/>
                  <a:pt x="1492167" y="145199"/>
                </a:cubicBezTo>
                <a:cubicBezTo>
                  <a:pt x="1499920" y="144259"/>
                  <a:pt x="1509318" y="142262"/>
                  <a:pt x="1520361" y="139208"/>
                </a:cubicBezTo>
                <a:close/>
                <a:moveTo>
                  <a:pt x="1591903" y="91278"/>
                </a:moveTo>
                <a:cubicBezTo>
                  <a:pt x="1577336" y="91278"/>
                  <a:pt x="1559245" y="93275"/>
                  <a:pt x="1537630" y="97269"/>
                </a:cubicBezTo>
                <a:cubicBezTo>
                  <a:pt x="1537630" y="105493"/>
                  <a:pt x="1537395" y="117828"/>
                  <a:pt x="1536925" y="134274"/>
                </a:cubicBezTo>
                <a:cubicBezTo>
                  <a:pt x="1548907" y="130750"/>
                  <a:pt x="1556896" y="128988"/>
                  <a:pt x="1560890" y="128988"/>
                </a:cubicBezTo>
                <a:cubicBezTo>
                  <a:pt x="1564884" y="128988"/>
                  <a:pt x="1568408" y="129693"/>
                  <a:pt x="1571462" y="131102"/>
                </a:cubicBezTo>
                <a:cubicBezTo>
                  <a:pt x="1574517" y="132512"/>
                  <a:pt x="1576044" y="134392"/>
                  <a:pt x="1576044" y="136741"/>
                </a:cubicBezTo>
                <a:cubicBezTo>
                  <a:pt x="1576044" y="139091"/>
                  <a:pt x="1573988" y="140970"/>
                  <a:pt x="1569876" y="142380"/>
                </a:cubicBezTo>
                <a:cubicBezTo>
                  <a:pt x="1565765" y="143790"/>
                  <a:pt x="1554664" y="146139"/>
                  <a:pt x="1536572" y="149428"/>
                </a:cubicBezTo>
                <a:cubicBezTo>
                  <a:pt x="1536572" y="163055"/>
                  <a:pt x="1536338" y="175860"/>
                  <a:pt x="1535868" y="187843"/>
                </a:cubicBezTo>
                <a:cubicBezTo>
                  <a:pt x="1551139" y="185023"/>
                  <a:pt x="1561477" y="183614"/>
                  <a:pt x="1566881" y="183614"/>
                </a:cubicBezTo>
                <a:cubicBezTo>
                  <a:pt x="1572285" y="183614"/>
                  <a:pt x="1576044" y="184201"/>
                  <a:pt x="1578159" y="185376"/>
                </a:cubicBezTo>
                <a:cubicBezTo>
                  <a:pt x="1580273" y="186550"/>
                  <a:pt x="1581800" y="187138"/>
                  <a:pt x="1582740" y="187138"/>
                </a:cubicBezTo>
                <a:cubicBezTo>
                  <a:pt x="1586499" y="187138"/>
                  <a:pt x="1590904" y="174920"/>
                  <a:pt x="1595956" y="150486"/>
                </a:cubicBezTo>
                <a:cubicBezTo>
                  <a:pt x="1601008" y="126051"/>
                  <a:pt x="1603533" y="110779"/>
                  <a:pt x="1603533" y="104670"/>
                </a:cubicBezTo>
                <a:cubicBezTo>
                  <a:pt x="1603533" y="98562"/>
                  <a:pt x="1602828" y="94802"/>
                  <a:pt x="1601419" y="93393"/>
                </a:cubicBezTo>
                <a:cubicBezTo>
                  <a:pt x="1600009" y="91983"/>
                  <a:pt x="1596837" y="91278"/>
                  <a:pt x="1591903" y="91278"/>
                </a:cubicBezTo>
                <a:close/>
                <a:moveTo>
                  <a:pt x="1983447" y="57093"/>
                </a:moveTo>
                <a:cubicBezTo>
                  <a:pt x="1988616" y="57093"/>
                  <a:pt x="1993433" y="57974"/>
                  <a:pt x="1997897" y="59736"/>
                </a:cubicBezTo>
                <a:cubicBezTo>
                  <a:pt x="2002361" y="61498"/>
                  <a:pt x="2004593" y="63613"/>
                  <a:pt x="2004593" y="66080"/>
                </a:cubicBezTo>
                <a:cubicBezTo>
                  <a:pt x="2004593" y="68547"/>
                  <a:pt x="2000775" y="71014"/>
                  <a:pt x="1993139" y="73481"/>
                </a:cubicBezTo>
                <a:cubicBezTo>
                  <a:pt x="1985503" y="75948"/>
                  <a:pt x="1960305" y="80588"/>
                  <a:pt x="1917544" y="87402"/>
                </a:cubicBezTo>
                <a:cubicBezTo>
                  <a:pt x="1923183" y="91396"/>
                  <a:pt x="1926002" y="95155"/>
                  <a:pt x="1926002" y="98679"/>
                </a:cubicBezTo>
                <a:cubicBezTo>
                  <a:pt x="1926002" y="100559"/>
                  <a:pt x="1925180" y="102086"/>
                  <a:pt x="1923535" y="103261"/>
                </a:cubicBezTo>
                <a:cubicBezTo>
                  <a:pt x="1909438" y="112659"/>
                  <a:pt x="1895224" y="125933"/>
                  <a:pt x="1880892" y="143085"/>
                </a:cubicBezTo>
                <a:cubicBezTo>
                  <a:pt x="1914020" y="136036"/>
                  <a:pt x="1938572" y="131102"/>
                  <a:pt x="1954548" y="128283"/>
                </a:cubicBezTo>
                <a:cubicBezTo>
                  <a:pt x="1946795" y="116300"/>
                  <a:pt x="1942918" y="109604"/>
                  <a:pt x="1942918" y="108195"/>
                </a:cubicBezTo>
                <a:cubicBezTo>
                  <a:pt x="1942918" y="106785"/>
                  <a:pt x="1943976" y="106080"/>
                  <a:pt x="1946090" y="106080"/>
                </a:cubicBezTo>
                <a:cubicBezTo>
                  <a:pt x="1948205" y="106080"/>
                  <a:pt x="1953256" y="107783"/>
                  <a:pt x="1961244" y="111190"/>
                </a:cubicBezTo>
                <a:cubicBezTo>
                  <a:pt x="1969233" y="114597"/>
                  <a:pt x="1975106" y="118239"/>
                  <a:pt x="1978866" y="122115"/>
                </a:cubicBezTo>
                <a:cubicBezTo>
                  <a:pt x="1982625" y="125992"/>
                  <a:pt x="1984504" y="130985"/>
                  <a:pt x="1984504" y="137093"/>
                </a:cubicBezTo>
                <a:cubicBezTo>
                  <a:pt x="1984504" y="147666"/>
                  <a:pt x="1982272" y="152953"/>
                  <a:pt x="1977808" y="152953"/>
                </a:cubicBezTo>
                <a:cubicBezTo>
                  <a:pt x="1974050" y="152953"/>
                  <a:pt x="1967940" y="146961"/>
                  <a:pt x="1959482" y="134979"/>
                </a:cubicBezTo>
                <a:cubicBezTo>
                  <a:pt x="1936457" y="139913"/>
                  <a:pt x="1916839" y="145258"/>
                  <a:pt x="1900627" y="151014"/>
                </a:cubicBezTo>
                <a:cubicBezTo>
                  <a:pt x="1884416" y="156771"/>
                  <a:pt x="1872786" y="162233"/>
                  <a:pt x="1865737" y="167402"/>
                </a:cubicBezTo>
                <a:cubicBezTo>
                  <a:pt x="1862918" y="169517"/>
                  <a:pt x="1860451" y="170574"/>
                  <a:pt x="1858336" y="170574"/>
                </a:cubicBezTo>
                <a:cubicBezTo>
                  <a:pt x="1856222" y="170574"/>
                  <a:pt x="1854460" y="168577"/>
                  <a:pt x="1853050" y="164583"/>
                </a:cubicBezTo>
                <a:cubicBezTo>
                  <a:pt x="1851640" y="160588"/>
                  <a:pt x="1850936" y="157534"/>
                  <a:pt x="1850936" y="155420"/>
                </a:cubicBezTo>
                <a:cubicBezTo>
                  <a:pt x="1850936" y="153305"/>
                  <a:pt x="1851699" y="151249"/>
                  <a:pt x="1853226" y="149252"/>
                </a:cubicBezTo>
                <a:cubicBezTo>
                  <a:pt x="1854754" y="147255"/>
                  <a:pt x="1856692" y="145845"/>
                  <a:pt x="1859041" y="145023"/>
                </a:cubicBezTo>
                <a:cubicBezTo>
                  <a:pt x="1861391" y="144201"/>
                  <a:pt x="1864269" y="142674"/>
                  <a:pt x="1867676" y="140442"/>
                </a:cubicBezTo>
                <a:cubicBezTo>
                  <a:pt x="1871082" y="138210"/>
                  <a:pt x="1873784" y="136154"/>
                  <a:pt x="1875781" y="134274"/>
                </a:cubicBezTo>
                <a:cubicBezTo>
                  <a:pt x="1877778" y="132394"/>
                  <a:pt x="1880892" y="128577"/>
                  <a:pt x="1885121" y="122820"/>
                </a:cubicBezTo>
                <a:cubicBezTo>
                  <a:pt x="1889350" y="117064"/>
                  <a:pt x="1892639" y="112248"/>
                  <a:pt x="1894989" y="108371"/>
                </a:cubicBezTo>
                <a:cubicBezTo>
                  <a:pt x="1897338" y="104494"/>
                  <a:pt x="1899100" y="101029"/>
                  <a:pt x="1900275" y="97974"/>
                </a:cubicBezTo>
                <a:cubicBezTo>
                  <a:pt x="1901450" y="94920"/>
                  <a:pt x="1902037" y="92101"/>
                  <a:pt x="1902037" y="89516"/>
                </a:cubicBezTo>
                <a:cubicBezTo>
                  <a:pt x="1886060" y="92101"/>
                  <a:pt x="1874842" y="93393"/>
                  <a:pt x="1868380" y="93393"/>
                </a:cubicBezTo>
                <a:cubicBezTo>
                  <a:pt x="1861919" y="93393"/>
                  <a:pt x="1856692" y="92629"/>
                  <a:pt x="1852698" y="91102"/>
                </a:cubicBezTo>
                <a:cubicBezTo>
                  <a:pt x="1848703" y="89575"/>
                  <a:pt x="1846706" y="88106"/>
                  <a:pt x="1846706" y="86697"/>
                </a:cubicBezTo>
                <a:cubicBezTo>
                  <a:pt x="1846706" y="85287"/>
                  <a:pt x="1848938" y="84465"/>
                  <a:pt x="1853402" y="84230"/>
                </a:cubicBezTo>
                <a:cubicBezTo>
                  <a:pt x="1878777" y="81880"/>
                  <a:pt x="1914842" y="74127"/>
                  <a:pt x="1961597" y="60970"/>
                </a:cubicBezTo>
                <a:cubicBezTo>
                  <a:pt x="1970995" y="58385"/>
                  <a:pt x="1978278" y="57093"/>
                  <a:pt x="1983447" y="57093"/>
                </a:cubicBezTo>
                <a:close/>
                <a:moveTo>
                  <a:pt x="895511" y="50045"/>
                </a:moveTo>
                <a:cubicBezTo>
                  <a:pt x="904674" y="50045"/>
                  <a:pt x="912075" y="51630"/>
                  <a:pt x="917714" y="54802"/>
                </a:cubicBezTo>
                <a:cubicBezTo>
                  <a:pt x="923353" y="57974"/>
                  <a:pt x="926172" y="60617"/>
                  <a:pt x="926172" y="62732"/>
                </a:cubicBezTo>
                <a:cubicBezTo>
                  <a:pt x="926172" y="66256"/>
                  <a:pt x="920651" y="68958"/>
                  <a:pt x="909608" y="70838"/>
                </a:cubicBezTo>
                <a:lnTo>
                  <a:pt x="827493" y="83172"/>
                </a:lnTo>
                <a:cubicBezTo>
                  <a:pt x="842060" y="88106"/>
                  <a:pt x="849344" y="92923"/>
                  <a:pt x="849344" y="97622"/>
                </a:cubicBezTo>
                <a:cubicBezTo>
                  <a:pt x="849344" y="98797"/>
                  <a:pt x="848874" y="100383"/>
                  <a:pt x="847934" y="102380"/>
                </a:cubicBezTo>
                <a:cubicBezTo>
                  <a:pt x="846994" y="104377"/>
                  <a:pt x="846054" y="108665"/>
                  <a:pt x="845114" y="115243"/>
                </a:cubicBezTo>
                <a:cubicBezTo>
                  <a:pt x="844175" y="121822"/>
                  <a:pt x="843117" y="135214"/>
                  <a:pt x="841943" y="155420"/>
                </a:cubicBezTo>
                <a:lnTo>
                  <a:pt x="838066" y="222380"/>
                </a:lnTo>
                <a:cubicBezTo>
                  <a:pt x="898683" y="216507"/>
                  <a:pt x="930871" y="213159"/>
                  <a:pt x="934630" y="212336"/>
                </a:cubicBezTo>
                <a:cubicBezTo>
                  <a:pt x="938390" y="211514"/>
                  <a:pt x="941796" y="211103"/>
                  <a:pt x="944851" y="211103"/>
                </a:cubicBezTo>
                <a:cubicBezTo>
                  <a:pt x="954014" y="211103"/>
                  <a:pt x="963353" y="213570"/>
                  <a:pt x="972868" y="218504"/>
                </a:cubicBezTo>
                <a:cubicBezTo>
                  <a:pt x="982384" y="223438"/>
                  <a:pt x="987142" y="228489"/>
                  <a:pt x="987142" y="233658"/>
                </a:cubicBezTo>
                <a:cubicBezTo>
                  <a:pt x="987142" y="236242"/>
                  <a:pt x="985967" y="238357"/>
                  <a:pt x="983618" y="240002"/>
                </a:cubicBezTo>
                <a:cubicBezTo>
                  <a:pt x="981268" y="241646"/>
                  <a:pt x="978507" y="242469"/>
                  <a:pt x="975336" y="242469"/>
                </a:cubicBezTo>
                <a:cubicBezTo>
                  <a:pt x="972164" y="242469"/>
                  <a:pt x="969403" y="242234"/>
                  <a:pt x="967054" y="241764"/>
                </a:cubicBezTo>
                <a:cubicBezTo>
                  <a:pt x="943794" y="238004"/>
                  <a:pt x="917068" y="236125"/>
                  <a:pt x="886877" y="236125"/>
                </a:cubicBezTo>
                <a:cubicBezTo>
                  <a:pt x="856686" y="236125"/>
                  <a:pt x="826553" y="237887"/>
                  <a:pt x="796480" y="241411"/>
                </a:cubicBezTo>
                <a:cubicBezTo>
                  <a:pt x="766406" y="244936"/>
                  <a:pt x="741971" y="249400"/>
                  <a:pt x="723175" y="254803"/>
                </a:cubicBezTo>
                <a:cubicBezTo>
                  <a:pt x="720826" y="255508"/>
                  <a:pt x="718241" y="255861"/>
                  <a:pt x="715422" y="255861"/>
                </a:cubicBezTo>
                <a:cubicBezTo>
                  <a:pt x="708609" y="255861"/>
                  <a:pt x="700796" y="253805"/>
                  <a:pt x="691986" y="249693"/>
                </a:cubicBezTo>
                <a:cubicBezTo>
                  <a:pt x="683175" y="245582"/>
                  <a:pt x="678770" y="241881"/>
                  <a:pt x="678770" y="238592"/>
                </a:cubicBezTo>
                <a:cubicBezTo>
                  <a:pt x="678770" y="236712"/>
                  <a:pt x="680297" y="235772"/>
                  <a:pt x="683351" y="235772"/>
                </a:cubicBezTo>
                <a:lnTo>
                  <a:pt x="689695" y="236125"/>
                </a:lnTo>
                <a:cubicBezTo>
                  <a:pt x="702147" y="236125"/>
                  <a:pt x="745261" y="232248"/>
                  <a:pt x="819035" y="224495"/>
                </a:cubicBezTo>
                <a:cubicBezTo>
                  <a:pt x="820915" y="197241"/>
                  <a:pt x="821854" y="172923"/>
                  <a:pt x="821854" y="151543"/>
                </a:cubicBezTo>
                <a:cubicBezTo>
                  <a:pt x="821854" y="118415"/>
                  <a:pt x="819740" y="96330"/>
                  <a:pt x="815511" y="85287"/>
                </a:cubicBezTo>
                <a:cubicBezTo>
                  <a:pt x="796950" y="88106"/>
                  <a:pt x="783616" y="89516"/>
                  <a:pt x="775511" y="89516"/>
                </a:cubicBezTo>
                <a:cubicBezTo>
                  <a:pt x="767405" y="89516"/>
                  <a:pt x="759534" y="87989"/>
                  <a:pt x="751898" y="84935"/>
                </a:cubicBezTo>
                <a:cubicBezTo>
                  <a:pt x="744262" y="81880"/>
                  <a:pt x="740444" y="79472"/>
                  <a:pt x="740444" y="77710"/>
                </a:cubicBezTo>
                <a:cubicBezTo>
                  <a:pt x="740444" y="75948"/>
                  <a:pt x="745202" y="74949"/>
                  <a:pt x="754717" y="74714"/>
                </a:cubicBezTo>
                <a:cubicBezTo>
                  <a:pt x="764233" y="74479"/>
                  <a:pt x="782794" y="71836"/>
                  <a:pt x="810401" y="66785"/>
                </a:cubicBezTo>
                <a:cubicBezTo>
                  <a:pt x="838007" y="61733"/>
                  <a:pt x="856803" y="57680"/>
                  <a:pt x="866789" y="54626"/>
                </a:cubicBezTo>
                <a:cubicBezTo>
                  <a:pt x="876774" y="51572"/>
                  <a:pt x="886348" y="50045"/>
                  <a:pt x="895511" y="50045"/>
                </a:cubicBezTo>
                <a:close/>
                <a:moveTo>
                  <a:pt x="1785384" y="48635"/>
                </a:moveTo>
                <a:cubicBezTo>
                  <a:pt x="1796662" y="48635"/>
                  <a:pt x="1805884" y="51102"/>
                  <a:pt x="1813050" y="56036"/>
                </a:cubicBezTo>
                <a:cubicBezTo>
                  <a:pt x="1820216" y="60970"/>
                  <a:pt x="1823799" y="67783"/>
                  <a:pt x="1823799" y="76476"/>
                </a:cubicBezTo>
                <a:cubicBezTo>
                  <a:pt x="1823799" y="83055"/>
                  <a:pt x="1821097" y="86344"/>
                  <a:pt x="1815693" y="86344"/>
                </a:cubicBezTo>
                <a:cubicBezTo>
                  <a:pt x="1810289" y="86344"/>
                  <a:pt x="1802712" y="81117"/>
                  <a:pt x="1792962" y="70661"/>
                </a:cubicBezTo>
                <a:cubicBezTo>
                  <a:pt x="1783211" y="60206"/>
                  <a:pt x="1778336" y="53921"/>
                  <a:pt x="1778336" y="51807"/>
                </a:cubicBezTo>
                <a:cubicBezTo>
                  <a:pt x="1778336" y="49692"/>
                  <a:pt x="1780685" y="48635"/>
                  <a:pt x="1785384" y="48635"/>
                </a:cubicBezTo>
                <a:close/>
                <a:moveTo>
                  <a:pt x="169868" y="33481"/>
                </a:moveTo>
                <a:cubicBezTo>
                  <a:pt x="167049" y="33481"/>
                  <a:pt x="152952" y="35008"/>
                  <a:pt x="127577" y="38062"/>
                </a:cubicBezTo>
                <a:cubicBezTo>
                  <a:pt x="102203" y="41116"/>
                  <a:pt x="87636" y="42526"/>
                  <a:pt x="83877" y="42291"/>
                </a:cubicBezTo>
                <a:lnTo>
                  <a:pt x="88458" y="63084"/>
                </a:lnTo>
                <a:cubicBezTo>
                  <a:pt x="96447" y="63554"/>
                  <a:pt x="106021" y="62262"/>
                  <a:pt x="117181" y="59208"/>
                </a:cubicBezTo>
                <a:cubicBezTo>
                  <a:pt x="128341" y="56153"/>
                  <a:pt x="136212" y="54626"/>
                  <a:pt x="140793" y="54626"/>
                </a:cubicBezTo>
                <a:cubicBezTo>
                  <a:pt x="145375" y="54626"/>
                  <a:pt x="149075" y="55272"/>
                  <a:pt x="151895" y="56564"/>
                </a:cubicBezTo>
                <a:cubicBezTo>
                  <a:pt x="154714" y="57857"/>
                  <a:pt x="156124" y="59208"/>
                  <a:pt x="156124" y="60617"/>
                </a:cubicBezTo>
                <a:cubicBezTo>
                  <a:pt x="156124" y="63437"/>
                  <a:pt x="149604" y="65962"/>
                  <a:pt x="136564" y="68194"/>
                </a:cubicBezTo>
                <a:cubicBezTo>
                  <a:pt x="123525" y="70426"/>
                  <a:pt x="114420" y="71542"/>
                  <a:pt x="109251" y="71542"/>
                </a:cubicBezTo>
                <a:cubicBezTo>
                  <a:pt x="104082" y="71542"/>
                  <a:pt x="97504" y="70720"/>
                  <a:pt x="89516" y="69075"/>
                </a:cubicBezTo>
                <a:cubicBezTo>
                  <a:pt x="93510" y="83642"/>
                  <a:pt x="95507" y="91396"/>
                  <a:pt x="95507" y="92336"/>
                </a:cubicBezTo>
                <a:cubicBezTo>
                  <a:pt x="112658" y="89751"/>
                  <a:pt x="124876" y="87813"/>
                  <a:pt x="132159" y="86520"/>
                </a:cubicBezTo>
                <a:cubicBezTo>
                  <a:pt x="139442" y="85228"/>
                  <a:pt x="144729" y="84582"/>
                  <a:pt x="148018" y="84582"/>
                </a:cubicBezTo>
                <a:cubicBezTo>
                  <a:pt x="151307" y="84582"/>
                  <a:pt x="154421" y="85052"/>
                  <a:pt x="157357" y="85992"/>
                </a:cubicBezTo>
                <a:cubicBezTo>
                  <a:pt x="160294" y="86932"/>
                  <a:pt x="162291" y="87402"/>
                  <a:pt x="163349" y="87402"/>
                </a:cubicBezTo>
                <a:cubicBezTo>
                  <a:pt x="164406" y="87402"/>
                  <a:pt x="165757" y="86051"/>
                  <a:pt x="167401" y="83349"/>
                </a:cubicBezTo>
                <a:cubicBezTo>
                  <a:pt x="169046" y="80647"/>
                  <a:pt x="171689" y="73833"/>
                  <a:pt x="175331" y="62908"/>
                </a:cubicBezTo>
                <a:cubicBezTo>
                  <a:pt x="178973" y="51983"/>
                  <a:pt x="180794" y="44347"/>
                  <a:pt x="180794" y="40000"/>
                </a:cubicBezTo>
                <a:cubicBezTo>
                  <a:pt x="180794" y="35654"/>
                  <a:pt x="177152" y="33481"/>
                  <a:pt x="169868" y="33481"/>
                </a:cubicBezTo>
                <a:close/>
                <a:moveTo>
                  <a:pt x="1113838" y="16917"/>
                </a:moveTo>
                <a:cubicBezTo>
                  <a:pt x="1117480" y="16917"/>
                  <a:pt x="1122884" y="20030"/>
                  <a:pt x="1130050" y="26256"/>
                </a:cubicBezTo>
                <a:cubicBezTo>
                  <a:pt x="1137216" y="32482"/>
                  <a:pt x="1140799" y="37240"/>
                  <a:pt x="1140799" y="40529"/>
                </a:cubicBezTo>
                <a:cubicBezTo>
                  <a:pt x="1140799" y="42174"/>
                  <a:pt x="1139331" y="44641"/>
                  <a:pt x="1136394" y="47930"/>
                </a:cubicBezTo>
                <a:cubicBezTo>
                  <a:pt x="1133457" y="51219"/>
                  <a:pt x="1129110" y="57857"/>
                  <a:pt x="1123354" y="67842"/>
                </a:cubicBezTo>
                <a:cubicBezTo>
                  <a:pt x="1117598" y="77827"/>
                  <a:pt x="1109551" y="90338"/>
                  <a:pt x="1099213" y="105375"/>
                </a:cubicBezTo>
                <a:cubicBezTo>
                  <a:pt x="1104382" y="109839"/>
                  <a:pt x="1108141" y="114068"/>
                  <a:pt x="1110490" y="118063"/>
                </a:cubicBezTo>
                <a:cubicBezTo>
                  <a:pt x="1112840" y="122057"/>
                  <a:pt x="1114015" y="127930"/>
                  <a:pt x="1114015" y="135684"/>
                </a:cubicBezTo>
                <a:lnTo>
                  <a:pt x="1112605" y="228372"/>
                </a:lnTo>
                <a:cubicBezTo>
                  <a:pt x="1112370" y="246933"/>
                  <a:pt x="1111606" y="260090"/>
                  <a:pt x="1110314" y="267843"/>
                </a:cubicBezTo>
                <a:cubicBezTo>
                  <a:pt x="1109022" y="275596"/>
                  <a:pt x="1107965" y="280178"/>
                  <a:pt x="1107142" y="281588"/>
                </a:cubicBezTo>
                <a:cubicBezTo>
                  <a:pt x="1106320" y="282997"/>
                  <a:pt x="1105557" y="283937"/>
                  <a:pt x="1104852" y="284407"/>
                </a:cubicBezTo>
                <a:cubicBezTo>
                  <a:pt x="1104147" y="284877"/>
                  <a:pt x="1103325" y="285112"/>
                  <a:pt x="1102385" y="285112"/>
                </a:cubicBezTo>
                <a:cubicBezTo>
                  <a:pt x="1099096" y="285112"/>
                  <a:pt x="1095924" y="281235"/>
                  <a:pt x="1092869" y="273482"/>
                </a:cubicBezTo>
                <a:cubicBezTo>
                  <a:pt x="1089815" y="265729"/>
                  <a:pt x="1088288" y="258915"/>
                  <a:pt x="1088288" y="253041"/>
                </a:cubicBezTo>
                <a:cubicBezTo>
                  <a:pt x="1088288" y="247168"/>
                  <a:pt x="1089286" y="241881"/>
                  <a:pt x="1091283" y="237182"/>
                </a:cubicBezTo>
                <a:cubicBezTo>
                  <a:pt x="1093280" y="232483"/>
                  <a:pt x="1094925" y="220971"/>
                  <a:pt x="1096217" y="202645"/>
                </a:cubicBezTo>
                <a:cubicBezTo>
                  <a:pt x="1097510" y="184318"/>
                  <a:pt x="1098156" y="166638"/>
                  <a:pt x="1098156" y="149605"/>
                </a:cubicBezTo>
                <a:cubicBezTo>
                  <a:pt x="1098156" y="132571"/>
                  <a:pt x="1096746" y="120060"/>
                  <a:pt x="1093926" y="112071"/>
                </a:cubicBezTo>
                <a:cubicBezTo>
                  <a:pt x="1076775" y="134627"/>
                  <a:pt x="1060446" y="151837"/>
                  <a:pt x="1044940" y="163702"/>
                </a:cubicBezTo>
                <a:cubicBezTo>
                  <a:pt x="1029433" y="175567"/>
                  <a:pt x="1020035" y="181499"/>
                  <a:pt x="1016746" y="181499"/>
                </a:cubicBezTo>
                <a:cubicBezTo>
                  <a:pt x="1015336" y="181499"/>
                  <a:pt x="1014631" y="180853"/>
                  <a:pt x="1014631" y="179561"/>
                </a:cubicBezTo>
                <a:cubicBezTo>
                  <a:pt x="1014631" y="178268"/>
                  <a:pt x="1015806" y="176448"/>
                  <a:pt x="1018155" y="174098"/>
                </a:cubicBezTo>
                <a:cubicBezTo>
                  <a:pt x="1042825" y="149428"/>
                  <a:pt x="1059448" y="130632"/>
                  <a:pt x="1068023" y="117710"/>
                </a:cubicBezTo>
                <a:cubicBezTo>
                  <a:pt x="1076599" y="104788"/>
                  <a:pt x="1085703" y="89516"/>
                  <a:pt x="1095336" y="71895"/>
                </a:cubicBezTo>
                <a:cubicBezTo>
                  <a:pt x="1104969" y="54274"/>
                  <a:pt x="1109786" y="41116"/>
                  <a:pt x="1109786" y="32423"/>
                </a:cubicBezTo>
                <a:cubicBezTo>
                  <a:pt x="1109786" y="30309"/>
                  <a:pt x="1109551" y="28429"/>
                  <a:pt x="1109081" y="26784"/>
                </a:cubicBezTo>
                <a:cubicBezTo>
                  <a:pt x="1108611" y="25140"/>
                  <a:pt x="1108376" y="23730"/>
                  <a:pt x="1108376" y="22555"/>
                </a:cubicBezTo>
                <a:cubicBezTo>
                  <a:pt x="1108376" y="18796"/>
                  <a:pt x="1110197" y="16917"/>
                  <a:pt x="1113838" y="16917"/>
                </a:cubicBezTo>
                <a:close/>
                <a:moveTo>
                  <a:pt x="182203" y="16564"/>
                </a:moveTo>
                <a:cubicBezTo>
                  <a:pt x="187842" y="16564"/>
                  <a:pt x="195126" y="19207"/>
                  <a:pt x="204054" y="24494"/>
                </a:cubicBezTo>
                <a:cubicBezTo>
                  <a:pt x="212982" y="29780"/>
                  <a:pt x="217446" y="33950"/>
                  <a:pt x="217446" y="37005"/>
                </a:cubicBezTo>
                <a:cubicBezTo>
                  <a:pt x="217446" y="38649"/>
                  <a:pt x="215272" y="40823"/>
                  <a:pt x="210926" y="43525"/>
                </a:cubicBezTo>
                <a:cubicBezTo>
                  <a:pt x="206579" y="46227"/>
                  <a:pt x="202761" y="50984"/>
                  <a:pt x="199472" y="57798"/>
                </a:cubicBezTo>
                <a:cubicBezTo>
                  <a:pt x="194068" y="69545"/>
                  <a:pt x="188430" y="80059"/>
                  <a:pt x="182556" y="89340"/>
                </a:cubicBezTo>
                <a:cubicBezTo>
                  <a:pt x="176682" y="98620"/>
                  <a:pt x="171866" y="103261"/>
                  <a:pt x="168106" y="103261"/>
                </a:cubicBezTo>
                <a:cubicBezTo>
                  <a:pt x="165757" y="103261"/>
                  <a:pt x="164230" y="101733"/>
                  <a:pt x="163525" y="98679"/>
                </a:cubicBezTo>
                <a:cubicBezTo>
                  <a:pt x="163290" y="97504"/>
                  <a:pt x="162115" y="96447"/>
                  <a:pt x="160001" y="95507"/>
                </a:cubicBezTo>
                <a:cubicBezTo>
                  <a:pt x="157886" y="94568"/>
                  <a:pt x="155419" y="94098"/>
                  <a:pt x="152600" y="94098"/>
                </a:cubicBezTo>
                <a:cubicBezTo>
                  <a:pt x="149780" y="94098"/>
                  <a:pt x="141557" y="94979"/>
                  <a:pt x="127930" y="96741"/>
                </a:cubicBezTo>
                <a:cubicBezTo>
                  <a:pt x="114303" y="98503"/>
                  <a:pt x="103730" y="100324"/>
                  <a:pt x="96212" y="102203"/>
                </a:cubicBezTo>
                <a:cubicBezTo>
                  <a:pt x="95742" y="107842"/>
                  <a:pt x="94802" y="110662"/>
                  <a:pt x="93392" y="110662"/>
                </a:cubicBezTo>
                <a:cubicBezTo>
                  <a:pt x="89868" y="110662"/>
                  <a:pt x="87342" y="109311"/>
                  <a:pt x="85815" y="106609"/>
                </a:cubicBezTo>
                <a:cubicBezTo>
                  <a:pt x="84288" y="103907"/>
                  <a:pt x="83054" y="100559"/>
                  <a:pt x="82115" y="96565"/>
                </a:cubicBezTo>
                <a:cubicBezTo>
                  <a:pt x="74831" y="68136"/>
                  <a:pt x="67548" y="50514"/>
                  <a:pt x="60264" y="43701"/>
                </a:cubicBezTo>
                <a:cubicBezTo>
                  <a:pt x="55800" y="39472"/>
                  <a:pt x="53568" y="36417"/>
                  <a:pt x="53568" y="34538"/>
                </a:cubicBezTo>
                <a:cubicBezTo>
                  <a:pt x="53568" y="32658"/>
                  <a:pt x="55800" y="31718"/>
                  <a:pt x="60264" y="31718"/>
                </a:cubicBezTo>
                <a:cubicBezTo>
                  <a:pt x="64728" y="31718"/>
                  <a:pt x="71072" y="32423"/>
                  <a:pt x="79295" y="33833"/>
                </a:cubicBezTo>
                <a:cubicBezTo>
                  <a:pt x="95742" y="32658"/>
                  <a:pt x="115125" y="30191"/>
                  <a:pt x="137445" y="26432"/>
                </a:cubicBezTo>
                <a:cubicBezTo>
                  <a:pt x="159766" y="22673"/>
                  <a:pt x="172218" y="20088"/>
                  <a:pt x="174802" y="18679"/>
                </a:cubicBezTo>
                <a:cubicBezTo>
                  <a:pt x="177387" y="17269"/>
                  <a:pt x="179854" y="16564"/>
                  <a:pt x="182203" y="16564"/>
                </a:cubicBezTo>
                <a:close/>
                <a:moveTo>
                  <a:pt x="1910848" y="12687"/>
                </a:moveTo>
                <a:cubicBezTo>
                  <a:pt x="1920011" y="12687"/>
                  <a:pt x="1928117" y="14919"/>
                  <a:pt x="1935165" y="19384"/>
                </a:cubicBezTo>
                <a:cubicBezTo>
                  <a:pt x="1942214" y="23848"/>
                  <a:pt x="1945738" y="28664"/>
                  <a:pt x="1945738" y="33833"/>
                </a:cubicBezTo>
                <a:cubicBezTo>
                  <a:pt x="1945738" y="45111"/>
                  <a:pt x="1942801" y="50749"/>
                  <a:pt x="1936927" y="50749"/>
                </a:cubicBezTo>
                <a:cubicBezTo>
                  <a:pt x="1931054" y="50749"/>
                  <a:pt x="1924064" y="45580"/>
                  <a:pt x="1915958" y="35243"/>
                </a:cubicBezTo>
                <a:cubicBezTo>
                  <a:pt x="1907852" y="24905"/>
                  <a:pt x="1903799" y="18561"/>
                  <a:pt x="1903799" y="16212"/>
                </a:cubicBezTo>
                <a:cubicBezTo>
                  <a:pt x="1903799" y="13862"/>
                  <a:pt x="1906149" y="12687"/>
                  <a:pt x="1910848" y="12687"/>
                </a:cubicBezTo>
                <a:close/>
                <a:moveTo>
                  <a:pt x="455156" y="12687"/>
                </a:moveTo>
                <a:cubicBezTo>
                  <a:pt x="459033" y="12687"/>
                  <a:pt x="466140" y="14450"/>
                  <a:pt x="476478" y="17974"/>
                </a:cubicBezTo>
                <a:cubicBezTo>
                  <a:pt x="486816" y="21498"/>
                  <a:pt x="491985" y="25845"/>
                  <a:pt x="491985" y="31014"/>
                </a:cubicBezTo>
                <a:cubicBezTo>
                  <a:pt x="491985" y="32893"/>
                  <a:pt x="491515" y="35125"/>
                  <a:pt x="490575" y="37710"/>
                </a:cubicBezTo>
                <a:cubicBezTo>
                  <a:pt x="489635" y="40294"/>
                  <a:pt x="488872" y="43583"/>
                  <a:pt x="488284" y="47578"/>
                </a:cubicBezTo>
                <a:cubicBezTo>
                  <a:pt x="487697" y="51572"/>
                  <a:pt x="486933" y="60265"/>
                  <a:pt x="485994" y="73657"/>
                </a:cubicBezTo>
                <a:lnTo>
                  <a:pt x="482822" y="118063"/>
                </a:lnTo>
                <a:cubicBezTo>
                  <a:pt x="508196" y="113129"/>
                  <a:pt x="524643" y="109369"/>
                  <a:pt x="532161" y="106785"/>
                </a:cubicBezTo>
                <a:cubicBezTo>
                  <a:pt x="544614" y="102321"/>
                  <a:pt x="554951" y="100089"/>
                  <a:pt x="563175" y="100089"/>
                </a:cubicBezTo>
                <a:cubicBezTo>
                  <a:pt x="571398" y="100089"/>
                  <a:pt x="578564" y="102203"/>
                  <a:pt x="584673" y="106433"/>
                </a:cubicBezTo>
                <a:cubicBezTo>
                  <a:pt x="590781" y="110662"/>
                  <a:pt x="593836" y="114186"/>
                  <a:pt x="593836" y="117005"/>
                </a:cubicBezTo>
                <a:cubicBezTo>
                  <a:pt x="593836" y="121234"/>
                  <a:pt x="587375" y="123466"/>
                  <a:pt x="574452" y="123701"/>
                </a:cubicBezTo>
                <a:cubicBezTo>
                  <a:pt x="548608" y="123936"/>
                  <a:pt x="517712" y="126873"/>
                  <a:pt x="481765" y="132512"/>
                </a:cubicBezTo>
                <a:cubicBezTo>
                  <a:pt x="481060" y="141205"/>
                  <a:pt x="480237" y="148254"/>
                  <a:pt x="479298" y="153657"/>
                </a:cubicBezTo>
                <a:cubicBezTo>
                  <a:pt x="491045" y="173628"/>
                  <a:pt x="504496" y="191837"/>
                  <a:pt x="519650" y="208283"/>
                </a:cubicBezTo>
                <a:cubicBezTo>
                  <a:pt x="534805" y="224730"/>
                  <a:pt x="550899" y="237593"/>
                  <a:pt x="567932" y="246874"/>
                </a:cubicBezTo>
                <a:cubicBezTo>
                  <a:pt x="584966" y="256154"/>
                  <a:pt x="608872" y="264671"/>
                  <a:pt x="639651" y="272425"/>
                </a:cubicBezTo>
                <a:cubicBezTo>
                  <a:pt x="646464" y="274069"/>
                  <a:pt x="649871" y="276066"/>
                  <a:pt x="649871" y="278416"/>
                </a:cubicBezTo>
                <a:cubicBezTo>
                  <a:pt x="649871" y="279591"/>
                  <a:pt x="648696" y="280530"/>
                  <a:pt x="646347" y="281235"/>
                </a:cubicBezTo>
                <a:cubicBezTo>
                  <a:pt x="643997" y="281940"/>
                  <a:pt x="635304" y="282880"/>
                  <a:pt x="620267" y="284055"/>
                </a:cubicBezTo>
                <a:cubicBezTo>
                  <a:pt x="605231" y="285229"/>
                  <a:pt x="592250" y="285817"/>
                  <a:pt x="581325" y="285817"/>
                </a:cubicBezTo>
                <a:cubicBezTo>
                  <a:pt x="570399" y="285817"/>
                  <a:pt x="562705" y="284231"/>
                  <a:pt x="558241" y="281059"/>
                </a:cubicBezTo>
                <a:cubicBezTo>
                  <a:pt x="553777" y="277887"/>
                  <a:pt x="543145" y="266140"/>
                  <a:pt x="526346" y="245817"/>
                </a:cubicBezTo>
                <a:cubicBezTo>
                  <a:pt x="509547" y="225493"/>
                  <a:pt x="492925" y="200178"/>
                  <a:pt x="476478" y="169869"/>
                </a:cubicBezTo>
                <a:cubicBezTo>
                  <a:pt x="469900" y="199003"/>
                  <a:pt x="459327" y="221617"/>
                  <a:pt x="444760" y="237711"/>
                </a:cubicBezTo>
                <a:cubicBezTo>
                  <a:pt x="430193" y="253805"/>
                  <a:pt x="413981" y="265024"/>
                  <a:pt x="396125" y="271367"/>
                </a:cubicBezTo>
                <a:cubicBezTo>
                  <a:pt x="378269" y="277711"/>
                  <a:pt x="366169" y="280883"/>
                  <a:pt x="359826" y="280883"/>
                </a:cubicBezTo>
                <a:cubicBezTo>
                  <a:pt x="357711" y="280883"/>
                  <a:pt x="356654" y="280296"/>
                  <a:pt x="356654" y="279121"/>
                </a:cubicBezTo>
                <a:cubicBezTo>
                  <a:pt x="356654" y="277946"/>
                  <a:pt x="359238" y="276184"/>
                  <a:pt x="364407" y="273834"/>
                </a:cubicBezTo>
                <a:cubicBezTo>
                  <a:pt x="398005" y="259033"/>
                  <a:pt x="422322" y="240354"/>
                  <a:pt x="437359" y="217799"/>
                </a:cubicBezTo>
                <a:cubicBezTo>
                  <a:pt x="452396" y="195244"/>
                  <a:pt x="460737" y="168107"/>
                  <a:pt x="462381" y="136389"/>
                </a:cubicBezTo>
                <a:cubicBezTo>
                  <a:pt x="453688" y="137798"/>
                  <a:pt x="442880" y="140148"/>
                  <a:pt x="429958" y="143437"/>
                </a:cubicBezTo>
                <a:cubicBezTo>
                  <a:pt x="417036" y="146726"/>
                  <a:pt x="408108" y="148371"/>
                  <a:pt x="403174" y="148371"/>
                </a:cubicBezTo>
                <a:cubicBezTo>
                  <a:pt x="398240" y="148371"/>
                  <a:pt x="392777" y="146961"/>
                  <a:pt x="386786" y="144142"/>
                </a:cubicBezTo>
                <a:cubicBezTo>
                  <a:pt x="380795" y="141323"/>
                  <a:pt x="377799" y="139149"/>
                  <a:pt x="377799" y="137622"/>
                </a:cubicBezTo>
                <a:cubicBezTo>
                  <a:pt x="377799" y="136095"/>
                  <a:pt x="381441" y="134861"/>
                  <a:pt x="388724" y="133922"/>
                </a:cubicBezTo>
                <a:cubicBezTo>
                  <a:pt x="404466" y="132042"/>
                  <a:pt x="429253" y="128048"/>
                  <a:pt x="463086" y="121939"/>
                </a:cubicBezTo>
                <a:cubicBezTo>
                  <a:pt x="463556" y="109017"/>
                  <a:pt x="463791" y="96095"/>
                  <a:pt x="463791" y="83172"/>
                </a:cubicBezTo>
                <a:cubicBezTo>
                  <a:pt x="463791" y="70250"/>
                  <a:pt x="463145" y="59149"/>
                  <a:pt x="461853" y="49868"/>
                </a:cubicBezTo>
                <a:cubicBezTo>
                  <a:pt x="460560" y="40588"/>
                  <a:pt x="458152" y="33422"/>
                  <a:pt x="454628" y="28370"/>
                </a:cubicBezTo>
                <a:cubicBezTo>
                  <a:pt x="451104" y="23319"/>
                  <a:pt x="449341" y="19442"/>
                  <a:pt x="449341" y="16740"/>
                </a:cubicBezTo>
                <a:cubicBezTo>
                  <a:pt x="449341" y="14038"/>
                  <a:pt x="451280" y="12687"/>
                  <a:pt x="455156" y="12687"/>
                </a:cubicBezTo>
                <a:close/>
                <a:moveTo>
                  <a:pt x="1511726" y="11983"/>
                </a:moveTo>
                <a:cubicBezTo>
                  <a:pt x="1514898" y="11983"/>
                  <a:pt x="1521183" y="13803"/>
                  <a:pt x="1530581" y="17445"/>
                </a:cubicBezTo>
                <a:cubicBezTo>
                  <a:pt x="1539979" y="21087"/>
                  <a:pt x="1544678" y="25962"/>
                  <a:pt x="1544678" y="32071"/>
                </a:cubicBezTo>
                <a:cubicBezTo>
                  <a:pt x="1544678" y="34420"/>
                  <a:pt x="1543973" y="37945"/>
                  <a:pt x="1542564" y="42644"/>
                </a:cubicBezTo>
                <a:cubicBezTo>
                  <a:pt x="1539979" y="51102"/>
                  <a:pt x="1538334" y="65904"/>
                  <a:pt x="1537630" y="87049"/>
                </a:cubicBezTo>
                <a:cubicBezTo>
                  <a:pt x="1570053" y="81645"/>
                  <a:pt x="1589084" y="78004"/>
                  <a:pt x="1594722" y="76124"/>
                </a:cubicBezTo>
                <a:cubicBezTo>
                  <a:pt x="1600596" y="73540"/>
                  <a:pt x="1605002" y="72247"/>
                  <a:pt x="1607938" y="72247"/>
                </a:cubicBezTo>
                <a:cubicBezTo>
                  <a:pt x="1610875" y="72247"/>
                  <a:pt x="1617689" y="75243"/>
                  <a:pt x="1628379" y="81234"/>
                </a:cubicBezTo>
                <a:cubicBezTo>
                  <a:pt x="1639069" y="87225"/>
                  <a:pt x="1644414" y="92101"/>
                  <a:pt x="1644414" y="95860"/>
                </a:cubicBezTo>
                <a:cubicBezTo>
                  <a:pt x="1644414" y="98444"/>
                  <a:pt x="1642594" y="101146"/>
                  <a:pt x="1638952" y="103966"/>
                </a:cubicBezTo>
                <a:cubicBezTo>
                  <a:pt x="1635310" y="106785"/>
                  <a:pt x="1632138" y="110838"/>
                  <a:pt x="1629436" y="116124"/>
                </a:cubicBezTo>
                <a:cubicBezTo>
                  <a:pt x="1626734" y="121411"/>
                  <a:pt x="1624444" y="127754"/>
                  <a:pt x="1622564" y="135155"/>
                </a:cubicBezTo>
                <a:cubicBezTo>
                  <a:pt x="1620684" y="142556"/>
                  <a:pt x="1617513" y="153011"/>
                  <a:pt x="1613049" y="166521"/>
                </a:cubicBezTo>
                <a:cubicBezTo>
                  <a:pt x="1608585" y="180031"/>
                  <a:pt x="1604120" y="189546"/>
                  <a:pt x="1599656" y="195067"/>
                </a:cubicBezTo>
                <a:cubicBezTo>
                  <a:pt x="1595192" y="200589"/>
                  <a:pt x="1591727" y="203349"/>
                  <a:pt x="1589260" y="203349"/>
                </a:cubicBezTo>
                <a:cubicBezTo>
                  <a:pt x="1586793" y="203349"/>
                  <a:pt x="1584678" y="201881"/>
                  <a:pt x="1582916" y="198944"/>
                </a:cubicBezTo>
                <a:cubicBezTo>
                  <a:pt x="1581154" y="196007"/>
                  <a:pt x="1578276" y="194539"/>
                  <a:pt x="1574282" y="194539"/>
                </a:cubicBezTo>
                <a:cubicBezTo>
                  <a:pt x="1570288" y="194539"/>
                  <a:pt x="1557483" y="196066"/>
                  <a:pt x="1535868" y="199120"/>
                </a:cubicBezTo>
                <a:cubicBezTo>
                  <a:pt x="1535633" y="213687"/>
                  <a:pt x="1535985" y="225141"/>
                  <a:pt x="1536925" y="233482"/>
                </a:cubicBezTo>
                <a:cubicBezTo>
                  <a:pt x="1537864" y="241822"/>
                  <a:pt x="1539744" y="248049"/>
                  <a:pt x="1542564" y="252160"/>
                </a:cubicBezTo>
                <a:cubicBezTo>
                  <a:pt x="1545383" y="256272"/>
                  <a:pt x="1551550" y="259561"/>
                  <a:pt x="1561066" y="262028"/>
                </a:cubicBezTo>
                <a:cubicBezTo>
                  <a:pt x="1570581" y="264495"/>
                  <a:pt x="1581448" y="265729"/>
                  <a:pt x="1593665" y="265729"/>
                </a:cubicBezTo>
                <a:cubicBezTo>
                  <a:pt x="1605883" y="265729"/>
                  <a:pt x="1617689" y="264789"/>
                  <a:pt x="1629084" y="262909"/>
                </a:cubicBezTo>
                <a:cubicBezTo>
                  <a:pt x="1640479" y="261030"/>
                  <a:pt x="1647704" y="258621"/>
                  <a:pt x="1650758" y="255684"/>
                </a:cubicBezTo>
                <a:cubicBezTo>
                  <a:pt x="1653812" y="252748"/>
                  <a:pt x="1656514" y="248695"/>
                  <a:pt x="1658864" y="243526"/>
                </a:cubicBezTo>
                <a:cubicBezTo>
                  <a:pt x="1661213" y="238357"/>
                  <a:pt x="1664268" y="226492"/>
                  <a:pt x="1668027" y="207931"/>
                </a:cubicBezTo>
                <a:cubicBezTo>
                  <a:pt x="1668967" y="203232"/>
                  <a:pt x="1670259" y="200882"/>
                  <a:pt x="1671904" y="200882"/>
                </a:cubicBezTo>
                <a:cubicBezTo>
                  <a:pt x="1673548" y="200882"/>
                  <a:pt x="1674664" y="203878"/>
                  <a:pt x="1675252" y="209869"/>
                </a:cubicBezTo>
                <a:cubicBezTo>
                  <a:pt x="1675839" y="215860"/>
                  <a:pt x="1677366" y="223614"/>
                  <a:pt x="1679833" y="233129"/>
                </a:cubicBezTo>
                <a:cubicBezTo>
                  <a:pt x="1682300" y="242645"/>
                  <a:pt x="1684356" y="248871"/>
                  <a:pt x="1686000" y="251808"/>
                </a:cubicBezTo>
                <a:cubicBezTo>
                  <a:pt x="1687645" y="254745"/>
                  <a:pt x="1688468" y="257270"/>
                  <a:pt x="1688468" y="259385"/>
                </a:cubicBezTo>
                <a:cubicBezTo>
                  <a:pt x="1688468" y="265964"/>
                  <a:pt x="1679833" y="272483"/>
                  <a:pt x="1662564" y="278945"/>
                </a:cubicBezTo>
                <a:cubicBezTo>
                  <a:pt x="1645296" y="285406"/>
                  <a:pt x="1625384" y="288636"/>
                  <a:pt x="1602828" y="288636"/>
                </a:cubicBezTo>
                <a:cubicBezTo>
                  <a:pt x="1586617" y="288636"/>
                  <a:pt x="1572872" y="286874"/>
                  <a:pt x="1561595" y="283350"/>
                </a:cubicBezTo>
                <a:cubicBezTo>
                  <a:pt x="1550317" y="279826"/>
                  <a:pt x="1541506" y="275068"/>
                  <a:pt x="1535163" y="269077"/>
                </a:cubicBezTo>
                <a:cubicBezTo>
                  <a:pt x="1528819" y="263085"/>
                  <a:pt x="1524649" y="255156"/>
                  <a:pt x="1522652" y="245288"/>
                </a:cubicBezTo>
                <a:cubicBezTo>
                  <a:pt x="1520654" y="235420"/>
                  <a:pt x="1519774" y="220736"/>
                  <a:pt x="1520008" y="201235"/>
                </a:cubicBezTo>
                <a:cubicBezTo>
                  <a:pt x="1501447" y="204054"/>
                  <a:pt x="1487703" y="205699"/>
                  <a:pt x="1478775" y="206169"/>
                </a:cubicBezTo>
                <a:cubicBezTo>
                  <a:pt x="1478540" y="212277"/>
                  <a:pt x="1476778" y="215332"/>
                  <a:pt x="1473488" y="215332"/>
                </a:cubicBezTo>
                <a:cubicBezTo>
                  <a:pt x="1471609" y="215332"/>
                  <a:pt x="1469729" y="213687"/>
                  <a:pt x="1467850" y="210398"/>
                </a:cubicBezTo>
                <a:cubicBezTo>
                  <a:pt x="1465970" y="207109"/>
                  <a:pt x="1464560" y="203232"/>
                  <a:pt x="1463620" y="198768"/>
                </a:cubicBezTo>
                <a:cubicBezTo>
                  <a:pt x="1458216" y="173863"/>
                  <a:pt x="1453048" y="152953"/>
                  <a:pt x="1448114" y="136036"/>
                </a:cubicBezTo>
                <a:cubicBezTo>
                  <a:pt x="1443180" y="119120"/>
                  <a:pt x="1439186" y="109193"/>
                  <a:pt x="1436131" y="106256"/>
                </a:cubicBezTo>
                <a:cubicBezTo>
                  <a:pt x="1433077" y="103319"/>
                  <a:pt x="1431550" y="100559"/>
                  <a:pt x="1431550" y="97974"/>
                </a:cubicBezTo>
                <a:cubicBezTo>
                  <a:pt x="1431550" y="95390"/>
                  <a:pt x="1433664" y="94098"/>
                  <a:pt x="1437894" y="94098"/>
                </a:cubicBezTo>
                <a:cubicBezTo>
                  <a:pt x="1442122" y="94098"/>
                  <a:pt x="1448466" y="95977"/>
                  <a:pt x="1456924" y="99736"/>
                </a:cubicBezTo>
                <a:cubicBezTo>
                  <a:pt x="1480184" y="96447"/>
                  <a:pt x="1501330" y="93158"/>
                  <a:pt x="1520361" y="89869"/>
                </a:cubicBezTo>
                <a:cubicBezTo>
                  <a:pt x="1520126" y="61675"/>
                  <a:pt x="1517835" y="43172"/>
                  <a:pt x="1513488" y="34362"/>
                </a:cubicBezTo>
                <a:cubicBezTo>
                  <a:pt x="1509142" y="25551"/>
                  <a:pt x="1506969" y="19619"/>
                  <a:pt x="1506969" y="16564"/>
                </a:cubicBezTo>
                <a:cubicBezTo>
                  <a:pt x="1506969" y="13510"/>
                  <a:pt x="1508554" y="11983"/>
                  <a:pt x="1511726" y="11983"/>
                </a:cubicBezTo>
                <a:close/>
                <a:moveTo>
                  <a:pt x="1208993" y="0"/>
                </a:moveTo>
                <a:cubicBezTo>
                  <a:pt x="1212400" y="0"/>
                  <a:pt x="1218098" y="2526"/>
                  <a:pt x="1226086" y="7577"/>
                </a:cubicBezTo>
                <a:cubicBezTo>
                  <a:pt x="1234074" y="12629"/>
                  <a:pt x="1238068" y="16564"/>
                  <a:pt x="1238068" y="19384"/>
                </a:cubicBezTo>
                <a:cubicBezTo>
                  <a:pt x="1238068" y="22203"/>
                  <a:pt x="1236776" y="24670"/>
                  <a:pt x="1234192" y="26784"/>
                </a:cubicBezTo>
                <a:cubicBezTo>
                  <a:pt x="1229963" y="31014"/>
                  <a:pt x="1224500" y="39531"/>
                  <a:pt x="1217804" y="52335"/>
                </a:cubicBezTo>
                <a:cubicBezTo>
                  <a:pt x="1211108" y="65140"/>
                  <a:pt x="1201886" y="80705"/>
                  <a:pt x="1190139" y="99032"/>
                </a:cubicBezTo>
                <a:cubicBezTo>
                  <a:pt x="1215513" y="95977"/>
                  <a:pt x="1243707" y="89164"/>
                  <a:pt x="1274721" y="78591"/>
                </a:cubicBezTo>
                <a:cubicBezTo>
                  <a:pt x="1283414" y="75772"/>
                  <a:pt x="1290932" y="74362"/>
                  <a:pt x="1297276" y="74362"/>
                </a:cubicBezTo>
                <a:cubicBezTo>
                  <a:pt x="1303620" y="74362"/>
                  <a:pt x="1309493" y="75478"/>
                  <a:pt x="1314897" y="77710"/>
                </a:cubicBezTo>
                <a:cubicBezTo>
                  <a:pt x="1320301" y="79942"/>
                  <a:pt x="1323003" y="82056"/>
                  <a:pt x="1323003" y="84054"/>
                </a:cubicBezTo>
                <a:cubicBezTo>
                  <a:pt x="1323003" y="86051"/>
                  <a:pt x="1322004" y="87695"/>
                  <a:pt x="1320007" y="88987"/>
                </a:cubicBezTo>
                <a:cubicBezTo>
                  <a:pt x="1318010" y="90280"/>
                  <a:pt x="1314427" y="91278"/>
                  <a:pt x="1309258" y="91983"/>
                </a:cubicBezTo>
                <a:lnTo>
                  <a:pt x="1264853" y="99736"/>
                </a:lnTo>
                <a:cubicBezTo>
                  <a:pt x="1240418" y="103966"/>
                  <a:pt x="1223854" y="106550"/>
                  <a:pt x="1215161" y="107490"/>
                </a:cubicBezTo>
                <a:cubicBezTo>
                  <a:pt x="1224324" y="112894"/>
                  <a:pt x="1228905" y="118885"/>
                  <a:pt x="1228905" y="125463"/>
                </a:cubicBezTo>
                <a:cubicBezTo>
                  <a:pt x="1228905" y="126638"/>
                  <a:pt x="1228788" y="128165"/>
                  <a:pt x="1228553" y="130045"/>
                </a:cubicBezTo>
                <a:cubicBezTo>
                  <a:pt x="1227613" y="135684"/>
                  <a:pt x="1227143" y="144964"/>
                  <a:pt x="1227143" y="157887"/>
                </a:cubicBezTo>
                <a:cubicBezTo>
                  <a:pt x="1232547" y="157417"/>
                  <a:pt x="1247819" y="153305"/>
                  <a:pt x="1272958" y="145552"/>
                </a:cubicBezTo>
                <a:cubicBezTo>
                  <a:pt x="1274603" y="145082"/>
                  <a:pt x="1277481" y="144847"/>
                  <a:pt x="1281593" y="144847"/>
                </a:cubicBezTo>
                <a:cubicBezTo>
                  <a:pt x="1285704" y="144847"/>
                  <a:pt x="1289875" y="145904"/>
                  <a:pt x="1294104" y="148019"/>
                </a:cubicBezTo>
                <a:cubicBezTo>
                  <a:pt x="1298333" y="150133"/>
                  <a:pt x="1300448" y="152248"/>
                  <a:pt x="1300448" y="154362"/>
                </a:cubicBezTo>
                <a:cubicBezTo>
                  <a:pt x="1300448" y="156477"/>
                  <a:pt x="1297511" y="157945"/>
                  <a:pt x="1291637" y="158768"/>
                </a:cubicBezTo>
                <a:cubicBezTo>
                  <a:pt x="1285763" y="159590"/>
                  <a:pt x="1277129" y="161235"/>
                  <a:pt x="1265734" y="163702"/>
                </a:cubicBezTo>
                <a:cubicBezTo>
                  <a:pt x="1254339" y="166169"/>
                  <a:pt x="1245880" y="167402"/>
                  <a:pt x="1240359" y="167402"/>
                </a:cubicBezTo>
                <a:cubicBezTo>
                  <a:pt x="1234838" y="167402"/>
                  <a:pt x="1230433" y="167167"/>
                  <a:pt x="1227143" y="166697"/>
                </a:cubicBezTo>
                <a:cubicBezTo>
                  <a:pt x="1227143" y="178445"/>
                  <a:pt x="1227496" y="195009"/>
                  <a:pt x="1228200" y="216389"/>
                </a:cubicBezTo>
                <a:cubicBezTo>
                  <a:pt x="1239713" y="215214"/>
                  <a:pt x="1256042" y="211220"/>
                  <a:pt x="1277188" y="204407"/>
                </a:cubicBezTo>
                <a:cubicBezTo>
                  <a:pt x="1279537" y="203702"/>
                  <a:pt x="1283003" y="203349"/>
                  <a:pt x="1287584" y="203349"/>
                </a:cubicBezTo>
                <a:cubicBezTo>
                  <a:pt x="1292166" y="203349"/>
                  <a:pt x="1297041" y="204700"/>
                  <a:pt x="1302210" y="207402"/>
                </a:cubicBezTo>
                <a:cubicBezTo>
                  <a:pt x="1307379" y="210104"/>
                  <a:pt x="1309963" y="212806"/>
                  <a:pt x="1309963" y="215508"/>
                </a:cubicBezTo>
                <a:cubicBezTo>
                  <a:pt x="1309963" y="218210"/>
                  <a:pt x="1307144" y="219913"/>
                  <a:pt x="1301505" y="220618"/>
                </a:cubicBezTo>
                <a:cubicBezTo>
                  <a:pt x="1284354" y="222263"/>
                  <a:pt x="1270785" y="223790"/>
                  <a:pt x="1260800" y="225200"/>
                </a:cubicBezTo>
                <a:cubicBezTo>
                  <a:pt x="1250814" y="226609"/>
                  <a:pt x="1243707" y="227314"/>
                  <a:pt x="1239478" y="227314"/>
                </a:cubicBezTo>
                <a:cubicBezTo>
                  <a:pt x="1235249" y="227314"/>
                  <a:pt x="1231490" y="226844"/>
                  <a:pt x="1228200" y="225905"/>
                </a:cubicBezTo>
                <a:cubicBezTo>
                  <a:pt x="1228905" y="249400"/>
                  <a:pt x="1229258" y="267549"/>
                  <a:pt x="1229258" y="280354"/>
                </a:cubicBezTo>
                <a:cubicBezTo>
                  <a:pt x="1229258" y="293159"/>
                  <a:pt x="1228200" y="303497"/>
                  <a:pt x="1226086" y="311368"/>
                </a:cubicBezTo>
                <a:cubicBezTo>
                  <a:pt x="1223972" y="319238"/>
                  <a:pt x="1221563" y="323174"/>
                  <a:pt x="1218861" y="323174"/>
                </a:cubicBezTo>
                <a:cubicBezTo>
                  <a:pt x="1216159" y="323174"/>
                  <a:pt x="1213340" y="319297"/>
                  <a:pt x="1210403" y="311544"/>
                </a:cubicBezTo>
                <a:cubicBezTo>
                  <a:pt x="1207466" y="303791"/>
                  <a:pt x="1205998" y="297329"/>
                  <a:pt x="1205998" y="292160"/>
                </a:cubicBezTo>
                <a:cubicBezTo>
                  <a:pt x="1205998" y="286992"/>
                  <a:pt x="1206703" y="281705"/>
                  <a:pt x="1208112" y="276301"/>
                </a:cubicBezTo>
                <a:cubicBezTo>
                  <a:pt x="1211167" y="264319"/>
                  <a:pt x="1212694" y="236242"/>
                  <a:pt x="1212694" y="192072"/>
                </a:cubicBezTo>
                <a:cubicBezTo>
                  <a:pt x="1212694" y="161998"/>
                  <a:pt x="1212048" y="141793"/>
                  <a:pt x="1210755" y="131455"/>
                </a:cubicBezTo>
                <a:cubicBezTo>
                  <a:pt x="1209463" y="121117"/>
                  <a:pt x="1207407" y="113364"/>
                  <a:pt x="1204588" y="108195"/>
                </a:cubicBezTo>
                <a:cubicBezTo>
                  <a:pt x="1196600" y="108195"/>
                  <a:pt x="1190491" y="107137"/>
                  <a:pt x="1186262" y="105023"/>
                </a:cubicBezTo>
                <a:cubicBezTo>
                  <a:pt x="1173575" y="123819"/>
                  <a:pt x="1161240" y="138444"/>
                  <a:pt x="1149257" y="148900"/>
                </a:cubicBezTo>
                <a:cubicBezTo>
                  <a:pt x="1137275" y="159355"/>
                  <a:pt x="1129756" y="164583"/>
                  <a:pt x="1126702" y="164583"/>
                </a:cubicBezTo>
                <a:cubicBezTo>
                  <a:pt x="1125527" y="164583"/>
                  <a:pt x="1124940" y="163878"/>
                  <a:pt x="1124940" y="162468"/>
                </a:cubicBezTo>
                <a:cubicBezTo>
                  <a:pt x="1124940" y="161058"/>
                  <a:pt x="1126115" y="159179"/>
                  <a:pt x="1128464" y="156829"/>
                </a:cubicBezTo>
                <a:cubicBezTo>
                  <a:pt x="1138567" y="146726"/>
                  <a:pt x="1149903" y="131925"/>
                  <a:pt x="1162473" y="112424"/>
                </a:cubicBezTo>
                <a:cubicBezTo>
                  <a:pt x="1175043" y="92923"/>
                  <a:pt x="1185498" y="73128"/>
                  <a:pt x="1193839" y="53040"/>
                </a:cubicBezTo>
                <a:cubicBezTo>
                  <a:pt x="1202180" y="32952"/>
                  <a:pt x="1205763" y="19266"/>
                  <a:pt x="1204588" y="11983"/>
                </a:cubicBezTo>
                <a:cubicBezTo>
                  <a:pt x="1204118" y="9868"/>
                  <a:pt x="1203883" y="7988"/>
                  <a:pt x="1203883" y="6344"/>
                </a:cubicBezTo>
                <a:cubicBezTo>
                  <a:pt x="1203883" y="2115"/>
                  <a:pt x="1205586" y="0"/>
                  <a:pt x="1208993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85186E-82FB-4B5F-BFED-1A4988E2FBBE}"/>
              </a:ext>
            </a:extLst>
          </p:cNvPr>
          <p:cNvSpPr txBox="1"/>
          <p:nvPr/>
        </p:nvSpPr>
        <p:spPr>
          <a:xfrm>
            <a:off x="2174086" y="5565602"/>
            <a:ext cx="1354721" cy="318592"/>
          </a:xfrm>
          <a:custGeom>
            <a:avLst/>
            <a:gdLst/>
            <a:ahLst/>
            <a:cxnLst/>
            <a:rect l="l" t="t" r="r" b="b"/>
            <a:pathLst>
              <a:path w="1354721" h="318592">
                <a:moveTo>
                  <a:pt x="1222562" y="82115"/>
                </a:moveTo>
                <a:cubicBezTo>
                  <a:pt x="1226086" y="82115"/>
                  <a:pt x="1229552" y="82937"/>
                  <a:pt x="1232958" y="84582"/>
                </a:cubicBezTo>
                <a:cubicBezTo>
                  <a:pt x="1236365" y="86226"/>
                  <a:pt x="1238069" y="88282"/>
                  <a:pt x="1238069" y="90749"/>
                </a:cubicBezTo>
                <a:cubicBezTo>
                  <a:pt x="1238069" y="93216"/>
                  <a:pt x="1234309" y="95624"/>
                  <a:pt x="1226791" y="97974"/>
                </a:cubicBezTo>
                <a:cubicBezTo>
                  <a:pt x="1219273" y="100323"/>
                  <a:pt x="1202121" y="103495"/>
                  <a:pt x="1175337" y="107489"/>
                </a:cubicBezTo>
                <a:cubicBezTo>
                  <a:pt x="1181211" y="113128"/>
                  <a:pt x="1184148" y="117475"/>
                  <a:pt x="1184148" y="120529"/>
                </a:cubicBezTo>
                <a:cubicBezTo>
                  <a:pt x="1184148" y="122643"/>
                  <a:pt x="1181974" y="124582"/>
                  <a:pt x="1177628" y="126344"/>
                </a:cubicBezTo>
                <a:cubicBezTo>
                  <a:pt x="1173281" y="128106"/>
                  <a:pt x="1164764" y="132746"/>
                  <a:pt x="1152077" y="140265"/>
                </a:cubicBezTo>
                <a:cubicBezTo>
                  <a:pt x="1164059" y="147313"/>
                  <a:pt x="1173927" y="156829"/>
                  <a:pt x="1181681" y="168811"/>
                </a:cubicBezTo>
                <a:cubicBezTo>
                  <a:pt x="1181916" y="169281"/>
                  <a:pt x="1182327" y="169986"/>
                  <a:pt x="1182914" y="170926"/>
                </a:cubicBezTo>
                <a:cubicBezTo>
                  <a:pt x="1183502" y="171866"/>
                  <a:pt x="1183913" y="172570"/>
                  <a:pt x="1184148" y="173040"/>
                </a:cubicBezTo>
                <a:cubicBezTo>
                  <a:pt x="1215161" y="146256"/>
                  <a:pt x="1231255" y="127577"/>
                  <a:pt x="1232430" y="117005"/>
                </a:cubicBezTo>
                <a:cubicBezTo>
                  <a:pt x="1232900" y="112541"/>
                  <a:pt x="1234838" y="110309"/>
                  <a:pt x="1238245" y="110309"/>
                </a:cubicBezTo>
                <a:cubicBezTo>
                  <a:pt x="1241652" y="110309"/>
                  <a:pt x="1246292" y="112776"/>
                  <a:pt x="1252166" y="117710"/>
                </a:cubicBezTo>
                <a:cubicBezTo>
                  <a:pt x="1258039" y="122643"/>
                  <a:pt x="1260976" y="126285"/>
                  <a:pt x="1260976" y="128635"/>
                </a:cubicBezTo>
                <a:cubicBezTo>
                  <a:pt x="1260976" y="130984"/>
                  <a:pt x="1259449" y="132864"/>
                  <a:pt x="1256395" y="134274"/>
                </a:cubicBezTo>
                <a:cubicBezTo>
                  <a:pt x="1249816" y="137328"/>
                  <a:pt x="1231490" y="149663"/>
                  <a:pt x="1201417" y="171278"/>
                </a:cubicBezTo>
                <a:cubicBezTo>
                  <a:pt x="1206350" y="172688"/>
                  <a:pt x="1209992" y="174098"/>
                  <a:pt x="1212342" y="175507"/>
                </a:cubicBezTo>
                <a:cubicBezTo>
                  <a:pt x="1242885" y="195478"/>
                  <a:pt x="1265793" y="208576"/>
                  <a:pt x="1281065" y="214803"/>
                </a:cubicBezTo>
                <a:cubicBezTo>
                  <a:pt x="1296336" y="221029"/>
                  <a:pt x="1317952" y="226491"/>
                  <a:pt x="1345911" y="231190"/>
                </a:cubicBezTo>
                <a:cubicBezTo>
                  <a:pt x="1351785" y="232130"/>
                  <a:pt x="1354721" y="233540"/>
                  <a:pt x="1354721" y="235419"/>
                </a:cubicBezTo>
                <a:cubicBezTo>
                  <a:pt x="1354721" y="236594"/>
                  <a:pt x="1353664" y="237593"/>
                  <a:pt x="1351549" y="238415"/>
                </a:cubicBezTo>
                <a:cubicBezTo>
                  <a:pt x="1349435" y="239237"/>
                  <a:pt x="1339978" y="241058"/>
                  <a:pt x="1323179" y="243878"/>
                </a:cubicBezTo>
                <a:cubicBezTo>
                  <a:pt x="1306380" y="246697"/>
                  <a:pt x="1295455" y="248107"/>
                  <a:pt x="1290404" y="248107"/>
                </a:cubicBezTo>
                <a:cubicBezTo>
                  <a:pt x="1285352" y="248107"/>
                  <a:pt x="1280477" y="246580"/>
                  <a:pt x="1275778" y="243525"/>
                </a:cubicBezTo>
                <a:cubicBezTo>
                  <a:pt x="1271079" y="240471"/>
                  <a:pt x="1261035" y="231602"/>
                  <a:pt x="1245646" y="216917"/>
                </a:cubicBezTo>
                <a:cubicBezTo>
                  <a:pt x="1230257" y="202233"/>
                  <a:pt x="1219331" y="192247"/>
                  <a:pt x="1212870" y="186961"/>
                </a:cubicBezTo>
                <a:cubicBezTo>
                  <a:pt x="1206409" y="181675"/>
                  <a:pt x="1200594" y="177857"/>
                  <a:pt x="1195425" y="175507"/>
                </a:cubicBezTo>
                <a:cubicBezTo>
                  <a:pt x="1193076" y="177387"/>
                  <a:pt x="1190726" y="179031"/>
                  <a:pt x="1188377" y="180441"/>
                </a:cubicBezTo>
                <a:cubicBezTo>
                  <a:pt x="1199419" y="202526"/>
                  <a:pt x="1204941" y="223437"/>
                  <a:pt x="1204941" y="243173"/>
                </a:cubicBezTo>
                <a:cubicBezTo>
                  <a:pt x="1204941" y="255155"/>
                  <a:pt x="1204118" y="265082"/>
                  <a:pt x="1202474" y="272953"/>
                </a:cubicBezTo>
                <a:cubicBezTo>
                  <a:pt x="1200829" y="280824"/>
                  <a:pt x="1197657" y="288283"/>
                  <a:pt x="1192958" y="295332"/>
                </a:cubicBezTo>
                <a:cubicBezTo>
                  <a:pt x="1188259" y="302380"/>
                  <a:pt x="1184383" y="307021"/>
                  <a:pt x="1181328" y="309253"/>
                </a:cubicBezTo>
                <a:cubicBezTo>
                  <a:pt x="1178274" y="311485"/>
                  <a:pt x="1175454" y="312601"/>
                  <a:pt x="1172870" y="312601"/>
                </a:cubicBezTo>
                <a:cubicBezTo>
                  <a:pt x="1170286" y="312601"/>
                  <a:pt x="1168171" y="311426"/>
                  <a:pt x="1166526" y="309076"/>
                </a:cubicBezTo>
                <a:cubicBezTo>
                  <a:pt x="1161357" y="300853"/>
                  <a:pt x="1153017" y="292277"/>
                  <a:pt x="1141504" y="283349"/>
                </a:cubicBezTo>
                <a:cubicBezTo>
                  <a:pt x="1139860" y="282175"/>
                  <a:pt x="1139037" y="280824"/>
                  <a:pt x="1139037" y="279296"/>
                </a:cubicBezTo>
                <a:cubicBezTo>
                  <a:pt x="1139037" y="277769"/>
                  <a:pt x="1141739" y="277358"/>
                  <a:pt x="1147143" y="278063"/>
                </a:cubicBezTo>
                <a:cubicBezTo>
                  <a:pt x="1152547" y="278768"/>
                  <a:pt x="1158244" y="279120"/>
                  <a:pt x="1164236" y="279120"/>
                </a:cubicBezTo>
                <a:cubicBezTo>
                  <a:pt x="1170227" y="279120"/>
                  <a:pt x="1174691" y="277534"/>
                  <a:pt x="1177628" y="274362"/>
                </a:cubicBezTo>
                <a:cubicBezTo>
                  <a:pt x="1180565" y="271191"/>
                  <a:pt x="1182562" y="265552"/>
                  <a:pt x="1183619" y="257446"/>
                </a:cubicBezTo>
                <a:cubicBezTo>
                  <a:pt x="1184676" y="249340"/>
                  <a:pt x="1185205" y="240882"/>
                  <a:pt x="1185205" y="232071"/>
                </a:cubicBezTo>
                <a:cubicBezTo>
                  <a:pt x="1185205" y="223261"/>
                  <a:pt x="1183795" y="212747"/>
                  <a:pt x="1180976" y="200529"/>
                </a:cubicBezTo>
                <a:cubicBezTo>
                  <a:pt x="1163120" y="223320"/>
                  <a:pt x="1142327" y="240295"/>
                  <a:pt x="1118597" y="251455"/>
                </a:cubicBezTo>
                <a:cubicBezTo>
                  <a:pt x="1094867" y="262615"/>
                  <a:pt x="1078303" y="268195"/>
                  <a:pt x="1068905" y="268195"/>
                </a:cubicBezTo>
                <a:cubicBezTo>
                  <a:pt x="1066790" y="268195"/>
                  <a:pt x="1065733" y="267431"/>
                  <a:pt x="1065733" y="265904"/>
                </a:cubicBezTo>
                <a:cubicBezTo>
                  <a:pt x="1065733" y="264377"/>
                  <a:pt x="1067143" y="263026"/>
                  <a:pt x="1069962" y="261851"/>
                </a:cubicBezTo>
                <a:cubicBezTo>
                  <a:pt x="1088758" y="253628"/>
                  <a:pt x="1108318" y="242292"/>
                  <a:pt x="1128641" y="227842"/>
                </a:cubicBezTo>
                <a:cubicBezTo>
                  <a:pt x="1148964" y="213393"/>
                  <a:pt x="1164999" y="199120"/>
                  <a:pt x="1176747" y="185023"/>
                </a:cubicBezTo>
                <a:cubicBezTo>
                  <a:pt x="1173927" y="176565"/>
                  <a:pt x="1170168" y="169281"/>
                  <a:pt x="1165469" y="163172"/>
                </a:cubicBezTo>
                <a:cubicBezTo>
                  <a:pt x="1152312" y="182203"/>
                  <a:pt x="1138039" y="195537"/>
                  <a:pt x="1122650" y="203173"/>
                </a:cubicBezTo>
                <a:cubicBezTo>
                  <a:pt x="1107260" y="210808"/>
                  <a:pt x="1096746" y="214626"/>
                  <a:pt x="1091107" y="214626"/>
                </a:cubicBezTo>
                <a:cubicBezTo>
                  <a:pt x="1089228" y="214626"/>
                  <a:pt x="1088288" y="214039"/>
                  <a:pt x="1088288" y="212864"/>
                </a:cubicBezTo>
                <a:cubicBezTo>
                  <a:pt x="1088288" y="211690"/>
                  <a:pt x="1089580" y="210280"/>
                  <a:pt x="1092165" y="208635"/>
                </a:cubicBezTo>
                <a:cubicBezTo>
                  <a:pt x="1121064" y="192659"/>
                  <a:pt x="1142209" y="173628"/>
                  <a:pt x="1155601" y="151542"/>
                </a:cubicBezTo>
                <a:cubicBezTo>
                  <a:pt x="1151607" y="148018"/>
                  <a:pt x="1148435" y="145434"/>
                  <a:pt x="1146086" y="143789"/>
                </a:cubicBezTo>
                <a:cubicBezTo>
                  <a:pt x="1120476" y="158121"/>
                  <a:pt x="1101093" y="165287"/>
                  <a:pt x="1087936" y="165287"/>
                </a:cubicBezTo>
                <a:cubicBezTo>
                  <a:pt x="1084176" y="165287"/>
                  <a:pt x="1082297" y="164465"/>
                  <a:pt x="1082297" y="162820"/>
                </a:cubicBezTo>
                <a:cubicBezTo>
                  <a:pt x="1082297" y="161175"/>
                  <a:pt x="1083941" y="159766"/>
                  <a:pt x="1087231" y="158591"/>
                </a:cubicBezTo>
                <a:cubicBezTo>
                  <a:pt x="1106967" y="151072"/>
                  <a:pt x="1125058" y="142086"/>
                  <a:pt x="1141504" y="131630"/>
                </a:cubicBezTo>
                <a:cubicBezTo>
                  <a:pt x="1157951" y="121175"/>
                  <a:pt x="1166291" y="113480"/>
                  <a:pt x="1166526" y="108547"/>
                </a:cubicBezTo>
                <a:cubicBezTo>
                  <a:pt x="1162062" y="109016"/>
                  <a:pt x="1156600" y="109251"/>
                  <a:pt x="1150139" y="109251"/>
                </a:cubicBezTo>
                <a:cubicBezTo>
                  <a:pt x="1143677" y="109251"/>
                  <a:pt x="1138097" y="108370"/>
                  <a:pt x="1133398" y="106608"/>
                </a:cubicBezTo>
                <a:cubicBezTo>
                  <a:pt x="1128699" y="104846"/>
                  <a:pt x="1126350" y="103025"/>
                  <a:pt x="1126350" y="101146"/>
                </a:cubicBezTo>
                <a:cubicBezTo>
                  <a:pt x="1126350" y="99266"/>
                  <a:pt x="1129345" y="98091"/>
                  <a:pt x="1135337" y="97621"/>
                </a:cubicBezTo>
                <a:cubicBezTo>
                  <a:pt x="1141328" y="97151"/>
                  <a:pt x="1152664" y="95448"/>
                  <a:pt x="1169346" y="92511"/>
                </a:cubicBezTo>
                <a:cubicBezTo>
                  <a:pt x="1186027" y="89574"/>
                  <a:pt x="1198186" y="87107"/>
                  <a:pt x="1205822" y="85110"/>
                </a:cubicBezTo>
                <a:cubicBezTo>
                  <a:pt x="1213458" y="83113"/>
                  <a:pt x="1219038" y="82115"/>
                  <a:pt x="1222562" y="82115"/>
                </a:cubicBezTo>
                <a:close/>
                <a:moveTo>
                  <a:pt x="449341" y="81410"/>
                </a:moveTo>
                <a:cubicBezTo>
                  <a:pt x="452866" y="81410"/>
                  <a:pt x="459092" y="83818"/>
                  <a:pt x="468020" y="88634"/>
                </a:cubicBezTo>
                <a:cubicBezTo>
                  <a:pt x="476948" y="93451"/>
                  <a:pt x="481412" y="100441"/>
                  <a:pt x="481412" y="109604"/>
                </a:cubicBezTo>
                <a:cubicBezTo>
                  <a:pt x="481412" y="113833"/>
                  <a:pt x="480707" y="117357"/>
                  <a:pt x="479298" y="120177"/>
                </a:cubicBezTo>
                <a:cubicBezTo>
                  <a:pt x="477888" y="122996"/>
                  <a:pt x="475832" y="124406"/>
                  <a:pt x="473130" y="124406"/>
                </a:cubicBezTo>
                <a:cubicBezTo>
                  <a:pt x="470428" y="124406"/>
                  <a:pt x="467726" y="122996"/>
                  <a:pt x="465024" y="120177"/>
                </a:cubicBezTo>
                <a:cubicBezTo>
                  <a:pt x="462322" y="117357"/>
                  <a:pt x="458563" y="111131"/>
                  <a:pt x="453747" y="101498"/>
                </a:cubicBezTo>
                <a:cubicBezTo>
                  <a:pt x="448930" y="91865"/>
                  <a:pt x="446522" y="86109"/>
                  <a:pt x="446522" y="84229"/>
                </a:cubicBezTo>
                <a:cubicBezTo>
                  <a:pt x="446522" y="82350"/>
                  <a:pt x="447462" y="81410"/>
                  <a:pt x="449341" y="81410"/>
                </a:cubicBezTo>
                <a:close/>
                <a:moveTo>
                  <a:pt x="564761" y="35595"/>
                </a:moveTo>
                <a:cubicBezTo>
                  <a:pt x="572161" y="35595"/>
                  <a:pt x="577389" y="37004"/>
                  <a:pt x="580444" y="39824"/>
                </a:cubicBezTo>
                <a:cubicBezTo>
                  <a:pt x="583498" y="42643"/>
                  <a:pt x="585025" y="44640"/>
                  <a:pt x="585025" y="45815"/>
                </a:cubicBezTo>
                <a:cubicBezTo>
                  <a:pt x="585025" y="48634"/>
                  <a:pt x="579151" y="50866"/>
                  <a:pt x="567404" y="52511"/>
                </a:cubicBezTo>
                <a:lnTo>
                  <a:pt x="528637" y="58855"/>
                </a:lnTo>
                <a:cubicBezTo>
                  <a:pt x="537095" y="63554"/>
                  <a:pt x="543380" y="67372"/>
                  <a:pt x="547492" y="70308"/>
                </a:cubicBezTo>
                <a:cubicBezTo>
                  <a:pt x="551603" y="73245"/>
                  <a:pt x="553659" y="75888"/>
                  <a:pt x="553659" y="78238"/>
                </a:cubicBezTo>
                <a:cubicBezTo>
                  <a:pt x="553659" y="79883"/>
                  <a:pt x="552073" y="82291"/>
                  <a:pt x="548902" y="85463"/>
                </a:cubicBezTo>
                <a:cubicBezTo>
                  <a:pt x="545730" y="88634"/>
                  <a:pt x="534511" y="103847"/>
                  <a:pt x="515245" y="131102"/>
                </a:cubicBezTo>
                <a:cubicBezTo>
                  <a:pt x="526523" y="128987"/>
                  <a:pt x="544026" y="125228"/>
                  <a:pt x="567756" y="119824"/>
                </a:cubicBezTo>
                <a:cubicBezTo>
                  <a:pt x="575510" y="117944"/>
                  <a:pt x="582029" y="117005"/>
                  <a:pt x="587316" y="117005"/>
                </a:cubicBezTo>
                <a:cubicBezTo>
                  <a:pt x="592602" y="117005"/>
                  <a:pt x="598123" y="118238"/>
                  <a:pt x="603880" y="120705"/>
                </a:cubicBezTo>
                <a:cubicBezTo>
                  <a:pt x="609636" y="123172"/>
                  <a:pt x="612514" y="125639"/>
                  <a:pt x="612514" y="128106"/>
                </a:cubicBezTo>
                <a:cubicBezTo>
                  <a:pt x="612514" y="130573"/>
                  <a:pt x="611163" y="132511"/>
                  <a:pt x="608461" y="133921"/>
                </a:cubicBezTo>
                <a:cubicBezTo>
                  <a:pt x="605759" y="135331"/>
                  <a:pt x="601706" y="136271"/>
                  <a:pt x="596303" y="136740"/>
                </a:cubicBezTo>
                <a:lnTo>
                  <a:pt x="549783" y="141674"/>
                </a:lnTo>
                <a:cubicBezTo>
                  <a:pt x="524408" y="144729"/>
                  <a:pt x="503321" y="147372"/>
                  <a:pt x="486522" y="149604"/>
                </a:cubicBezTo>
                <a:cubicBezTo>
                  <a:pt x="469723" y="151836"/>
                  <a:pt x="457271" y="152952"/>
                  <a:pt x="449165" y="152952"/>
                </a:cubicBezTo>
                <a:cubicBezTo>
                  <a:pt x="441059" y="152952"/>
                  <a:pt x="433835" y="152130"/>
                  <a:pt x="427491" y="150485"/>
                </a:cubicBezTo>
                <a:cubicBezTo>
                  <a:pt x="426316" y="171866"/>
                  <a:pt x="422440" y="194773"/>
                  <a:pt x="415861" y="219208"/>
                </a:cubicBezTo>
                <a:cubicBezTo>
                  <a:pt x="409282" y="243643"/>
                  <a:pt x="400178" y="262556"/>
                  <a:pt x="388548" y="275948"/>
                </a:cubicBezTo>
                <a:cubicBezTo>
                  <a:pt x="376918" y="289340"/>
                  <a:pt x="365464" y="299796"/>
                  <a:pt x="354187" y="307314"/>
                </a:cubicBezTo>
                <a:cubicBezTo>
                  <a:pt x="342909" y="314833"/>
                  <a:pt x="335391" y="318592"/>
                  <a:pt x="331632" y="318592"/>
                </a:cubicBezTo>
                <a:cubicBezTo>
                  <a:pt x="330222" y="318592"/>
                  <a:pt x="329517" y="317828"/>
                  <a:pt x="329517" y="316301"/>
                </a:cubicBezTo>
                <a:cubicBezTo>
                  <a:pt x="329517" y="314774"/>
                  <a:pt x="331866" y="312013"/>
                  <a:pt x="336565" y="308019"/>
                </a:cubicBezTo>
                <a:cubicBezTo>
                  <a:pt x="365699" y="283349"/>
                  <a:pt x="384437" y="256448"/>
                  <a:pt x="392777" y="227314"/>
                </a:cubicBezTo>
                <a:cubicBezTo>
                  <a:pt x="401118" y="198180"/>
                  <a:pt x="405288" y="176447"/>
                  <a:pt x="405288" y="162115"/>
                </a:cubicBezTo>
                <a:cubicBezTo>
                  <a:pt x="405288" y="153422"/>
                  <a:pt x="403879" y="146021"/>
                  <a:pt x="401059" y="139912"/>
                </a:cubicBezTo>
                <a:cubicBezTo>
                  <a:pt x="400354" y="138033"/>
                  <a:pt x="400002" y="136036"/>
                  <a:pt x="400002" y="133921"/>
                </a:cubicBezTo>
                <a:cubicBezTo>
                  <a:pt x="400002" y="131807"/>
                  <a:pt x="401882" y="130749"/>
                  <a:pt x="405641" y="130749"/>
                </a:cubicBezTo>
                <a:cubicBezTo>
                  <a:pt x="409400" y="130749"/>
                  <a:pt x="416566" y="134274"/>
                  <a:pt x="427139" y="141322"/>
                </a:cubicBezTo>
                <a:cubicBezTo>
                  <a:pt x="433952" y="142027"/>
                  <a:pt x="440061" y="142379"/>
                  <a:pt x="445465" y="142379"/>
                </a:cubicBezTo>
                <a:cubicBezTo>
                  <a:pt x="450869" y="142379"/>
                  <a:pt x="457212" y="141792"/>
                  <a:pt x="464496" y="140617"/>
                </a:cubicBezTo>
                <a:lnTo>
                  <a:pt x="507139" y="132511"/>
                </a:lnTo>
                <a:cubicBezTo>
                  <a:pt x="519122" y="103847"/>
                  <a:pt x="525113" y="83877"/>
                  <a:pt x="525113" y="72599"/>
                </a:cubicBezTo>
                <a:cubicBezTo>
                  <a:pt x="525113" y="68370"/>
                  <a:pt x="524525" y="64023"/>
                  <a:pt x="523351" y="59559"/>
                </a:cubicBezTo>
                <a:cubicBezTo>
                  <a:pt x="481060" y="66138"/>
                  <a:pt x="457623" y="69662"/>
                  <a:pt x="453042" y="70132"/>
                </a:cubicBezTo>
                <a:cubicBezTo>
                  <a:pt x="448460" y="70602"/>
                  <a:pt x="442998" y="70837"/>
                  <a:pt x="436654" y="70837"/>
                </a:cubicBezTo>
                <a:cubicBezTo>
                  <a:pt x="430310" y="70837"/>
                  <a:pt x="424965" y="69545"/>
                  <a:pt x="420619" y="66960"/>
                </a:cubicBezTo>
                <a:cubicBezTo>
                  <a:pt x="416272" y="64376"/>
                  <a:pt x="414099" y="62379"/>
                  <a:pt x="414099" y="60969"/>
                </a:cubicBezTo>
                <a:cubicBezTo>
                  <a:pt x="414099" y="59559"/>
                  <a:pt x="419150" y="58502"/>
                  <a:pt x="429253" y="57797"/>
                </a:cubicBezTo>
                <a:cubicBezTo>
                  <a:pt x="439356" y="57092"/>
                  <a:pt x="458681" y="54332"/>
                  <a:pt x="487227" y="49515"/>
                </a:cubicBezTo>
                <a:cubicBezTo>
                  <a:pt x="515774" y="44699"/>
                  <a:pt x="533982" y="41175"/>
                  <a:pt x="541853" y="38943"/>
                </a:cubicBezTo>
                <a:cubicBezTo>
                  <a:pt x="549724" y="36711"/>
                  <a:pt x="557360" y="35595"/>
                  <a:pt x="564761" y="35595"/>
                </a:cubicBezTo>
                <a:close/>
                <a:moveTo>
                  <a:pt x="945203" y="31718"/>
                </a:moveTo>
                <a:cubicBezTo>
                  <a:pt x="951312" y="31718"/>
                  <a:pt x="957303" y="33950"/>
                  <a:pt x="963177" y="38414"/>
                </a:cubicBezTo>
                <a:cubicBezTo>
                  <a:pt x="969051" y="42878"/>
                  <a:pt x="971988" y="46520"/>
                  <a:pt x="971988" y="49339"/>
                </a:cubicBezTo>
                <a:cubicBezTo>
                  <a:pt x="971988" y="54508"/>
                  <a:pt x="962590" y="57092"/>
                  <a:pt x="943794" y="57092"/>
                </a:cubicBezTo>
                <a:cubicBezTo>
                  <a:pt x="933221" y="57092"/>
                  <a:pt x="918243" y="57739"/>
                  <a:pt x="898860" y="59031"/>
                </a:cubicBezTo>
                <a:cubicBezTo>
                  <a:pt x="879476" y="60323"/>
                  <a:pt x="864028" y="61674"/>
                  <a:pt x="852516" y="63084"/>
                </a:cubicBezTo>
                <a:cubicBezTo>
                  <a:pt x="829491" y="66373"/>
                  <a:pt x="814630" y="68018"/>
                  <a:pt x="807934" y="68018"/>
                </a:cubicBezTo>
                <a:cubicBezTo>
                  <a:pt x="801238" y="68018"/>
                  <a:pt x="796715" y="67900"/>
                  <a:pt x="794366" y="67665"/>
                </a:cubicBezTo>
                <a:cubicBezTo>
                  <a:pt x="792721" y="110661"/>
                  <a:pt x="787200" y="150544"/>
                  <a:pt x="777801" y="187313"/>
                </a:cubicBezTo>
                <a:cubicBezTo>
                  <a:pt x="768404" y="224083"/>
                  <a:pt x="752721" y="251866"/>
                  <a:pt x="730753" y="270662"/>
                </a:cubicBezTo>
                <a:cubicBezTo>
                  <a:pt x="708785" y="289458"/>
                  <a:pt x="695451" y="298856"/>
                  <a:pt x="690753" y="298856"/>
                </a:cubicBezTo>
                <a:cubicBezTo>
                  <a:pt x="689578" y="298856"/>
                  <a:pt x="688990" y="298386"/>
                  <a:pt x="688990" y="297446"/>
                </a:cubicBezTo>
                <a:cubicBezTo>
                  <a:pt x="688990" y="295097"/>
                  <a:pt x="691575" y="291573"/>
                  <a:pt x="696744" y="286874"/>
                </a:cubicBezTo>
                <a:cubicBezTo>
                  <a:pt x="717419" y="266903"/>
                  <a:pt x="732397" y="247050"/>
                  <a:pt x="741678" y="227314"/>
                </a:cubicBezTo>
                <a:cubicBezTo>
                  <a:pt x="750958" y="207578"/>
                  <a:pt x="757831" y="183496"/>
                  <a:pt x="762295" y="155067"/>
                </a:cubicBezTo>
                <a:cubicBezTo>
                  <a:pt x="766759" y="126638"/>
                  <a:pt x="768991" y="105140"/>
                  <a:pt x="768991" y="90573"/>
                </a:cubicBezTo>
                <a:cubicBezTo>
                  <a:pt x="768991" y="76006"/>
                  <a:pt x="767229" y="65844"/>
                  <a:pt x="763705" y="60088"/>
                </a:cubicBezTo>
                <a:cubicBezTo>
                  <a:pt x="760180" y="54332"/>
                  <a:pt x="758418" y="50514"/>
                  <a:pt x="758418" y="48634"/>
                </a:cubicBezTo>
                <a:cubicBezTo>
                  <a:pt x="758418" y="46755"/>
                  <a:pt x="760180" y="45815"/>
                  <a:pt x="763705" y="45815"/>
                </a:cubicBezTo>
                <a:cubicBezTo>
                  <a:pt x="767229" y="45815"/>
                  <a:pt x="775100" y="48634"/>
                  <a:pt x="787317" y="54273"/>
                </a:cubicBezTo>
                <a:cubicBezTo>
                  <a:pt x="800944" y="54273"/>
                  <a:pt x="820621" y="52158"/>
                  <a:pt x="846348" y="47929"/>
                </a:cubicBezTo>
                <a:cubicBezTo>
                  <a:pt x="872075" y="43700"/>
                  <a:pt x="899036" y="38884"/>
                  <a:pt x="927230" y="33480"/>
                </a:cubicBezTo>
                <a:cubicBezTo>
                  <a:pt x="933104" y="32305"/>
                  <a:pt x="939095" y="31718"/>
                  <a:pt x="945203" y="31718"/>
                </a:cubicBezTo>
                <a:close/>
                <a:moveTo>
                  <a:pt x="1280360" y="31365"/>
                </a:moveTo>
                <a:cubicBezTo>
                  <a:pt x="1286233" y="31365"/>
                  <a:pt x="1295279" y="35301"/>
                  <a:pt x="1307496" y="43172"/>
                </a:cubicBezTo>
                <a:cubicBezTo>
                  <a:pt x="1319714" y="51042"/>
                  <a:pt x="1325822" y="57151"/>
                  <a:pt x="1325822" y="61498"/>
                </a:cubicBezTo>
                <a:cubicBezTo>
                  <a:pt x="1325822" y="65844"/>
                  <a:pt x="1322475" y="68194"/>
                  <a:pt x="1315778" y="68546"/>
                </a:cubicBezTo>
                <a:cubicBezTo>
                  <a:pt x="1309082" y="68899"/>
                  <a:pt x="1301858" y="70191"/>
                  <a:pt x="1294104" y="72423"/>
                </a:cubicBezTo>
                <a:cubicBezTo>
                  <a:pt x="1286351" y="74655"/>
                  <a:pt x="1280536" y="76887"/>
                  <a:pt x="1276659" y="79119"/>
                </a:cubicBezTo>
                <a:cubicBezTo>
                  <a:pt x="1272782" y="81351"/>
                  <a:pt x="1270081" y="82467"/>
                  <a:pt x="1268553" y="82467"/>
                </a:cubicBezTo>
                <a:cubicBezTo>
                  <a:pt x="1267026" y="82467"/>
                  <a:pt x="1266263" y="81821"/>
                  <a:pt x="1266263" y="80529"/>
                </a:cubicBezTo>
                <a:cubicBezTo>
                  <a:pt x="1266263" y="79236"/>
                  <a:pt x="1268142" y="75536"/>
                  <a:pt x="1271901" y="69427"/>
                </a:cubicBezTo>
                <a:cubicBezTo>
                  <a:pt x="1275661" y="63319"/>
                  <a:pt x="1277540" y="58502"/>
                  <a:pt x="1277540" y="54978"/>
                </a:cubicBezTo>
                <a:cubicBezTo>
                  <a:pt x="1277540" y="51454"/>
                  <a:pt x="1274133" y="49692"/>
                  <a:pt x="1267320" y="49692"/>
                </a:cubicBezTo>
                <a:cubicBezTo>
                  <a:pt x="1260506" y="49692"/>
                  <a:pt x="1246116" y="50866"/>
                  <a:pt x="1224148" y="53216"/>
                </a:cubicBezTo>
                <a:cubicBezTo>
                  <a:pt x="1202180" y="55565"/>
                  <a:pt x="1181857" y="58326"/>
                  <a:pt x="1163178" y="61498"/>
                </a:cubicBezTo>
                <a:cubicBezTo>
                  <a:pt x="1144500" y="64670"/>
                  <a:pt x="1131284" y="66255"/>
                  <a:pt x="1123531" y="66255"/>
                </a:cubicBezTo>
                <a:cubicBezTo>
                  <a:pt x="1115777" y="66255"/>
                  <a:pt x="1109316" y="65668"/>
                  <a:pt x="1104147" y="64493"/>
                </a:cubicBezTo>
                <a:cubicBezTo>
                  <a:pt x="1102268" y="72717"/>
                  <a:pt x="1097862" y="82173"/>
                  <a:pt x="1090931" y="92864"/>
                </a:cubicBezTo>
                <a:cubicBezTo>
                  <a:pt x="1084000" y="103554"/>
                  <a:pt x="1078068" y="108899"/>
                  <a:pt x="1073134" y="108899"/>
                </a:cubicBezTo>
                <a:cubicBezTo>
                  <a:pt x="1067495" y="108899"/>
                  <a:pt x="1064676" y="103613"/>
                  <a:pt x="1064676" y="93040"/>
                </a:cubicBezTo>
                <a:cubicBezTo>
                  <a:pt x="1064676" y="89985"/>
                  <a:pt x="1065439" y="87284"/>
                  <a:pt x="1066966" y="84934"/>
                </a:cubicBezTo>
                <a:cubicBezTo>
                  <a:pt x="1068493" y="82585"/>
                  <a:pt x="1070725" y="80000"/>
                  <a:pt x="1073662" y="77181"/>
                </a:cubicBezTo>
                <a:cubicBezTo>
                  <a:pt x="1076599" y="74361"/>
                  <a:pt x="1079595" y="69897"/>
                  <a:pt x="1082649" y="63789"/>
                </a:cubicBezTo>
                <a:cubicBezTo>
                  <a:pt x="1085704" y="57680"/>
                  <a:pt x="1088053" y="52335"/>
                  <a:pt x="1089698" y="47753"/>
                </a:cubicBezTo>
                <a:cubicBezTo>
                  <a:pt x="1091342" y="43172"/>
                  <a:pt x="1093222" y="40881"/>
                  <a:pt x="1095336" y="40881"/>
                </a:cubicBezTo>
                <a:cubicBezTo>
                  <a:pt x="1098391" y="40881"/>
                  <a:pt x="1101328" y="46167"/>
                  <a:pt x="1104147" y="56740"/>
                </a:cubicBezTo>
                <a:cubicBezTo>
                  <a:pt x="1111431" y="56740"/>
                  <a:pt x="1133986" y="54038"/>
                  <a:pt x="1171813" y="48634"/>
                </a:cubicBezTo>
                <a:lnTo>
                  <a:pt x="1245822" y="38414"/>
                </a:lnTo>
                <a:cubicBezTo>
                  <a:pt x="1257335" y="36534"/>
                  <a:pt x="1265499" y="34890"/>
                  <a:pt x="1270315" y="33480"/>
                </a:cubicBezTo>
                <a:cubicBezTo>
                  <a:pt x="1275132" y="32070"/>
                  <a:pt x="1278480" y="31365"/>
                  <a:pt x="1280360" y="31365"/>
                </a:cubicBezTo>
                <a:close/>
                <a:moveTo>
                  <a:pt x="1172870" y="704"/>
                </a:moveTo>
                <a:cubicBezTo>
                  <a:pt x="1182973" y="704"/>
                  <a:pt x="1190902" y="2878"/>
                  <a:pt x="1196659" y="7224"/>
                </a:cubicBezTo>
                <a:cubicBezTo>
                  <a:pt x="1202415" y="11571"/>
                  <a:pt x="1205293" y="17503"/>
                  <a:pt x="1205293" y="25022"/>
                </a:cubicBezTo>
                <a:cubicBezTo>
                  <a:pt x="1205293" y="28781"/>
                  <a:pt x="1204295" y="31659"/>
                  <a:pt x="1202298" y="33656"/>
                </a:cubicBezTo>
                <a:cubicBezTo>
                  <a:pt x="1200300" y="35653"/>
                  <a:pt x="1197481" y="36652"/>
                  <a:pt x="1193839" y="36652"/>
                </a:cubicBezTo>
                <a:cubicBezTo>
                  <a:pt x="1190198" y="36652"/>
                  <a:pt x="1183267" y="31718"/>
                  <a:pt x="1173046" y="21850"/>
                </a:cubicBezTo>
                <a:cubicBezTo>
                  <a:pt x="1162826" y="11982"/>
                  <a:pt x="1157716" y="6108"/>
                  <a:pt x="1157716" y="4229"/>
                </a:cubicBezTo>
                <a:cubicBezTo>
                  <a:pt x="1157716" y="1879"/>
                  <a:pt x="1162767" y="704"/>
                  <a:pt x="1172870" y="704"/>
                </a:cubicBezTo>
                <a:close/>
                <a:moveTo>
                  <a:pt x="129163" y="704"/>
                </a:moveTo>
                <a:cubicBezTo>
                  <a:pt x="133275" y="704"/>
                  <a:pt x="140030" y="2525"/>
                  <a:pt x="149428" y="6167"/>
                </a:cubicBezTo>
                <a:cubicBezTo>
                  <a:pt x="158826" y="9809"/>
                  <a:pt x="163525" y="14214"/>
                  <a:pt x="163525" y="19383"/>
                </a:cubicBezTo>
                <a:cubicBezTo>
                  <a:pt x="163525" y="21732"/>
                  <a:pt x="162820" y="24493"/>
                  <a:pt x="161410" y="27665"/>
                </a:cubicBezTo>
                <a:cubicBezTo>
                  <a:pt x="160001" y="30837"/>
                  <a:pt x="158591" y="39471"/>
                  <a:pt x="157181" y="53568"/>
                </a:cubicBezTo>
                <a:cubicBezTo>
                  <a:pt x="155771" y="67665"/>
                  <a:pt x="154832" y="82819"/>
                  <a:pt x="154362" y="99031"/>
                </a:cubicBezTo>
                <a:cubicBezTo>
                  <a:pt x="173158" y="94097"/>
                  <a:pt x="184553" y="91043"/>
                  <a:pt x="188547" y="89868"/>
                </a:cubicBezTo>
                <a:cubicBezTo>
                  <a:pt x="192541" y="88693"/>
                  <a:pt x="197416" y="88106"/>
                  <a:pt x="203173" y="88106"/>
                </a:cubicBezTo>
                <a:cubicBezTo>
                  <a:pt x="208929" y="88106"/>
                  <a:pt x="213745" y="89339"/>
                  <a:pt x="217622" y="91806"/>
                </a:cubicBezTo>
                <a:cubicBezTo>
                  <a:pt x="221499" y="94273"/>
                  <a:pt x="223437" y="96682"/>
                  <a:pt x="223437" y="99031"/>
                </a:cubicBezTo>
                <a:cubicBezTo>
                  <a:pt x="223437" y="103730"/>
                  <a:pt x="214391" y="107489"/>
                  <a:pt x="196300" y="110309"/>
                </a:cubicBezTo>
                <a:lnTo>
                  <a:pt x="154009" y="116652"/>
                </a:lnTo>
                <a:lnTo>
                  <a:pt x="152952" y="173393"/>
                </a:lnTo>
                <a:cubicBezTo>
                  <a:pt x="160001" y="171983"/>
                  <a:pt x="166814" y="170221"/>
                  <a:pt x="173393" y="168106"/>
                </a:cubicBezTo>
                <a:cubicBezTo>
                  <a:pt x="179971" y="165992"/>
                  <a:pt x="186256" y="164934"/>
                  <a:pt x="192247" y="164934"/>
                </a:cubicBezTo>
                <a:cubicBezTo>
                  <a:pt x="198239" y="164934"/>
                  <a:pt x="203231" y="165816"/>
                  <a:pt x="207225" y="167578"/>
                </a:cubicBezTo>
                <a:cubicBezTo>
                  <a:pt x="211220" y="169340"/>
                  <a:pt x="213217" y="171689"/>
                  <a:pt x="213217" y="174626"/>
                </a:cubicBezTo>
                <a:cubicBezTo>
                  <a:pt x="213217" y="177563"/>
                  <a:pt x="209281" y="180148"/>
                  <a:pt x="201410" y="182380"/>
                </a:cubicBezTo>
                <a:cubicBezTo>
                  <a:pt x="193540" y="184612"/>
                  <a:pt x="177269" y="187255"/>
                  <a:pt x="152600" y="190309"/>
                </a:cubicBezTo>
                <a:lnTo>
                  <a:pt x="151542" y="249869"/>
                </a:lnTo>
                <a:cubicBezTo>
                  <a:pt x="200882" y="243525"/>
                  <a:pt x="227137" y="240001"/>
                  <a:pt x="230309" y="239296"/>
                </a:cubicBezTo>
                <a:cubicBezTo>
                  <a:pt x="233481" y="238591"/>
                  <a:pt x="237064" y="238239"/>
                  <a:pt x="241058" y="238239"/>
                </a:cubicBezTo>
                <a:cubicBezTo>
                  <a:pt x="251396" y="238239"/>
                  <a:pt x="261029" y="240353"/>
                  <a:pt x="269957" y="244583"/>
                </a:cubicBezTo>
                <a:cubicBezTo>
                  <a:pt x="278885" y="248812"/>
                  <a:pt x="283349" y="253511"/>
                  <a:pt x="283349" y="258680"/>
                </a:cubicBezTo>
                <a:cubicBezTo>
                  <a:pt x="283349" y="264553"/>
                  <a:pt x="277945" y="267490"/>
                  <a:pt x="267138" y="267490"/>
                </a:cubicBezTo>
                <a:cubicBezTo>
                  <a:pt x="264553" y="267490"/>
                  <a:pt x="261734" y="267255"/>
                  <a:pt x="258679" y="266785"/>
                </a:cubicBezTo>
                <a:cubicBezTo>
                  <a:pt x="234950" y="263731"/>
                  <a:pt x="212982" y="262204"/>
                  <a:pt x="192776" y="262204"/>
                </a:cubicBezTo>
                <a:cubicBezTo>
                  <a:pt x="172570" y="262204"/>
                  <a:pt x="148488" y="263848"/>
                  <a:pt x="120529" y="267138"/>
                </a:cubicBezTo>
                <a:cubicBezTo>
                  <a:pt x="92570" y="270427"/>
                  <a:pt x="66843" y="274891"/>
                  <a:pt x="43348" y="280530"/>
                </a:cubicBezTo>
                <a:cubicBezTo>
                  <a:pt x="38179" y="281705"/>
                  <a:pt x="33304" y="282292"/>
                  <a:pt x="28722" y="282292"/>
                </a:cubicBezTo>
                <a:cubicBezTo>
                  <a:pt x="24141" y="282292"/>
                  <a:pt x="18208" y="280589"/>
                  <a:pt x="10925" y="277182"/>
                </a:cubicBezTo>
                <a:cubicBezTo>
                  <a:pt x="3641" y="273775"/>
                  <a:pt x="0" y="271073"/>
                  <a:pt x="0" y="269076"/>
                </a:cubicBezTo>
                <a:cubicBezTo>
                  <a:pt x="0" y="267079"/>
                  <a:pt x="3759" y="265846"/>
                  <a:pt x="11277" y="265376"/>
                </a:cubicBezTo>
                <a:cubicBezTo>
                  <a:pt x="27959" y="264671"/>
                  <a:pt x="68605" y="260324"/>
                  <a:pt x="133216" y="252336"/>
                </a:cubicBezTo>
                <a:lnTo>
                  <a:pt x="134273" y="192424"/>
                </a:lnTo>
                <a:cubicBezTo>
                  <a:pt x="113128" y="195008"/>
                  <a:pt x="99560" y="196300"/>
                  <a:pt x="93568" y="196300"/>
                </a:cubicBezTo>
                <a:cubicBezTo>
                  <a:pt x="87577" y="196300"/>
                  <a:pt x="82937" y="195302"/>
                  <a:pt x="79648" y="193305"/>
                </a:cubicBezTo>
                <a:cubicBezTo>
                  <a:pt x="76358" y="191308"/>
                  <a:pt x="74714" y="189545"/>
                  <a:pt x="74714" y="188018"/>
                </a:cubicBezTo>
                <a:cubicBezTo>
                  <a:pt x="74714" y="186491"/>
                  <a:pt x="78943" y="185258"/>
                  <a:pt x="87401" y="184318"/>
                </a:cubicBezTo>
                <a:cubicBezTo>
                  <a:pt x="95859" y="183378"/>
                  <a:pt x="111483" y="180911"/>
                  <a:pt x="134273" y="176917"/>
                </a:cubicBezTo>
                <a:lnTo>
                  <a:pt x="135331" y="119472"/>
                </a:lnTo>
                <a:cubicBezTo>
                  <a:pt x="110896" y="123701"/>
                  <a:pt x="96212" y="125815"/>
                  <a:pt x="91278" y="125815"/>
                </a:cubicBezTo>
                <a:cubicBezTo>
                  <a:pt x="84229" y="125815"/>
                  <a:pt x="76946" y="124288"/>
                  <a:pt x="69427" y="121234"/>
                </a:cubicBezTo>
                <a:cubicBezTo>
                  <a:pt x="59559" y="140030"/>
                  <a:pt x="49868" y="154244"/>
                  <a:pt x="40352" y="163877"/>
                </a:cubicBezTo>
                <a:cubicBezTo>
                  <a:pt x="30837" y="173510"/>
                  <a:pt x="24434" y="178327"/>
                  <a:pt x="21145" y="178327"/>
                </a:cubicBezTo>
                <a:cubicBezTo>
                  <a:pt x="19970" y="178327"/>
                  <a:pt x="19383" y="177681"/>
                  <a:pt x="19383" y="176388"/>
                </a:cubicBezTo>
                <a:cubicBezTo>
                  <a:pt x="19383" y="175096"/>
                  <a:pt x="20440" y="172923"/>
                  <a:pt x="22555" y="169868"/>
                </a:cubicBezTo>
                <a:cubicBezTo>
                  <a:pt x="32188" y="156241"/>
                  <a:pt x="41644" y="139560"/>
                  <a:pt x="50925" y="119824"/>
                </a:cubicBezTo>
                <a:cubicBezTo>
                  <a:pt x="60205" y="100088"/>
                  <a:pt x="64846" y="85286"/>
                  <a:pt x="64846" y="75419"/>
                </a:cubicBezTo>
                <a:cubicBezTo>
                  <a:pt x="64846" y="73069"/>
                  <a:pt x="64493" y="70720"/>
                  <a:pt x="63788" y="68370"/>
                </a:cubicBezTo>
                <a:cubicBezTo>
                  <a:pt x="63084" y="66021"/>
                  <a:pt x="62731" y="63671"/>
                  <a:pt x="62731" y="61322"/>
                </a:cubicBezTo>
                <a:cubicBezTo>
                  <a:pt x="62731" y="58972"/>
                  <a:pt x="64141" y="57797"/>
                  <a:pt x="66960" y="57797"/>
                </a:cubicBezTo>
                <a:cubicBezTo>
                  <a:pt x="69780" y="57797"/>
                  <a:pt x="75184" y="59794"/>
                  <a:pt x="83172" y="63789"/>
                </a:cubicBezTo>
                <a:cubicBezTo>
                  <a:pt x="91160" y="67783"/>
                  <a:pt x="95154" y="71659"/>
                  <a:pt x="95154" y="75419"/>
                </a:cubicBezTo>
                <a:cubicBezTo>
                  <a:pt x="95154" y="77533"/>
                  <a:pt x="93980" y="79824"/>
                  <a:pt x="91630" y="82291"/>
                </a:cubicBezTo>
                <a:cubicBezTo>
                  <a:pt x="89281" y="84758"/>
                  <a:pt x="83054" y="95507"/>
                  <a:pt x="72952" y="114538"/>
                </a:cubicBezTo>
                <a:cubicBezTo>
                  <a:pt x="75066" y="115243"/>
                  <a:pt x="77298" y="115595"/>
                  <a:pt x="79648" y="115595"/>
                </a:cubicBezTo>
                <a:cubicBezTo>
                  <a:pt x="85521" y="115595"/>
                  <a:pt x="104082" y="111718"/>
                  <a:pt x="135331" y="103965"/>
                </a:cubicBezTo>
                <a:cubicBezTo>
                  <a:pt x="135566" y="78590"/>
                  <a:pt x="134920" y="57915"/>
                  <a:pt x="133392" y="41938"/>
                </a:cubicBezTo>
                <a:cubicBezTo>
                  <a:pt x="131865" y="25962"/>
                  <a:pt x="129751" y="16387"/>
                  <a:pt x="127049" y="13216"/>
                </a:cubicBezTo>
                <a:cubicBezTo>
                  <a:pt x="124347" y="10044"/>
                  <a:pt x="122996" y="7166"/>
                  <a:pt x="122996" y="4581"/>
                </a:cubicBezTo>
                <a:cubicBezTo>
                  <a:pt x="122996" y="1997"/>
                  <a:pt x="125052" y="704"/>
                  <a:pt x="129163" y="704"/>
                </a:cubicBezTo>
                <a:close/>
                <a:moveTo>
                  <a:pt x="478945" y="0"/>
                </a:moveTo>
                <a:cubicBezTo>
                  <a:pt x="486229" y="0"/>
                  <a:pt x="494687" y="1820"/>
                  <a:pt x="504320" y="5462"/>
                </a:cubicBezTo>
                <a:cubicBezTo>
                  <a:pt x="513953" y="9104"/>
                  <a:pt x="518769" y="15271"/>
                  <a:pt x="518769" y="23964"/>
                </a:cubicBezTo>
                <a:cubicBezTo>
                  <a:pt x="518769" y="27489"/>
                  <a:pt x="517712" y="30426"/>
                  <a:pt x="515597" y="32775"/>
                </a:cubicBezTo>
                <a:cubicBezTo>
                  <a:pt x="513483" y="35125"/>
                  <a:pt x="511016" y="36299"/>
                  <a:pt x="508196" y="36299"/>
                </a:cubicBezTo>
                <a:cubicBezTo>
                  <a:pt x="503497" y="36299"/>
                  <a:pt x="496801" y="31248"/>
                  <a:pt x="488108" y="21145"/>
                </a:cubicBezTo>
                <a:cubicBezTo>
                  <a:pt x="479415" y="11042"/>
                  <a:pt x="475069" y="4992"/>
                  <a:pt x="475069" y="2995"/>
                </a:cubicBezTo>
                <a:cubicBezTo>
                  <a:pt x="475069" y="998"/>
                  <a:pt x="476361" y="0"/>
                  <a:pt x="478945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FA67D3-227E-49D7-B4CB-BDC21807CA9B}"/>
              </a:ext>
            </a:extLst>
          </p:cNvPr>
          <p:cNvSpPr txBox="1"/>
          <p:nvPr/>
        </p:nvSpPr>
        <p:spPr>
          <a:xfrm>
            <a:off x="3934543" y="5573708"/>
            <a:ext cx="2404949" cy="307315"/>
          </a:xfrm>
          <a:custGeom>
            <a:avLst/>
            <a:gdLst/>
            <a:ahLst/>
            <a:cxnLst/>
            <a:rect l="l" t="t" r="r" b="b"/>
            <a:pathLst>
              <a:path w="2404949" h="307315">
                <a:moveTo>
                  <a:pt x="1948911" y="176565"/>
                </a:moveTo>
                <a:cubicBezTo>
                  <a:pt x="1952200" y="176565"/>
                  <a:pt x="1958250" y="177975"/>
                  <a:pt x="1967061" y="180794"/>
                </a:cubicBezTo>
                <a:cubicBezTo>
                  <a:pt x="1975871" y="183614"/>
                  <a:pt x="1981745" y="187314"/>
                  <a:pt x="1984682" y="191896"/>
                </a:cubicBezTo>
                <a:cubicBezTo>
                  <a:pt x="1987619" y="196477"/>
                  <a:pt x="1989087" y="200648"/>
                  <a:pt x="1989087" y="204407"/>
                </a:cubicBezTo>
                <a:cubicBezTo>
                  <a:pt x="1989087" y="210046"/>
                  <a:pt x="1985974" y="212865"/>
                  <a:pt x="1979748" y="212865"/>
                </a:cubicBezTo>
                <a:cubicBezTo>
                  <a:pt x="1973522" y="212865"/>
                  <a:pt x="1966121" y="207990"/>
                  <a:pt x="1957545" y="198239"/>
                </a:cubicBezTo>
                <a:cubicBezTo>
                  <a:pt x="1948970" y="188489"/>
                  <a:pt x="1944682" y="182087"/>
                  <a:pt x="1944682" y="179032"/>
                </a:cubicBezTo>
                <a:cubicBezTo>
                  <a:pt x="1944682" y="177388"/>
                  <a:pt x="1946091" y="176565"/>
                  <a:pt x="1948911" y="176565"/>
                </a:cubicBezTo>
                <a:close/>
                <a:moveTo>
                  <a:pt x="1191550" y="155067"/>
                </a:moveTo>
                <a:cubicBezTo>
                  <a:pt x="1186851" y="155067"/>
                  <a:pt x="1179861" y="156007"/>
                  <a:pt x="1170580" y="157887"/>
                </a:cubicBezTo>
                <a:cubicBezTo>
                  <a:pt x="1161300" y="159766"/>
                  <a:pt x="1153840" y="160589"/>
                  <a:pt x="1148201" y="160354"/>
                </a:cubicBezTo>
                <a:cubicBezTo>
                  <a:pt x="1149611" y="171396"/>
                  <a:pt x="1150786" y="187608"/>
                  <a:pt x="1151725" y="208988"/>
                </a:cubicBezTo>
                <a:cubicBezTo>
                  <a:pt x="1171461" y="204994"/>
                  <a:pt x="1183209" y="202469"/>
                  <a:pt x="1186968" y="201411"/>
                </a:cubicBezTo>
                <a:cubicBezTo>
                  <a:pt x="1190727" y="200354"/>
                  <a:pt x="1193723" y="198592"/>
                  <a:pt x="1195955" y="196125"/>
                </a:cubicBezTo>
                <a:cubicBezTo>
                  <a:pt x="1198187" y="193658"/>
                  <a:pt x="1200243" y="189194"/>
                  <a:pt x="1202122" y="182733"/>
                </a:cubicBezTo>
                <a:cubicBezTo>
                  <a:pt x="1204002" y="176272"/>
                  <a:pt x="1204942" y="169869"/>
                  <a:pt x="1204942" y="163526"/>
                </a:cubicBezTo>
                <a:cubicBezTo>
                  <a:pt x="1204942" y="157887"/>
                  <a:pt x="1200478" y="155067"/>
                  <a:pt x="1191550" y="155067"/>
                </a:cubicBezTo>
                <a:close/>
                <a:moveTo>
                  <a:pt x="1561948" y="146257"/>
                </a:moveTo>
                <a:cubicBezTo>
                  <a:pt x="1565472" y="146257"/>
                  <a:pt x="1571287" y="149017"/>
                  <a:pt x="1579393" y="154539"/>
                </a:cubicBezTo>
                <a:cubicBezTo>
                  <a:pt x="1587499" y="160060"/>
                  <a:pt x="1591552" y="166462"/>
                  <a:pt x="1591552" y="173746"/>
                </a:cubicBezTo>
                <a:cubicBezTo>
                  <a:pt x="1591552" y="177035"/>
                  <a:pt x="1590906" y="180207"/>
                  <a:pt x="1589614" y="183261"/>
                </a:cubicBezTo>
                <a:cubicBezTo>
                  <a:pt x="1588321" y="186316"/>
                  <a:pt x="1586383" y="187843"/>
                  <a:pt x="1583799" y="187843"/>
                </a:cubicBezTo>
                <a:cubicBezTo>
                  <a:pt x="1579335" y="187843"/>
                  <a:pt x="1574224" y="181910"/>
                  <a:pt x="1568468" y="170045"/>
                </a:cubicBezTo>
                <a:cubicBezTo>
                  <a:pt x="1562712" y="158180"/>
                  <a:pt x="1559834" y="151249"/>
                  <a:pt x="1559834" y="149252"/>
                </a:cubicBezTo>
                <a:cubicBezTo>
                  <a:pt x="1559834" y="147255"/>
                  <a:pt x="1560538" y="146257"/>
                  <a:pt x="1561948" y="146257"/>
                </a:cubicBezTo>
                <a:close/>
                <a:moveTo>
                  <a:pt x="197887" y="138503"/>
                </a:moveTo>
                <a:cubicBezTo>
                  <a:pt x="200119" y="138503"/>
                  <a:pt x="204994" y="140442"/>
                  <a:pt x="212513" y="144318"/>
                </a:cubicBezTo>
                <a:cubicBezTo>
                  <a:pt x="220031" y="148195"/>
                  <a:pt x="223790" y="151249"/>
                  <a:pt x="223790" y="153481"/>
                </a:cubicBezTo>
                <a:cubicBezTo>
                  <a:pt x="223790" y="155713"/>
                  <a:pt x="222087" y="158533"/>
                  <a:pt x="218680" y="161940"/>
                </a:cubicBezTo>
                <a:cubicBezTo>
                  <a:pt x="215273" y="165346"/>
                  <a:pt x="212160" y="170104"/>
                  <a:pt x="209341" y="176213"/>
                </a:cubicBezTo>
                <a:cubicBezTo>
                  <a:pt x="202527" y="191250"/>
                  <a:pt x="195714" y="203819"/>
                  <a:pt x="188900" y="213922"/>
                </a:cubicBezTo>
                <a:cubicBezTo>
                  <a:pt x="201353" y="225905"/>
                  <a:pt x="214275" y="234774"/>
                  <a:pt x="227667" y="240530"/>
                </a:cubicBezTo>
                <a:cubicBezTo>
                  <a:pt x="241059" y="246287"/>
                  <a:pt x="261148" y="252454"/>
                  <a:pt x="287932" y="259033"/>
                </a:cubicBezTo>
                <a:cubicBezTo>
                  <a:pt x="293571" y="260442"/>
                  <a:pt x="296390" y="261793"/>
                  <a:pt x="296390" y="263086"/>
                </a:cubicBezTo>
                <a:cubicBezTo>
                  <a:pt x="296390" y="264378"/>
                  <a:pt x="295215" y="265435"/>
                  <a:pt x="292866" y="266257"/>
                </a:cubicBezTo>
                <a:cubicBezTo>
                  <a:pt x="290516" y="267080"/>
                  <a:pt x="281882" y="268372"/>
                  <a:pt x="266963" y="270134"/>
                </a:cubicBezTo>
                <a:cubicBezTo>
                  <a:pt x="252043" y="271896"/>
                  <a:pt x="242058" y="272777"/>
                  <a:pt x="237006" y="272777"/>
                </a:cubicBezTo>
                <a:cubicBezTo>
                  <a:pt x="231955" y="272777"/>
                  <a:pt x="228019" y="271955"/>
                  <a:pt x="225200" y="270310"/>
                </a:cubicBezTo>
                <a:cubicBezTo>
                  <a:pt x="222381" y="268666"/>
                  <a:pt x="217388" y="264260"/>
                  <a:pt x="210222" y="257094"/>
                </a:cubicBezTo>
                <a:cubicBezTo>
                  <a:pt x="203056" y="249928"/>
                  <a:pt x="193364" y="238827"/>
                  <a:pt x="181147" y="223790"/>
                </a:cubicBezTo>
                <a:cubicBezTo>
                  <a:pt x="169869" y="237182"/>
                  <a:pt x="158709" y="246228"/>
                  <a:pt x="147667" y="250927"/>
                </a:cubicBezTo>
                <a:cubicBezTo>
                  <a:pt x="136624" y="255626"/>
                  <a:pt x="128283" y="257975"/>
                  <a:pt x="122644" y="257975"/>
                </a:cubicBezTo>
                <a:cubicBezTo>
                  <a:pt x="120530" y="257975"/>
                  <a:pt x="119473" y="257506"/>
                  <a:pt x="119473" y="256566"/>
                </a:cubicBezTo>
                <a:cubicBezTo>
                  <a:pt x="119473" y="254921"/>
                  <a:pt x="122586" y="252807"/>
                  <a:pt x="128812" y="250222"/>
                </a:cubicBezTo>
                <a:cubicBezTo>
                  <a:pt x="135038" y="247638"/>
                  <a:pt x="142498" y="242821"/>
                  <a:pt x="151191" y="235773"/>
                </a:cubicBezTo>
                <a:cubicBezTo>
                  <a:pt x="159884" y="228724"/>
                  <a:pt x="167050" y="221206"/>
                  <a:pt x="172689" y="213217"/>
                </a:cubicBezTo>
                <a:cubicBezTo>
                  <a:pt x="160471" y="196771"/>
                  <a:pt x="148959" y="185376"/>
                  <a:pt x="138151" y="179032"/>
                </a:cubicBezTo>
                <a:cubicBezTo>
                  <a:pt x="135802" y="177388"/>
                  <a:pt x="134627" y="175802"/>
                  <a:pt x="134627" y="174275"/>
                </a:cubicBezTo>
                <a:cubicBezTo>
                  <a:pt x="134627" y="172747"/>
                  <a:pt x="135919" y="171984"/>
                  <a:pt x="138504" y="171984"/>
                </a:cubicBezTo>
                <a:cubicBezTo>
                  <a:pt x="145787" y="171984"/>
                  <a:pt x="153012" y="175919"/>
                  <a:pt x="160178" y="183790"/>
                </a:cubicBezTo>
                <a:cubicBezTo>
                  <a:pt x="167344" y="191661"/>
                  <a:pt x="173394" y="198416"/>
                  <a:pt x="178328" y="204054"/>
                </a:cubicBezTo>
                <a:cubicBezTo>
                  <a:pt x="181617" y="198181"/>
                  <a:pt x="185200" y="189957"/>
                  <a:pt x="189077" y="179385"/>
                </a:cubicBezTo>
                <a:cubicBezTo>
                  <a:pt x="192953" y="168812"/>
                  <a:pt x="194892" y="161822"/>
                  <a:pt x="194892" y="158415"/>
                </a:cubicBezTo>
                <a:cubicBezTo>
                  <a:pt x="194892" y="155009"/>
                  <a:pt x="193364" y="153305"/>
                  <a:pt x="190310" y="153305"/>
                </a:cubicBezTo>
                <a:cubicBezTo>
                  <a:pt x="189135" y="153305"/>
                  <a:pt x="183085" y="154715"/>
                  <a:pt x="172160" y="157534"/>
                </a:cubicBezTo>
                <a:cubicBezTo>
                  <a:pt x="161235" y="160354"/>
                  <a:pt x="154128" y="161763"/>
                  <a:pt x="150838" y="161763"/>
                </a:cubicBezTo>
                <a:cubicBezTo>
                  <a:pt x="147549" y="161763"/>
                  <a:pt x="144142" y="161294"/>
                  <a:pt x="140618" y="160354"/>
                </a:cubicBezTo>
                <a:cubicBezTo>
                  <a:pt x="137094" y="159414"/>
                  <a:pt x="135332" y="158357"/>
                  <a:pt x="135332" y="157182"/>
                </a:cubicBezTo>
                <a:cubicBezTo>
                  <a:pt x="135332" y="155302"/>
                  <a:pt x="137622" y="154245"/>
                  <a:pt x="142204" y="154010"/>
                </a:cubicBezTo>
                <a:cubicBezTo>
                  <a:pt x="146786" y="153775"/>
                  <a:pt x="154363" y="152365"/>
                  <a:pt x="164935" y="149781"/>
                </a:cubicBezTo>
                <a:cubicBezTo>
                  <a:pt x="175508" y="147197"/>
                  <a:pt x="183085" y="144671"/>
                  <a:pt x="187667" y="142204"/>
                </a:cubicBezTo>
                <a:cubicBezTo>
                  <a:pt x="192248" y="139737"/>
                  <a:pt x="195655" y="138503"/>
                  <a:pt x="197887" y="138503"/>
                </a:cubicBezTo>
                <a:close/>
                <a:moveTo>
                  <a:pt x="1208466" y="137799"/>
                </a:moveTo>
                <a:cubicBezTo>
                  <a:pt x="1211990" y="137799"/>
                  <a:pt x="1217981" y="140148"/>
                  <a:pt x="1226440" y="144847"/>
                </a:cubicBezTo>
                <a:cubicBezTo>
                  <a:pt x="1234898" y="149546"/>
                  <a:pt x="1239127" y="153305"/>
                  <a:pt x="1239127" y="156125"/>
                </a:cubicBezTo>
                <a:cubicBezTo>
                  <a:pt x="1239127" y="158944"/>
                  <a:pt x="1238187" y="161528"/>
                  <a:pt x="1236308" y="163878"/>
                </a:cubicBezTo>
                <a:cubicBezTo>
                  <a:pt x="1227144" y="175156"/>
                  <a:pt x="1221506" y="182380"/>
                  <a:pt x="1219391" y="185552"/>
                </a:cubicBezTo>
                <a:cubicBezTo>
                  <a:pt x="1217277" y="188724"/>
                  <a:pt x="1216219" y="191602"/>
                  <a:pt x="1216219" y="194187"/>
                </a:cubicBezTo>
                <a:cubicBezTo>
                  <a:pt x="1216219" y="196771"/>
                  <a:pt x="1217277" y="199062"/>
                  <a:pt x="1219391" y="201059"/>
                </a:cubicBezTo>
                <a:cubicBezTo>
                  <a:pt x="1221506" y="203056"/>
                  <a:pt x="1222563" y="204877"/>
                  <a:pt x="1222563" y="206521"/>
                </a:cubicBezTo>
                <a:cubicBezTo>
                  <a:pt x="1222563" y="208166"/>
                  <a:pt x="1221506" y="209400"/>
                  <a:pt x="1219391" y="210222"/>
                </a:cubicBezTo>
                <a:cubicBezTo>
                  <a:pt x="1217277" y="211044"/>
                  <a:pt x="1209347" y="212513"/>
                  <a:pt x="1195602" y="214627"/>
                </a:cubicBezTo>
                <a:cubicBezTo>
                  <a:pt x="1181858" y="216742"/>
                  <a:pt x="1167115" y="218386"/>
                  <a:pt x="1151373" y="219561"/>
                </a:cubicBezTo>
                <a:cubicBezTo>
                  <a:pt x="1150668" y="226610"/>
                  <a:pt x="1149200" y="230134"/>
                  <a:pt x="1146968" y="230134"/>
                </a:cubicBezTo>
                <a:cubicBezTo>
                  <a:pt x="1144736" y="230134"/>
                  <a:pt x="1142797" y="228548"/>
                  <a:pt x="1141153" y="225376"/>
                </a:cubicBezTo>
                <a:cubicBezTo>
                  <a:pt x="1139508" y="222204"/>
                  <a:pt x="1138451" y="218504"/>
                  <a:pt x="1137981" y="214275"/>
                </a:cubicBezTo>
                <a:cubicBezTo>
                  <a:pt x="1133987" y="183966"/>
                  <a:pt x="1129405" y="165170"/>
                  <a:pt x="1124236" y="157887"/>
                </a:cubicBezTo>
                <a:cubicBezTo>
                  <a:pt x="1122592" y="155537"/>
                  <a:pt x="1121769" y="153188"/>
                  <a:pt x="1121769" y="150838"/>
                </a:cubicBezTo>
                <a:cubicBezTo>
                  <a:pt x="1121769" y="148489"/>
                  <a:pt x="1123414" y="147314"/>
                  <a:pt x="1126703" y="147314"/>
                </a:cubicBezTo>
                <a:cubicBezTo>
                  <a:pt x="1129993" y="147314"/>
                  <a:pt x="1134222" y="148489"/>
                  <a:pt x="1139391" y="150838"/>
                </a:cubicBezTo>
                <a:cubicBezTo>
                  <a:pt x="1164530" y="150133"/>
                  <a:pt x="1184266" y="146492"/>
                  <a:pt x="1198598" y="139913"/>
                </a:cubicBezTo>
                <a:cubicBezTo>
                  <a:pt x="1201652" y="138503"/>
                  <a:pt x="1204942" y="137799"/>
                  <a:pt x="1208466" y="137799"/>
                </a:cubicBezTo>
                <a:close/>
                <a:moveTo>
                  <a:pt x="96917" y="124406"/>
                </a:moveTo>
                <a:cubicBezTo>
                  <a:pt x="83760" y="125581"/>
                  <a:pt x="68723" y="127578"/>
                  <a:pt x="51807" y="130398"/>
                </a:cubicBezTo>
                <a:cubicBezTo>
                  <a:pt x="59795" y="136506"/>
                  <a:pt x="63320" y="142380"/>
                  <a:pt x="62380" y="148019"/>
                </a:cubicBezTo>
                <a:cubicBezTo>
                  <a:pt x="62145" y="149664"/>
                  <a:pt x="62027" y="153188"/>
                  <a:pt x="62027" y="158592"/>
                </a:cubicBezTo>
                <a:cubicBezTo>
                  <a:pt x="73540" y="153893"/>
                  <a:pt x="80588" y="151543"/>
                  <a:pt x="83173" y="151543"/>
                </a:cubicBezTo>
                <a:cubicBezTo>
                  <a:pt x="85757" y="151543"/>
                  <a:pt x="88224" y="152072"/>
                  <a:pt x="90574" y="153129"/>
                </a:cubicBezTo>
                <a:cubicBezTo>
                  <a:pt x="92923" y="154186"/>
                  <a:pt x="94098" y="155890"/>
                  <a:pt x="94098" y="158239"/>
                </a:cubicBezTo>
                <a:cubicBezTo>
                  <a:pt x="94098" y="160589"/>
                  <a:pt x="90926" y="162586"/>
                  <a:pt x="84582" y="164230"/>
                </a:cubicBezTo>
                <a:cubicBezTo>
                  <a:pt x="78239" y="165875"/>
                  <a:pt x="73657" y="166697"/>
                  <a:pt x="70838" y="166697"/>
                </a:cubicBezTo>
                <a:cubicBezTo>
                  <a:pt x="68019" y="166697"/>
                  <a:pt x="64964" y="166227"/>
                  <a:pt x="61675" y="165288"/>
                </a:cubicBezTo>
                <a:lnTo>
                  <a:pt x="59913" y="195244"/>
                </a:lnTo>
                <a:cubicBezTo>
                  <a:pt x="73305" y="190075"/>
                  <a:pt x="81058" y="187490"/>
                  <a:pt x="83173" y="187490"/>
                </a:cubicBezTo>
                <a:cubicBezTo>
                  <a:pt x="85287" y="187490"/>
                  <a:pt x="87226" y="188078"/>
                  <a:pt x="88988" y="189253"/>
                </a:cubicBezTo>
                <a:cubicBezTo>
                  <a:pt x="90750" y="190427"/>
                  <a:pt x="91631" y="192131"/>
                  <a:pt x="91631" y="194363"/>
                </a:cubicBezTo>
                <a:cubicBezTo>
                  <a:pt x="91631" y="196595"/>
                  <a:pt x="89047" y="198474"/>
                  <a:pt x="83878" y="200002"/>
                </a:cubicBezTo>
                <a:cubicBezTo>
                  <a:pt x="78709" y="201529"/>
                  <a:pt x="74362" y="202292"/>
                  <a:pt x="70838" y="202292"/>
                </a:cubicBezTo>
                <a:cubicBezTo>
                  <a:pt x="67314" y="202292"/>
                  <a:pt x="63672" y="201822"/>
                  <a:pt x="59913" y="200883"/>
                </a:cubicBezTo>
                <a:lnTo>
                  <a:pt x="57798" y="236125"/>
                </a:lnTo>
                <a:cubicBezTo>
                  <a:pt x="74010" y="231661"/>
                  <a:pt x="88224" y="227549"/>
                  <a:pt x="100442" y="223790"/>
                </a:cubicBezTo>
                <a:cubicBezTo>
                  <a:pt x="101381" y="211338"/>
                  <a:pt x="101851" y="195949"/>
                  <a:pt x="101851" y="177623"/>
                </a:cubicBezTo>
                <a:cubicBezTo>
                  <a:pt x="101851" y="159296"/>
                  <a:pt x="101616" y="146315"/>
                  <a:pt x="101146" y="138680"/>
                </a:cubicBezTo>
                <a:cubicBezTo>
                  <a:pt x="100677" y="131044"/>
                  <a:pt x="99267" y="126286"/>
                  <a:pt x="96917" y="124406"/>
                </a:cubicBezTo>
                <a:close/>
                <a:moveTo>
                  <a:pt x="2305565" y="121939"/>
                </a:moveTo>
                <a:cubicBezTo>
                  <a:pt x="2295932" y="121939"/>
                  <a:pt x="2276548" y="124994"/>
                  <a:pt x="2247415" y="131102"/>
                </a:cubicBezTo>
                <a:cubicBezTo>
                  <a:pt x="2247650" y="136271"/>
                  <a:pt x="2247767" y="144495"/>
                  <a:pt x="2247767" y="155772"/>
                </a:cubicBezTo>
                <a:cubicBezTo>
                  <a:pt x="2268678" y="149429"/>
                  <a:pt x="2281424" y="146257"/>
                  <a:pt x="2286005" y="146257"/>
                </a:cubicBezTo>
                <a:cubicBezTo>
                  <a:pt x="2290587" y="146257"/>
                  <a:pt x="2294287" y="146844"/>
                  <a:pt x="2297107" y="148019"/>
                </a:cubicBezTo>
                <a:cubicBezTo>
                  <a:pt x="2299926" y="149194"/>
                  <a:pt x="2301336" y="150486"/>
                  <a:pt x="2301336" y="151896"/>
                </a:cubicBezTo>
                <a:cubicBezTo>
                  <a:pt x="2301336" y="154715"/>
                  <a:pt x="2296519" y="157182"/>
                  <a:pt x="2286886" y="159296"/>
                </a:cubicBezTo>
                <a:cubicBezTo>
                  <a:pt x="2277253" y="161411"/>
                  <a:pt x="2269206" y="162468"/>
                  <a:pt x="2262745" y="162468"/>
                </a:cubicBezTo>
                <a:cubicBezTo>
                  <a:pt x="2256284" y="162468"/>
                  <a:pt x="2251291" y="162116"/>
                  <a:pt x="2247767" y="161411"/>
                </a:cubicBezTo>
                <a:lnTo>
                  <a:pt x="2247767" y="191015"/>
                </a:lnTo>
                <a:cubicBezTo>
                  <a:pt x="2268913" y="184671"/>
                  <a:pt x="2281659" y="181499"/>
                  <a:pt x="2286005" y="181499"/>
                </a:cubicBezTo>
                <a:cubicBezTo>
                  <a:pt x="2290352" y="181499"/>
                  <a:pt x="2293876" y="182087"/>
                  <a:pt x="2296578" y="183261"/>
                </a:cubicBezTo>
                <a:cubicBezTo>
                  <a:pt x="2299280" y="184436"/>
                  <a:pt x="2300631" y="185611"/>
                  <a:pt x="2300631" y="186786"/>
                </a:cubicBezTo>
                <a:cubicBezTo>
                  <a:pt x="2300631" y="189370"/>
                  <a:pt x="2294229" y="191896"/>
                  <a:pt x="2281424" y="194363"/>
                </a:cubicBezTo>
                <a:cubicBezTo>
                  <a:pt x="2268619" y="196830"/>
                  <a:pt x="2257400" y="197711"/>
                  <a:pt x="2247767" y="197006"/>
                </a:cubicBezTo>
                <a:cubicBezTo>
                  <a:pt x="2247767" y="202645"/>
                  <a:pt x="2247532" y="212160"/>
                  <a:pt x="2247062" y="225552"/>
                </a:cubicBezTo>
                <a:cubicBezTo>
                  <a:pt x="2267033" y="219679"/>
                  <a:pt x="2279838" y="216742"/>
                  <a:pt x="2285477" y="216742"/>
                </a:cubicBezTo>
                <a:cubicBezTo>
                  <a:pt x="2291115" y="216742"/>
                  <a:pt x="2295286" y="217388"/>
                  <a:pt x="2297988" y="218680"/>
                </a:cubicBezTo>
                <a:cubicBezTo>
                  <a:pt x="2300689" y="219972"/>
                  <a:pt x="2302041" y="221323"/>
                  <a:pt x="2302041" y="222733"/>
                </a:cubicBezTo>
                <a:cubicBezTo>
                  <a:pt x="2302041" y="225552"/>
                  <a:pt x="2295991" y="228019"/>
                  <a:pt x="2283891" y="230134"/>
                </a:cubicBezTo>
                <a:cubicBezTo>
                  <a:pt x="2271791" y="232248"/>
                  <a:pt x="2263274" y="233306"/>
                  <a:pt x="2258340" y="233306"/>
                </a:cubicBezTo>
                <a:cubicBezTo>
                  <a:pt x="2253406" y="233306"/>
                  <a:pt x="2249529" y="232836"/>
                  <a:pt x="2246710" y="231896"/>
                </a:cubicBezTo>
                <a:cubicBezTo>
                  <a:pt x="2246710" y="240824"/>
                  <a:pt x="2246357" y="250457"/>
                  <a:pt x="2245653" y="260795"/>
                </a:cubicBezTo>
                <a:cubicBezTo>
                  <a:pt x="2274552" y="258445"/>
                  <a:pt x="2297224" y="256213"/>
                  <a:pt x="2313671" y="254099"/>
                </a:cubicBezTo>
                <a:cubicBezTo>
                  <a:pt x="2316490" y="198886"/>
                  <a:pt x="2317900" y="164230"/>
                  <a:pt x="2317900" y="150133"/>
                </a:cubicBezTo>
                <a:cubicBezTo>
                  <a:pt x="2317900" y="136036"/>
                  <a:pt x="2317312" y="127813"/>
                  <a:pt x="2316138" y="125464"/>
                </a:cubicBezTo>
                <a:cubicBezTo>
                  <a:pt x="2314963" y="123114"/>
                  <a:pt x="2311438" y="121939"/>
                  <a:pt x="2305565" y="121939"/>
                </a:cubicBezTo>
                <a:close/>
                <a:moveTo>
                  <a:pt x="226081" y="95155"/>
                </a:moveTo>
                <a:cubicBezTo>
                  <a:pt x="231368" y="95155"/>
                  <a:pt x="237300" y="96389"/>
                  <a:pt x="243879" y="98856"/>
                </a:cubicBezTo>
                <a:cubicBezTo>
                  <a:pt x="250457" y="101323"/>
                  <a:pt x="253746" y="103848"/>
                  <a:pt x="253746" y="106433"/>
                </a:cubicBezTo>
                <a:cubicBezTo>
                  <a:pt x="253746" y="111602"/>
                  <a:pt x="243409" y="114186"/>
                  <a:pt x="222733" y="114186"/>
                </a:cubicBezTo>
                <a:cubicBezTo>
                  <a:pt x="202057" y="114186"/>
                  <a:pt x="164113" y="117123"/>
                  <a:pt x="108900" y="122997"/>
                </a:cubicBezTo>
                <a:cubicBezTo>
                  <a:pt x="118298" y="127931"/>
                  <a:pt x="122997" y="132865"/>
                  <a:pt x="122997" y="137799"/>
                </a:cubicBezTo>
                <a:cubicBezTo>
                  <a:pt x="122997" y="139678"/>
                  <a:pt x="122586" y="141910"/>
                  <a:pt x="121763" y="144495"/>
                </a:cubicBezTo>
                <a:cubicBezTo>
                  <a:pt x="120941" y="147079"/>
                  <a:pt x="120354" y="149957"/>
                  <a:pt x="120001" y="153129"/>
                </a:cubicBezTo>
                <a:cubicBezTo>
                  <a:pt x="119649" y="156301"/>
                  <a:pt x="119120" y="164230"/>
                  <a:pt x="118415" y="176918"/>
                </a:cubicBezTo>
                <a:lnTo>
                  <a:pt x="116301" y="219209"/>
                </a:lnTo>
                <a:cubicBezTo>
                  <a:pt x="124759" y="216624"/>
                  <a:pt x="130280" y="215332"/>
                  <a:pt x="132865" y="215332"/>
                </a:cubicBezTo>
                <a:cubicBezTo>
                  <a:pt x="135449" y="215332"/>
                  <a:pt x="136741" y="216272"/>
                  <a:pt x="136741" y="218151"/>
                </a:cubicBezTo>
                <a:cubicBezTo>
                  <a:pt x="136741" y="220031"/>
                  <a:pt x="129575" y="223555"/>
                  <a:pt x="115243" y="228724"/>
                </a:cubicBezTo>
                <a:lnTo>
                  <a:pt x="114891" y="263967"/>
                </a:lnTo>
                <a:cubicBezTo>
                  <a:pt x="114891" y="270075"/>
                  <a:pt x="114421" y="277535"/>
                  <a:pt x="113481" y="286346"/>
                </a:cubicBezTo>
                <a:cubicBezTo>
                  <a:pt x="112542" y="295156"/>
                  <a:pt x="111426" y="300854"/>
                  <a:pt x="110133" y="303438"/>
                </a:cubicBezTo>
                <a:cubicBezTo>
                  <a:pt x="108841" y="306023"/>
                  <a:pt x="107138" y="307315"/>
                  <a:pt x="105023" y="307315"/>
                </a:cubicBezTo>
                <a:cubicBezTo>
                  <a:pt x="102909" y="307315"/>
                  <a:pt x="100207" y="303908"/>
                  <a:pt x="96917" y="297095"/>
                </a:cubicBezTo>
                <a:cubicBezTo>
                  <a:pt x="93628" y="290281"/>
                  <a:pt x="91983" y="285347"/>
                  <a:pt x="91983" y="282293"/>
                </a:cubicBezTo>
                <a:cubicBezTo>
                  <a:pt x="91983" y="279238"/>
                  <a:pt x="92864" y="274716"/>
                  <a:pt x="94627" y="268724"/>
                </a:cubicBezTo>
                <a:cubicBezTo>
                  <a:pt x="96389" y="262733"/>
                  <a:pt x="98092" y="251279"/>
                  <a:pt x="99737" y="234363"/>
                </a:cubicBezTo>
                <a:cubicBezTo>
                  <a:pt x="79766" y="241411"/>
                  <a:pt x="63672" y="247461"/>
                  <a:pt x="51455" y="252513"/>
                </a:cubicBezTo>
                <a:cubicBezTo>
                  <a:pt x="39237" y="257564"/>
                  <a:pt x="32424" y="260560"/>
                  <a:pt x="31014" y="261500"/>
                </a:cubicBezTo>
                <a:cubicBezTo>
                  <a:pt x="26550" y="264319"/>
                  <a:pt x="22438" y="265729"/>
                  <a:pt x="18679" y="265729"/>
                </a:cubicBezTo>
                <a:cubicBezTo>
                  <a:pt x="14920" y="265729"/>
                  <a:pt x="10867" y="263732"/>
                  <a:pt x="6520" y="259738"/>
                </a:cubicBezTo>
                <a:cubicBezTo>
                  <a:pt x="2174" y="255743"/>
                  <a:pt x="0" y="252748"/>
                  <a:pt x="0" y="250751"/>
                </a:cubicBezTo>
                <a:cubicBezTo>
                  <a:pt x="0" y="248754"/>
                  <a:pt x="764" y="247520"/>
                  <a:pt x="2291" y="247050"/>
                </a:cubicBezTo>
                <a:cubicBezTo>
                  <a:pt x="3818" y="246580"/>
                  <a:pt x="6873" y="246345"/>
                  <a:pt x="11454" y="246345"/>
                </a:cubicBezTo>
                <a:cubicBezTo>
                  <a:pt x="16036" y="246345"/>
                  <a:pt x="26432" y="244231"/>
                  <a:pt x="42644" y="240002"/>
                </a:cubicBezTo>
                <a:cubicBezTo>
                  <a:pt x="44758" y="204054"/>
                  <a:pt x="45816" y="179972"/>
                  <a:pt x="45816" y="167755"/>
                </a:cubicBezTo>
                <a:cubicBezTo>
                  <a:pt x="45816" y="155537"/>
                  <a:pt x="45170" y="146962"/>
                  <a:pt x="43877" y="142028"/>
                </a:cubicBezTo>
                <a:cubicBezTo>
                  <a:pt x="42585" y="137094"/>
                  <a:pt x="40294" y="133922"/>
                  <a:pt x="37005" y="132512"/>
                </a:cubicBezTo>
                <a:cubicBezTo>
                  <a:pt x="31366" y="133217"/>
                  <a:pt x="26432" y="133569"/>
                  <a:pt x="22203" y="133569"/>
                </a:cubicBezTo>
                <a:cubicBezTo>
                  <a:pt x="17974" y="133569"/>
                  <a:pt x="13921" y="132571"/>
                  <a:pt x="10045" y="130574"/>
                </a:cubicBezTo>
                <a:cubicBezTo>
                  <a:pt x="6168" y="128577"/>
                  <a:pt x="4230" y="126873"/>
                  <a:pt x="4230" y="125464"/>
                </a:cubicBezTo>
                <a:cubicBezTo>
                  <a:pt x="4230" y="124054"/>
                  <a:pt x="8106" y="123232"/>
                  <a:pt x="15860" y="122997"/>
                </a:cubicBezTo>
                <a:cubicBezTo>
                  <a:pt x="23613" y="122762"/>
                  <a:pt x="53863" y="119296"/>
                  <a:pt x="106609" y="112600"/>
                </a:cubicBezTo>
                <a:cubicBezTo>
                  <a:pt x="159355" y="105904"/>
                  <a:pt x="191132" y="101323"/>
                  <a:pt x="201940" y="98856"/>
                </a:cubicBezTo>
                <a:cubicBezTo>
                  <a:pt x="212748" y="96389"/>
                  <a:pt x="220795" y="95155"/>
                  <a:pt x="226081" y="95155"/>
                </a:cubicBezTo>
                <a:close/>
                <a:moveTo>
                  <a:pt x="1889175" y="69781"/>
                </a:moveTo>
                <a:cubicBezTo>
                  <a:pt x="1892112" y="69781"/>
                  <a:pt x="1898044" y="71366"/>
                  <a:pt x="1906972" y="74538"/>
                </a:cubicBezTo>
                <a:cubicBezTo>
                  <a:pt x="1915900" y="77710"/>
                  <a:pt x="1920364" y="81528"/>
                  <a:pt x="1920364" y="85992"/>
                </a:cubicBezTo>
                <a:cubicBezTo>
                  <a:pt x="1920364" y="87637"/>
                  <a:pt x="1919777" y="89693"/>
                  <a:pt x="1918602" y="92160"/>
                </a:cubicBezTo>
                <a:cubicBezTo>
                  <a:pt x="1917427" y="94626"/>
                  <a:pt x="1916194" y="100735"/>
                  <a:pt x="1914902" y="110486"/>
                </a:cubicBezTo>
                <a:cubicBezTo>
                  <a:pt x="1913610" y="120236"/>
                  <a:pt x="1912729" y="130633"/>
                  <a:pt x="1912259" y="141675"/>
                </a:cubicBezTo>
                <a:lnTo>
                  <a:pt x="1935871" y="135332"/>
                </a:lnTo>
                <a:cubicBezTo>
                  <a:pt x="1945269" y="132277"/>
                  <a:pt x="1953551" y="130750"/>
                  <a:pt x="1960717" y="130750"/>
                </a:cubicBezTo>
                <a:cubicBezTo>
                  <a:pt x="1967883" y="130750"/>
                  <a:pt x="1972934" y="131807"/>
                  <a:pt x="1975871" y="133922"/>
                </a:cubicBezTo>
                <a:cubicBezTo>
                  <a:pt x="1978808" y="136036"/>
                  <a:pt x="1980277" y="138033"/>
                  <a:pt x="1980277" y="139913"/>
                </a:cubicBezTo>
                <a:cubicBezTo>
                  <a:pt x="1980277" y="141793"/>
                  <a:pt x="1977281" y="143849"/>
                  <a:pt x="1971290" y="146081"/>
                </a:cubicBezTo>
                <a:cubicBezTo>
                  <a:pt x="1965299" y="148313"/>
                  <a:pt x="1945387" y="152013"/>
                  <a:pt x="1911554" y="157182"/>
                </a:cubicBezTo>
                <a:lnTo>
                  <a:pt x="1909087" y="237535"/>
                </a:lnTo>
                <a:cubicBezTo>
                  <a:pt x="1928588" y="235890"/>
                  <a:pt x="1951495" y="232836"/>
                  <a:pt x="1977810" y="228372"/>
                </a:cubicBezTo>
                <a:cubicBezTo>
                  <a:pt x="1984388" y="227432"/>
                  <a:pt x="1991143" y="226962"/>
                  <a:pt x="1998074" y="226962"/>
                </a:cubicBezTo>
                <a:cubicBezTo>
                  <a:pt x="2005005" y="226962"/>
                  <a:pt x="2012171" y="229253"/>
                  <a:pt x="2019572" y="233834"/>
                </a:cubicBezTo>
                <a:cubicBezTo>
                  <a:pt x="2026973" y="238416"/>
                  <a:pt x="2030673" y="242469"/>
                  <a:pt x="2030673" y="245993"/>
                </a:cubicBezTo>
                <a:cubicBezTo>
                  <a:pt x="2030673" y="250222"/>
                  <a:pt x="2026327" y="252337"/>
                  <a:pt x="2017634" y="252337"/>
                </a:cubicBezTo>
                <a:cubicBezTo>
                  <a:pt x="2013875" y="252337"/>
                  <a:pt x="2009528" y="251867"/>
                  <a:pt x="2004594" y="250927"/>
                </a:cubicBezTo>
                <a:cubicBezTo>
                  <a:pt x="1991437" y="248577"/>
                  <a:pt x="1974990" y="247403"/>
                  <a:pt x="1955254" y="247403"/>
                </a:cubicBezTo>
                <a:cubicBezTo>
                  <a:pt x="1912494" y="247403"/>
                  <a:pt x="1870438" y="251867"/>
                  <a:pt x="1829086" y="260795"/>
                </a:cubicBezTo>
                <a:cubicBezTo>
                  <a:pt x="1823448" y="261970"/>
                  <a:pt x="1818807" y="262557"/>
                  <a:pt x="1815166" y="262557"/>
                </a:cubicBezTo>
                <a:cubicBezTo>
                  <a:pt x="1811524" y="262557"/>
                  <a:pt x="1806884" y="260854"/>
                  <a:pt x="1801245" y="257447"/>
                </a:cubicBezTo>
                <a:cubicBezTo>
                  <a:pt x="1795606" y="254040"/>
                  <a:pt x="1792786" y="251456"/>
                  <a:pt x="1792786" y="249693"/>
                </a:cubicBezTo>
                <a:cubicBezTo>
                  <a:pt x="1792786" y="247931"/>
                  <a:pt x="1795019" y="246933"/>
                  <a:pt x="1799483" y="246698"/>
                </a:cubicBezTo>
                <a:cubicBezTo>
                  <a:pt x="1818748" y="246228"/>
                  <a:pt x="1849879" y="243761"/>
                  <a:pt x="1892875" y="239297"/>
                </a:cubicBezTo>
                <a:lnTo>
                  <a:pt x="1894285" y="160001"/>
                </a:lnTo>
                <a:cubicBezTo>
                  <a:pt x="1876429" y="162586"/>
                  <a:pt x="1864623" y="163878"/>
                  <a:pt x="1858866" y="163878"/>
                </a:cubicBezTo>
                <a:cubicBezTo>
                  <a:pt x="1853110" y="163878"/>
                  <a:pt x="1848293" y="163114"/>
                  <a:pt x="1844417" y="161587"/>
                </a:cubicBezTo>
                <a:cubicBezTo>
                  <a:pt x="1840540" y="160060"/>
                  <a:pt x="1838602" y="158533"/>
                  <a:pt x="1838602" y="157006"/>
                </a:cubicBezTo>
                <a:cubicBezTo>
                  <a:pt x="1838602" y="155479"/>
                  <a:pt x="1840599" y="154480"/>
                  <a:pt x="1844593" y="154010"/>
                </a:cubicBezTo>
                <a:cubicBezTo>
                  <a:pt x="1855166" y="152600"/>
                  <a:pt x="1871730" y="149664"/>
                  <a:pt x="1894285" y="145199"/>
                </a:cubicBezTo>
                <a:cubicBezTo>
                  <a:pt x="1894520" y="122409"/>
                  <a:pt x="1894226" y="107020"/>
                  <a:pt x="1893404" y="99032"/>
                </a:cubicBezTo>
                <a:cubicBezTo>
                  <a:pt x="1892582" y="91043"/>
                  <a:pt x="1890937" y="85170"/>
                  <a:pt x="1888470" y="81411"/>
                </a:cubicBezTo>
                <a:cubicBezTo>
                  <a:pt x="1886003" y="77651"/>
                  <a:pt x="1884770" y="74773"/>
                  <a:pt x="1884770" y="72776"/>
                </a:cubicBezTo>
                <a:cubicBezTo>
                  <a:pt x="1884770" y="70779"/>
                  <a:pt x="1886238" y="69781"/>
                  <a:pt x="1889175" y="69781"/>
                </a:cubicBezTo>
                <a:close/>
                <a:moveTo>
                  <a:pt x="1520186" y="34186"/>
                </a:moveTo>
                <a:cubicBezTo>
                  <a:pt x="1524532" y="34186"/>
                  <a:pt x="1529525" y="35125"/>
                  <a:pt x="1535164" y="37005"/>
                </a:cubicBezTo>
                <a:cubicBezTo>
                  <a:pt x="1540803" y="38885"/>
                  <a:pt x="1543622" y="40999"/>
                  <a:pt x="1543622" y="43349"/>
                </a:cubicBezTo>
                <a:cubicBezTo>
                  <a:pt x="1543622" y="45698"/>
                  <a:pt x="1542154" y="47519"/>
                  <a:pt x="1539217" y="48811"/>
                </a:cubicBezTo>
                <a:cubicBezTo>
                  <a:pt x="1536280" y="50103"/>
                  <a:pt x="1529231" y="51983"/>
                  <a:pt x="1518071" y="54450"/>
                </a:cubicBezTo>
                <a:cubicBezTo>
                  <a:pt x="1506911" y="56917"/>
                  <a:pt x="1491933" y="59325"/>
                  <a:pt x="1473137" y="61675"/>
                </a:cubicBezTo>
                <a:cubicBezTo>
                  <a:pt x="1482770" y="66139"/>
                  <a:pt x="1487587" y="70720"/>
                  <a:pt x="1487587" y="75419"/>
                </a:cubicBezTo>
                <a:cubicBezTo>
                  <a:pt x="1487587" y="78004"/>
                  <a:pt x="1486118" y="81411"/>
                  <a:pt x="1483181" y="85640"/>
                </a:cubicBezTo>
                <a:cubicBezTo>
                  <a:pt x="1480244" y="89869"/>
                  <a:pt x="1477836" y="93980"/>
                  <a:pt x="1475956" y="97975"/>
                </a:cubicBezTo>
                <a:cubicBezTo>
                  <a:pt x="1471257" y="106668"/>
                  <a:pt x="1464914" y="116888"/>
                  <a:pt x="1456925" y="128635"/>
                </a:cubicBezTo>
                <a:cubicBezTo>
                  <a:pt x="1488644" y="121117"/>
                  <a:pt x="1506617" y="116418"/>
                  <a:pt x="1510847" y="114539"/>
                </a:cubicBezTo>
                <a:cubicBezTo>
                  <a:pt x="1515076" y="112659"/>
                  <a:pt x="1518130" y="111719"/>
                  <a:pt x="1520010" y="111719"/>
                </a:cubicBezTo>
                <a:cubicBezTo>
                  <a:pt x="1524474" y="111719"/>
                  <a:pt x="1530700" y="114245"/>
                  <a:pt x="1538688" y="119296"/>
                </a:cubicBezTo>
                <a:cubicBezTo>
                  <a:pt x="1546676" y="124348"/>
                  <a:pt x="1550671" y="128224"/>
                  <a:pt x="1550671" y="130926"/>
                </a:cubicBezTo>
                <a:cubicBezTo>
                  <a:pt x="1550671" y="133628"/>
                  <a:pt x="1549672" y="136976"/>
                  <a:pt x="1547675" y="140970"/>
                </a:cubicBezTo>
                <a:cubicBezTo>
                  <a:pt x="1545678" y="144965"/>
                  <a:pt x="1543975" y="149840"/>
                  <a:pt x="1542565" y="155596"/>
                </a:cubicBezTo>
                <a:cubicBezTo>
                  <a:pt x="1541155" y="161352"/>
                  <a:pt x="1539628" y="170692"/>
                  <a:pt x="1537983" y="183614"/>
                </a:cubicBezTo>
                <a:cubicBezTo>
                  <a:pt x="1536104" y="198651"/>
                  <a:pt x="1532462" y="210457"/>
                  <a:pt x="1527058" y="219032"/>
                </a:cubicBezTo>
                <a:cubicBezTo>
                  <a:pt x="1521654" y="227608"/>
                  <a:pt x="1516955" y="231896"/>
                  <a:pt x="1512961" y="231896"/>
                </a:cubicBezTo>
                <a:cubicBezTo>
                  <a:pt x="1510377" y="231896"/>
                  <a:pt x="1508732" y="230134"/>
                  <a:pt x="1508027" y="226610"/>
                </a:cubicBezTo>
                <a:cubicBezTo>
                  <a:pt x="1507087" y="220736"/>
                  <a:pt x="1504268" y="213570"/>
                  <a:pt x="1499569" y="205112"/>
                </a:cubicBezTo>
                <a:cubicBezTo>
                  <a:pt x="1498864" y="203702"/>
                  <a:pt x="1498512" y="202351"/>
                  <a:pt x="1498512" y="201059"/>
                </a:cubicBezTo>
                <a:cubicBezTo>
                  <a:pt x="1498512" y="199767"/>
                  <a:pt x="1498982" y="199120"/>
                  <a:pt x="1499921" y="199120"/>
                </a:cubicBezTo>
                <a:cubicBezTo>
                  <a:pt x="1500861" y="199120"/>
                  <a:pt x="1502330" y="199414"/>
                  <a:pt x="1504327" y="200002"/>
                </a:cubicBezTo>
                <a:cubicBezTo>
                  <a:pt x="1506324" y="200589"/>
                  <a:pt x="1508321" y="200883"/>
                  <a:pt x="1510318" y="200883"/>
                </a:cubicBezTo>
                <a:cubicBezTo>
                  <a:pt x="1512315" y="200883"/>
                  <a:pt x="1513901" y="200060"/>
                  <a:pt x="1515076" y="198416"/>
                </a:cubicBezTo>
                <a:cubicBezTo>
                  <a:pt x="1516250" y="196771"/>
                  <a:pt x="1517836" y="192542"/>
                  <a:pt x="1519833" y="185728"/>
                </a:cubicBezTo>
                <a:cubicBezTo>
                  <a:pt x="1521830" y="178915"/>
                  <a:pt x="1523240" y="170868"/>
                  <a:pt x="1524062" y="161587"/>
                </a:cubicBezTo>
                <a:cubicBezTo>
                  <a:pt x="1524885" y="152307"/>
                  <a:pt x="1525296" y="145082"/>
                  <a:pt x="1525296" y="139913"/>
                </a:cubicBezTo>
                <a:cubicBezTo>
                  <a:pt x="1525296" y="134744"/>
                  <a:pt x="1524415" y="131161"/>
                  <a:pt x="1522653" y="129164"/>
                </a:cubicBezTo>
                <a:cubicBezTo>
                  <a:pt x="1520891" y="127167"/>
                  <a:pt x="1517778" y="126169"/>
                  <a:pt x="1513314" y="126169"/>
                </a:cubicBezTo>
                <a:cubicBezTo>
                  <a:pt x="1508849" y="126169"/>
                  <a:pt x="1499334" y="127813"/>
                  <a:pt x="1484767" y="131102"/>
                </a:cubicBezTo>
                <a:cubicBezTo>
                  <a:pt x="1490641" y="134392"/>
                  <a:pt x="1493578" y="138151"/>
                  <a:pt x="1493578" y="142380"/>
                </a:cubicBezTo>
                <a:cubicBezTo>
                  <a:pt x="1493578" y="144025"/>
                  <a:pt x="1493108" y="146257"/>
                  <a:pt x="1492168" y="149076"/>
                </a:cubicBezTo>
                <a:cubicBezTo>
                  <a:pt x="1491228" y="151896"/>
                  <a:pt x="1490582" y="157006"/>
                  <a:pt x="1490230" y="164407"/>
                </a:cubicBezTo>
                <a:cubicBezTo>
                  <a:pt x="1489877" y="171808"/>
                  <a:pt x="1487880" y="182087"/>
                  <a:pt x="1484238" y="195244"/>
                </a:cubicBezTo>
                <a:cubicBezTo>
                  <a:pt x="1480597" y="208401"/>
                  <a:pt x="1477719" y="214980"/>
                  <a:pt x="1475604" y="214980"/>
                </a:cubicBezTo>
                <a:cubicBezTo>
                  <a:pt x="1473490" y="214980"/>
                  <a:pt x="1472432" y="212278"/>
                  <a:pt x="1472432" y="206874"/>
                </a:cubicBezTo>
                <a:lnTo>
                  <a:pt x="1473842" y="187138"/>
                </a:lnTo>
                <a:cubicBezTo>
                  <a:pt x="1474547" y="172571"/>
                  <a:pt x="1474899" y="160882"/>
                  <a:pt x="1474899" y="152072"/>
                </a:cubicBezTo>
                <a:cubicBezTo>
                  <a:pt x="1474899" y="143261"/>
                  <a:pt x="1474194" y="137094"/>
                  <a:pt x="1472785" y="133569"/>
                </a:cubicBezTo>
                <a:cubicBezTo>
                  <a:pt x="1465501" y="135214"/>
                  <a:pt x="1456456" y="137094"/>
                  <a:pt x="1445648" y="139208"/>
                </a:cubicBezTo>
                <a:cubicBezTo>
                  <a:pt x="1447762" y="140148"/>
                  <a:pt x="1449407" y="141440"/>
                  <a:pt x="1450582" y="143085"/>
                </a:cubicBezTo>
                <a:cubicBezTo>
                  <a:pt x="1451757" y="144730"/>
                  <a:pt x="1452344" y="149076"/>
                  <a:pt x="1452344" y="156125"/>
                </a:cubicBezTo>
                <a:cubicBezTo>
                  <a:pt x="1452344" y="163173"/>
                  <a:pt x="1451698" y="173863"/>
                  <a:pt x="1450406" y="188195"/>
                </a:cubicBezTo>
                <a:cubicBezTo>
                  <a:pt x="1449113" y="202527"/>
                  <a:pt x="1446588" y="209693"/>
                  <a:pt x="1442828" y="209693"/>
                </a:cubicBezTo>
                <a:cubicBezTo>
                  <a:pt x="1441419" y="209693"/>
                  <a:pt x="1440361" y="208518"/>
                  <a:pt x="1439657" y="206169"/>
                </a:cubicBezTo>
                <a:cubicBezTo>
                  <a:pt x="1438952" y="203819"/>
                  <a:pt x="1438599" y="197711"/>
                  <a:pt x="1438599" y="187843"/>
                </a:cubicBezTo>
                <a:lnTo>
                  <a:pt x="1438952" y="168460"/>
                </a:lnTo>
                <a:cubicBezTo>
                  <a:pt x="1438952" y="154128"/>
                  <a:pt x="1437425" y="145082"/>
                  <a:pt x="1434370" y="141323"/>
                </a:cubicBezTo>
                <a:cubicBezTo>
                  <a:pt x="1428497" y="142498"/>
                  <a:pt x="1420861" y="143672"/>
                  <a:pt x="1411463" y="144847"/>
                </a:cubicBezTo>
                <a:cubicBezTo>
                  <a:pt x="1411463" y="152600"/>
                  <a:pt x="1412872" y="167050"/>
                  <a:pt x="1415692" y="188195"/>
                </a:cubicBezTo>
                <a:cubicBezTo>
                  <a:pt x="1416867" y="198298"/>
                  <a:pt x="1417454" y="206169"/>
                  <a:pt x="1417454" y="211808"/>
                </a:cubicBezTo>
                <a:cubicBezTo>
                  <a:pt x="1417454" y="223085"/>
                  <a:pt x="1415339" y="228724"/>
                  <a:pt x="1411110" y="228724"/>
                </a:cubicBezTo>
                <a:cubicBezTo>
                  <a:pt x="1408291" y="228724"/>
                  <a:pt x="1405706" y="226198"/>
                  <a:pt x="1403357" y="221147"/>
                </a:cubicBezTo>
                <a:cubicBezTo>
                  <a:pt x="1401008" y="216096"/>
                  <a:pt x="1399833" y="211338"/>
                  <a:pt x="1399833" y="206874"/>
                </a:cubicBezTo>
                <a:lnTo>
                  <a:pt x="1400890" y="189605"/>
                </a:lnTo>
                <a:cubicBezTo>
                  <a:pt x="1400890" y="181617"/>
                  <a:pt x="1400126" y="172806"/>
                  <a:pt x="1398599" y="163173"/>
                </a:cubicBezTo>
                <a:cubicBezTo>
                  <a:pt x="1397072" y="153540"/>
                  <a:pt x="1395369" y="146844"/>
                  <a:pt x="1393489" y="143085"/>
                </a:cubicBezTo>
                <a:cubicBezTo>
                  <a:pt x="1391609" y="139326"/>
                  <a:pt x="1390670" y="136330"/>
                  <a:pt x="1390670" y="134098"/>
                </a:cubicBezTo>
                <a:cubicBezTo>
                  <a:pt x="1390670" y="131866"/>
                  <a:pt x="1392079" y="130750"/>
                  <a:pt x="1394899" y="130750"/>
                </a:cubicBezTo>
                <a:cubicBezTo>
                  <a:pt x="1397718" y="130750"/>
                  <a:pt x="1403122" y="132630"/>
                  <a:pt x="1411110" y="136389"/>
                </a:cubicBezTo>
                <a:cubicBezTo>
                  <a:pt x="1422623" y="135449"/>
                  <a:pt x="1434958" y="133569"/>
                  <a:pt x="1448115" y="130750"/>
                </a:cubicBezTo>
                <a:cubicBezTo>
                  <a:pt x="1458688" y="108900"/>
                  <a:pt x="1463974" y="89046"/>
                  <a:pt x="1463974" y="71190"/>
                </a:cubicBezTo>
                <a:cubicBezTo>
                  <a:pt x="1463974" y="67901"/>
                  <a:pt x="1463739" y="65199"/>
                  <a:pt x="1463269" y="63084"/>
                </a:cubicBezTo>
                <a:cubicBezTo>
                  <a:pt x="1457160" y="63554"/>
                  <a:pt x="1451287" y="63789"/>
                  <a:pt x="1445648" y="63789"/>
                </a:cubicBezTo>
                <a:cubicBezTo>
                  <a:pt x="1440009" y="63789"/>
                  <a:pt x="1434958" y="62791"/>
                  <a:pt x="1430494" y="60794"/>
                </a:cubicBezTo>
                <a:cubicBezTo>
                  <a:pt x="1426030" y="58797"/>
                  <a:pt x="1423798" y="56976"/>
                  <a:pt x="1423798" y="55331"/>
                </a:cubicBezTo>
                <a:cubicBezTo>
                  <a:pt x="1423798" y="53686"/>
                  <a:pt x="1425971" y="52747"/>
                  <a:pt x="1430317" y="52512"/>
                </a:cubicBezTo>
                <a:cubicBezTo>
                  <a:pt x="1434664" y="52277"/>
                  <a:pt x="1442476" y="51102"/>
                  <a:pt x="1453754" y="48987"/>
                </a:cubicBezTo>
                <a:cubicBezTo>
                  <a:pt x="1465031" y="46873"/>
                  <a:pt x="1477836" y="43877"/>
                  <a:pt x="1492168" y="40001"/>
                </a:cubicBezTo>
                <a:cubicBezTo>
                  <a:pt x="1506500" y="36124"/>
                  <a:pt x="1515839" y="34186"/>
                  <a:pt x="1520186" y="34186"/>
                </a:cubicBezTo>
                <a:close/>
                <a:moveTo>
                  <a:pt x="1956840" y="28194"/>
                </a:moveTo>
                <a:cubicBezTo>
                  <a:pt x="1961657" y="28194"/>
                  <a:pt x="1966414" y="29369"/>
                  <a:pt x="1971113" y="31719"/>
                </a:cubicBezTo>
                <a:cubicBezTo>
                  <a:pt x="1975813" y="34068"/>
                  <a:pt x="1978162" y="36183"/>
                  <a:pt x="1978162" y="38062"/>
                </a:cubicBezTo>
                <a:cubicBezTo>
                  <a:pt x="1978162" y="39942"/>
                  <a:pt x="1977516" y="41410"/>
                  <a:pt x="1976224" y="42468"/>
                </a:cubicBezTo>
                <a:cubicBezTo>
                  <a:pt x="1974932" y="43525"/>
                  <a:pt x="1972934" y="44465"/>
                  <a:pt x="1970232" y="45287"/>
                </a:cubicBezTo>
                <a:cubicBezTo>
                  <a:pt x="1967531" y="46109"/>
                  <a:pt x="1955254" y="48165"/>
                  <a:pt x="1933404" y="51454"/>
                </a:cubicBezTo>
                <a:cubicBezTo>
                  <a:pt x="1911554" y="54744"/>
                  <a:pt x="1891759" y="57269"/>
                  <a:pt x="1874020" y="59032"/>
                </a:cubicBezTo>
                <a:cubicBezTo>
                  <a:pt x="1856282" y="60794"/>
                  <a:pt x="1844358" y="61675"/>
                  <a:pt x="1838249" y="61675"/>
                </a:cubicBezTo>
                <a:cubicBezTo>
                  <a:pt x="1832141" y="61675"/>
                  <a:pt x="1826854" y="61205"/>
                  <a:pt x="1822390" y="60265"/>
                </a:cubicBezTo>
                <a:cubicBezTo>
                  <a:pt x="1822625" y="82115"/>
                  <a:pt x="1819277" y="109428"/>
                  <a:pt x="1812346" y="142204"/>
                </a:cubicBezTo>
                <a:cubicBezTo>
                  <a:pt x="1805415" y="174979"/>
                  <a:pt x="1795900" y="201294"/>
                  <a:pt x="1783800" y="221147"/>
                </a:cubicBezTo>
                <a:cubicBezTo>
                  <a:pt x="1771700" y="241000"/>
                  <a:pt x="1760422" y="255332"/>
                  <a:pt x="1749967" y="264143"/>
                </a:cubicBezTo>
                <a:cubicBezTo>
                  <a:pt x="1739512" y="272954"/>
                  <a:pt x="1732522" y="277359"/>
                  <a:pt x="1728998" y="277359"/>
                </a:cubicBezTo>
                <a:cubicBezTo>
                  <a:pt x="1728293" y="277359"/>
                  <a:pt x="1727940" y="277006"/>
                  <a:pt x="1727940" y="276302"/>
                </a:cubicBezTo>
                <a:cubicBezTo>
                  <a:pt x="1727940" y="274657"/>
                  <a:pt x="1729702" y="271955"/>
                  <a:pt x="1733227" y="268196"/>
                </a:cubicBezTo>
                <a:cubicBezTo>
                  <a:pt x="1748029" y="251984"/>
                  <a:pt x="1760833" y="232072"/>
                  <a:pt x="1771641" y="208460"/>
                </a:cubicBezTo>
                <a:cubicBezTo>
                  <a:pt x="1782449" y="184847"/>
                  <a:pt x="1789967" y="161176"/>
                  <a:pt x="1794196" y="137446"/>
                </a:cubicBezTo>
                <a:cubicBezTo>
                  <a:pt x="1798425" y="113716"/>
                  <a:pt x="1800540" y="94039"/>
                  <a:pt x="1800540" y="78415"/>
                </a:cubicBezTo>
                <a:cubicBezTo>
                  <a:pt x="1800540" y="62791"/>
                  <a:pt x="1798778" y="52629"/>
                  <a:pt x="1795253" y="47930"/>
                </a:cubicBezTo>
                <a:cubicBezTo>
                  <a:pt x="1793374" y="45816"/>
                  <a:pt x="1792434" y="43995"/>
                  <a:pt x="1792434" y="42468"/>
                </a:cubicBezTo>
                <a:cubicBezTo>
                  <a:pt x="1792434" y="40940"/>
                  <a:pt x="1793609" y="40177"/>
                  <a:pt x="1795958" y="40177"/>
                </a:cubicBezTo>
                <a:cubicBezTo>
                  <a:pt x="1800892" y="40177"/>
                  <a:pt x="1809820" y="43701"/>
                  <a:pt x="1822743" y="50750"/>
                </a:cubicBezTo>
                <a:cubicBezTo>
                  <a:pt x="1835430" y="50750"/>
                  <a:pt x="1849409" y="49457"/>
                  <a:pt x="1864681" y="46873"/>
                </a:cubicBezTo>
                <a:cubicBezTo>
                  <a:pt x="1879953" y="44288"/>
                  <a:pt x="1903213" y="39237"/>
                  <a:pt x="1934461" y="31719"/>
                </a:cubicBezTo>
                <a:cubicBezTo>
                  <a:pt x="1944564" y="29369"/>
                  <a:pt x="1952024" y="28194"/>
                  <a:pt x="1956840" y="28194"/>
                </a:cubicBezTo>
                <a:close/>
                <a:moveTo>
                  <a:pt x="169869" y="25023"/>
                </a:moveTo>
                <a:cubicBezTo>
                  <a:pt x="167050" y="25023"/>
                  <a:pt x="152953" y="26550"/>
                  <a:pt x="127578" y="29604"/>
                </a:cubicBezTo>
                <a:cubicBezTo>
                  <a:pt x="102204" y="32658"/>
                  <a:pt x="87637" y="34068"/>
                  <a:pt x="83878" y="33833"/>
                </a:cubicBezTo>
                <a:lnTo>
                  <a:pt x="88459" y="54626"/>
                </a:lnTo>
                <a:cubicBezTo>
                  <a:pt x="96447" y="55096"/>
                  <a:pt x="106022" y="53804"/>
                  <a:pt x="117182" y="50750"/>
                </a:cubicBezTo>
                <a:cubicBezTo>
                  <a:pt x="128342" y="47695"/>
                  <a:pt x="136213" y="46168"/>
                  <a:pt x="140794" y="46168"/>
                </a:cubicBezTo>
                <a:cubicBezTo>
                  <a:pt x="145376" y="46168"/>
                  <a:pt x="149076" y="46814"/>
                  <a:pt x="151896" y="48106"/>
                </a:cubicBezTo>
                <a:cubicBezTo>
                  <a:pt x="154715" y="49399"/>
                  <a:pt x="156125" y="50750"/>
                  <a:pt x="156125" y="52159"/>
                </a:cubicBezTo>
                <a:cubicBezTo>
                  <a:pt x="156125" y="54979"/>
                  <a:pt x="149605" y="57504"/>
                  <a:pt x="136565" y="59736"/>
                </a:cubicBezTo>
                <a:cubicBezTo>
                  <a:pt x="123525" y="61968"/>
                  <a:pt x="114421" y="63084"/>
                  <a:pt x="109252" y="63084"/>
                </a:cubicBezTo>
                <a:cubicBezTo>
                  <a:pt x="104083" y="63084"/>
                  <a:pt x="97505" y="62262"/>
                  <a:pt x="89516" y="60617"/>
                </a:cubicBezTo>
                <a:cubicBezTo>
                  <a:pt x="93511" y="75184"/>
                  <a:pt x="95508" y="82938"/>
                  <a:pt x="95508" y="83878"/>
                </a:cubicBezTo>
                <a:cubicBezTo>
                  <a:pt x="112659" y="81293"/>
                  <a:pt x="124876" y="79355"/>
                  <a:pt x="132160" y="78062"/>
                </a:cubicBezTo>
                <a:cubicBezTo>
                  <a:pt x="139443" y="76770"/>
                  <a:pt x="144730" y="76124"/>
                  <a:pt x="148019" y="76124"/>
                </a:cubicBezTo>
                <a:cubicBezTo>
                  <a:pt x="151308" y="76124"/>
                  <a:pt x="154421" y="76594"/>
                  <a:pt x="157358" y="77534"/>
                </a:cubicBezTo>
                <a:cubicBezTo>
                  <a:pt x="160295" y="78474"/>
                  <a:pt x="162292" y="78944"/>
                  <a:pt x="163349" y="78944"/>
                </a:cubicBezTo>
                <a:cubicBezTo>
                  <a:pt x="164407" y="78944"/>
                  <a:pt x="165758" y="77593"/>
                  <a:pt x="167402" y="74891"/>
                </a:cubicBezTo>
                <a:cubicBezTo>
                  <a:pt x="169047" y="72189"/>
                  <a:pt x="171690" y="65375"/>
                  <a:pt x="175332" y="54450"/>
                </a:cubicBezTo>
                <a:cubicBezTo>
                  <a:pt x="178974" y="43525"/>
                  <a:pt x="180795" y="35889"/>
                  <a:pt x="180795" y="31542"/>
                </a:cubicBezTo>
                <a:cubicBezTo>
                  <a:pt x="180795" y="27196"/>
                  <a:pt x="177153" y="25023"/>
                  <a:pt x="169869" y="25023"/>
                </a:cubicBezTo>
                <a:close/>
                <a:moveTo>
                  <a:pt x="2175168" y="13393"/>
                </a:moveTo>
                <a:cubicBezTo>
                  <a:pt x="2178692" y="13393"/>
                  <a:pt x="2184272" y="16212"/>
                  <a:pt x="2191908" y="21851"/>
                </a:cubicBezTo>
                <a:cubicBezTo>
                  <a:pt x="2199544" y="27490"/>
                  <a:pt x="2203362" y="31954"/>
                  <a:pt x="2203362" y="35243"/>
                </a:cubicBezTo>
                <a:cubicBezTo>
                  <a:pt x="2203362" y="36888"/>
                  <a:pt x="2201599" y="39942"/>
                  <a:pt x="2198075" y="44406"/>
                </a:cubicBezTo>
                <a:cubicBezTo>
                  <a:pt x="2194551" y="48870"/>
                  <a:pt x="2188384" y="58738"/>
                  <a:pt x="2179573" y="74010"/>
                </a:cubicBezTo>
                <a:cubicBezTo>
                  <a:pt x="2170762" y="89281"/>
                  <a:pt x="2163773" y="100911"/>
                  <a:pt x="2158604" y="108900"/>
                </a:cubicBezTo>
                <a:cubicBezTo>
                  <a:pt x="2166592" y="116888"/>
                  <a:pt x="2169999" y="127461"/>
                  <a:pt x="2168824" y="140618"/>
                </a:cubicBezTo>
                <a:cubicBezTo>
                  <a:pt x="2167649" y="153775"/>
                  <a:pt x="2166827" y="185141"/>
                  <a:pt x="2166357" y="234715"/>
                </a:cubicBezTo>
                <a:cubicBezTo>
                  <a:pt x="2166357" y="238005"/>
                  <a:pt x="2165711" y="248284"/>
                  <a:pt x="2164419" y="265553"/>
                </a:cubicBezTo>
                <a:cubicBezTo>
                  <a:pt x="2163126" y="282821"/>
                  <a:pt x="2161717" y="292631"/>
                  <a:pt x="2160190" y="294980"/>
                </a:cubicBezTo>
                <a:cubicBezTo>
                  <a:pt x="2158662" y="297330"/>
                  <a:pt x="2157194" y="298504"/>
                  <a:pt x="2155784" y="298504"/>
                </a:cubicBezTo>
                <a:cubicBezTo>
                  <a:pt x="2152730" y="298504"/>
                  <a:pt x="2149382" y="294510"/>
                  <a:pt x="2145740" y="286522"/>
                </a:cubicBezTo>
                <a:cubicBezTo>
                  <a:pt x="2142098" y="278534"/>
                  <a:pt x="2140278" y="271838"/>
                  <a:pt x="2140278" y="266434"/>
                </a:cubicBezTo>
                <a:cubicBezTo>
                  <a:pt x="2140278" y="262674"/>
                  <a:pt x="2141687" y="255685"/>
                  <a:pt x="2144507" y="245464"/>
                </a:cubicBezTo>
                <a:cubicBezTo>
                  <a:pt x="2147326" y="235244"/>
                  <a:pt x="2149264" y="218034"/>
                  <a:pt x="2150322" y="193834"/>
                </a:cubicBezTo>
                <a:cubicBezTo>
                  <a:pt x="2151379" y="169634"/>
                  <a:pt x="2151908" y="152835"/>
                  <a:pt x="2151908" y="143437"/>
                </a:cubicBezTo>
                <a:cubicBezTo>
                  <a:pt x="2151908" y="134039"/>
                  <a:pt x="2151320" y="126521"/>
                  <a:pt x="2150145" y="120882"/>
                </a:cubicBezTo>
                <a:cubicBezTo>
                  <a:pt x="2135814" y="140383"/>
                  <a:pt x="2121716" y="155537"/>
                  <a:pt x="2107854" y="166345"/>
                </a:cubicBezTo>
                <a:cubicBezTo>
                  <a:pt x="2093992" y="177153"/>
                  <a:pt x="2085182" y="182557"/>
                  <a:pt x="2081423" y="182557"/>
                </a:cubicBezTo>
                <a:cubicBezTo>
                  <a:pt x="2079543" y="182557"/>
                  <a:pt x="2078603" y="181675"/>
                  <a:pt x="2078603" y="179913"/>
                </a:cubicBezTo>
                <a:cubicBezTo>
                  <a:pt x="2078603" y="178151"/>
                  <a:pt x="2080483" y="175508"/>
                  <a:pt x="2084242" y="171984"/>
                </a:cubicBezTo>
                <a:cubicBezTo>
                  <a:pt x="2101393" y="155537"/>
                  <a:pt x="2117370" y="136624"/>
                  <a:pt x="2132172" y="115243"/>
                </a:cubicBezTo>
                <a:cubicBezTo>
                  <a:pt x="2146974" y="93863"/>
                  <a:pt x="2157429" y="74186"/>
                  <a:pt x="2163538" y="56212"/>
                </a:cubicBezTo>
                <a:cubicBezTo>
                  <a:pt x="2169646" y="38238"/>
                  <a:pt x="2171996" y="26902"/>
                  <a:pt x="2170586" y="22203"/>
                </a:cubicBezTo>
                <a:cubicBezTo>
                  <a:pt x="2170116" y="20793"/>
                  <a:pt x="2169881" y="19501"/>
                  <a:pt x="2169881" y="18326"/>
                </a:cubicBezTo>
                <a:cubicBezTo>
                  <a:pt x="2169881" y="15037"/>
                  <a:pt x="2171643" y="13393"/>
                  <a:pt x="2175168" y="13393"/>
                </a:cubicBezTo>
                <a:close/>
                <a:moveTo>
                  <a:pt x="881768" y="9163"/>
                </a:moveTo>
                <a:cubicBezTo>
                  <a:pt x="885997" y="9163"/>
                  <a:pt x="893104" y="11630"/>
                  <a:pt x="903090" y="16564"/>
                </a:cubicBezTo>
                <a:cubicBezTo>
                  <a:pt x="913075" y="21498"/>
                  <a:pt x="918068" y="26080"/>
                  <a:pt x="918068" y="30309"/>
                </a:cubicBezTo>
                <a:cubicBezTo>
                  <a:pt x="918068" y="32893"/>
                  <a:pt x="915836" y="34538"/>
                  <a:pt x="911372" y="35243"/>
                </a:cubicBezTo>
                <a:cubicBezTo>
                  <a:pt x="900564" y="36888"/>
                  <a:pt x="892576" y="38650"/>
                  <a:pt x="887407" y="40529"/>
                </a:cubicBezTo>
                <a:cubicBezTo>
                  <a:pt x="856863" y="50867"/>
                  <a:pt x="822561" y="60148"/>
                  <a:pt x="784499" y="68371"/>
                </a:cubicBezTo>
                <a:cubicBezTo>
                  <a:pt x="780505" y="86932"/>
                  <a:pt x="777215" y="107255"/>
                  <a:pt x="774631" y="129340"/>
                </a:cubicBezTo>
                <a:cubicBezTo>
                  <a:pt x="820681" y="118768"/>
                  <a:pt x="851342" y="109370"/>
                  <a:pt x="866614" y="101146"/>
                </a:cubicBezTo>
                <a:cubicBezTo>
                  <a:pt x="870373" y="99032"/>
                  <a:pt x="873897" y="97975"/>
                  <a:pt x="877186" y="97975"/>
                </a:cubicBezTo>
                <a:cubicBezTo>
                  <a:pt x="880476" y="97975"/>
                  <a:pt x="886291" y="99854"/>
                  <a:pt x="894631" y="103613"/>
                </a:cubicBezTo>
                <a:cubicBezTo>
                  <a:pt x="902972" y="107373"/>
                  <a:pt x="907143" y="111014"/>
                  <a:pt x="907143" y="114539"/>
                </a:cubicBezTo>
                <a:cubicBezTo>
                  <a:pt x="907143" y="116653"/>
                  <a:pt x="905322" y="119237"/>
                  <a:pt x="901680" y="122292"/>
                </a:cubicBezTo>
                <a:cubicBezTo>
                  <a:pt x="898038" y="125346"/>
                  <a:pt x="894338" y="132395"/>
                  <a:pt x="890579" y="143437"/>
                </a:cubicBezTo>
                <a:cubicBezTo>
                  <a:pt x="881415" y="169987"/>
                  <a:pt x="872370" y="190310"/>
                  <a:pt x="863442" y="204407"/>
                </a:cubicBezTo>
                <a:cubicBezTo>
                  <a:pt x="883413" y="221323"/>
                  <a:pt x="902561" y="233717"/>
                  <a:pt x="920887" y="241588"/>
                </a:cubicBezTo>
                <a:cubicBezTo>
                  <a:pt x="939213" y="249459"/>
                  <a:pt x="965058" y="256448"/>
                  <a:pt x="998421" y="262557"/>
                </a:cubicBezTo>
                <a:cubicBezTo>
                  <a:pt x="1002885" y="263497"/>
                  <a:pt x="1005117" y="265141"/>
                  <a:pt x="1005117" y="267491"/>
                </a:cubicBezTo>
                <a:cubicBezTo>
                  <a:pt x="1005117" y="269840"/>
                  <a:pt x="1003061" y="271603"/>
                  <a:pt x="998949" y="272777"/>
                </a:cubicBezTo>
                <a:cubicBezTo>
                  <a:pt x="994838" y="273952"/>
                  <a:pt x="984735" y="275773"/>
                  <a:pt x="968641" y="278240"/>
                </a:cubicBezTo>
                <a:cubicBezTo>
                  <a:pt x="952547" y="280707"/>
                  <a:pt x="941093" y="281940"/>
                  <a:pt x="934279" y="281940"/>
                </a:cubicBezTo>
                <a:cubicBezTo>
                  <a:pt x="927466" y="281940"/>
                  <a:pt x="922238" y="281294"/>
                  <a:pt x="918596" y="280002"/>
                </a:cubicBezTo>
                <a:cubicBezTo>
                  <a:pt x="914955" y="278710"/>
                  <a:pt x="909022" y="274187"/>
                  <a:pt x="900799" y="266434"/>
                </a:cubicBezTo>
                <a:cubicBezTo>
                  <a:pt x="892576" y="258680"/>
                  <a:pt x="883647" y="249224"/>
                  <a:pt x="874015" y="238063"/>
                </a:cubicBezTo>
                <a:cubicBezTo>
                  <a:pt x="864382" y="226903"/>
                  <a:pt x="858038" y="219796"/>
                  <a:pt x="854984" y="216742"/>
                </a:cubicBezTo>
                <a:cubicBezTo>
                  <a:pt x="842296" y="232718"/>
                  <a:pt x="826907" y="245288"/>
                  <a:pt x="808816" y="254451"/>
                </a:cubicBezTo>
                <a:cubicBezTo>
                  <a:pt x="790725" y="263614"/>
                  <a:pt x="771811" y="268196"/>
                  <a:pt x="752076" y="268196"/>
                </a:cubicBezTo>
                <a:cubicBezTo>
                  <a:pt x="746907" y="268196"/>
                  <a:pt x="744322" y="267432"/>
                  <a:pt x="744322" y="265905"/>
                </a:cubicBezTo>
                <a:cubicBezTo>
                  <a:pt x="744322" y="264378"/>
                  <a:pt x="747259" y="262792"/>
                  <a:pt x="753133" y="261147"/>
                </a:cubicBezTo>
                <a:cubicBezTo>
                  <a:pt x="773104" y="255508"/>
                  <a:pt x="790079" y="248049"/>
                  <a:pt x="804058" y="238768"/>
                </a:cubicBezTo>
                <a:cubicBezTo>
                  <a:pt x="818038" y="229488"/>
                  <a:pt x="830431" y="217564"/>
                  <a:pt x="841239" y="202997"/>
                </a:cubicBezTo>
                <a:lnTo>
                  <a:pt x="821151" y="182204"/>
                </a:lnTo>
                <a:cubicBezTo>
                  <a:pt x="814102" y="175156"/>
                  <a:pt x="808640" y="170163"/>
                  <a:pt x="804763" y="167226"/>
                </a:cubicBezTo>
                <a:cubicBezTo>
                  <a:pt x="800886" y="164289"/>
                  <a:pt x="796129" y="161352"/>
                  <a:pt x="790490" y="158415"/>
                </a:cubicBezTo>
                <a:cubicBezTo>
                  <a:pt x="784851" y="155479"/>
                  <a:pt x="782032" y="153070"/>
                  <a:pt x="782032" y="151191"/>
                </a:cubicBezTo>
                <a:cubicBezTo>
                  <a:pt x="782032" y="149311"/>
                  <a:pt x="783500" y="148371"/>
                  <a:pt x="786437" y="148371"/>
                </a:cubicBezTo>
                <a:cubicBezTo>
                  <a:pt x="789374" y="148371"/>
                  <a:pt x="793368" y="149017"/>
                  <a:pt x="798419" y="150310"/>
                </a:cubicBezTo>
                <a:cubicBezTo>
                  <a:pt x="803471" y="151602"/>
                  <a:pt x="807524" y="153305"/>
                  <a:pt x="810578" y="155420"/>
                </a:cubicBezTo>
                <a:cubicBezTo>
                  <a:pt x="813632" y="157534"/>
                  <a:pt x="819095" y="162644"/>
                  <a:pt x="826966" y="170750"/>
                </a:cubicBezTo>
                <a:cubicBezTo>
                  <a:pt x="834837" y="178856"/>
                  <a:pt x="841944" y="185728"/>
                  <a:pt x="848287" y="191367"/>
                </a:cubicBezTo>
                <a:cubicBezTo>
                  <a:pt x="853457" y="182204"/>
                  <a:pt x="858273" y="170339"/>
                  <a:pt x="862737" y="155772"/>
                </a:cubicBezTo>
                <a:cubicBezTo>
                  <a:pt x="867201" y="141205"/>
                  <a:pt x="869433" y="131396"/>
                  <a:pt x="869433" y="126345"/>
                </a:cubicBezTo>
                <a:cubicBezTo>
                  <a:pt x="869433" y="121293"/>
                  <a:pt x="868023" y="118768"/>
                  <a:pt x="865204" y="118768"/>
                </a:cubicBezTo>
                <a:cubicBezTo>
                  <a:pt x="862385" y="118768"/>
                  <a:pt x="858978" y="119355"/>
                  <a:pt x="854984" y="120530"/>
                </a:cubicBezTo>
                <a:cubicBezTo>
                  <a:pt x="829139" y="128048"/>
                  <a:pt x="812458" y="132571"/>
                  <a:pt x="804939" y="134098"/>
                </a:cubicBezTo>
                <a:cubicBezTo>
                  <a:pt x="797421" y="135625"/>
                  <a:pt x="791606" y="136389"/>
                  <a:pt x="787494" y="136389"/>
                </a:cubicBezTo>
                <a:cubicBezTo>
                  <a:pt x="783383" y="136389"/>
                  <a:pt x="778860" y="135919"/>
                  <a:pt x="773926" y="134979"/>
                </a:cubicBezTo>
                <a:cubicBezTo>
                  <a:pt x="769932" y="163173"/>
                  <a:pt x="762590" y="187549"/>
                  <a:pt x="751899" y="208107"/>
                </a:cubicBezTo>
                <a:cubicBezTo>
                  <a:pt x="741209" y="228665"/>
                  <a:pt x="727934" y="246052"/>
                  <a:pt x="712075" y="260266"/>
                </a:cubicBezTo>
                <a:cubicBezTo>
                  <a:pt x="696216" y="274481"/>
                  <a:pt x="686172" y="281588"/>
                  <a:pt x="681943" y="281588"/>
                </a:cubicBezTo>
                <a:cubicBezTo>
                  <a:pt x="680768" y="281588"/>
                  <a:pt x="680181" y="280824"/>
                  <a:pt x="680181" y="279297"/>
                </a:cubicBezTo>
                <a:cubicBezTo>
                  <a:pt x="680181" y="277770"/>
                  <a:pt x="682295" y="275127"/>
                  <a:pt x="686524" y="271368"/>
                </a:cubicBezTo>
                <a:cubicBezTo>
                  <a:pt x="713074" y="246698"/>
                  <a:pt x="731635" y="218093"/>
                  <a:pt x="742208" y="185552"/>
                </a:cubicBezTo>
                <a:cubicBezTo>
                  <a:pt x="752780" y="153012"/>
                  <a:pt x="758067" y="121235"/>
                  <a:pt x="758067" y="90221"/>
                </a:cubicBezTo>
                <a:cubicBezTo>
                  <a:pt x="758067" y="78239"/>
                  <a:pt x="757068" y="69839"/>
                  <a:pt x="755071" y="65023"/>
                </a:cubicBezTo>
                <a:cubicBezTo>
                  <a:pt x="753074" y="60206"/>
                  <a:pt x="752076" y="56682"/>
                  <a:pt x="752076" y="54450"/>
                </a:cubicBezTo>
                <a:cubicBezTo>
                  <a:pt x="752076" y="52218"/>
                  <a:pt x="753838" y="51102"/>
                  <a:pt x="757362" y="51102"/>
                </a:cubicBezTo>
                <a:cubicBezTo>
                  <a:pt x="760886" y="51102"/>
                  <a:pt x="770049" y="54156"/>
                  <a:pt x="784851" y="60265"/>
                </a:cubicBezTo>
                <a:cubicBezTo>
                  <a:pt x="809051" y="51572"/>
                  <a:pt x="829139" y="43290"/>
                  <a:pt x="845116" y="35419"/>
                </a:cubicBezTo>
                <a:cubicBezTo>
                  <a:pt x="861092" y="27548"/>
                  <a:pt x="869786" y="22086"/>
                  <a:pt x="871195" y="19031"/>
                </a:cubicBezTo>
                <a:cubicBezTo>
                  <a:pt x="874250" y="12453"/>
                  <a:pt x="877774" y="9163"/>
                  <a:pt x="881768" y="9163"/>
                </a:cubicBezTo>
                <a:close/>
                <a:moveTo>
                  <a:pt x="182204" y="8106"/>
                </a:moveTo>
                <a:cubicBezTo>
                  <a:pt x="187843" y="8106"/>
                  <a:pt x="195126" y="10749"/>
                  <a:pt x="204055" y="16036"/>
                </a:cubicBezTo>
                <a:cubicBezTo>
                  <a:pt x="212983" y="21322"/>
                  <a:pt x="217447" y="25492"/>
                  <a:pt x="217447" y="28547"/>
                </a:cubicBezTo>
                <a:cubicBezTo>
                  <a:pt x="217447" y="30191"/>
                  <a:pt x="215273" y="32365"/>
                  <a:pt x="210927" y="35067"/>
                </a:cubicBezTo>
                <a:cubicBezTo>
                  <a:pt x="206580" y="37769"/>
                  <a:pt x="202762" y="42526"/>
                  <a:pt x="199473" y="49340"/>
                </a:cubicBezTo>
                <a:cubicBezTo>
                  <a:pt x="194069" y="61087"/>
                  <a:pt x="188430" y="71601"/>
                  <a:pt x="182557" y="80882"/>
                </a:cubicBezTo>
                <a:cubicBezTo>
                  <a:pt x="176683" y="90162"/>
                  <a:pt x="171866" y="94803"/>
                  <a:pt x="168107" y="94803"/>
                </a:cubicBezTo>
                <a:cubicBezTo>
                  <a:pt x="165758" y="94803"/>
                  <a:pt x="164231" y="93275"/>
                  <a:pt x="163526" y="90221"/>
                </a:cubicBezTo>
                <a:cubicBezTo>
                  <a:pt x="163291" y="89046"/>
                  <a:pt x="162116" y="87989"/>
                  <a:pt x="160001" y="87049"/>
                </a:cubicBezTo>
                <a:cubicBezTo>
                  <a:pt x="157887" y="86110"/>
                  <a:pt x="155420" y="85640"/>
                  <a:pt x="152601" y="85640"/>
                </a:cubicBezTo>
                <a:cubicBezTo>
                  <a:pt x="149781" y="85640"/>
                  <a:pt x="141558" y="86521"/>
                  <a:pt x="127931" y="88283"/>
                </a:cubicBezTo>
                <a:cubicBezTo>
                  <a:pt x="114304" y="90045"/>
                  <a:pt x="103731" y="91866"/>
                  <a:pt x="96213" y="93745"/>
                </a:cubicBezTo>
                <a:cubicBezTo>
                  <a:pt x="95743" y="99384"/>
                  <a:pt x="94803" y="102204"/>
                  <a:pt x="93393" y="102204"/>
                </a:cubicBezTo>
                <a:cubicBezTo>
                  <a:pt x="89869" y="102204"/>
                  <a:pt x="87343" y="100853"/>
                  <a:pt x="85816" y="98151"/>
                </a:cubicBezTo>
                <a:cubicBezTo>
                  <a:pt x="84289" y="95449"/>
                  <a:pt x="83055" y="92101"/>
                  <a:pt x="82116" y="88107"/>
                </a:cubicBezTo>
                <a:cubicBezTo>
                  <a:pt x="74832" y="59678"/>
                  <a:pt x="67549" y="42056"/>
                  <a:pt x="60265" y="35243"/>
                </a:cubicBezTo>
                <a:cubicBezTo>
                  <a:pt x="55801" y="31014"/>
                  <a:pt x="53569" y="27959"/>
                  <a:pt x="53569" y="26080"/>
                </a:cubicBezTo>
                <a:cubicBezTo>
                  <a:pt x="53569" y="24200"/>
                  <a:pt x="55801" y="23260"/>
                  <a:pt x="60265" y="23260"/>
                </a:cubicBezTo>
                <a:cubicBezTo>
                  <a:pt x="64729" y="23260"/>
                  <a:pt x="71073" y="23965"/>
                  <a:pt x="79296" y="25375"/>
                </a:cubicBezTo>
                <a:cubicBezTo>
                  <a:pt x="95743" y="24200"/>
                  <a:pt x="115126" y="21733"/>
                  <a:pt x="137446" y="17974"/>
                </a:cubicBezTo>
                <a:cubicBezTo>
                  <a:pt x="159767" y="14215"/>
                  <a:pt x="172219" y="11630"/>
                  <a:pt x="174803" y="10221"/>
                </a:cubicBezTo>
                <a:cubicBezTo>
                  <a:pt x="177388" y="8811"/>
                  <a:pt x="179855" y="8106"/>
                  <a:pt x="182204" y="8106"/>
                </a:cubicBezTo>
                <a:close/>
                <a:moveTo>
                  <a:pt x="2275433" y="5287"/>
                </a:moveTo>
                <a:cubicBezTo>
                  <a:pt x="2278839" y="5287"/>
                  <a:pt x="2284948" y="7225"/>
                  <a:pt x="2293759" y="11102"/>
                </a:cubicBezTo>
                <a:cubicBezTo>
                  <a:pt x="2302569" y="14978"/>
                  <a:pt x="2306975" y="18679"/>
                  <a:pt x="2306975" y="22203"/>
                </a:cubicBezTo>
                <a:cubicBezTo>
                  <a:pt x="2306975" y="24083"/>
                  <a:pt x="2306035" y="26315"/>
                  <a:pt x="2304155" y="28899"/>
                </a:cubicBezTo>
                <a:cubicBezTo>
                  <a:pt x="2298751" y="37357"/>
                  <a:pt x="2294170" y="48752"/>
                  <a:pt x="2290411" y="63084"/>
                </a:cubicBezTo>
                <a:cubicBezTo>
                  <a:pt x="2306387" y="60030"/>
                  <a:pt x="2318722" y="56976"/>
                  <a:pt x="2327415" y="53921"/>
                </a:cubicBezTo>
                <a:cubicBezTo>
                  <a:pt x="2333289" y="52277"/>
                  <a:pt x="2339280" y="51454"/>
                  <a:pt x="2345389" y="51454"/>
                </a:cubicBezTo>
                <a:cubicBezTo>
                  <a:pt x="2351498" y="51454"/>
                  <a:pt x="2356079" y="52101"/>
                  <a:pt x="2359133" y="53393"/>
                </a:cubicBezTo>
                <a:cubicBezTo>
                  <a:pt x="2362188" y="54685"/>
                  <a:pt x="2363715" y="56565"/>
                  <a:pt x="2363715" y="59032"/>
                </a:cubicBezTo>
                <a:cubicBezTo>
                  <a:pt x="2363715" y="61499"/>
                  <a:pt x="2360367" y="64142"/>
                  <a:pt x="2353671" y="66961"/>
                </a:cubicBezTo>
                <a:cubicBezTo>
                  <a:pt x="2346975" y="69781"/>
                  <a:pt x="2324478" y="74127"/>
                  <a:pt x="2286181" y="80001"/>
                </a:cubicBezTo>
                <a:cubicBezTo>
                  <a:pt x="2283127" y="92923"/>
                  <a:pt x="2279720" y="104906"/>
                  <a:pt x="2275961" y="115948"/>
                </a:cubicBezTo>
                <a:cubicBezTo>
                  <a:pt x="2294522" y="112189"/>
                  <a:pt x="2305917" y="109370"/>
                  <a:pt x="2310146" y="107490"/>
                </a:cubicBezTo>
                <a:cubicBezTo>
                  <a:pt x="2314376" y="105610"/>
                  <a:pt x="2317841" y="104671"/>
                  <a:pt x="2320543" y="104671"/>
                </a:cubicBezTo>
                <a:cubicBezTo>
                  <a:pt x="2323245" y="104671"/>
                  <a:pt x="2328531" y="107079"/>
                  <a:pt x="2336402" y="111895"/>
                </a:cubicBezTo>
                <a:cubicBezTo>
                  <a:pt x="2344273" y="116712"/>
                  <a:pt x="2348208" y="120412"/>
                  <a:pt x="2348208" y="122997"/>
                </a:cubicBezTo>
                <a:cubicBezTo>
                  <a:pt x="2348208" y="124406"/>
                  <a:pt x="2346975" y="127108"/>
                  <a:pt x="2344508" y="131102"/>
                </a:cubicBezTo>
                <a:cubicBezTo>
                  <a:pt x="2342041" y="135097"/>
                  <a:pt x="2339985" y="144436"/>
                  <a:pt x="2338340" y="159120"/>
                </a:cubicBezTo>
                <a:cubicBezTo>
                  <a:pt x="2336696" y="173805"/>
                  <a:pt x="2335051" y="204524"/>
                  <a:pt x="2333406" y="251279"/>
                </a:cubicBezTo>
                <a:cubicBezTo>
                  <a:pt x="2343979" y="249635"/>
                  <a:pt x="2353495" y="248812"/>
                  <a:pt x="2361953" y="248812"/>
                </a:cubicBezTo>
                <a:cubicBezTo>
                  <a:pt x="2376520" y="248812"/>
                  <a:pt x="2387327" y="250986"/>
                  <a:pt x="2394376" y="255332"/>
                </a:cubicBezTo>
                <a:cubicBezTo>
                  <a:pt x="2401425" y="259679"/>
                  <a:pt x="2404949" y="263908"/>
                  <a:pt x="2404949" y="268020"/>
                </a:cubicBezTo>
                <a:cubicBezTo>
                  <a:pt x="2404949" y="272131"/>
                  <a:pt x="2400720" y="274187"/>
                  <a:pt x="2392261" y="274187"/>
                </a:cubicBezTo>
                <a:cubicBezTo>
                  <a:pt x="2389442" y="274187"/>
                  <a:pt x="2386270" y="273952"/>
                  <a:pt x="2382746" y="273482"/>
                </a:cubicBezTo>
                <a:cubicBezTo>
                  <a:pt x="2363245" y="270428"/>
                  <a:pt x="2343568" y="268901"/>
                  <a:pt x="2323715" y="268901"/>
                </a:cubicBezTo>
                <a:cubicBezTo>
                  <a:pt x="2303861" y="268901"/>
                  <a:pt x="2281189" y="270134"/>
                  <a:pt x="2255697" y="272601"/>
                </a:cubicBezTo>
                <a:cubicBezTo>
                  <a:pt x="2230205" y="275068"/>
                  <a:pt x="2214815" y="277183"/>
                  <a:pt x="2209529" y="278945"/>
                </a:cubicBezTo>
                <a:cubicBezTo>
                  <a:pt x="2204243" y="280707"/>
                  <a:pt x="2198839" y="281588"/>
                  <a:pt x="2193318" y="281588"/>
                </a:cubicBezTo>
                <a:cubicBezTo>
                  <a:pt x="2187796" y="281588"/>
                  <a:pt x="2182451" y="280061"/>
                  <a:pt x="2177282" y="277006"/>
                </a:cubicBezTo>
                <a:cubicBezTo>
                  <a:pt x="2172113" y="273952"/>
                  <a:pt x="2169529" y="271368"/>
                  <a:pt x="2169529" y="269253"/>
                </a:cubicBezTo>
                <a:cubicBezTo>
                  <a:pt x="2169529" y="267138"/>
                  <a:pt x="2172935" y="266081"/>
                  <a:pt x="2179749" y="266081"/>
                </a:cubicBezTo>
                <a:cubicBezTo>
                  <a:pt x="2182569" y="266081"/>
                  <a:pt x="2199720" y="264789"/>
                  <a:pt x="2231203" y="262205"/>
                </a:cubicBezTo>
                <a:cubicBezTo>
                  <a:pt x="2231908" y="233541"/>
                  <a:pt x="2232260" y="210457"/>
                  <a:pt x="2232260" y="192953"/>
                </a:cubicBezTo>
                <a:cubicBezTo>
                  <a:pt x="2232260" y="175449"/>
                  <a:pt x="2231908" y="161705"/>
                  <a:pt x="2231203" y="151719"/>
                </a:cubicBezTo>
                <a:cubicBezTo>
                  <a:pt x="2230498" y="141734"/>
                  <a:pt x="2228971" y="134920"/>
                  <a:pt x="2226622" y="131279"/>
                </a:cubicBezTo>
                <a:cubicBezTo>
                  <a:pt x="2224272" y="127637"/>
                  <a:pt x="2223097" y="124700"/>
                  <a:pt x="2223097" y="122468"/>
                </a:cubicBezTo>
                <a:cubicBezTo>
                  <a:pt x="2223097" y="120236"/>
                  <a:pt x="2224625" y="119120"/>
                  <a:pt x="2227679" y="119120"/>
                </a:cubicBezTo>
                <a:cubicBezTo>
                  <a:pt x="2230733" y="119120"/>
                  <a:pt x="2234727" y="119825"/>
                  <a:pt x="2239661" y="121235"/>
                </a:cubicBezTo>
                <a:lnTo>
                  <a:pt x="2262921" y="118063"/>
                </a:lnTo>
                <a:cubicBezTo>
                  <a:pt x="2265036" y="108195"/>
                  <a:pt x="2267268" y="96330"/>
                  <a:pt x="2269618" y="82468"/>
                </a:cubicBezTo>
                <a:cubicBezTo>
                  <a:pt x="2255755" y="84347"/>
                  <a:pt x="2244948" y="85287"/>
                  <a:pt x="2237194" y="85287"/>
                </a:cubicBezTo>
                <a:cubicBezTo>
                  <a:pt x="2229441" y="85287"/>
                  <a:pt x="2223802" y="84465"/>
                  <a:pt x="2220278" y="82820"/>
                </a:cubicBezTo>
                <a:cubicBezTo>
                  <a:pt x="2216754" y="81176"/>
                  <a:pt x="2214992" y="79472"/>
                  <a:pt x="2214992" y="77710"/>
                </a:cubicBezTo>
                <a:cubicBezTo>
                  <a:pt x="2214992" y="75948"/>
                  <a:pt x="2218340" y="74773"/>
                  <a:pt x="2225036" y="74186"/>
                </a:cubicBezTo>
                <a:cubicBezTo>
                  <a:pt x="2231732" y="73598"/>
                  <a:pt x="2247415" y="71190"/>
                  <a:pt x="2272085" y="66961"/>
                </a:cubicBezTo>
                <a:cubicBezTo>
                  <a:pt x="2274669" y="49575"/>
                  <a:pt x="2275961" y="37357"/>
                  <a:pt x="2275961" y="30309"/>
                </a:cubicBezTo>
                <a:cubicBezTo>
                  <a:pt x="2275961" y="23260"/>
                  <a:pt x="2275021" y="18268"/>
                  <a:pt x="2273142" y="15331"/>
                </a:cubicBezTo>
                <a:cubicBezTo>
                  <a:pt x="2271262" y="12394"/>
                  <a:pt x="2270322" y="9986"/>
                  <a:pt x="2270322" y="8106"/>
                </a:cubicBezTo>
                <a:cubicBezTo>
                  <a:pt x="2270322" y="6227"/>
                  <a:pt x="2272026" y="5287"/>
                  <a:pt x="2275433" y="5287"/>
                </a:cubicBezTo>
                <a:close/>
                <a:moveTo>
                  <a:pt x="455157" y="4229"/>
                </a:moveTo>
                <a:cubicBezTo>
                  <a:pt x="459034" y="4229"/>
                  <a:pt x="466141" y="5992"/>
                  <a:pt x="476479" y="9516"/>
                </a:cubicBezTo>
                <a:cubicBezTo>
                  <a:pt x="486817" y="13040"/>
                  <a:pt x="491986" y="17387"/>
                  <a:pt x="491986" y="22556"/>
                </a:cubicBezTo>
                <a:cubicBezTo>
                  <a:pt x="491986" y="24435"/>
                  <a:pt x="491516" y="26667"/>
                  <a:pt x="490576" y="29252"/>
                </a:cubicBezTo>
                <a:cubicBezTo>
                  <a:pt x="489636" y="31836"/>
                  <a:pt x="488873" y="35125"/>
                  <a:pt x="488285" y="39120"/>
                </a:cubicBezTo>
                <a:cubicBezTo>
                  <a:pt x="487698" y="43114"/>
                  <a:pt x="486934" y="51807"/>
                  <a:pt x="485995" y="65199"/>
                </a:cubicBezTo>
                <a:lnTo>
                  <a:pt x="482823" y="109605"/>
                </a:lnTo>
                <a:cubicBezTo>
                  <a:pt x="508197" y="104671"/>
                  <a:pt x="524644" y="100911"/>
                  <a:pt x="532162" y="98327"/>
                </a:cubicBezTo>
                <a:cubicBezTo>
                  <a:pt x="544615" y="93863"/>
                  <a:pt x="554952" y="91631"/>
                  <a:pt x="563176" y="91631"/>
                </a:cubicBezTo>
                <a:cubicBezTo>
                  <a:pt x="571399" y="91631"/>
                  <a:pt x="578565" y="93745"/>
                  <a:pt x="584674" y="97975"/>
                </a:cubicBezTo>
                <a:cubicBezTo>
                  <a:pt x="590782" y="102204"/>
                  <a:pt x="593837" y="105728"/>
                  <a:pt x="593837" y="108547"/>
                </a:cubicBezTo>
                <a:cubicBezTo>
                  <a:pt x="593837" y="112776"/>
                  <a:pt x="587376" y="115008"/>
                  <a:pt x="574453" y="115243"/>
                </a:cubicBezTo>
                <a:cubicBezTo>
                  <a:pt x="548609" y="115478"/>
                  <a:pt x="517713" y="118415"/>
                  <a:pt x="481766" y="124054"/>
                </a:cubicBezTo>
                <a:cubicBezTo>
                  <a:pt x="481061" y="132747"/>
                  <a:pt x="480238" y="139796"/>
                  <a:pt x="479299" y="145199"/>
                </a:cubicBezTo>
                <a:cubicBezTo>
                  <a:pt x="491046" y="165170"/>
                  <a:pt x="504497" y="183379"/>
                  <a:pt x="519651" y="199825"/>
                </a:cubicBezTo>
                <a:cubicBezTo>
                  <a:pt x="534806" y="216272"/>
                  <a:pt x="550900" y="229135"/>
                  <a:pt x="567933" y="238416"/>
                </a:cubicBezTo>
                <a:cubicBezTo>
                  <a:pt x="584967" y="247696"/>
                  <a:pt x="608873" y="256213"/>
                  <a:pt x="639652" y="263967"/>
                </a:cubicBezTo>
                <a:cubicBezTo>
                  <a:pt x="646466" y="265611"/>
                  <a:pt x="649872" y="267608"/>
                  <a:pt x="649872" y="269958"/>
                </a:cubicBezTo>
                <a:cubicBezTo>
                  <a:pt x="649872" y="271133"/>
                  <a:pt x="648697" y="272072"/>
                  <a:pt x="646348" y="272777"/>
                </a:cubicBezTo>
                <a:cubicBezTo>
                  <a:pt x="643998" y="273482"/>
                  <a:pt x="635305" y="274422"/>
                  <a:pt x="620269" y="275597"/>
                </a:cubicBezTo>
                <a:cubicBezTo>
                  <a:pt x="605232" y="276771"/>
                  <a:pt x="592251" y="277359"/>
                  <a:pt x="581326" y="277359"/>
                </a:cubicBezTo>
                <a:cubicBezTo>
                  <a:pt x="570400" y="277359"/>
                  <a:pt x="562706" y="275773"/>
                  <a:pt x="558242" y="272601"/>
                </a:cubicBezTo>
                <a:cubicBezTo>
                  <a:pt x="553778" y="269429"/>
                  <a:pt x="543146" y="257682"/>
                  <a:pt x="526347" y="237359"/>
                </a:cubicBezTo>
                <a:cubicBezTo>
                  <a:pt x="509548" y="217035"/>
                  <a:pt x="492926" y="191720"/>
                  <a:pt x="476479" y="161411"/>
                </a:cubicBezTo>
                <a:cubicBezTo>
                  <a:pt x="469901" y="190545"/>
                  <a:pt x="459328" y="213159"/>
                  <a:pt x="444761" y="229253"/>
                </a:cubicBezTo>
                <a:cubicBezTo>
                  <a:pt x="430194" y="245347"/>
                  <a:pt x="413982" y="256566"/>
                  <a:pt x="396126" y="262909"/>
                </a:cubicBezTo>
                <a:cubicBezTo>
                  <a:pt x="378270" y="269253"/>
                  <a:pt x="366170" y="272425"/>
                  <a:pt x="359827" y="272425"/>
                </a:cubicBezTo>
                <a:cubicBezTo>
                  <a:pt x="357712" y="272425"/>
                  <a:pt x="356655" y="271838"/>
                  <a:pt x="356655" y="270663"/>
                </a:cubicBezTo>
                <a:cubicBezTo>
                  <a:pt x="356655" y="269488"/>
                  <a:pt x="359239" y="267726"/>
                  <a:pt x="364408" y="265376"/>
                </a:cubicBezTo>
                <a:cubicBezTo>
                  <a:pt x="398006" y="250575"/>
                  <a:pt x="422323" y="231896"/>
                  <a:pt x="437360" y="209341"/>
                </a:cubicBezTo>
                <a:cubicBezTo>
                  <a:pt x="452397" y="186786"/>
                  <a:pt x="460738" y="159649"/>
                  <a:pt x="462382" y="127931"/>
                </a:cubicBezTo>
                <a:cubicBezTo>
                  <a:pt x="453689" y="129340"/>
                  <a:pt x="442881" y="131690"/>
                  <a:pt x="429959" y="134979"/>
                </a:cubicBezTo>
                <a:cubicBezTo>
                  <a:pt x="417037" y="138268"/>
                  <a:pt x="408109" y="139913"/>
                  <a:pt x="403175" y="139913"/>
                </a:cubicBezTo>
                <a:cubicBezTo>
                  <a:pt x="398241" y="139913"/>
                  <a:pt x="392778" y="138503"/>
                  <a:pt x="386787" y="135684"/>
                </a:cubicBezTo>
                <a:cubicBezTo>
                  <a:pt x="380796" y="132865"/>
                  <a:pt x="377800" y="130691"/>
                  <a:pt x="377800" y="129164"/>
                </a:cubicBezTo>
                <a:cubicBezTo>
                  <a:pt x="377800" y="127637"/>
                  <a:pt x="381442" y="126403"/>
                  <a:pt x="388725" y="125464"/>
                </a:cubicBezTo>
                <a:cubicBezTo>
                  <a:pt x="404467" y="123584"/>
                  <a:pt x="429254" y="119590"/>
                  <a:pt x="463087" y="113481"/>
                </a:cubicBezTo>
                <a:cubicBezTo>
                  <a:pt x="463557" y="100559"/>
                  <a:pt x="463792" y="87637"/>
                  <a:pt x="463792" y="74714"/>
                </a:cubicBezTo>
                <a:cubicBezTo>
                  <a:pt x="463792" y="61792"/>
                  <a:pt x="463146" y="50691"/>
                  <a:pt x="461854" y="41410"/>
                </a:cubicBezTo>
                <a:cubicBezTo>
                  <a:pt x="460561" y="32130"/>
                  <a:pt x="458153" y="24964"/>
                  <a:pt x="454629" y="19912"/>
                </a:cubicBezTo>
                <a:cubicBezTo>
                  <a:pt x="451105" y="14861"/>
                  <a:pt x="449342" y="10984"/>
                  <a:pt x="449342" y="8282"/>
                </a:cubicBezTo>
                <a:cubicBezTo>
                  <a:pt x="449342" y="5580"/>
                  <a:pt x="451281" y="4229"/>
                  <a:pt x="455157" y="4229"/>
                </a:cubicBezTo>
                <a:close/>
                <a:moveTo>
                  <a:pt x="1607763" y="353"/>
                </a:moveTo>
                <a:cubicBezTo>
                  <a:pt x="1611523" y="353"/>
                  <a:pt x="1617690" y="2174"/>
                  <a:pt x="1626266" y="5815"/>
                </a:cubicBezTo>
                <a:cubicBezTo>
                  <a:pt x="1634841" y="9457"/>
                  <a:pt x="1639129" y="13627"/>
                  <a:pt x="1639129" y="18326"/>
                </a:cubicBezTo>
                <a:cubicBezTo>
                  <a:pt x="1639129" y="20441"/>
                  <a:pt x="1638248" y="24083"/>
                  <a:pt x="1636486" y="29252"/>
                </a:cubicBezTo>
                <a:cubicBezTo>
                  <a:pt x="1634724" y="34421"/>
                  <a:pt x="1633725" y="56153"/>
                  <a:pt x="1633490" y="94450"/>
                </a:cubicBezTo>
                <a:cubicBezTo>
                  <a:pt x="1643358" y="92336"/>
                  <a:pt x="1651582" y="90221"/>
                  <a:pt x="1658160" y="88107"/>
                </a:cubicBezTo>
                <a:cubicBezTo>
                  <a:pt x="1664739" y="85992"/>
                  <a:pt x="1670613" y="84935"/>
                  <a:pt x="1675781" y="84935"/>
                </a:cubicBezTo>
                <a:cubicBezTo>
                  <a:pt x="1680950" y="84935"/>
                  <a:pt x="1686413" y="86521"/>
                  <a:pt x="1692169" y="89693"/>
                </a:cubicBezTo>
                <a:cubicBezTo>
                  <a:pt x="1697926" y="92864"/>
                  <a:pt x="1700804" y="95977"/>
                  <a:pt x="1700804" y="99032"/>
                </a:cubicBezTo>
                <a:cubicBezTo>
                  <a:pt x="1700804" y="102791"/>
                  <a:pt x="1696105" y="104671"/>
                  <a:pt x="1686707" y="104671"/>
                </a:cubicBezTo>
                <a:lnTo>
                  <a:pt x="1672610" y="104318"/>
                </a:lnTo>
                <a:cubicBezTo>
                  <a:pt x="1661097" y="104318"/>
                  <a:pt x="1648057" y="105141"/>
                  <a:pt x="1633490" y="106785"/>
                </a:cubicBezTo>
                <a:lnTo>
                  <a:pt x="1637720" y="238240"/>
                </a:lnTo>
                <a:cubicBezTo>
                  <a:pt x="1637720" y="256331"/>
                  <a:pt x="1634489" y="270310"/>
                  <a:pt x="1628028" y="280178"/>
                </a:cubicBezTo>
                <a:cubicBezTo>
                  <a:pt x="1621567" y="290046"/>
                  <a:pt x="1616809" y="294980"/>
                  <a:pt x="1613755" y="294980"/>
                </a:cubicBezTo>
                <a:cubicBezTo>
                  <a:pt x="1610700" y="294980"/>
                  <a:pt x="1607998" y="293100"/>
                  <a:pt x="1605649" y="289341"/>
                </a:cubicBezTo>
                <a:cubicBezTo>
                  <a:pt x="1596721" y="274539"/>
                  <a:pt x="1588733" y="263614"/>
                  <a:pt x="1581684" y="256566"/>
                </a:cubicBezTo>
                <a:cubicBezTo>
                  <a:pt x="1579804" y="254686"/>
                  <a:pt x="1578865" y="253100"/>
                  <a:pt x="1578865" y="251808"/>
                </a:cubicBezTo>
                <a:cubicBezTo>
                  <a:pt x="1578865" y="250516"/>
                  <a:pt x="1579687" y="249870"/>
                  <a:pt x="1581332" y="249870"/>
                </a:cubicBezTo>
                <a:cubicBezTo>
                  <a:pt x="1582976" y="249870"/>
                  <a:pt x="1586442" y="250633"/>
                  <a:pt x="1591728" y="252160"/>
                </a:cubicBezTo>
                <a:cubicBezTo>
                  <a:pt x="1597014" y="253688"/>
                  <a:pt x="1601772" y="254451"/>
                  <a:pt x="1606001" y="254451"/>
                </a:cubicBezTo>
                <a:cubicBezTo>
                  <a:pt x="1610230" y="254451"/>
                  <a:pt x="1612815" y="252337"/>
                  <a:pt x="1613755" y="248108"/>
                </a:cubicBezTo>
                <a:cubicBezTo>
                  <a:pt x="1614694" y="243878"/>
                  <a:pt x="1615693" y="233012"/>
                  <a:pt x="1616750" y="215508"/>
                </a:cubicBezTo>
                <a:cubicBezTo>
                  <a:pt x="1617807" y="198004"/>
                  <a:pt x="1618454" y="162351"/>
                  <a:pt x="1618689" y="108547"/>
                </a:cubicBezTo>
                <a:cubicBezTo>
                  <a:pt x="1598248" y="111602"/>
                  <a:pt x="1582389" y="114656"/>
                  <a:pt x="1571111" y="117710"/>
                </a:cubicBezTo>
                <a:cubicBezTo>
                  <a:pt x="1566412" y="118885"/>
                  <a:pt x="1562594" y="119472"/>
                  <a:pt x="1559657" y="119472"/>
                </a:cubicBezTo>
                <a:cubicBezTo>
                  <a:pt x="1556721" y="119472"/>
                  <a:pt x="1552903" y="118415"/>
                  <a:pt x="1548204" y="116301"/>
                </a:cubicBezTo>
                <a:cubicBezTo>
                  <a:pt x="1543504" y="114186"/>
                  <a:pt x="1541155" y="112189"/>
                  <a:pt x="1541155" y="110309"/>
                </a:cubicBezTo>
                <a:cubicBezTo>
                  <a:pt x="1541155" y="107725"/>
                  <a:pt x="1545149" y="106433"/>
                  <a:pt x="1553138" y="106433"/>
                </a:cubicBezTo>
                <a:cubicBezTo>
                  <a:pt x="1564180" y="106433"/>
                  <a:pt x="1586031" y="103378"/>
                  <a:pt x="1618689" y="97270"/>
                </a:cubicBezTo>
                <a:cubicBezTo>
                  <a:pt x="1618689" y="52159"/>
                  <a:pt x="1614342" y="23730"/>
                  <a:pt x="1605649" y="11983"/>
                </a:cubicBezTo>
                <a:cubicBezTo>
                  <a:pt x="1603299" y="9163"/>
                  <a:pt x="1602125" y="6520"/>
                  <a:pt x="1602125" y="4053"/>
                </a:cubicBezTo>
                <a:cubicBezTo>
                  <a:pt x="1602125" y="1586"/>
                  <a:pt x="1604004" y="353"/>
                  <a:pt x="1607763" y="353"/>
                </a:cubicBezTo>
                <a:close/>
                <a:moveTo>
                  <a:pt x="1171814" y="0"/>
                </a:moveTo>
                <a:cubicBezTo>
                  <a:pt x="1176278" y="0"/>
                  <a:pt x="1183620" y="2409"/>
                  <a:pt x="1193840" y="7225"/>
                </a:cubicBezTo>
                <a:cubicBezTo>
                  <a:pt x="1204061" y="12042"/>
                  <a:pt x="1209171" y="16094"/>
                  <a:pt x="1209171" y="19384"/>
                </a:cubicBezTo>
                <a:cubicBezTo>
                  <a:pt x="1209171" y="21498"/>
                  <a:pt x="1206821" y="24083"/>
                  <a:pt x="1202122" y="27137"/>
                </a:cubicBezTo>
                <a:cubicBezTo>
                  <a:pt x="1197423" y="30191"/>
                  <a:pt x="1186909" y="40001"/>
                  <a:pt x="1170580" y="56565"/>
                </a:cubicBezTo>
                <a:cubicBezTo>
                  <a:pt x="1154251" y="73129"/>
                  <a:pt x="1136219" y="89281"/>
                  <a:pt x="1116483" y="105023"/>
                </a:cubicBezTo>
                <a:cubicBezTo>
                  <a:pt x="1173576" y="94685"/>
                  <a:pt x="1212401" y="88283"/>
                  <a:pt x="1232959" y="85816"/>
                </a:cubicBezTo>
                <a:cubicBezTo>
                  <a:pt x="1253518" y="83349"/>
                  <a:pt x="1266029" y="81469"/>
                  <a:pt x="1270493" y="80177"/>
                </a:cubicBezTo>
                <a:cubicBezTo>
                  <a:pt x="1274957" y="78885"/>
                  <a:pt x="1278364" y="78239"/>
                  <a:pt x="1280713" y="78239"/>
                </a:cubicBezTo>
                <a:cubicBezTo>
                  <a:pt x="1286587" y="78239"/>
                  <a:pt x="1295574" y="81469"/>
                  <a:pt x="1307674" y="87930"/>
                </a:cubicBezTo>
                <a:cubicBezTo>
                  <a:pt x="1319773" y="94392"/>
                  <a:pt x="1325823" y="100207"/>
                  <a:pt x="1325823" y="105375"/>
                </a:cubicBezTo>
                <a:cubicBezTo>
                  <a:pt x="1325823" y="107960"/>
                  <a:pt x="1324355" y="110603"/>
                  <a:pt x="1321418" y="113305"/>
                </a:cubicBezTo>
                <a:cubicBezTo>
                  <a:pt x="1318481" y="116007"/>
                  <a:pt x="1316014" y="121704"/>
                  <a:pt x="1314017" y="130398"/>
                </a:cubicBezTo>
                <a:cubicBezTo>
                  <a:pt x="1312020" y="139091"/>
                  <a:pt x="1310023" y="156947"/>
                  <a:pt x="1308026" y="183966"/>
                </a:cubicBezTo>
                <a:cubicBezTo>
                  <a:pt x="1306029" y="210985"/>
                  <a:pt x="1304267" y="229370"/>
                  <a:pt x="1302740" y="239121"/>
                </a:cubicBezTo>
                <a:cubicBezTo>
                  <a:pt x="1301212" y="248871"/>
                  <a:pt x="1298628" y="257799"/>
                  <a:pt x="1294986" y="265905"/>
                </a:cubicBezTo>
                <a:cubicBezTo>
                  <a:pt x="1291345" y="274011"/>
                  <a:pt x="1286469" y="281235"/>
                  <a:pt x="1280361" y="287579"/>
                </a:cubicBezTo>
                <a:cubicBezTo>
                  <a:pt x="1274252" y="293923"/>
                  <a:pt x="1269670" y="297095"/>
                  <a:pt x="1266616" y="297095"/>
                </a:cubicBezTo>
                <a:cubicBezTo>
                  <a:pt x="1263562" y="297095"/>
                  <a:pt x="1260860" y="294158"/>
                  <a:pt x="1258510" y="288284"/>
                </a:cubicBezTo>
                <a:cubicBezTo>
                  <a:pt x="1252402" y="273012"/>
                  <a:pt x="1245353" y="261265"/>
                  <a:pt x="1237365" y="253042"/>
                </a:cubicBezTo>
                <a:cubicBezTo>
                  <a:pt x="1234076" y="249517"/>
                  <a:pt x="1232431" y="247109"/>
                  <a:pt x="1232431" y="245817"/>
                </a:cubicBezTo>
                <a:cubicBezTo>
                  <a:pt x="1232431" y="244525"/>
                  <a:pt x="1233136" y="243878"/>
                  <a:pt x="1234545" y="243878"/>
                </a:cubicBezTo>
                <a:cubicBezTo>
                  <a:pt x="1235955" y="243878"/>
                  <a:pt x="1240067" y="245229"/>
                  <a:pt x="1246880" y="247931"/>
                </a:cubicBezTo>
                <a:cubicBezTo>
                  <a:pt x="1253694" y="250633"/>
                  <a:pt x="1259333" y="251984"/>
                  <a:pt x="1263797" y="251984"/>
                </a:cubicBezTo>
                <a:cubicBezTo>
                  <a:pt x="1268261" y="251984"/>
                  <a:pt x="1271785" y="249693"/>
                  <a:pt x="1274369" y="245112"/>
                </a:cubicBezTo>
                <a:cubicBezTo>
                  <a:pt x="1276954" y="240530"/>
                  <a:pt x="1279832" y="227491"/>
                  <a:pt x="1283004" y="205993"/>
                </a:cubicBezTo>
                <a:cubicBezTo>
                  <a:pt x="1286176" y="184495"/>
                  <a:pt x="1287762" y="161998"/>
                  <a:pt x="1287762" y="138503"/>
                </a:cubicBezTo>
                <a:cubicBezTo>
                  <a:pt x="1287762" y="126756"/>
                  <a:pt x="1287057" y="117887"/>
                  <a:pt x="1285647" y="111895"/>
                </a:cubicBezTo>
                <a:cubicBezTo>
                  <a:pt x="1284237" y="105904"/>
                  <a:pt x="1281653" y="101851"/>
                  <a:pt x="1277894" y="99737"/>
                </a:cubicBezTo>
                <a:cubicBezTo>
                  <a:pt x="1274134" y="97622"/>
                  <a:pt x="1266029" y="96565"/>
                  <a:pt x="1253576" y="96565"/>
                </a:cubicBezTo>
                <a:cubicBezTo>
                  <a:pt x="1241124" y="96565"/>
                  <a:pt x="1224325" y="97975"/>
                  <a:pt x="1203179" y="100794"/>
                </a:cubicBezTo>
                <a:cubicBezTo>
                  <a:pt x="1182034" y="103613"/>
                  <a:pt x="1161123" y="107255"/>
                  <a:pt x="1140448" y="111719"/>
                </a:cubicBezTo>
                <a:cubicBezTo>
                  <a:pt x="1119772" y="116183"/>
                  <a:pt x="1102621" y="118650"/>
                  <a:pt x="1088994" y="119120"/>
                </a:cubicBezTo>
                <a:cubicBezTo>
                  <a:pt x="1090873" y="128753"/>
                  <a:pt x="1092107" y="139796"/>
                  <a:pt x="1092694" y="152248"/>
                </a:cubicBezTo>
                <a:cubicBezTo>
                  <a:pt x="1093282" y="164700"/>
                  <a:pt x="1094515" y="180148"/>
                  <a:pt x="1096395" y="198592"/>
                </a:cubicBezTo>
                <a:cubicBezTo>
                  <a:pt x="1098274" y="217035"/>
                  <a:pt x="1099214" y="231720"/>
                  <a:pt x="1099214" y="242645"/>
                </a:cubicBezTo>
                <a:cubicBezTo>
                  <a:pt x="1099214" y="253570"/>
                  <a:pt x="1098216" y="261852"/>
                  <a:pt x="1096219" y="267491"/>
                </a:cubicBezTo>
                <a:cubicBezTo>
                  <a:pt x="1094221" y="273130"/>
                  <a:pt x="1092048" y="275949"/>
                  <a:pt x="1089699" y="275949"/>
                </a:cubicBezTo>
                <a:cubicBezTo>
                  <a:pt x="1087349" y="275949"/>
                  <a:pt x="1084471" y="272719"/>
                  <a:pt x="1081064" y="266257"/>
                </a:cubicBezTo>
                <a:cubicBezTo>
                  <a:pt x="1077657" y="259796"/>
                  <a:pt x="1075954" y="254569"/>
                  <a:pt x="1075954" y="250575"/>
                </a:cubicBezTo>
                <a:cubicBezTo>
                  <a:pt x="1075954" y="246580"/>
                  <a:pt x="1076189" y="243643"/>
                  <a:pt x="1076659" y="241764"/>
                </a:cubicBezTo>
                <a:cubicBezTo>
                  <a:pt x="1077599" y="237535"/>
                  <a:pt x="1078069" y="228842"/>
                  <a:pt x="1078069" y="215684"/>
                </a:cubicBezTo>
                <a:cubicBezTo>
                  <a:pt x="1078069" y="202527"/>
                  <a:pt x="1076953" y="184730"/>
                  <a:pt x="1074721" y="162292"/>
                </a:cubicBezTo>
                <a:cubicBezTo>
                  <a:pt x="1072489" y="139854"/>
                  <a:pt x="1068788" y="125992"/>
                  <a:pt x="1063619" y="120706"/>
                </a:cubicBezTo>
                <a:cubicBezTo>
                  <a:pt x="1058450" y="115420"/>
                  <a:pt x="1055866" y="111719"/>
                  <a:pt x="1055866" y="109605"/>
                </a:cubicBezTo>
                <a:cubicBezTo>
                  <a:pt x="1055866" y="107490"/>
                  <a:pt x="1057863" y="106433"/>
                  <a:pt x="1061857" y="106433"/>
                </a:cubicBezTo>
                <a:cubicBezTo>
                  <a:pt x="1065851" y="106433"/>
                  <a:pt x="1073252" y="107960"/>
                  <a:pt x="1084060" y="111014"/>
                </a:cubicBezTo>
                <a:lnTo>
                  <a:pt x="1106263" y="106785"/>
                </a:lnTo>
                <a:cubicBezTo>
                  <a:pt x="1118950" y="93863"/>
                  <a:pt x="1132048" y="77475"/>
                  <a:pt x="1145558" y="57622"/>
                </a:cubicBezTo>
                <a:cubicBezTo>
                  <a:pt x="1159068" y="37769"/>
                  <a:pt x="1165822" y="23260"/>
                  <a:pt x="1165822" y="14097"/>
                </a:cubicBezTo>
                <a:cubicBezTo>
                  <a:pt x="1165822" y="12688"/>
                  <a:pt x="1165705" y="11278"/>
                  <a:pt x="1165470" y="9868"/>
                </a:cubicBezTo>
                <a:cubicBezTo>
                  <a:pt x="1165235" y="8459"/>
                  <a:pt x="1165118" y="7284"/>
                  <a:pt x="1165118" y="6344"/>
                </a:cubicBezTo>
                <a:cubicBezTo>
                  <a:pt x="1165118" y="2115"/>
                  <a:pt x="1167350" y="0"/>
                  <a:pt x="1171814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2B70216-926D-4E83-B166-79E388ADCDCC}"/>
              </a:ext>
            </a:extLst>
          </p:cNvPr>
          <p:cNvSpPr txBox="1"/>
          <p:nvPr/>
        </p:nvSpPr>
        <p:spPr>
          <a:xfrm>
            <a:off x="6694561" y="5565954"/>
            <a:ext cx="696744" cy="311896"/>
          </a:xfrm>
          <a:custGeom>
            <a:avLst/>
            <a:gdLst/>
            <a:ahLst/>
            <a:cxnLst/>
            <a:rect l="l" t="t" r="r" b="b"/>
            <a:pathLst>
              <a:path w="696744" h="311896">
                <a:moveTo>
                  <a:pt x="176917" y="162468"/>
                </a:moveTo>
                <a:cubicBezTo>
                  <a:pt x="179737" y="162468"/>
                  <a:pt x="185610" y="164994"/>
                  <a:pt x="194538" y="170045"/>
                </a:cubicBezTo>
                <a:cubicBezTo>
                  <a:pt x="203467" y="175096"/>
                  <a:pt x="207931" y="181146"/>
                  <a:pt x="207931" y="188195"/>
                </a:cubicBezTo>
                <a:cubicBezTo>
                  <a:pt x="207931" y="192424"/>
                  <a:pt x="207284" y="196125"/>
                  <a:pt x="205992" y="199296"/>
                </a:cubicBezTo>
                <a:cubicBezTo>
                  <a:pt x="204700" y="202468"/>
                  <a:pt x="202468" y="204054"/>
                  <a:pt x="199296" y="204054"/>
                </a:cubicBezTo>
                <a:cubicBezTo>
                  <a:pt x="196124" y="204054"/>
                  <a:pt x="190897" y="198180"/>
                  <a:pt x="183613" y="186433"/>
                </a:cubicBezTo>
                <a:cubicBezTo>
                  <a:pt x="176330" y="174685"/>
                  <a:pt x="172688" y="167519"/>
                  <a:pt x="172688" y="164935"/>
                </a:cubicBezTo>
                <a:cubicBezTo>
                  <a:pt x="172688" y="163290"/>
                  <a:pt x="174098" y="162468"/>
                  <a:pt x="176917" y="162468"/>
                </a:cubicBezTo>
                <a:close/>
                <a:moveTo>
                  <a:pt x="569166" y="146256"/>
                </a:moveTo>
                <a:cubicBezTo>
                  <a:pt x="573395" y="146256"/>
                  <a:pt x="576861" y="146844"/>
                  <a:pt x="579563" y="148019"/>
                </a:cubicBezTo>
                <a:cubicBezTo>
                  <a:pt x="582265" y="149193"/>
                  <a:pt x="583616" y="150838"/>
                  <a:pt x="583616" y="152952"/>
                </a:cubicBezTo>
                <a:cubicBezTo>
                  <a:pt x="583616" y="155067"/>
                  <a:pt x="581795" y="157064"/>
                  <a:pt x="578153" y="158944"/>
                </a:cubicBezTo>
                <a:cubicBezTo>
                  <a:pt x="574511" y="160823"/>
                  <a:pt x="569284" y="162116"/>
                  <a:pt x="562470" y="162820"/>
                </a:cubicBezTo>
                <a:cubicBezTo>
                  <a:pt x="548843" y="163760"/>
                  <a:pt x="528755" y="166580"/>
                  <a:pt x="502205" y="171279"/>
                </a:cubicBezTo>
                <a:cubicBezTo>
                  <a:pt x="507139" y="175978"/>
                  <a:pt x="509254" y="179384"/>
                  <a:pt x="508549" y="181499"/>
                </a:cubicBezTo>
                <a:lnTo>
                  <a:pt x="546963" y="205111"/>
                </a:lnTo>
                <a:cubicBezTo>
                  <a:pt x="554247" y="200412"/>
                  <a:pt x="561648" y="194186"/>
                  <a:pt x="569166" y="186433"/>
                </a:cubicBezTo>
                <a:cubicBezTo>
                  <a:pt x="576685" y="178679"/>
                  <a:pt x="580444" y="172982"/>
                  <a:pt x="580444" y="169340"/>
                </a:cubicBezTo>
                <a:cubicBezTo>
                  <a:pt x="580444" y="165698"/>
                  <a:pt x="582030" y="163878"/>
                  <a:pt x="585202" y="163878"/>
                </a:cubicBezTo>
                <a:cubicBezTo>
                  <a:pt x="588373" y="163878"/>
                  <a:pt x="592661" y="165640"/>
                  <a:pt x="598065" y="169164"/>
                </a:cubicBezTo>
                <a:cubicBezTo>
                  <a:pt x="603469" y="172688"/>
                  <a:pt x="606171" y="175860"/>
                  <a:pt x="606171" y="178679"/>
                </a:cubicBezTo>
                <a:cubicBezTo>
                  <a:pt x="606171" y="181499"/>
                  <a:pt x="604644" y="183496"/>
                  <a:pt x="601589" y="184671"/>
                </a:cubicBezTo>
                <a:cubicBezTo>
                  <a:pt x="595950" y="186785"/>
                  <a:pt x="590194" y="189605"/>
                  <a:pt x="584320" y="193129"/>
                </a:cubicBezTo>
                <a:lnTo>
                  <a:pt x="553660" y="209693"/>
                </a:lnTo>
                <a:cubicBezTo>
                  <a:pt x="572925" y="221440"/>
                  <a:pt x="588726" y="230016"/>
                  <a:pt x="601061" y="235420"/>
                </a:cubicBezTo>
                <a:cubicBezTo>
                  <a:pt x="613395" y="240824"/>
                  <a:pt x="624791" y="244700"/>
                  <a:pt x="635246" y="247050"/>
                </a:cubicBezTo>
                <a:cubicBezTo>
                  <a:pt x="645701" y="249399"/>
                  <a:pt x="663264" y="252336"/>
                  <a:pt x="687933" y="255861"/>
                </a:cubicBezTo>
                <a:cubicBezTo>
                  <a:pt x="693807" y="256800"/>
                  <a:pt x="696744" y="258093"/>
                  <a:pt x="696744" y="259737"/>
                </a:cubicBezTo>
                <a:cubicBezTo>
                  <a:pt x="696744" y="262322"/>
                  <a:pt x="686876" y="265670"/>
                  <a:pt x="667140" y="269781"/>
                </a:cubicBezTo>
                <a:cubicBezTo>
                  <a:pt x="647405" y="273893"/>
                  <a:pt x="634717" y="275949"/>
                  <a:pt x="629078" y="275949"/>
                </a:cubicBezTo>
                <a:cubicBezTo>
                  <a:pt x="623440" y="275949"/>
                  <a:pt x="618564" y="274833"/>
                  <a:pt x="614453" y="272601"/>
                </a:cubicBezTo>
                <a:cubicBezTo>
                  <a:pt x="610341" y="270369"/>
                  <a:pt x="604879" y="266433"/>
                  <a:pt x="598065" y="260795"/>
                </a:cubicBezTo>
                <a:cubicBezTo>
                  <a:pt x="558593" y="227902"/>
                  <a:pt x="526523" y="203349"/>
                  <a:pt x="501853" y="187138"/>
                </a:cubicBezTo>
                <a:cubicBezTo>
                  <a:pt x="495979" y="192307"/>
                  <a:pt x="491163" y="197006"/>
                  <a:pt x="487404" y="201235"/>
                </a:cubicBezTo>
                <a:cubicBezTo>
                  <a:pt x="493512" y="203114"/>
                  <a:pt x="496567" y="206873"/>
                  <a:pt x="496567" y="212512"/>
                </a:cubicBezTo>
                <a:cubicBezTo>
                  <a:pt x="496567" y="214862"/>
                  <a:pt x="496097" y="218504"/>
                  <a:pt x="495157" y="223437"/>
                </a:cubicBezTo>
                <a:cubicBezTo>
                  <a:pt x="493512" y="233305"/>
                  <a:pt x="492690" y="245405"/>
                  <a:pt x="492690" y="259737"/>
                </a:cubicBezTo>
                <a:cubicBezTo>
                  <a:pt x="492690" y="264201"/>
                  <a:pt x="492807" y="268078"/>
                  <a:pt x="493042" y="271367"/>
                </a:cubicBezTo>
                <a:cubicBezTo>
                  <a:pt x="517242" y="255626"/>
                  <a:pt x="531281" y="246521"/>
                  <a:pt x="535157" y="244054"/>
                </a:cubicBezTo>
                <a:cubicBezTo>
                  <a:pt x="539034" y="241587"/>
                  <a:pt x="541971" y="240354"/>
                  <a:pt x="543968" y="240354"/>
                </a:cubicBezTo>
                <a:cubicBezTo>
                  <a:pt x="545965" y="240354"/>
                  <a:pt x="546963" y="241000"/>
                  <a:pt x="546963" y="242292"/>
                </a:cubicBezTo>
                <a:cubicBezTo>
                  <a:pt x="546963" y="243584"/>
                  <a:pt x="545436" y="245758"/>
                  <a:pt x="542382" y="248812"/>
                </a:cubicBezTo>
                <a:lnTo>
                  <a:pt x="522294" y="268195"/>
                </a:lnTo>
                <a:cubicBezTo>
                  <a:pt x="506317" y="283467"/>
                  <a:pt x="495862" y="294392"/>
                  <a:pt x="490928" y="300971"/>
                </a:cubicBezTo>
                <a:cubicBezTo>
                  <a:pt x="485994" y="307550"/>
                  <a:pt x="482176" y="310839"/>
                  <a:pt x="479474" y="310839"/>
                </a:cubicBezTo>
                <a:cubicBezTo>
                  <a:pt x="476772" y="310839"/>
                  <a:pt x="473835" y="307491"/>
                  <a:pt x="470663" y="300795"/>
                </a:cubicBezTo>
                <a:cubicBezTo>
                  <a:pt x="467492" y="294099"/>
                  <a:pt x="465906" y="289400"/>
                  <a:pt x="465906" y="286698"/>
                </a:cubicBezTo>
                <a:cubicBezTo>
                  <a:pt x="465906" y="283996"/>
                  <a:pt x="467198" y="280765"/>
                  <a:pt x="469782" y="277006"/>
                </a:cubicBezTo>
                <a:cubicBezTo>
                  <a:pt x="473307" y="272307"/>
                  <a:pt x="475539" y="264965"/>
                  <a:pt x="476478" y="254979"/>
                </a:cubicBezTo>
                <a:cubicBezTo>
                  <a:pt x="477418" y="244994"/>
                  <a:pt x="477653" y="230721"/>
                  <a:pt x="477183" y="212160"/>
                </a:cubicBezTo>
                <a:cubicBezTo>
                  <a:pt x="463086" y="225552"/>
                  <a:pt x="444819" y="238239"/>
                  <a:pt x="422381" y="250222"/>
                </a:cubicBezTo>
                <a:cubicBezTo>
                  <a:pt x="399943" y="262204"/>
                  <a:pt x="383673" y="268195"/>
                  <a:pt x="373570" y="268195"/>
                </a:cubicBezTo>
                <a:cubicBezTo>
                  <a:pt x="370751" y="268195"/>
                  <a:pt x="369341" y="267549"/>
                  <a:pt x="369341" y="266257"/>
                </a:cubicBezTo>
                <a:cubicBezTo>
                  <a:pt x="369341" y="264965"/>
                  <a:pt x="373394" y="262615"/>
                  <a:pt x="381500" y="259209"/>
                </a:cubicBezTo>
                <a:cubicBezTo>
                  <a:pt x="389606" y="255802"/>
                  <a:pt x="402822" y="248225"/>
                  <a:pt x="421148" y="236477"/>
                </a:cubicBezTo>
                <a:cubicBezTo>
                  <a:pt x="439474" y="224730"/>
                  <a:pt x="454569" y="212865"/>
                  <a:pt x="466434" y="200882"/>
                </a:cubicBezTo>
                <a:cubicBezTo>
                  <a:pt x="478299" y="188900"/>
                  <a:pt x="485407" y="179854"/>
                  <a:pt x="487756" y="173746"/>
                </a:cubicBezTo>
                <a:cubicBezTo>
                  <a:pt x="479768" y="174920"/>
                  <a:pt x="471075" y="176447"/>
                  <a:pt x="461677" y="178327"/>
                </a:cubicBezTo>
                <a:cubicBezTo>
                  <a:pt x="452279" y="180207"/>
                  <a:pt x="445348" y="181146"/>
                  <a:pt x="440883" y="181146"/>
                </a:cubicBezTo>
                <a:cubicBezTo>
                  <a:pt x="436419" y="181146"/>
                  <a:pt x="431897" y="180324"/>
                  <a:pt x="427315" y="178679"/>
                </a:cubicBezTo>
                <a:cubicBezTo>
                  <a:pt x="422734" y="177035"/>
                  <a:pt x="420443" y="175331"/>
                  <a:pt x="420443" y="173569"/>
                </a:cubicBezTo>
                <a:cubicBezTo>
                  <a:pt x="420443" y="171807"/>
                  <a:pt x="422675" y="170691"/>
                  <a:pt x="427139" y="170221"/>
                </a:cubicBezTo>
                <a:cubicBezTo>
                  <a:pt x="434657" y="169751"/>
                  <a:pt x="454276" y="166873"/>
                  <a:pt x="485994" y="161587"/>
                </a:cubicBezTo>
                <a:cubicBezTo>
                  <a:pt x="517712" y="156300"/>
                  <a:pt x="538446" y="152424"/>
                  <a:pt x="548197" y="149957"/>
                </a:cubicBezTo>
                <a:cubicBezTo>
                  <a:pt x="557947" y="147490"/>
                  <a:pt x="564937" y="146256"/>
                  <a:pt x="569166" y="146256"/>
                </a:cubicBezTo>
                <a:close/>
                <a:moveTo>
                  <a:pt x="502910" y="126521"/>
                </a:moveTo>
                <a:cubicBezTo>
                  <a:pt x="511838" y="126521"/>
                  <a:pt x="518593" y="127989"/>
                  <a:pt x="523175" y="130926"/>
                </a:cubicBezTo>
                <a:cubicBezTo>
                  <a:pt x="527756" y="133863"/>
                  <a:pt x="530047" y="138268"/>
                  <a:pt x="530047" y="144142"/>
                </a:cubicBezTo>
                <a:cubicBezTo>
                  <a:pt x="530047" y="146256"/>
                  <a:pt x="529283" y="148019"/>
                  <a:pt x="527756" y="149428"/>
                </a:cubicBezTo>
                <a:cubicBezTo>
                  <a:pt x="526229" y="150838"/>
                  <a:pt x="524291" y="151543"/>
                  <a:pt x="521941" y="151543"/>
                </a:cubicBezTo>
                <a:cubicBezTo>
                  <a:pt x="517477" y="151543"/>
                  <a:pt x="512132" y="148665"/>
                  <a:pt x="505906" y="142908"/>
                </a:cubicBezTo>
                <a:cubicBezTo>
                  <a:pt x="499680" y="137152"/>
                  <a:pt x="496567" y="132864"/>
                  <a:pt x="496567" y="130045"/>
                </a:cubicBezTo>
                <a:cubicBezTo>
                  <a:pt x="496567" y="127695"/>
                  <a:pt x="498681" y="126521"/>
                  <a:pt x="502910" y="126521"/>
                </a:cubicBezTo>
                <a:close/>
                <a:moveTo>
                  <a:pt x="423967" y="46873"/>
                </a:moveTo>
                <a:cubicBezTo>
                  <a:pt x="429371" y="46873"/>
                  <a:pt x="435186" y="48870"/>
                  <a:pt x="441412" y="52864"/>
                </a:cubicBezTo>
                <a:cubicBezTo>
                  <a:pt x="447638" y="56858"/>
                  <a:pt x="450751" y="62379"/>
                  <a:pt x="450751" y="69428"/>
                </a:cubicBezTo>
                <a:cubicBezTo>
                  <a:pt x="450751" y="72717"/>
                  <a:pt x="450047" y="75360"/>
                  <a:pt x="448637" y="77357"/>
                </a:cubicBezTo>
                <a:cubicBezTo>
                  <a:pt x="447227" y="79354"/>
                  <a:pt x="445406" y="80353"/>
                  <a:pt x="443174" y="80353"/>
                </a:cubicBezTo>
                <a:cubicBezTo>
                  <a:pt x="440942" y="80353"/>
                  <a:pt x="438651" y="79354"/>
                  <a:pt x="436302" y="77357"/>
                </a:cubicBezTo>
                <a:cubicBezTo>
                  <a:pt x="433952" y="75360"/>
                  <a:pt x="430604" y="70779"/>
                  <a:pt x="426258" y="63613"/>
                </a:cubicBezTo>
                <a:cubicBezTo>
                  <a:pt x="421911" y="56447"/>
                  <a:pt x="419738" y="51865"/>
                  <a:pt x="419738" y="49868"/>
                </a:cubicBezTo>
                <a:cubicBezTo>
                  <a:pt x="419738" y="47871"/>
                  <a:pt x="421148" y="46873"/>
                  <a:pt x="423967" y="46873"/>
                </a:cubicBezTo>
                <a:close/>
                <a:moveTo>
                  <a:pt x="100793" y="16916"/>
                </a:moveTo>
                <a:cubicBezTo>
                  <a:pt x="105023" y="16916"/>
                  <a:pt x="110955" y="18032"/>
                  <a:pt x="118591" y="20264"/>
                </a:cubicBezTo>
                <a:cubicBezTo>
                  <a:pt x="126227" y="22496"/>
                  <a:pt x="130045" y="25610"/>
                  <a:pt x="130045" y="29604"/>
                </a:cubicBezTo>
                <a:cubicBezTo>
                  <a:pt x="130045" y="31248"/>
                  <a:pt x="129457" y="33480"/>
                  <a:pt x="128283" y="36300"/>
                </a:cubicBezTo>
                <a:cubicBezTo>
                  <a:pt x="126168" y="41939"/>
                  <a:pt x="124288" y="57328"/>
                  <a:pt x="122644" y="82467"/>
                </a:cubicBezTo>
                <a:cubicBezTo>
                  <a:pt x="134156" y="78708"/>
                  <a:pt x="141557" y="76829"/>
                  <a:pt x="144847" y="76829"/>
                </a:cubicBezTo>
                <a:cubicBezTo>
                  <a:pt x="148136" y="76829"/>
                  <a:pt x="151484" y="77299"/>
                  <a:pt x="154891" y="78238"/>
                </a:cubicBezTo>
                <a:cubicBezTo>
                  <a:pt x="158297" y="79178"/>
                  <a:pt x="160001" y="80470"/>
                  <a:pt x="160001" y="82115"/>
                </a:cubicBezTo>
                <a:cubicBezTo>
                  <a:pt x="160001" y="86109"/>
                  <a:pt x="147431" y="91161"/>
                  <a:pt x="122291" y="97269"/>
                </a:cubicBezTo>
                <a:lnTo>
                  <a:pt x="121234" y="130750"/>
                </a:lnTo>
                <a:cubicBezTo>
                  <a:pt x="139325" y="126286"/>
                  <a:pt x="150368" y="124054"/>
                  <a:pt x="154362" y="124054"/>
                </a:cubicBezTo>
                <a:cubicBezTo>
                  <a:pt x="161880" y="124054"/>
                  <a:pt x="165640" y="125463"/>
                  <a:pt x="165640" y="128283"/>
                </a:cubicBezTo>
                <a:cubicBezTo>
                  <a:pt x="165640" y="132042"/>
                  <a:pt x="159648" y="135096"/>
                  <a:pt x="147666" y="137446"/>
                </a:cubicBezTo>
                <a:lnTo>
                  <a:pt x="109604" y="144847"/>
                </a:lnTo>
                <a:cubicBezTo>
                  <a:pt x="114773" y="147196"/>
                  <a:pt x="118532" y="149428"/>
                  <a:pt x="120882" y="151543"/>
                </a:cubicBezTo>
                <a:cubicBezTo>
                  <a:pt x="123231" y="153657"/>
                  <a:pt x="124406" y="155772"/>
                  <a:pt x="124406" y="157886"/>
                </a:cubicBezTo>
                <a:cubicBezTo>
                  <a:pt x="124406" y="160001"/>
                  <a:pt x="123936" y="162468"/>
                  <a:pt x="122996" y="165287"/>
                </a:cubicBezTo>
                <a:cubicBezTo>
                  <a:pt x="122056" y="168107"/>
                  <a:pt x="121352" y="171983"/>
                  <a:pt x="120882" y="176917"/>
                </a:cubicBezTo>
                <a:cubicBezTo>
                  <a:pt x="128870" y="174333"/>
                  <a:pt x="134333" y="173041"/>
                  <a:pt x="137269" y="173041"/>
                </a:cubicBezTo>
                <a:cubicBezTo>
                  <a:pt x="140206" y="173041"/>
                  <a:pt x="143261" y="173511"/>
                  <a:pt x="146432" y="174450"/>
                </a:cubicBezTo>
                <a:cubicBezTo>
                  <a:pt x="149604" y="175390"/>
                  <a:pt x="151190" y="176565"/>
                  <a:pt x="151190" y="177975"/>
                </a:cubicBezTo>
                <a:cubicBezTo>
                  <a:pt x="151190" y="181264"/>
                  <a:pt x="140852" y="185845"/>
                  <a:pt x="120177" y="191719"/>
                </a:cubicBezTo>
                <a:lnTo>
                  <a:pt x="119472" y="224847"/>
                </a:lnTo>
                <a:cubicBezTo>
                  <a:pt x="142497" y="217799"/>
                  <a:pt x="156007" y="214274"/>
                  <a:pt x="160001" y="214274"/>
                </a:cubicBezTo>
                <a:cubicBezTo>
                  <a:pt x="163995" y="214274"/>
                  <a:pt x="165992" y="215273"/>
                  <a:pt x="165992" y="217270"/>
                </a:cubicBezTo>
                <a:cubicBezTo>
                  <a:pt x="165992" y="219267"/>
                  <a:pt x="160236" y="222204"/>
                  <a:pt x="148723" y="226081"/>
                </a:cubicBezTo>
                <a:cubicBezTo>
                  <a:pt x="137211" y="229957"/>
                  <a:pt x="120882" y="235949"/>
                  <a:pt x="99736" y="244054"/>
                </a:cubicBezTo>
                <a:cubicBezTo>
                  <a:pt x="78591" y="252160"/>
                  <a:pt x="65375" y="257388"/>
                  <a:pt x="60088" y="259737"/>
                </a:cubicBezTo>
                <a:cubicBezTo>
                  <a:pt x="54802" y="262087"/>
                  <a:pt x="50808" y="263261"/>
                  <a:pt x="48106" y="263261"/>
                </a:cubicBezTo>
                <a:cubicBezTo>
                  <a:pt x="45404" y="263261"/>
                  <a:pt x="41762" y="261264"/>
                  <a:pt x="37181" y="257270"/>
                </a:cubicBezTo>
                <a:cubicBezTo>
                  <a:pt x="32599" y="253276"/>
                  <a:pt x="30308" y="250222"/>
                  <a:pt x="30308" y="248107"/>
                </a:cubicBezTo>
                <a:cubicBezTo>
                  <a:pt x="30308" y="245993"/>
                  <a:pt x="33363" y="244818"/>
                  <a:pt x="39471" y="244583"/>
                </a:cubicBezTo>
                <a:cubicBezTo>
                  <a:pt x="49339" y="244113"/>
                  <a:pt x="71307" y="238827"/>
                  <a:pt x="105375" y="228724"/>
                </a:cubicBezTo>
                <a:lnTo>
                  <a:pt x="105375" y="195948"/>
                </a:lnTo>
                <a:cubicBezTo>
                  <a:pt x="90808" y="199942"/>
                  <a:pt x="79295" y="201940"/>
                  <a:pt x="70837" y="201940"/>
                </a:cubicBezTo>
                <a:cubicBezTo>
                  <a:pt x="62379" y="201940"/>
                  <a:pt x="58150" y="200647"/>
                  <a:pt x="58150" y="198063"/>
                </a:cubicBezTo>
                <a:cubicBezTo>
                  <a:pt x="58150" y="196183"/>
                  <a:pt x="61381" y="194715"/>
                  <a:pt x="67842" y="193658"/>
                </a:cubicBezTo>
                <a:cubicBezTo>
                  <a:pt x="74303" y="192600"/>
                  <a:pt x="86814" y="188782"/>
                  <a:pt x="105375" y="182204"/>
                </a:cubicBezTo>
                <a:cubicBezTo>
                  <a:pt x="105375" y="165992"/>
                  <a:pt x="103730" y="154127"/>
                  <a:pt x="100441" y="146609"/>
                </a:cubicBezTo>
                <a:cubicBezTo>
                  <a:pt x="75066" y="152013"/>
                  <a:pt x="52981" y="158121"/>
                  <a:pt x="34185" y="164935"/>
                </a:cubicBezTo>
                <a:cubicBezTo>
                  <a:pt x="28546" y="167049"/>
                  <a:pt x="24376" y="168107"/>
                  <a:pt x="21674" y="168107"/>
                </a:cubicBezTo>
                <a:cubicBezTo>
                  <a:pt x="18972" y="168107"/>
                  <a:pt x="14684" y="166521"/>
                  <a:pt x="8810" y="163349"/>
                </a:cubicBezTo>
                <a:cubicBezTo>
                  <a:pt x="2937" y="160177"/>
                  <a:pt x="0" y="157475"/>
                  <a:pt x="0" y="155243"/>
                </a:cubicBezTo>
                <a:cubicBezTo>
                  <a:pt x="0" y="153011"/>
                  <a:pt x="3524" y="151895"/>
                  <a:pt x="10573" y="151895"/>
                </a:cubicBezTo>
                <a:cubicBezTo>
                  <a:pt x="17621" y="151895"/>
                  <a:pt x="30543" y="150192"/>
                  <a:pt x="49339" y="146785"/>
                </a:cubicBezTo>
                <a:cubicBezTo>
                  <a:pt x="68135" y="143378"/>
                  <a:pt x="87636" y="139090"/>
                  <a:pt x="107842" y="133922"/>
                </a:cubicBezTo>
                <a:lnTo>
                  <a:pt x="107842" y="100441"/>
                </a:lnTo>
                <a:cubicBezTo>
                  <a:pt x="87636" y="104905"/>
                  <a:pt x="75301" y="107137"/>
                  <a:pt x="70837" y="107137"/>
                </a:cubicBezTo>
                <a:cubicBezTo>
                  <a:pt x="66373" y="107137"/>
                  <a:pt x="62790" y="106667"/>
                  <a:pt x="60088" y="105728"/>
                </a:cubicBezTo>
                <a:cubicBezTo>
                  <a:pt x="57386" y="104788"/>
                  <a:pt x="56035" y="103613"/>
                  <a:pt x="56035" y="102203"/>
                </a:cubicBezTo>
                <a:cubicBezTo>
                  <a:pt x="56035" y="100794"/>
                  <a:pt x="58737" y="99678"/>
                  <a:pt x="64141" y="98855"/>
                </a:cubicBezTo>
                <a:cubicBezTo>
                  <a:pt x="69545" y="98033"/>
                  <a:pt x="84112" y="94097"/>
                  <a:pt x="107842" y="87049"/>
                </a:cubicBezTo>
                <a:cubicBezTo>
                  <a:pt x="107607" y="57680"/>
                  <a:pt x="104905" y="39707"/>
                  <a:pt x="99736" y="33128"/>
                </a:cubicBezTo>
                <a:cubicBezTo>
                  <a:pt x="96212" y="28429"/>
                  <a:pt x="94450" y="24670"/>
                  <a:pt x="94450" y="21850"/>
                </a:cubicBezTo>
                <a:cubicBezTo>
                  <a:pt x="94450" y="18561"/>
                  <a:pt x="96564" y="16916"/>
                  <a:pt x="100793" y="16916"/>
                </a:cubicBezTo>
                <a:close/>
                <a:moveTo>
                  <a:pt x="221675" y="13392"/>
                </a:moveTo>
                <a:cubicBezTo>
                  <a:pt x="225669" y="13392"/>
                  <a:pt x="232483" y="14919"/>
                  <a:pt x="242116" y="17974"/>
                </a:cubicBezTo>
                <a:cubicBezTo>
                  <a:pt x="251749" y="21028"/>
                  <a:pt x="256565" y="24670"/>
                  <a:pt x="256565" y="28899"/>
                </a:cubicBezTo>
                <a:cubicBezTo>
                  <a:pt x="256565" y="30778"/>
                  <a:pt x="255743" y="33715"/>
                  <a:pt x="254098" y="37709"/>
                </a:cubicBezTo>
                <a:cubicBezTo>
                  <a:pt x="250809" y="45228"/>
                  <a:pt x="249517" y="69780"/>
                  <a:pt x="250222" y="111366"/>
                </a:cubicBezTo>
                <a:cubicBezTo>
                  <a:pt x="261734" y="108312"/>
                  <a:pt x="270662" y="105845"/>
                  <a:pt x="277006" y="103965"/>
                </a:cubicBezTo>
                <a:cubicBezTo>
                  <a:pt x="283350" y="102086"/>
                  <a:pt x="289576" y="101146"/>
                  <a:pt x="295684" y="101146"/>
                </a:cubicBezTo>
                <a:cubicBezTo>
                  <a:pt x="301793" y="101146"/>
                  <a:pt x="307549" y="102732"/>
                  <a:pt x="312953" y="105904"/>
                </a:cubicBezTo>
                <a:cubicBezTo>
                  <a:pt x="318357" y="109076"/>
                  <a:pt x="321059" y="112071"/>
                  <a:pt x="321059" y="114891"/>
                </a:cubicBezTo>
                <a:cubicBezTo>
                  <a:pt x="321059" y="118650"/>
                  <a:pt x="315890" y="120529"/>
                  <a:pt x="305552" y="120529"/>
                </a:cubicBezTo>
                <a:lnTo>
                  <a:pt x="294980" y="120177"/>
                </a:lnTo>
                <a:cubicBezTo>
                  <a:pt x="283467" y="120177"/>
                  <a:pt x="268548" y="121587"/>
                  <a:pt x="250222" y="124406"/>
                </a:cubicBezTo>
                <a:cubicBezTo>
                  <a:pt x="251161" y="157299"/>
                  <a:pt x="252512" y="187725"/>
                  <a:pt x="254274" y="215684"/>
                </a:cubicBezTo>
                <a:cubicBezTo>
                  <a:pt x="256037" y="243643"/>
                  <a:pt x="256918" y="258562"/>
                  <a:pt x="256918" y="260442"/>
                </a:cubicBezTo>
                <a:cubicBezTo>
                  <a:pt x="256918" y="274069"/>
                  <a:pt x="254509" y="286052"/>
                  <a:pt x="249693" y="296389"/>
                </a:cubicBezTo>
                <a:cubicBezTo>
                  <a:pt x="244876" y="306727"/>
                  <a:pt x="240706" y="311896"/>
                  <a:pt x="237182" y="311896"/>
                </a:cubicBezTo>
                <a:cubicBezTo>
                  <a:pt x="233658" y="311896"/>
                  <a:pt x="230721" y="310251"/>
                  <a:pt x="228371" y="306962"/>
                </a:cubicBezTo>
                <a:cubicBezTo>
                  <a:pt x="221088" y="297564"/>
                  <a:pt x="213804" y="289458"/>
                  <a:pt x="206521" y="282645"/>
                </a:cubicBezTo>
                <a:cubicBezTo>
                  <a:pt x="199237" y="275831"/>
                  <a:pt x="195596" y="271896"/>
                  <a:pt x="195596" y="270839"/>
                </a:cubicBezTo>
                <a:cubicBezTo>
                  <a:pt x="195596" y="269781"/>
                  <a:pt x="196418" y="269253"/>
                  <a:pt x="198063" y="269253"/>
                </a:cubicBezTo>
                <a:cubicBezTo>
                  <a:pt x="199707" y="269253"/>
                  <a:pt x="203643" y="270016"/>
                  <a:pt x="209869" y="271543"/>
                </a:cubicBezTo>
                <a:cubicBezTo>
                  <a:pt x="216095" y="273071"/>
                  <a:pt x="221029" y="273834"/>
                  <a:pt x="224671" y="273834"/>
                </a:cubicBezTo>
                <a:cubicBezTo>
                  <a:pt x="228313" y="273834"/>
                  <a:pt x="230897" y="273188"/>
                  <a:pt x="232424" y="271896"/>
                </a:cubicBezTo>
                <a:cubicBezTo>
                  <a:pt x="233951" y="270604"/>
                  <a:pt x="234891" y="268489"/>
                  <a:pt x="235244" y="265552"/>
                </a:cubicBezTo>
                <a:cubicBezTo>
                  <a:pt x="235596" y="262615"/>
                  <a:pt x="236007" y="254627"/>
                  <a:pt x="236477" y="241587"/>
                </a:cubicBezTo>
                <a:cubicBezTo>
                  <a:pt x="236947" y="228548"/>
                  <a:pt x="237182" y="212336"/>
                  <a:pt x="237182" y="192953"/>
                </a:cubicBezTo>
                <a:cubicBezTo>
                  <a:pt x="237182" y="173569"/>
                  <a:pt x="236829" y="151425"/>
                  <a:pt x="236125" y="126521"/>
                </a:cubicBezTo>
                <a:cubicBezTo>
                  <a:pt x="222263" y="128870"/>
                  <a:pt x="211983" y="131161"/>
                  <a:pt x="205287" y="133393"/>
                </a:cubicBezTo>
                <a:cubicBezTo>
                  <a:pt x="198591" y="135625"/>
                  <a:pt x="193834" y="136741"/>
                  <a:pt x="191014" y="136741"/>
                </a:cubicBezTo>
                <a:cubicBezTo>
                  <a:pt x="188195" y="136741"/>
                  <a:pt x="184964" y="135860"/>
                  <a:pt x="181323" y="134098"/>
                </a:cubicBezTo>
                <a:cubicBezTo>
                  <a:pt x="177681" y="132336"/>
                  <a:pt x="175860" y="130515"/>
                  <a:pt x="175860" y="128635"/>
                </a:cubicBezTo>
                <a:cubicBezTo>
                  <a:pt x="175860" y="126756"/>
                  <a:pt x="178209" y="125463"/>
                  <a:pt x="182908" y="124758"/>
                </a:cubicBezTo>
                <a:cubicBezTo>
                  <a:pt x="192776" y="123349"/>
                  <a:pt x="210398" y="119942"/>
                  <a:pt x="235772" y="114538"/>
                </a:cubicBezTo>
                <a:cubicBezTo>
                  <a:pt x="234597" y="88694"/>
                  <a:pt x="232835" y="68664"/>
                  <a:pt x="230486" y="54450"/>
                </a:cubicBezTo>
                <a:cubicBezTo>
                  <a:pt x="228136" y="40235"/>
                  <a:pt x="225082" y="31013"/>
                  <a:pt x="221323" y="26784"/>
                </a:cubicBezTo>
                <a:cubicBezTo>
                  <a:pt x="217564" y="22555"/>
                  <a:pt x="215684" y="19266"/>
                  <a:pt x="215684" y="16916"/>
                </a:cubicBezTo>
                <a:cubicBezTo>
                  <a:pt x="215684" y="14567"/>
                  <a:pt x="217681" y="13392"/>
                  <a:pt x="221675" y="13392"/>
                </a:cubicBezTo>
                <a:close/>
                <a:moveTo>
                  <a:pt x="464496" y="8458"/>
                </a:moveTo>
                <a:cubicBezTo>
                  <a:pt x="467785" y="8458"/>
                  <a:pt x="473072" y="10044"/>
                  <a:pt x="480355" y="13216"/>
                </a:cubicBezTo>
                <a:cubicBezTo>
                  <a:pt x="487639" y="16388"/>
                  <a:pt x="491280" y="19853"/>
                  <a:pt x="491280" y="23612"/>
                </a:cubicBezTo>
                <a:cubicBezTo>
                  <a:pt x="491280" y="25022"/>
                  <a:pt x="490928" y="26784"/>
                  <a:pt x="490223" y="28899"/>
                </a:cubicBezTo>
                <a:cubicBezTo>
                  <a:pt x="488343" y="35008"/>
                  <a:pt x="487404" y="50632"/>
                  <a:pt x="487404" y="75771"/>
                </a:cubicBezTo>
                <a:lnTo>
                  <a:pt x="488108" y="112071"/>
                </a:lnTo>
                <a:cubicBezTo>
                  <a:pt x="488108" y="132747"/>
                  <a:pt x="485759" y="143085"/>
                  <a:pt x="481060" y="143085"/>
                </a:cubicBezTo>
                <a:cubicBezTo>
                  <a:pt x="478475" y="143085"/>
                  <a:pt x="476008" y="140735"/>
                  <a:pt x="473659" y="136036"/>
                </a:cubicBezTo>
                <a:cubicBezTo>
                  <a:pt x="471310" y="131337"/>
                  <a:pt x="470135" y="127519"/>
                  <a:pt x="470135" y="124582"/>
                </a:cubicBezTo>
                <a:cubicBezTo>
                  <a:pt x="470135" y="121645"/>
                  <a:pt x="470546" y="118239"/>
                  <a:pt x="471368" y="114362"/>
                </a:cubicBezTo>
                <a:cubicBezTo>
                  <a:pt x="472191" y="110485"/>
                  <a:pt x="472602" y="106315"/>
                  <a:pt x="472602" y="101851"/>
                </a:cubicBezTo>
                <a:cubicBezTo>
                  <a:pt x="451456" y="113598"/>
                  <a:pt x="436889" y="122174"/>
                  <a:pt x="428901" y="127578"/>
                </a:cubicBezTo>
                <a:cubicBezTo>
                  <a:pt x="420913" y="132982"/>
                  <a:pt x="415333" y="135684"/>
                  <a:pt x="412161" y="135684"/>
                </a:cubicBezTo>
                <a:cubicBezTo>
                  <a:pt x="408989" y="135684"/>
                  <a:pt x="404584" y="133510"/>
                  <a:pt x="398945" y="129164"/>
                </a:cubicBezTo>
                <a:cubicBezTo>
                  <a:pt x="393306" y="124817"/>
                  <a:pt x="390487" y="121469"/>
                  <a:pt x="390487" y="119120"/>
                </a:cubicBezTo>
                <a:cubicBezTo>
                  <a:pt x="390487" y="116770"/>
                  <a:pt x="391250" y="115302"/>
                  <a:pt x="392777" y="114714"/>
                </a:cubicBezTo>
                <a:cubicBezTo>
                  <a:pt x="394305" y="114127"/>
                  <a:pt x="397300" y="113833"/>
                  <a:pt x="401764" y="113833"/>
                </a:cubicBezTo>
                <a:cubicBezTo>
                  <a:pt x="416801" y="113833"/>
                  <a:pt x="440414" y="107255"/>
                  <a:pt x="472602" y="94097"/>
                </a:cubicBezTo>
                <a:cubicBezTo>
                  <a:pt x="471897" y="64729"/>
                  <a:pt x="470957" y="45933"/>
                  <a:pt x="469782" y="37709"/>
                </a:cubicBezTo>
                <a:cubicBezTo>
                  <a:pt x="468608" y="29486"/>
                  <a:pt x="466141" y="23025"/>
                  <a:pt x="462381" y="18326"/>
                </a:cubicBezTo>
                <a:cubicBezTo>
                  <a:pt x="460502" y="15977"/>
                  <a:pt x="459562" y="13745"/>
                  <a:pt x="459562" y="11630"/>
                </a:cubicBezTo>
                <a:cubicBezTo>
                  <a:pt x="459562" y="9515"/>
                  <a:pt x="461207" y="8458"/>
                  <a:pt x="464496" y="8458"/>
                </a:cubicBezTo>
                <a:close/>
                <a:moveTo>
                  <a:pt x="552250" y="0"/>
                </a:moveTo>
                <a:cubicBezTo>
                  <a:pt x="555069" y="0"/>
                  <a:pt x="560532" y="1645"/>
                  <a:pt x="568638" y="4934"/>
                </a:cubicBezTo>
                <a:cubicBezTo>
                  <a:pt x="576743" y="8223"/>
                  <a:pt x="580796" y="12100"/>
                  <a:pt x="580796" y="16564"/>
                </a:cubicBezTo>
                <a:cubicBezTo>
                  <a:pt x="580796" y="18444"/>
                  <a:pt x="580091" y="21087"/>
                  <a:pt x="578682" y="24494"/>
                </a:cubicBezTo>
                <a:cubicBezTo>
                  <a:pt x="577272" y="27900"/>
                  <a:pt x="575745" y="37709"/>
                  <a:pt x="574100" y="53921"/>
                </a:cubicBezTo>
                <a:cubicBezTo>
                  <a:pt x="586787" y="51337"/>
                  <a:pt x="595363" y="49398"/>
                  <a:pt x="599827" y="48106"/>
                </a:cubicBezTo>
                <a:cubicBezTo>
                  <a:pt x="604291" y="46814"/>
                  <a:pt x="608931" y="46168"/>
                  <a:pt x="613748" y="46168"/>
                </a:cubicBezTo>
                <a:cubicBezTo>
                  <a:pt x="618564" y="46168"/>
                  <a:pt x="623381" y="47284"/>
                  <a:pt x="628197" y="49516"/>
                </a:cubicBezTo>
                <a:cubicBezTo>
                  <a:pt x="633014" y="51748"/>
                  <a:pt x="635422" y="54097"/>
                  <a:pt x="635422" y="56564"/>
                </a:cubicBezTo>
                <a:cubicBezTo>
                  <a:pt x="635422" y="59031"/>
                  <a:pt x="634012" y="60793"/>
                  <a:pt x="631193" y="61851"/>
                </a:cubicBezTo>
                <a:cubicBezTo>
                  <a:pt x="628374" y="62908"/>
                  <a:pt x="623205" y="63437"/>
                  <a:pt x="615686" y="63437"/>
                </a:cubicBezTo>
                <a:cubicBezTo>
                  <a:pt x="608168" y="63437"/>
                  <a:pt x="594071" y="64729"/>
                  <a:pt x="573395" y="67313"/>
                </a:cubicBezTo>
                <a:lnTo>
                  <a:pt x="571633" y="102908"/>
                </a:lnTo>
                <a:cubicBezTo>
                  <a:pt x="580796" y="101498"/>
                  <a:pt x="586846" y="100382"/>
                  <a:pt x="589783" y="99560"/>
                </a:cubicBezTo>
                <a:cubicBezTo>
                  <a:pt x="592720" y="98738"/>
                  <a:pt x="596949" y="98327"/>
                  <a:pt x="602470" y="98327"/>
                </a:cubicBezTo>
                <a:cubicBezTo>
                  <a:pt x="607992" y="98327"/>
                  <a:pt x="612279" y="99560"/>
                  <a:pt x="615334" y="102027"/>
                </a:cubicBezTo>
                <a:cubicBezTo>
                  <a:pt x="618388" y="104494"/>
                  <a:pt x="619915" y="106785"/>
                  <a:pt x="619915" y="108899"/>
                </a:cubicBezTo>
                <a:cubicBezTo>
                  <a:pt x="619915" y="111014"/>
                  <a:pt x="614981" y="112424"/>
                  <a:pt x="605114" y="113128"/>
                </a:cubicBezTo>
                <a:cubicBezTo>
                  <a:pt x="581618" y="114538"/>
                  <a:pt x="562823" y="116653"/>
                  <a:pt x="548726" y="119472"/>
                </a:cubicBezTo>
                <a:cubicBezTo>
                  <a:pt x="544261" y="120412"/>
                  <a:pt x="539680" y="120882"/>
                  <a:pt x="534981" y="120882"/>
                </a:cubicBezTo>
                <a:cubicBezTo>
                  <a:pt x="530282" y="120882"/>
                  <a:pt x="526053" y="119883"/>
                  <a:pt x="522294" y="117886"/>
                </a:cubicBezTo>
                <a:cubicBezTo>
                  <a:pt x="518534" y="115889"/>
                  <a:pt x="516655" y="114186"/>
                  <a:pt x="516655" y="112776"/>
                </a:cubicBezTo>
                <a:cubicBezTo>
                  <a:pt x="516655" y="111366"/>
                  <a:pt x="519181" y="110427"/>
                  <a:pt x="524232" y="109957"/>
                </a:cubicBezTo>
                <a:cubicBezTo>
                  <a:pt x="529283" y="109487"/>
                  <a:pt x="540267" y="107960"/>
                  <a:pt x="557184" y="105375"/>
                </a:cubicBezTo>
                <a:lnTo>
                  <a:pt x="557184" y="69780"/>
                </a:lnTo>
                <a:cubicBezTo>
                  <a:pt x="544966" y="71895"/>
                  <a:pt x="536214" y="73598"/>
                  <a:pt x="530928" y="74890"/>
                </a:cubicBezTo>
                <a:cubicBezTo>
                  <a:pt x="525642" y="76183"/>
                  <a:pt x="520766" y="76829"/>
                  <a:pt x="516302" y="76829"/>
                </a:cubicBezTo>
                <a:cubicBezTo>
                  <a:pt x="511838" y="76829"/>
                  <a:pt x="507668" y="75948"/>
                  <a:pt x="503791" y="74185"/>
                </a:cubicBezTo>
                <a:cubicBezTo>
                  <a:pt x="499915" y="72423"/>
                  <a:pt x="497976" y="70720"/>
                  <a:pt x="497976" y="69075"/>
                </a:cubicBezTo>
                <a:cubicBezTo>
                  <a:pt x="497976" y="67431"/>
                  <a:pt x="499738" y="66491"/>
                  <a:pt x="503263" y="66256"/>
                </a:cubicBezTo>
                <a:cubicBezTo>
                  <a:pt x="509606" y="65786"/>
                  <a:pt x="527698" y="62849"/>
                  <a:pt x="557536" y="57445"/>
                </a:cubicBezTo>
                <a:cubicBezTo>
                  <a:pt x="557536" y="34420"/>
                  <a:pt x="555950" y="20264"/>
                  <a:pt x="552778" y="14978"/>
                </a:cubicBezTo>
                <a:cubicBezTo>
                  <a:pt x="549607" y="9692"/>
                  <a:pt x="548021" y="5874"/>
                  <a:pt x="548021" y="3524"/>
                </a:cubicBezTo>
                <a:cubicBezTo>
                  <a:pt x="548021" y="1175"/>
                  <a:pt x="549430" y="0"/>
                  <a:pt x="552250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2298552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D823067-78D8-402B-B856-8B75DA08F0BC}"/>
              </a:ext>
            </a:extLst>
          </p:cNvPr>
          <p:cNvSpPr txBox="1"/>
          <p:nvPr/>
        </p:nvSpPr>
        <p:spPr>
          <a:xfrm>
            <a:off x="2831610" y="2741300"/>
            <a:ext cx="3191763" cy="424917"/>
          </a:xfrm>
          <a:custGeom>
            <a:avLst/>
            <a:gdLst/>
            <a:ahLst/>
            <a:cxnLst/>
            <a:rect l="l" t="t" r="r" b="b"/>
            <a:pathLst>
              <a:path w="3191763" h="424917">
                <a:moveTo>
                  <a:pt x="1880249" y="333249"/>
                </a:moveTo>
                <a:cubicBezTo>
                  <a:pt x="1922516" y="335944"/>
                  <a:pt x="1986573" y="337292"/>
                  <a:pt x="2072419" y="337292"/>
                </a:cubicBezTo>
                <a:cubicBezTo>
                  <a:pt x="2158266" y="337292"/>
                  <a:pt x="2227328" y="335944"/>
                  <a:pt x="2279606" y="333249"/>
                </a:cubicBezTo>
                <a:lnTo>
                  <a:pt x="2279606" y="374682"/>
                </a:lnTo>
                <a:cubicBezTo>
                  <a:pt x="2232090" y="371692"/>
                  <a:pt x="2165376" y="370196"/>
                  <a:pt x="2079463" y="370196"/>
                </a:cubicBezTo>
                <a:cubicBezTo>
                  <a:pt x="1993550" y="370196"/>
                  <a:pt x="1927145" y="371692"/>
                  <a:pt x="1880249" y="374682"/>
                </a:cubicBezTo>
                <a:close/>
                <a:moveTo>
                  <a:pt x="2901127" y="325798"/>
                </a:moveTo>
                <a:lnTo>
                  <a:pt x="2901127" y="363302"/>
                </a:lnTo>
                <a:lnTo>
                  <a:pt x="3102780" y="363302"/>
                </a:lnTo>
                <a:lnTo>
                  <a:pt x="3102780" y="325798"/>
                </a:lnTo>
                <a:close/>
                <a:moveTo>
                  <a:pt x="1552988" y="292158"/>
                </a:moveTo>
                <a:lnTo>
                  <a:pt x="1570721" y="305983"/>
                </a:lnTo>
                <a:cubicBezTo>
                  <a:pt x="1592531" y="321932"/>
                  <a:pt x="1613816" y="334309"/>
                  <a:pt x="1634575" y="343114"/>
                </a:cubicBezTo>
                <a:cubicBezTo>
                  <a:pt x="1662112" y="328931"/>
                  <a:pt x="1683401" y="311946"/>
                  <a:pt x="1698441" y="292158"/>
                </a:cubicBezTo>
                <a:close/>
                <a:moveTo>
                  <a:pt x="255832" y="230714"/>
                </a:moveTo>
                <a:lnTo>
                  <a:pt x="255832" y="288407"/>
                </a:lnTo>
                <a:lnTo>
                  <a:pt x="365095" y="288407"/>
                </a:lnTo>
                <a:lnTo>
                  <a:pt x="365095" y="230714"/>
                </a:lnTo>
                <a:close/>
                <a:moveTo>
                  <a:pt x="2901127" y="212319"/>
                </a:moveTo>
                <a:lnTo>
                  <a:pt x="2901127" y="242209"/>
                </a:lnTo>
                <a:lnTo>
                  <a:pt x="3079906" y="242209"/>
                </a:lnTo>
                <a:lnTo>
                  <a:pt x="3079906" y="212319"/>
                </a:lnTo>
                <a:close/>
                <a:moveTo>
                  <a:pt x="217977" y="197796"/>
                </a:moveTo>
                <a:cubicBezTo>
                  <a:pt x="244271" y="199896"/>
                  <a:pt x="275234" y="200946"/>
                  <a:pt x="310867" y="200946"/>
                </a:cubicBezTo>
                <a:cubicBezTo>
                  <a:pt x="346500" y="200946"/>
                  <a:pt x="377490" y="199896"/>
                  <a:pt x="403836" y="197796"/>
                </a:cubicBezTo>
                <a:cubicBezTo>
                  <a:pt x="402641" y="206730"/>
                  <a:pt x="402043" y="216777"/>
                  <a:pt x="402043" y="227935"/>
                </a:cubicBezTo>
                <a:lnTo>
                  <a:pt x="402043" y="297001"/>
                </a:lnTo>
                <a:cubicBezTo>
                  <a:pt x="402043" y="312032"/>
                  <a:pt x="402493" y="328358"/>
                  <a:pt x="403393" y="345979"/>
                </a:cubicBezTo>
                <a:lnTo>
                  <a:pt x="365095" y="345979"/>
                </a:lnTo>
                <a:lnTo>
                  <a:pt x="365095" y="317275"/>
                </a:lnTo>
                <a:lnTo>
                  <a:pt x="255832" y="317275"/>
                </a:lnTo>
                <a:lnTo>
                  <a:pt x="255832" y="351808"/>
                </a:lnTo>
                <a:lnTo>
                  <a:pt x="217977" y="351808"/>
                </a:lnTo>
                <a:cubicBezTo>
                  <a:pt x="219472" y="331201"/>
                  <a:pt x="220220" y="313382"/>
                  <a:pt x="220220" y="298351"/>
                </a:cubicBezTo>
                <a:lnTo>
                  <a:pt x="220220" y="227935"/>
                </a:lnTo>
                <a:cubicBezTo>
                  <a:pt x="220220" y="218506"/>
                  <a:pt x="219472" y="208459"/>
                  <a:pt x="217977" y="197796"/>
                </a:cubicBezTo>
                <a:close/>
                <a:moveTo>
                  <a:pt x="1525490" y="183166"/>
                </a:moveTo>
                <a:lnTo>
                  <a:pt x="1525490" y="209019"/>
                </a:lnTo>
                <a:lnTo>
                  <a:pt x="1730730" y="209019"/>
                </a:lnTo>
                <a:lnTo>
                  <a:pt x="1730730" y="183166"/>
                </a:lnTo>
                <a:close/>
                <a:moveTo>
                  <a:pt x="2861929" y="179858"/>
                </a:moveTo>
                <a:cubicBezTo>
                  <a:pt x="2902167" y="181358"/>
                  <a:pt x="2946064" y="182108"/>
                  <a:pt x="2993620" y="182108"/>
                </a:cubicBezTo>
                <a:cubicBezTo>
                  <a:pt x="3041176" y="182108"/>
                  <a:pt x="3082404" y="181358"/>
                  <a:pt x="3117304" y="179858"/>
                </a:cubicBezTo>
                <a:cubicBezTo>
                  <a:pt x="3115513" y="194446"/>
                  <a:pt x="3114618" y="210876"/>
                  <a:pt x="3114618" y="229150"/>
                </a:cubicBezTo>
                <a:cubicBezTo>
                  <a:pt x="3114618" y="247424"/>
                  <a:pt x="3115513" y="262447"/>
                  <a:pt x="3117304" y="274220"/>
                </a:cubicBezTo>
                <a:cubicBezTo>
                  <a:pt x="3087176" y="272724"/>
                  <a:pt x="3048726" y="271977"/>
                  <a:pt x="3001953" y="271977"/>
                </a:cubicBezTo>
                <a:lnTo>
                  <a:pt x="2901127" y="271977"/>
                </a:lnTo>
                <a:lnTo>
                  <a:pt x="2901127" y="296030"/>
                </a:lnTo>
                <a:lnTo>
                  <a:pt x="3004647" y="296030"/>
                </a:lnTo>
                <a:cubicBezTo>
                  <a:pt x="3048938" y="296030"/>
                  <a:pt x="3094565" y="295280"/>
                  <a:pt x="3141528" y="293779"/>
                </a:cubicBezTo>
                <a:cubicBezTo>
                  <a:pt x="3140033" y="302114"/>
                  <a:pt x="3139285" y="313803"/>
                  <a:pt x="3139285" y="328848"/>
                </a:cubicBezTo>
                <a:lnTo>
                  <a:pt x="3139285" y="377740"/>
                </a:lnTo>
                <a:cubicBezTo>
                  <a:pt x="3139285" y="388898"/>
                  <a:pt x="3140330" y="402083"/>
                  <a:pt x="3142421" y="417295"/>
                </a:cubicBezTo>
                <a:lnTo>
                  <a:pt x="3102780" y="417295"/>
                </a:lnTo>
                <a:lnTo>
                  <a:pt x="3102780" y="393971"/>
                </a:lnTo>
                <a:lnTo>
                  <a:pt x="2901127" y="393971"/>
                </a:lnTo>
                <a:cubicBezTo>
                  <a:pt x="2901660" y="404229"/>
                  <a:pt x="2902405" y="414395"/>
                  <a:pt x="2903362" y="424467"/>
                </a:cubicBezTo>
                <a:lnTo>
                  <a:pt x="2861029" y="424467"/>
                </a:lnTo>
                <a:cubicBezTo>
                  <a:pt x="2863424" y="406055"/>
                  <a:pt x="2864622" y="391225"/>
                  <a:pt x="2864622" y="379976"/>
                </a:cubicBezTo>
                <a:lnTo>
                  <a:pt x="2864622" y="228378"/>
                </a:lnTo>
                <a:cubicBezTo>
                  <a:pt x="2864622" y="206823"/>
                  <a:pt x="2863724" y="190650"/>
                  <a:pt x="2861929" y="179858"/>
                </a:cubicBezTo>
                <a:close/>
                <a:moveTo>
                  <a:pt x="1159600" y="174472"/>
                </a:moveTo>
                <a:lnTo>
                  <a:pt x="1194211" y="182923"/>
                </a:lnTo>
                <a:cubicBezTo>
                  <a:pt x="1187448" y="215489"/>
                  <a:pt x="1176999" y="246816"/>
                  <a:pt x="1162864" y="276906"/>
                </a:cubicBezTo>
                <a:lnTo>
                  <a:pt x="1129453" y="264776"/>
                </a:lnTo>
                <a:cubicBezTo>
                  <a:pt x="1145660" y="238749"/>
                  <a:pt x="1155708" y="208647"/>
                  <a:pt x="1159600" y="174472"/>
                </a:cubicBezTo>
                <a:close/>
                <a:moveTo>
                  <a:pt x="1295359" y="163706"/>
                </a:moveTo>
                <a:cubicBezTo>
                  <a:pt x="1306380" y="170964"/>
                  <a:pt x="1317412" y="176084"/>
                  <a:pt x="1328456" y="179065"/>
                </a:cubicBezTo>
                <a:cubicBezTo>
                  <a:pt x="1335838" y="181280"/>
                  <a:pt x="1339529" y="184532"/>
                  <a:pt x="1339529" y="188823"/>
                </a:cubicBezTo>
                <a:cubicBezTo>
                  <a:pt x="1339529" y="193114"/>
                  <a:pt x="1335798" y="196139"/>
                  <a:pt x="1328335" y="197896"/>
                </a:cubicBezTo>
                <a:cubicBezTo>
                  <a:pt x="1325744" y="198496"/>
                  <a:pt x="1320031" y="206398"/>
                  <a:pt x="1311197" y="221603"/>
                </a:cubicBezTo>
                <a:cubicBezTo>
                  <a:pt x="1302362" y="236807"/>
                  <a:pt x="1291240" y="252850"/>
                  <a:pt x="1277828" y="269734"/>
                </a:cubicBezTo>
                <a:lnTo>
                  <a:pt x="1250554" y="253889"/>
                </a:lnTo>
                <a:cubicBezTo>
                  <a:pt x="1275185" y="224099"/>
                  <a:pt x="1290120" y="194038"/>
                  <a:pt x="1295359" y="163706"/>
                </a:cubicBezTo>
                <a:close/>
                <a:moveTo>
                  <a:pt x="1525490" y="126208"/>
                </a:moveTo>
                <a:lnTo>
                  <a:pt x="1525490" y="154298"/>
                </a:lnTo>
                <a:lnTo>
                  <a:pt x="1730730" y="154298"/>
                </a:lnTo>
                <a:lnTo>
                  <a:pt x="1730730" y="126208"/>
                </a:lnTo>
                <a:close/>
                <a:moveTo>
                  <a:pt x="747517" y="121272"/>
                </a:moveTo>
                <a:cubicBezTo>
                  <a:pt x="746969" y="150885"/>
                  <a:pt x="745376" y="181180"/>
                  <a:pt x="742738" y="212155"/>
                </a:cubicBezTo>
                <a:lnTo>
                  <a:pt x="806446" y="212155"/>
                </a:lnTo>
                <a:lnTo>
                  <a:pt x="811189" y="121272"/>
                </a:lnTo>
                <a:close/>
                <a:moveTo>
                  <a:pt x="1203012" y="118407"/>
                </a:moveTo>
                <a:cubicBezTo>
                  <a:pt x="1217471" y="120808"/>
                  <a:pt x="1231104" y="122008"/>
                  <a:pt x="1243910" y="122008"/>
                </a:cubicBezTo>
                <a:cubicBezTo>
                  <a:pt x="1252940" y="122008"/>
                  <a:pt x="1257455" y="124615"/>
                  <a:pt x="1257455" y="129830"/>
                </a:cubicBezTo>
                <a:cubicBezTo>
                  <a:pt x="1257455" y="135045"/>
                  <a:pt x="1255511" y="138841"/>
                  <a:pt x="1251625" y="141217"/>
                </a:cubicBezTo>
                <a:cubicBezTo>
                  <a:pt x="1245043" y="145423"/>
                  <a:pt x="1241752" y="166852"/>
                  <a:pt x="1241752" y="205504"/>
                </a:cubicBezTo>
                <a:cubicBezTo>
                  <a:pt x="1241752" y="211643"/>
                  <a:pt x="1241445" y="220739"/>
                  <a:pt x="1240831" y="232793"/>
                </a:cubicBezTo>
                <a:cubicBezTo>
                  <a:pt x="1249899" y="268202"/>
                  <a:pt x="1263583" y="296887"/>
                  <a:pt x="1281883" y="318847"/>
                </a:cubicBezTo>
                <a:cubicBezTo>
                  <a:pt x="1300182" y="340807"/>
                  <a:pt x="1328220" y="362350"/>
                  <a:pt x="1365997" y="383476"/>
                </a:cubicBezTo>
                <a:cubicBezTo>
                  <a:pt x="1351938" y="393982"/>
                  <a:pt x="1342253" y="405105"/>
                  <a:pt x="1336943" y="416845"/>
                </a:cubicBezTo>
                <a:cubicBezTo>
                  <a:pt x="1301772" y="391213"/>
                  <a:pt x="1276100" y="368328"/>
                  <a:pt x="1259926" y="348190"/>
                </a:cubicBezTo>
                <a:cubicBezTo>
                  <a:pt x="1243753" y="328052"/>
                  <a:pt x="1233282" y="306383"/>
                  <a:pt x="1228515" y="283185"/>
                </a:cubicBezTo>
                <a:cubicBezTo>
                  <a:pt x="1214994" y="342169"/>
                  <a:pt x="1171646" y="388217"/>
                  <a:pt x="1098470" y="421331"/>
                </a:cubicBezTo>
                <a:cubicBezTo>
                  <a:pt x="1092108" y="410963"/>
                  <a:pt x="1082999" y="401362"/>
                  <a:pt x="1071145" y="392527"/>
                </a:cubicBezTo>
                <a:cubicBezTo>
                  <a:pt x="1115346" y="373558"/>
                  <a:pt x="1146979" y="353377"/>
                  <a:pt x="1166043" y="331984"/>
                </a:cubicBezTo>
                <a:cubicBezTo>
                  <a:pt x="1185107" y="310591"/>
                  <a:pt x="1197007" y="285249"/>
                  <a:pt x="1201740" y="255957"/>
                </a:cubicBezTo>
                <a:cubicBezTo>
                  <a:pt x="1206474" y="226665"/>
                  <a:pt x="1208841" y="201776"/>
                  <a:pt x="1208841" y="181290"/>
                </a:cubicBezTo>
                <a:cubicBezTo>
                  <a:pt x="1208841" y="160804"/>
                  <a:pt x="1206898" y="139843"/>
                  <a:pt x="1203012" y="118407"/>
                </a:cubicBezTo>
                <a:close/>
                <a:moveTo>
                  <a:pt x="951845" y="106749"/>
                </a:moveTo>
                <a:lnTo>
                  <a:pt x="989242" y="109342"/>
                </a:lnTo>
                <a:cubicBezTo>
                  <a:pt x="986485" y="154853"/>
                  <a:pt x="981660" y="193665"/>
                  <a:pt x="974769" y="225778"/>
                </a:cubicBezTo>
                <a:lnTo>
                  <a:pt x="938386" y="221542"/>
                </a:lnTo>
                <a:cubicBezTo>
                  <a:pt x="947954" y="180232"/>
                  <a:pt x="952440" y="141968"/>
                  <a:pt x="951845" y="106749"/>
                </a:cubicBezTo>
                <a:close/>
                <a:moveTo>
                  <a:pt x="490949" y="100470"/>
                </a:moveTo>
                <a:lnTo>
                  <a:pt x="528797" y="104606"/>
                </a:lnTo>
                <a:cubicBezTo>
                  <a:pt x="525420" y="150169"/>
                  <a:pt x="520374" y="194148"/>
                  <a:pt x="513659" y="236544"/>
                </a:cubicBezTo>
                <a:lnTo>
                  <a:pt x="476147" y="231257"/>
                </a:lnTo>
                <a:cubicBezTo>
                  <a:pt x="481858" y="209350"/>
                  <a:pt x="485901" y="190016"/>
                  <a:pt x="488277" y="173257"/>
                </a:cubicBezTo>
                <a:cubicBezTo>
                  <a:pt x="490654" y="156498"/>
                  <a:pt x="491544" y="132235"/>
                  <a:pt x="490949" y="100470"/>
                </a:cubicBezTo>
                <a:close/>
                <a:moveTo>
                  <a:pt x="607707" y="88804"/>
                </a:moveTo>
                <a:cubicBezTo>
                  <a:pt x="620761" y="117765"/>
                  <a:pt x="632431" y="150100"/>
                  <a:pt x="642718" y="185809"/>
                </a:cubicBezTo>
                <a:lnTo>
                  <a:pt x="607850" y="198417"/>
                </a:lnTo>
                <a:cubicBezTo>
                  <a:pt x="599110" y="158127"/>
                  <a:pt x="589147" y="126285"/>
                  <a:pt x="577960" y="102891"/>
                </a:cubicBezTo>
                <a:close/>
                <a:moveTo>
                  <a:pt x="2562306" y="68351"/>
                </a:moveTo>
                <a:cubicBezTo>
                  <a:pt x="2561866" y="129941"/>
                  <a:pt x="2559974" y="178181"/>
                  <a:pt x="2556630" y="213070"/>
                </a:cubicBezTo>
                <a:lnTo>
                  <a:pt x="2555751" y="221072"/>
                </a:lnTo>
                <a:lnTo>
                  <a:pt x="2584916" y="207662"/>
                </a:lnTo>
                <a:cubicBezTo>
                  <a:pt x="2598808" y="241423"/>
                  <a:pt x="2616579" y="272222"/>
                  <a:pt x="2638229" y="300059"/>
                </a:cubicBezTo>
                <a:cubicBezTo>
                  <a:pt x="2656670" y="273427"/>
                  <a:pt x="2668988" y="238949"/>
                  <a:pt x="2675184" y="196624"/>
                </a:cubicBezTo>
                <a:lnTo>
                  <a:pt x="2636701" y="196624"/>
                </a:lnTo>
                <a:cubicBezTo>
                  <a:pt x="2629100" y="196624"/>
                  <a:pt x="2618305" y="197522"/>
                  <a:pt x="2604318" y="199318"/>
                </a:cubicBezTo>
                <a:lnTo>
                  <a:pt x="2650960" y="68351"/>
                </a:lnTo>
                <a:close/>
                <a:moveTo>
                  <a:pt x="1910753" y="66830"/>
                </a:moveTo>
                <a:cubicBezTo>
                  <a:pt x="1951834" y="69525"/>
                  <a:pt x="2006558" y="70873"/>
                  <a:pt x="2074923" y="70873"/>
                </a:cubicBezTo>
                <a:cubicBezTo>
                  <a:pt x="2143289" y="70873"/>
                  <a:pt x="2197760" y="69525"/>
                  <a:pt x="2238337" y="66830"/>
                </a:cubicBezTo>
                <a:lnTo>
                  <a:pt x="2238337" y="106027"/>
                </a:lnTo>
                <a:cubicBezTo>
                  <a:pt x="2199822" y="104232"/>
                  <a:pt x="2148342" y="103334"/>
                  <a:pt x="2083896" y="103334"/>
                </a:cubicBezTo>
                <a:cubicBezTo>
                  <a:pt x="2019450" y="103334"/>
                  <a:pt x="1961735" y="104232"/>
                  <a:pt x="1910753" y="106027"/>
                </a:cubicBezTo>
                <a:close/>
                <a:moveTo>
                  <a:pt x="708026" y="7179"/>
                </a:moveTo>
                <a:cubicBezTo>
                  <a:pt x="719385" y="9275"/>
                  <a:pt x="727786" y="10323"/>
                  <a:pt x="733229" y="10323"/>
                </a:cubicBezTo>
                <a:cubicBezTo>
                  <a:pt x="750932" y="10323"/>
                  <a:pt x="759783" y="12517"/>
                  <a:pt x="759783" y="16905"/>
                </a:cubicBezTo>
                <a:cubicBezTo>
                  <a:pt x="759783" y="21294"/>
                  <a:pt x="757266" y="25377"/>
                  <a:pt x="752232" y="29153"/>
                </a:cubicBezTo>
                <a:cubicBezTo>
                  <a:pt x="751408" y="29863"/>
                  <a:pt x="750503" y="34776"/>
                  <a:pt x="749517" y="43891"/>
                </a:cubicBezTo>
                <a:cubicBezTo>
                  <a:pt x="748531" y="53006"/>
                  <a:pt x="747910" y="68730"/>
                  <a:pt x="747653" y="91061"/>
                </a:cubicBezTo>
                <a:cubicBezTo>
                  <a:pt x="790253" y="91061"/>
                  <a:pt x="824048" y="89413"/>
                  <a:pt x="849037" y="86118"/>
                </a:cubicBezTo>
                <a:lnTo>
                  <a:pt x="841857" y="211698"/>
                </a:lnTo>
                <a:cubicBezTo>
                  <a:pt x="860241" y="211460"/>
                  <a:pt x="877433" y="209964"/>
                  <a:pt x="893435" y="207211"/>
                </a:cubicBezTo>
                <a:lnTo>
                  <a:pt x="893435" y="246859"/>
                </a:lnTo>
                <a:cubicBezTo>
                  <a:pt x="864003" y="243868"/>
                  <a:pt x="822143" y="242373"/>
                  <a:pt x="767855" y="242373"/>
                </a:cubicBezTo>
                <a:cubicBezTo>
                  <a:pt x="796792" y="305271"/>
                  <a:pt x="840598" y="351713"/>
                  <a:pt x="899272" y="381698"/>
                </a:cubicBezTo>
                <a:cubicBezTo>
                  <a:pt x="888042" y="391946"/>
                  <a:pt x="878779" y="402915"/>
                  <a:pt x="871482" y="414602"/>
                </a:cubicBezTo>
                <a:cubicBezTo>
                  <a:pt x="823962" y="381230"/>
                  <a:pt x="787061" y="340594"/>
                  <a:pt x="760779" y="292694"/>
                </a:cubicBezTo>
                <a:lnTo>
                  <a:pt x="738913" y="244310"/>
                </a:lnTo>
                <a:lnTo>
                  <a:pt x="726371" y="293994"/>
                </a:lnTo>
                <a:cubicBezTo>
                  <a:pt x="720376" y="310265"/>
                  <a:pt x="712732" y="325600"/>
                  <a:pt x="703436" y="339999"/>
                </a:cubicBezTo>
                <a:cubicBezTo>
                  <a:pt x="684846" y="368798"/>
                  <a:pt x="656491" y="396507"/>
                  <a:pt x="618372" y="423124"/>
                </a:cubicBezTo>
                <a:cubicBezTo>
                  <a:pt x="609600" y="413061"/>
                  <a:pt x="598520" y="404684"/>
                  <a:pt x="585132" y="397992"/>
                </a:cubicBezTo>
                <a:cubicBezTo>
                  <a:pt x="622723" y="374466"/>
                  <a:pt x="650458" y="350612"/>
                  <a:pt x="668339" y="326430"/>
                </a:cubicBezTo>
                <a:cubicBezTo>
                  <a:pt x="686220" y="302248"/>
                  <a:pt x="698104" y="274229"/>
                  <a:pt x="703990" y="242373"/>
                </a:cubicBezTo>
                <a:cubicBezTo>
                  <a:pt x="668810" y="242964"/>
                  <a:pt x="637115" y="244459"/>
                  <a:pt x="608907" y="246859"/>
                </a:cubicBezTo>
                <a:lnTo>
                  <a:pt x="608907" y="207211"/>
                </a:lnTo>
                <a:cubicBezTo>
                  <a:pt x="637972" y="209959"/>
                  <a:pt x="670674" y="211607"/>
                  <a:pt x="707012" y="212155"/>
                </a:cubicBezTo>
                <a:cubicBezTo>
                  <a:pt x="709788" y="179960"/>
                  <a:pt x="711472" y="149666"/>
                  <a:pt x="712063" y="121272"/>
                </a:cubicBezTo>
                <a:cubicBezTo>
                  <a:pt x="676229" y="121272"/>
                  <a:pt x="648721" y="122020"/>
                  <a:pt x="629538" y="123515"/>
                </a:cubicBezTo>
                <a:lnTo>
                  <a:pt x="629538" y="86118"/>
                </a:lnTo>
                <a:cubicBezTo>
                  <a:pt x="650755" y="89413"/>
                  <a:pt x="678263" y="91061"/>
                  <a:pt x="712063" y="91061"/>
                </a:cubicBezTo>
                <a:cubicBezTo>
                  <a:pt x="712063" y="71363"/>
                  <a:pt x="710717" y="43403"/>
                  <a:pt x="708026" y="7179"/>
                </a:cubicBezTo>
                <a:close/>
                <a:moveTo>
                  <a:pt x="537591" y="6279"/>
                </a:moveTo>
                <a:cubicBezTo>
                  <a:pt x="549668" y="8679"/>
                  <a:pt x="561463" y="9880"/>
                  <a:pt x="572974" y="9880"/>
                </a:cubicBezTo>
                <a:cubicBezTo>
                  <a:pt x="584485" y="9880"/>
                  <a:pt x="590240" y="12185"/>
                  <a:pt x="590240" y="16795"/>
                </a:cubicBezTo>
                <a:cubicBezTo>
                  <a:pt x="590240" y="21405"/>
                  <a:pt x="588147" y="25504"/>
                  <a:pt x="583961" y="29093"/>
                </a:cubicBezTo>
                <a:cubicBezTo>
                  <a:pt x="579775" y="32681"/>
                  <a:pt x="577681" y="38862"/>
                  <a:pt x="577681" y="47634"/>
                </a:cubicBezTo>
                <a:lnTo>
                  <a:pt x="577681" y="345893"/>
                </a:lnTo>
                <a:cubicBezTo>
                  <a:pt x="577681" y="366729"/>
                  <a:pt x="579177" y="393070"/>
                  <a:pt x="582168" y="424917"/>
                </a:cubicBezTo>
                <a:lnTo>
                  <a:pt x="537591" y="424917"/>
                </a:lnTo>
                <a:cubicBezTo>
                  <a:pt x="540582" y="392285"/>
                  <a:pt x="542077" y="365793"/>
                  <a:pt x="542077" y="345443"/>
                </a:cubicBezTo>
                <a:lnTo>
                  <a:pt x="542077" y="70059"/>
                </a:lnTo>
                <a:cubicBezTo>
                  <a:pt x="542077" y="46756"/>
                  <a:pt x="540582" y="25496"/>
                  <a:pt x="537591" y="6279"/>
                </a:cubicBezTo>
                <a:close/>
                <a:moveTo>
                  <a:pt x="94640" y="5386"/>
                </a:moveTo>
                <a:cubicBezTo>
                  <a:pt x="106018" y="7782"/>
                  <a:pt x="119353" y="8980"/>
                  <a:pt x="134645" y="8980"/>
                </a:cubicBezTo>
                <a:cubicBezTo>
                  <a:pt x="141879" y="8980"/>
                  <a:pt x="145496" y="12147"/>
                  <a:pt x="145496" y="18481"/>
                </a:cubicBezTo>
                <a:cubicBezTo>
                  <a:pt x="145496" y="22943"/>
                  <a:pt x="144086" y="26003"/>
                  <a:pt x="141264" y="27660"/>
                </a:cubicBezTo>
                <a:cubicBezTo>
                  <a:pt x="138442" y="29318"/>
                  <a:pt x="136498" y="31748"/>
                  <a:pt x="135431" y="34951"/>
                </a:cubicBezTo>
                <a:cubicBezTo>
                  <a:pt x="134364" y="38153"/>
                  <a:pt x="133831" y="41931"/>
                  <a:pt x="133831" y="46284"/>
                </a:cubicBezTo>
                <a:lnTo>
                  <a:pt x="133831" y="68187"/>
                </a:lnTo>
                <a:cubicBezTo>
                  <a:pt x="155186" y="68187"/>
                  <a:pt x="176117" y="66837"/>
                  <a:pt x="196624" y="64136"/>
                </a:cubicBezTo>
                <a:lnTo>
                  <a:pt x="196624" y="100191"/>
                </a:lnTo>
                <a:cubicBezTo>
                  <a:pt x="175822" y="97800"/>
                  <a:pt x="154891" y="96605"/>
                  <a:pt x="133831" y="96605"/>
                </a:cubicBezTo>
                <a:lnTo>
                  <a:pt x="133831" y="154755"/>
                </a:lnTo>
                <a:cubicBezTo>
                  <a:pt x="154376" y="154498"/>
                  <a:pt x="179941" y="153295"/>
                  <a:pt x="210526" y="151147"/>
                </a:cubicBezTo>
                <a:lnTo>
                  <a:pt x="210526" y="174485"/>
                </a:lnTo>
                <a:lnTo>
                  <a:pt x="233515" y="151520"/>
                </a:lnTo>
                <a:cubicBezTo>
                  <a:pt x="241925" y="141350"/>
                  <a:pt x="248933" y="130814"/>
                  <a:pt x="254539" y="119911"/>
                </a:cubicBezTo>
                <a:cubicBezTo>
                  <a:pt x="265750" y="98106"/>
                  <a:pt x="270829" y="77181"/>
                  <a:pt x="269776" y="57136"/>
                </a:cubicBezTo>
                <a:cubicBezTo>
                  <a:pt x="236677" y="57136"/>
                  <a:pt x="213731" y="57883"/>
                  <a:pt x="200939" y="59379"/>
                </a:cubicBezTo>
                <a:lnTo>
                  <a:pt x="200939" y="26017"/>
                </a:lnTo>
                <a:cubicBezTo>
                  <a:pt x="224047" y="28113"/>
                  <a:pt x="259207" y="29161"/>
                  <a:pt x="306420" y="29161"/>
                </a:cubicBezTo>
                <a:cubicBezTo>
                  <a:pt x="353633" y="29161"/>
                  <a:pt x="387303" y="27963"/>
                  <a:pt x="407429" y="25567"/>
                </a:cubicBezTo>
                <a:cubicBezTo>
                  <a:pt x="406501" y="33625"/>
                  <a:pt x="405371" y="42980"/>
                  <a:pt x="404040" y="53632"/>
                </a:cubicBezTo>
                <a:cubicBezTo>
                  <a:pt x="402708" y="64283"/>
                  <a:pt x="402043" y="71294"/>
                  <a:pt x="402043" y="74666"/>
                </a:cubicBezTo>
                <a:lnTo>
                  <a:pt x="401078" y="117364"/>
                </a:lnTo>
                <a:cubicBezTo>
                  <a:pt x="400459" y="136495"/>
                  <a:pt x="398158" y="150627"/>
                  <a:pt x="394174" y="159759"/>
                </a:cubicBezTo>
                <a:cubicBezTo>
                  <a:pt x="390190" y="168891"/>
                  <a:pt x="382618" y="175074"/>
                  <a:pt x="371457" y="178308"/>
                </a:cubicBezTo>
                <a:cubicBezTo>
                  <a:pt x="360296" y="181542"/>
                  <a:pt x="341430" y="183311"/>
                  <a:pt x="314861" y="183616"/>
                </a:cubicBezTo>
                <a:cubicBezTo>
                  <a:pt x="316656" y="174986"/>
                  <a:pt x="317554" y="168304"/>
                  <a:pt x="317554" y="163570"/>
                </a:cubicBezTo>
                <a:cubicBezTo>
                  <a:pt x="317554" y="158836"/>
                  <a:pt x="314413" y="150211"/>
                  <a:pt x="308131" y="137696"/>
                </a:cubicBezTo>
                <a:cubicBezTo>
                  <a:pt x="325457" y="140991"/>
                  <a:pt x="337598" y="142639"/>
                  <a:pt x="344554" y="142639"/>
                </a:cubicBezTo>
                <a:cubicBezTo>
                  <a:pt x="351509" y="142639"/>
                  <a:pt x="356453" y="141113"/>
                  <a:pt x="359384" y="138060"/>
                </a:cubicBezTo>
                <a:cubicBezTo>
                  <a:pt x="362315" y="135007"/>
                  <a:pt x="363919" y="127716"/>
                  <a:pt x="364195" y="116186"/>
                </a:cubicBezTo>
                <a:lnTo>
                  <a:pt x="365538" y="57136"/>
                </a:lnTo>
                <a:lnTo>
                  <a:pt x="302923" y="57136"/>
                </a:lnTo>
                <a:cubicBezTo>
                  <a:pt x="302923" y="79138"/>
                  <a:pt x="297950" y="102916"/>
                  <a:pt x="288004" y="128469"/>
                </a:cubicBezTo>
                <a:cubicBezTo>
                  <a:pt x="278057" y="154023"/>
                  <a:pt x="262794" y="176143"/>
                  <a:pt x="242216" y="194831"/>
                </a:cubicBezTo>
                <a:cubicBezTo>
                  <a:pt x="238029" y="190197"/>
                  <a:pt x="232758" y="186722"/>
                  <a:pt x="226401" y="184405"/>
                </a:cubicBezTo>
                <a:lnTo>
                  <a:pt x="210526" y="181934"/>
                </a:lnTo>
                <a:lnTo>
                  <a:pt x="210526" y="186759"/>
                </a:lnTo>
                <a:cubicBezTo>
                  <a:pt x="188076" y="185259"/>
                  <a:pt x="166549" y="184361"/>
                  <a:pt x="145947" y="184066"/>
                </a:cubicBezTo>
                <a:lnTo>
                  <a:pt x="145947" y="240416"/>
                </a:lnTo>
                <a:lnTo>
                  <a:pt x="171871" y="240416"/>
                </a:lnTo>
                <a:cubicBezTo>
                  <a:pt x="182001" y="240416"/>
                  <a:pt x="194588" y="239515"/>
                  <a:pt x="209633" y="237715"/>
                </a:cubicBezTo>
                <a:lnTo>
                  <a:pt x="209633" y="274220"/>
                </a:lnTo>
                <a:cubicBezTo>
                  <a:pt x="198070" y="272124"/>
                  <a:pt x="185332" y="271077"/>
                  <a:pt x="171421" y="271077"/>
                </a:cubicBezTo>
                <a:lnTo>
                  <a:pt x="145947" y="271077"/>
                </a:lnTo>
                <a:lnTo>
                  <a:pt x="145947" y="353330"/>
                </a:lnTo>
                <a:cubicBezTo>
                  <a:pt x="172255" y="365660"/>
                  <a:pt x="216329" y="371825"/>
                  <a:pt x="278170" y="371825"/>
                </a:cubicBezTo>
                <a:cubicBezTo>
                  <a:pt x="319090" y="371825"/>
                  <a:pt x="373239" y="369132"/>
                  <a:pt x="440619" y="363745"/>
                </a:cubicBezTo>
                <a:cubicBezTo>
                  <a:pt x="434795" y="376595"/>
                  <a:pt x="430870" y="391115"/>
                  <a:pt x="428846" y="407308"/>
                </a:cubicBezTo>
                <a:cubicBezTo>
                  <a:pt x="385207" y="408584"/>
                  <a:pt x="344006" y="409222"/>
                  <a:pt x="305241" y="409222"/>
                </a:cubicBezTo>
                <a:cubicBezTo>
                  <a:pt x="266477" y="409222"/>
                  <a:pt x="231938" y="407338"/>
                  <a:pt x="201625" y="403568"/>
                </a:cubicBezTo>
                <a:cubicBezTo>
                  <a:pt x="171312" y="399799"/>
                  <a:pt x="143520" y="391368"/>
                  <a:pt x="118250" y="378276"/>
                </a:cubicBezTo>
                <a:cubicBezTo>
                  <a:pt x="92980" y="365184"/>
                  <a:pt x="75107" y="352025"/>
                  <a:pt x="64629" y="338799"/>
                </a:cubicBezTo>
                <a:cubicBezTo>
                  <a:pt x="58600" y="368636"/>
                  <a:pt x="50756" y="394054"/>
                  <a:pt x="41098" y="415052"/>
                </a:cubicBezTo>
                <a:cubicBezTo>
                  <a:pt x="30701" y="409670"/>
                  <a:pt x="23094" y="406979"/>
                  <a:pt x="18277" y="406979"/>
                </a:cubicBezTo>
                <a:cubicBezTo>
                  <a:pt x="13460" y="406979"/>
                  <a:pt x="7367" y="407277"/>
                  <a:pt x="0" y="407872"/>
                </a:cubicBezTo>
                <a:cubicBezTo>
                  <a:pt x="14802" y="384679"/>
                  <a:pt x="26202" y="354958"/>
                  <a:pt x="34200" y="318711"/>
                </a:cubicBezTo>
                <a:cubicBezTo>
                  <a:pt x="42199" y="282464"/>
                  <a:pt x="45451" y="246943"/>
                  <a:pt x="43955" y="212148"/>
                </a:cubicBezTo>
                <a:cubicBezTo>
                  <a:pt x="55509" y="216215"/>
                  <a:pt x="62933" y="218578"/>
                  <a:pt x="66226" y="219238"/>
                </a:cubicBezTo>
                <a:cubicBezTo>
                  <a:pt x="69519" y="219898"/>
                  <a:pt x="74883" y="220227"/>
                  <a:pt x="82317" y="220227"/>
                </a:cubicBezTo>
                <a:cubicBezTo>
                  <a:pt x="89751" y="220227"/>
                  <a:pt x="93469" y="222936"/>
                  <a:pt x="93469" y="228353"/>
                </a:cubicBezTo>
                <a:cubicBezTo>
                  <a:pt x="93469" y="233771"/>
                  <a:pt x="91739" y="237815"/>
                  <a:pt x="88279" y="240487"/>
                </a:cubicBezTo>
                <a:cubicBezTo>
                  <a:pt x="84819" y="243159"/>
                  <a:pt x="82108" y="248492"/>
                  <a:pt x="80145" y="256485"/>
                </a:cubicBezTo>
                <a:cubicBezTo>
                  <a:pt x="78183" y="264479"/>
                  <a:pt x="75447" y="280135"/>
                  <a:pt x="71937" y="303452"/>
                </a:cubicBezTo>
                <a:cubicBezTo>
                  <a:pt x="78057" y="313668"/>
                  <a:pt x="90856" y="324945"/>
                  <a:pt x="110335" y="337285"/>
                </a:cubicBezTo>
                <a:lnTo>
                  <a:pt x="110335" y="183616"/>
                </a:lnTo>
                <a:cubicBezTo>
                  <a:pt x="70268" y="183616"/>
                  <a:pt x="37228" y="184663"/>
                  <a:pt x="11215" y="186759"/>
                </a:cubicBezTo>
                <a:lnTo>
                  <a:pt x="11215" y="151147"/>
                </a:lnTo>
                <a:cubicBezTo>
                  <a:pt x="35052" y="153548"/>
                  <a:pt x="64055" y="154748"/>
                  <a:pt x="98226" y="154748"/>
                </a:cubicBezTo>
                <a:lnTo>
                  <a:pt x="98226" y="96605"/>
                </a:lnTo>
                <a:cubicBezTo>
                  <a:pt x="73942" y="96605"/>
                  <a:pt x="52563" y="97800"/>
                  <a:pt x="34090" y="100191"/>
                </a:cubicBezTo>
                <a:lnTo>
                  <a:pt x="34090" y="64136"/>
                </a:lnTo>
                <a:cubicBezTo>
                  <a:pt x="51992" y="66837"/>
                  <a:pt x="73371" y="68187"/>
                  <a:pt x="98226" y="68187"/>
                </a:cubicBezTo>
                <a:cubicBezTo>
                  <a:pt x="97931" y="42779"/>
                  <a:pt x="96736" y="21845"/>
                  <a:pt x="94640" y="5386"/>
                </a:cubicBezTo>
                <a:close/>
                <a:moveTo>
                  <a:pt x="997143" y="4486"/>
                </a:moveTo>
                <a:cubicBezTo>
                  <a:pt x="1009216" y="6886"/>
                  <a:pt x="1020784" y="8087"/>
                  <a:pt x="1031848" y="8087"/>
                </a:cubicBezTo>
                <a:cubicBezTo>
                  <a:pt x="1042911" y="8087"/>
                  <a:pt x="1048443" y="10384"/>
                  <a:pt x="1048443" y="14980"/>
                </a:cubicBezTo>
                <a:cubicBezTo>
                  <a:pt x="1048443" y="19576"/>
                  <a:pt x="1046500" y="23144"/>
                  <a:pt x="1042613" y="25685"/>
                </a:cubicBezTo>
                <a:cubicBezTo>
                  <a:pt x="1038727" y="28226"/>
                  <a:pt x="1036784" y="34942"/>
                  <a:pt x="1036784" y="45834"/>
                </a:cubicBezTo>
                <a:lnTo>
                  <a:pt x="1036784" y="102667"/>
                </a:lnTo>
                <a:lnTo>
                  <a:pt x="1058208" y="89704"/>
                </a:lnTo>
                <a:cubicBezTo>
                  <a:pt x="1075963" y="114683"/>
                  <a:pt x="1090500" y="143754"/>
                  <a:pt x="1101821" y="176915"/>
                </a:cubicBezTo>
                <a:lnTo>
                  <a:pt x="1069853" y="190795"/>
                </a:lnTo>
                <a:cubicBezTo>
                  <a:pt x="1066471" y="177596"/>
                  <a:pt x="1061674" y="163864"/>
                  <a:pt x="1055461" y="149601"/>
                </a:cubicBezTo>
                <a:lnTo>
                  <a:pt x="1036784" y="113374"/>
                </a:lnTo>
                <a:lnTo>
                  <a:pt x="1036784" y="343200"/>
                </a:lnTo>
                <a:cubicBezTo>
                  <a:pt x="1036784" y="359373"/>
                  <a:pt x="1038279" y="385715"/>
                  <a:pt x="1041270" y="422224"/>
                </a:cubicBezTo>
                <a:lnTo>
                  <a:pt x="997143" y="422224"/>
                </a:lnTo>
                <a:cubicBezTo>
                  <a:pt x="1000134" y="389591"/>
                  <a:pt x="1001630" y="363100"/>
                  <a:pt x="1001630" y="342750"/>
                </a:cubicBezTo>
                <a:lnTo>
                  <a:pt x="1001630" y="68265"/>
                </a:lnTo>
                <a:cubicBezTo>
                  <a:pt x="1001630" y="44963"/>
                  <a:pt x="1000134" y="23703"/>
                  <a:pt x="997143" y="4486"/>
                </a:cubicBezTo>
                <a:close/>
                <a:moveTo>
                  <a:pt x="1140218" y="3143"/>
                </a:moveTo>
                <a:cubicBezTo>
                  <a:pt x="1155644" y="7120"/>
                  <a:pt x="1168499" y="9614"/>
                  <a:pt x="1178784" y="10626"/>
                </a:cubicBezTo>
                <a:cubicBezTo>
                  <a:pt x="1189069" y="11638"/>
                  <a:pt x="1194211" y="14275"/>
                  <a:pt x="1194211" y="18538"/>
                </a:cubicBezTo>
                <a:cubicBezTo>
                  <a:pt x="1194211" y="22800"/>
                  <a:pt x="1191811" y="26635"/>
                  <a:pt x="1187010" y="30043"/>
                </a:cubicBezTo>
                <a:cubicBezTo>
                  <a:pt x="1182209" y="33450"/>
                  <a:pt x="1176837" y="49751"/>
                  <a:pt x="1170894" y="78945"/>
                </a:cubicBezTo>
                <a:lnTo>
                  <a:pt x="1260955" y="78945"/>
                </a:lnTo>
                <a:cubicBezTo>
                  <a:pt x="1302322" y="78945"/>
                  <a:pt x="1333597" y="77898"/>
                  <a:pt x="1354781" y="75802"/>
                </a:cubicBezTo>
                <a:lnTo>
                  <a:pt x="1354781" y="112307"/>
                </a:lnTo>
                <a:cubicBezTo>
                  <a:pt x="1333154" y="110511"/>
                  <a:pt x="1301879" y="109614"/>
                  <a:pt x="1260955" y="109614"/>
                </a:cubicBezTo>
                <a:lnTo>
                  <a:pt x="1166015" y="109614"/>
                </a:lnTo>
                <a:cubicBezTo>
                  <a:pt x="1151103" y="187657"/>
                  <a:pt x="1122847" y="254336"/>
                  <a:pt x="1081247" y="309653"/>
                </a:cubicBezTo>
                <a:cubicBezTo>
                  <a:pt x="1070764" y="298618"/>
                  <a:pt x="1059175" y="291436"/>
                  <a:pt x="1046478" y="288107"/>
                </a:cubicBezTo>
                <a:cubicBezTo>
                  <a:pt x="1089664" y="244697"/>
                  <a:pt x="1117920" y="185199"/>
                  <a:pt x="1131246" y="109614"/>
                </a:cubicBezTo>
                <a:cubicBezTo>
                  <a:pt x="1115796" y="109909"/>
                  <a:pt x="1099501" y="110807"/>
                  <a:pt x="1082361" y="112307"/>
                </a:cubicBezTo>
                <a:lnTo>
                  <a:pt x="1082361" y="75802"/>
                </a:lnTo>
                <a:cubicBezTo>
                  <a:pt x="1094901" y="77650"/>
                  <a:pt x="1112413" y="78705"/>
                  <a:pt x="1134896" y="78967"/>
                </a:cubicBezTo>
                <a:cubicBezTo>
                  <a:pt x="1138744" y="52297"/>
                  <a:pt x="1140669" y="35072"/>
                  <a:pt x="1140669" y="27292"/>
                </a:cubicBezTo>
                <a:cubicBezTo>
                  <a:pt x="1140669" y="19513"/>
                  <a:pt x="1140519" y="11463"/>
                  <a:pt x="1140218" y="3143"/>
                </a:cubicBezTo>
                <a:close/>
                <a:moveTo>
                  <a:pt x="1516418" y="2693"/>
                </a:moveTo>
                <a:cubicBezTo>
                  <a:pt x="1526991" y="9156"/>
                  <a:pt x="1537901" y="13249"/>
                  <a:pt x="1549150" y="14973"/>
                </a:cubicBezTo>
                <a:cubicBezTo>
                  <a:pt x="1555799" y="15864"/>
                  <a:pt x="1559123" y="18457"/>
                  <a:pt x="1559123" y="22753"/>
                </a:cubicBezTo>
                <a:cubicBezTo>
                  <a:pt x="1559123" y="27048"/>
                  <a:pt x="1556118" y="30449"/>
                  <a:pt x="1550108" y="32954"/>
                </a:cubicBezTo>
                <a:cubicBezTo>
                  <a:pt x="1544098" y="35459"/>
                  <a:pt x="1536937" y="39726"/>
                  <a:pt x="1528626" y="45756"/>
                </a:cubicBezTo>
                <a:lnTo>
                  <a:pt x="1736202" y="45756"/>
                </a:lnTo>
                <a:cubicBezTo>
                  <a:pt x="1765849" y="45756"/>
                  <a:pt x="1788902" y="44558"/>
                  <a:pt x="1805361" y="42162"/>
                </a:cubicBezTo>
                <a:lnTo>
                  <a:pt x="1805361" y="80010"/>
                </a:lnTo>
                <a:cubicBezTo>
                  <a:pt x="1791997" y="77919"/>
                  <a:pt x="1768945" y="76874"/>
                  <a:pt x="1736202" y="76874"/>
                </a:cubicBezTo>
                <a:lnTo>
                  <a:pt x="1508767" y="76874"/>
                </a:lnTo>
                <a:lnTo>
                  <a:pt x="1493985" y="93298"/>
                </a:lnTo>
                <a:lnTo>
                  <a:pt x="1540596" y="95880"/>
                </a:lnTo>
                <a:cubicBezTo>
                  <a:pt x="1564577" y="96554"/>
                  <a:pt x="1594290" y="96891"/>
                  <a:pt x="1629732" y="96891"/>
                </a:cubicBezTo>
                <a:cubicBezTo>
                  <a:pt x="1700617" y="96891"/>
                  <a:pt x="1747797" y="95840"/>
                  <a:pt x="1771271" y="93740"/>
                </a:cubicBezTo>
                <a:cubicBezTo>
                  <a:pt x="1768880" y="108070"/>
                  <a:pt x="1767685" y="125892"/>
                  <a:pt x="1767685" y="147204"/>
                </a:cubicBezTo>
                <a:lnTo>
                  <a:pt x="1767685" y="192052"/>
                </a:lnTo>
                <a:cubicBezTo>
                  <a:pt x="1767685" y="211607"/>
                  <a:pt x="1768880" y="228231"/>
                  <a:pt x="1771271" y="241923"/>
                </a:cubicBezTo>
                <a:cubicBezTo>
                  <a:pt x="1743620" y="239232"/>
                  <a:pt x="1711747" y="237887"/>
                  <a:pt x="1675652" y="237887"/>
                </a:cubicBezTo>
                <a:lnTo>
                  <a:pt x="1573582" y="237887"/>
                </a:lnTo>
                <a:cubicBezTo>
                  <a:pt x="1564895" y="250788"/>
                  <a:pt x="1557835" y="258956"/>
                  <a:pt x="1552401" y="262390"/>
                </a:cubicBezTo>
                <a:lnTo>
                  <a:pt x="1655471" y="262390"/>
                </a:lnTo>
                <a:cubicBezTo>
                  <a:pt x="1692942" y="262390"/>
                  <a:pt x="1728104" y="260742"/>
                  <a:pt x="1760956" y="257446"/>
                </a:cubicBezTo>
                <a:cubicBezTo>
                  <a:pt x="1726842" y="309143"/>
                  <a:pt x="1696045" y="342455"/>
                  <a:pt x="1668565" y="357380"/>
                </a:cubicBezTo>
                <a:cubicBezTo>
                  <a:pt x="1703079" y="367100"/>
                  <a:pt x="1756003" y="375373"/>
                  <a:pt x="1827335" y="382198"/>
                </a:cubicBezTo>
                <a:cubicBezTo>
                  <a:pt x="1817329" y="394985"/>
                  <a:pt x="1810247" y="407579"/>
                  <a:pt x="1806090" y="419981"/>
                </a:cubicBezTo>
                <a:cubicBezTo>
                  <a:pt x="1730323" y="407984"/>
                  <a:pt x="1673568" y="394230"/>
                  <a:pt x="1635826" y="378719"/>
                </a:cubicBezTo>
                <a:cubicBezTo>
                  <a:pt x="1598302" y="396902"/>
                  <a:pt x="1535132" y="411704"/>
                  <a:pt x="1446316" y="423124"/>
                </a:cubicBezTo>
                <a:cubicBezTo>
                  <a:pt x="1442811" y="412247"/>
                  <a:pt x="1435205" y="399957"/>
                  <a:pt x="1423499" y="386255"/>
                </a:cubicBezTo>
                <a:cubicBezTo>
                  <a:pt x="1499409" y="382983"/>
                  <a:pt x="1558614" y="374211"/>
                  <a:pt x="1601114" y="359938"/>
                </a:cubicBezTo>
                <a:cubicBezTo>
                  <a:pt x="1577997" y="350513"/>
                  <a:pt x="1552432" y="333796"/>
                  <a:pt x="1524419" y="309789"/>
                </a:cubicBezTo>
                <a:lnTo>
                  <a:pt x="1544888" y="292158"/>
                </a:lnTo>
                <a:lnTo>
                  <a:pt x="1533420" y="292158"/>
                </a:lnTo>
                <a:cubicBezTo>
                  <a:pt x="1517513" y="311184"/>
                  <a:pt x="1495420" y="331965"/>
                  <a:pt x="1467140" y="354501"/>
                </a:cubicBezTo>
                <a:cubicBezTo>
                  <a:pt x="1458796" y="344305"/>
                  <a:pt x="1448886" y="335632"/>
                  <a:pt x="1437408" y="328484"/>
                </a:cubicBezTo>
                <a:cubicBezTo>
                  <a:pt x="1480947" y="301976"/>
                  <a:pt x="1514434" y="272224"/>
                  <a:pt x="1537870" y="239230"/>
                </a:cubicBezTo>
                <a:cubicBezTo>
                  <a:pt x="1515977" y="239820"/>
                  <a:pt x="1498635" y="240718"/>
                  <a:pt x="1485843" y="241923"/>
                </a:cubicBezTo>
                <a:cubicBezTo>
                  <a:pt x="1487938" y="225302"/>
                  <a:pt x="1488986" y="208678"/>
                  <a:pt x="1488986" y="192052"/>
                </a:cubicBezTo>
                <a:lnTo>
                  <a:pt x="1488986" y="147204"/>
                </a:lnTo>
                <a:cubicBezTo>
                  <a:pt x="1488986" y="136874"/>
                  <a:pt x="1488724" y="127179"/>
                  <a:pt x="1488200" y="118120"/>
                </a:cubicBezTo>
                <a:lnTo>
                  <a:pt x="1486645" y="101453"/>
                </a:lnTo>
                <a:lnTo>
                  <a:pt x="1444995" y="147733"/>
                </a:lnTo>
                <a:cubicBezTo>
                  <a:pt x="1435889" y="139279"/>
                  <a:pt x="1424837" y="132085"/>
                  <a:pt x="1411841" y="126151"/>
                </a:cubicBezTo>
                <a:cubicBezTo>
                  <a:pt x="1456679" y="94447"/>
                  <a:pt x="1491538" y="53295"/>
                  <a:pt x="1516418" y="2693"/>
                </a:cubicBezTo>
                <a:close/>
                <a:moveTo>
                  <a:pt x="2397556" y="1793"/>
                </a:moveTo>
                <a:cubicBezTo>
                  <a:pt x="2408391" y="4265"/>
                  <a:pt x="2415384" y="5706"/>
                  <a:pt x="2418534" y="6118"/>
                </a:cubicBezTo>
                <a:cubicBezTo>
                  <a:pt x="2421684" y="6530"/>
                  <a:pt x="2427302" y="6736"/>
                  <a:pt x="2435386" y="6736"/>
                </a:cubicBezTo>
                <a:cubicBezTo>
                  <a:pt x="2443471" y="6736"/>
                  <a:pt x="2447513" y="8729"/>
                  <a:pt x="2447513" y="12716"/>
                </a:cubicBezTo>
                <a:cubicBezTo>
                  <a:pt x="2447513" y="16702"/>
                  <a:pt x="2445869" y="20175"/>
                  <a:pt x="2442584" y="23135"/>
                </a:cubicBezTo>
                <a:cubicBezTo>
                  <a:pt x="2439298" y="26095"/>
                  <a:pt x="2437054" y="28832"/>
                  <a:pt x="2435854" y="31347"/>
                </a:cubicBezTo>
                <a:cubicBezTo>
                  <a:pt x="2434654" y="33861"/>
                  <a:pt x="2434054" y="35850"/>
                  <a:pt x="2434054" y="37312"/>
                </a:cubicBezTo>
                <a:lnTo>
                  <a:pt x="2434054" y="99598"/>
                </a:lnTo>
                <a:cubicBezTo>
                  <a:pt x="2459157" y="99336"/>
                  <a:pt x="2480088" y="97981"/>
                  <a:pt x="2496847" y="95533"/>
                </a:cubicBezTo>
                <a:lnTo>
                  <a:pt x="2496847" y="134731"/>
                </a:lnTo>
                <a:cubicBezTo>
                  <a:pt x="2476059" y="132631"/>
                  <a:pt x="2455128" y="131433"/>
                  <a:pt x="2434054" y="131138"/>
                </a:cubicBezTo>
                <a:lnTo>
                  <a:pt x="2434054" y="152162"/>
                </a:lnTo>
                <a:cubicBezTo>
                  <a:pt x="2457595" y="179236"/>
                  <a:pt x="2479871" y="208366"/>
                  <a:pt x="2500884" y="239551"/>
                </a:cubicBezTo>
                <a:lnTo>
                  <a:pt x="2468908" y="259861"/>
                </a:lnTo>
                <a:cubicBezTo>
                  <a:pt x="2456778" y="236372"/>
                  <a:pt x="2445160" y="212753"/>
                  <a:pt x="2434054" y="189002"/>
                </a:cubicBezTo>
                <a:lnTo>
                  <a:pt x="2434054" y="335127"/>
                </a:lnTo>
                <a:cubicBezTo>
                  <a:pt x="2434054" y="346615"/>
                  <a:pt x="2434428" y="359542"/>
                  <a:pt x="2435175" y="373909"/>
                </a:cubicBezTo>
                <a:lnTo>
                  <a:pt x="2435185" y="374059"/>
                </a:lnTo>
                <a:lnTo>
                  <a:pt x="2485092" y="324155"/>
                </a:lnTo>
                <a:cubicBezTo>
                  <a:pt x="2498139" y="306298"/>
                  <a:pt x="2507463" y="287352"/>
                  <a:pt x="2513064" y="267319"/>
                </a:cubicBezTo>
                <a:cubicBezTo>
                  <a:pt x="2524265" y="227252"/>
                  <a:pt x="2528997" y="160929"/>
                  <a:pt x="2527258" y="68351"/>
                </a:cubicBezTo>
                <a:cubicBezTo>
                  <a:pt x="2506508" y="68351"/>
                  <a:pt x="2490632" y="68949"/>
                  <a:pt x="2479631" y="70144"/>
                </a:cubicBezTo>
                <a:lnTo>
                  <a:pt x="2479631" y="34540"/>
                </a:lnTo>
                <a:cubicBezTo>
                  <a:pt x="2503629" y="36635"/>
                  <a:pt x="2537048" y="37683"/>
                  <a:pt x="2579886" y="37683"/>
                </a:cubicBezTo>
                <a:cubicBezTo>
                  <a:pt x="2622725" y="37683"/>
                  <a:pt x="2662023" y="35290"/>
                  <a:pt x="2697780" y="30504"/>
                </a:cubicBezTo>
                <a:lnTo>
                  <a:pt x="2648445" y="166406"/>
                </a:lnTo>
                <a:lnTo>
                  <a:pt x="2683342" y="166406"/>
                </a:lnTo>
                <a:cubicBezTo>
                  <a:pt x="2691210" y="166406"/>
                  <a:pt x="2702452" y="165359"/>
                  <a:pt x="2717068" y="163263"/>
                </a:cubicBezTo>
                <a:cubicBezTo>
                  <a:pt x="2707681" y="211045"/>
                  <a:pt x="2698799" y="246053"/>
                  <a:pt x="2690422" y="268287"/>
                </a:cubicBezTo>
                <a:cubicBezTo>
                  <a:pt x="2682044" y="290521"/>
                  <a:pt x="2671791" y="308917"/>
                  <a:pt x="2659661" y="323476"/>
                </a:cubicBezTo>
                <a:cubicBezTo>
                  <a:pt x="2672196" y="336497"/>
                  <a:pt x="2684453" y="347318"/>
                  <a:pt x="2696433" y="355941"/>
                </a:cubicBezTo>
                <a:cubicBezTo>
                  <a:pt x="2708413" y="364563"/>
                  <a:pt x="2726205" y="374642"/>
                  <a:pt x="2749808" y="386177"/>
                </a:cubicBezTo>
                <a:cubicBezTo>
                  <a:pt x="2739530" y="394944"/>
                  <a:pt x="2731348" y="405167"/>
                  <a:pt x="2725262" y="416845"/>
                </a:cubicBezTo>
                <a:cubicBezTo>
                  <a:pt x="2692015" y="399776"/>
                  <a:pt x="2663297" y="376602"/>
                  <a:pt x="2639108" y="347322"/>
                </a:cubicBezTo>
                <a:cubicBezTo>
                  <a:pt x="2611119" y="376787"/>
                  <a:pt x="2570409" y="401607"/>
                  <a:pt x="2516979" y="421781"/>
                </a:cubicBezTo>
                <a:cubicBezTo>
                  <a:pt x="2511792" y="408894"/>
                  <a:pt x="2503679" y="397985"/>
                  <a:pt x="2492640" y="389056"/>
                </a:cubicBezTo>
                <a:cubicBezTo>
                  <a:pt x="2523948" y="379631"/>
                  <a:pt x="2548654" y="370062"/>
                  <a:pt x="2566756" y="360348"/>
                </a:cubicBezTo>
                <a:cubicBezTo>
                  <a:pt x="2584858" y="350635"/>
                  <a:pt x="2601863" y="338187"/>
                  <a:pt x="2617770" y="323005"/>
                </a:cubicBezTo>
                <a:cubicBezTo>
                  <a:pt x="2601732" y="304984"/>
                  <a:pt x="2585445" y="281665"/>
                  <a:pt x="2568909" y="253048"/>
                </a:cubicBezTo>
                <a:lnTo>
                  <a:pt x="2555027" y="227667"/>
                </a:lnTo>
                <a:lnTo>
                  <a:pt x="2554836" y="229402"/>
                </a:lnTo>
                <a:cubicBezTo>
                  <a:pt x="2554198" y="234475"/>
                  <a:pt x="2553520" y="239177"/>
                  <a:pt x="2552801" y="243509"/>
                </a:cubicBezTo>
                <a:cubicBezTo>
                  <a:pt x="2547050" y="278161"/>
                  <a:pt x="2538073" y="305936"/>
                  <a:pt x="2525869" y="326834"/>
                </a:cubicBezTo>
                <a:cubicBezTo>
                  <a:pt x="2513665" y="347731"/>
                  <a:pt x="2494035" y="370858"/>
                  <a:pt x="2466980" y="396214"/>
                </a:cubicBezTo>
                <a:cubicBezTo>
                  <a:pt x="2463207" y="391789"/>
                  <a:pt x="2458638" y="387764"/>
                  <a:pt x="2453272" y="384139"/>
                </a:cubicBezTo>
                <a:lnTo>
                  <a:pt x="2435224" y="374692"/>
                </a:lnTo>
                <a:lnTo>
                  <a:pt x="2436577" y="396540"/>
                </a:lnTo>
                <a:cubicBezTo>
                  <a:pt x="2437138" y="404444"/>
                  <a:pt x="2437792" y="412707"/>
                  <a:pt x="2438540" y="421331"/>
                </a:cubicBezTo>
                <a:lnTo>
                  <a:pt x="2395313" y="421331"/>
                </a:lnTo>
                <a:cubicBezTo>
                  <a:pt x="2398299" y="386336"/>
                  <a:pt x="2399792" y="357602"/>
                  <a:pt x="2399792" y="335127"/>
                </a:cubicBezTo>
                <a:lnTo>
                  <a:pt x="2399792" y="196624"/>
                </a:lnTo>
                <a:cubicBezTo>
                  <a:pt x="2393039" y="237996"/>
                  <a:pt x="2375335" y="279111"/>
                  <a:pt x="2346678" y="319968"/>
                </a:cubicBezTo>
                <a:cubicBezTo>
                  <a:pt x="2339368" y="310167"/>
                  <a:pt x="2329865" y="302783"/>
                  <a:pt x="2318168" y="297816"/>
                </a:cubicBezTo>
                <a:cubicBezTo>
                  <a:pt x="2342107" y="268483"/>
                  <a:pt x="2363396" y="229250"/>
                  <a:pt x="2382036" y="180115"/>
                </a:cubicBezTo>
                <a:lnTo>
                  <a:pt x="2398601" y="131198"/>
                </a:lnTo>
                <a:lnTo>
                  <a:pt x="2329376" y="134731"/>
                </a:lnTo>
                <a:lnTo>
                  <a:pt x="2329376" y="95533"/>
                </a:lnTo>
                <a:cubicBezTo>
                  <a:pt x="2350436" y="98234"/>
                  <a:pt x="2373908" y="99584"/>
                  <a:pt x="2399792" y="99584"/>
                </a:cubicBezTo>
                <a:cubicBezTo>
                  <a:pt x="2399792" y="42872"/>
                  <a:pt x="2399047" y="10275"/>
                  <a:pt x="2397556" y="1793"/>
                </a:cubicBezTo>
                <a:close/>
                <a:moveTo>
                  <a:pt x="2868129" y="1350"/>
                </a:moveTo>
                <a:cubicBezTo>
                  <a:pt x="2881012" y="9427"/>
                  <a:pt x="2890405" y="14247"/>
                  <a:pt x="2896308" y="15809"/>
                </a:cubicBezTo>
                <a:cubicBezTo>
                  <a:pt x="2902211" y="17371"/>
                  <a:pt x="2905163" y="20127"/>
                  <a:pt x="2905163" y="24078"/>
                </a:cubicBezTo>
                <a:cubicBezTo>
                  <a:pt x="2905163" y="28028"/>
                  <a:pt x="2903444" y="30730"/>
                  <a:pt x="2900005" y="32182"/>
                </a:cubicBezTo>
                <a:cubicBezTo>
                  <a:pt x="2896566" y="33635"/>
                  <a:pt x="2890361" y="37559"/>
                  <a:pt x="2881388" y="43955"/>
                </a:cubicBezTo>
                <a:cubicBezTo>
                  <a:pt x="2944434" y="43960"/>
                  <a:pt x="2981660" y="42167"/>
                  <a:pt x="2993067" y="38576"/>
                </a:cubicBezTo>
                <a:lnTo>
                  <a:pt x="2993067" y="76424"/>
                </a:lnTo>
                <a:cubicBezTo>
                  <a:pt x="2979994" y="74328"/>
                  <a:pt x="2956522" y="73280"/>
                  <a:pt x="2922651" y="73280"/>
                </a:cubicBezTo>
                <a:cubicBezTo>
                  <a:pt x="2928990" y="82134"/>
                  <a:pt x="2936317" y="97491"/>
                  <a:pt x="2944632" y="119350"/>
                </a:cubicBezTo>
                <a:lnTo>
                  <a:pt x="2905648" y="128902"/>
                </a:lnTo>
                <a:cubicBezTo>
                  <a:pt x="2902858" y="108090"/>
                  <a:pt x="2898181" y="89549"/>
                  <a:pt x="2891618" y="73280"/>
                </a:cubicBezTo>
                <a:lnTo>
                  <a:pt x="2862357" y="73280"/>
                </a:lnTo>
                <a:cubicBezTo>
                  <a:pt x="2850037" y="88125"/>
                  <a:pt x="2833556" y="104422"/>
                  <a:pt x="2812915" y="122172"/>
                </a:cubicBezTo>
                <a:cubicBezTo>
                  <a:pt x="2805162" y="113357"/>
                  <a:pt x="2796235" y="106449"/>
                  <a:pt x="2786134" y="101448"/>
                </a:cubicBezTo>
                <a:cubicBezTo>
                  <a:pt x="2821319" y="76421"/>
                  <a:pt x="2848651" y="43055"/>
                  <a:pt x="2868129" y="1350"/>
                </a:cubicBezTo>
                <a:close/>
                <a:moveTo>
                  <a:pt x="3050645" y="0"/>
                </a:moveTo>
                <a:cubicBezTo>
                  <a:pt x="3063975" y="6239"/>
                  <a:pt x="3073859" y="10663"/>
                  <a:pt x="3080295" y="13273"/>
                </a:cubicBezTo>
                <a:cubicBezTo>
                  <a:pt x="3086732" y="15883"/>
                  <a:pt x="3089950" y="19027"/>
                  <a:pt x="3089950" y="22706"/>
                </a:cubicBezTo>
                <a:cubicBezTo>
                  <a:pt x="3089950" y="26385"/>
                  <a:pt x="3087606" y="29230"/>
                  <a:pt x="3082917" y="31239"/>
                </a:cubicBezTo>
                <a:cubicBezTo>
                  <a:pt x="3078228" y="33249"/>
                  <a:pt x="3072050" y="38086"/>
                  <a:pt x="3064383" y="45748"/>
                </a:cubicBezTo>
                <a:cubicBezTo>
                  <a:pt x="3133487" y="45758"/>
                  <a:pt x="3175947" y="43515"/>
                  <a:pt x="3191763" y="39019"/>
                </a:cubicBezTo>
                <a:lnTo>
                  <a:pt x="3191763" y="76874"/>
                </a:lnTo>
                <a:cubicBezTo>
                  <a:pt x="3179652" y="75078"/>
                  <a:pt x="3152141" y="74181"/>
                  <a:pt x="3109231" y="74181"/>
                </a:cubicBezTo>
                <a:cubicBezTo>
                  <a:pt x="3119475" y="91083"/>
                  <a:pt x="3126652" y="105184"/>
                  <a:pt x="3130762" y="116486"/>
                </a:cubicBezTo>
                <a:lnTo>
                  <a:pt x="3092836" y="127101"/>
                </a:lnTo>
                <a:cubicBezTo>
                  <a:pt x="3090236" y="111652"/>
                  <a:pt x="3085049" y="94012"/>
                  <a:pt x="3077277" y="74181"/>
                </a:cubicBezTo>
                <a:lnTo>
                  <a:pt x="3050231" y="74181"/>
                </a:lnTo>
                <a:cubicBezTo>
                  <a:pt x="3041673" y="87977"/>
                  <a:pt x="3031752" y="101432"/>
                  <a:pt x="3020470" y="114543"/>
                </a:cubicBezTo>
                <a:cubicBezTo>
                  <a:pt x="3016281" y="110371"/>
                  <a:pt x="3011814" y="106862"/>
                  <a:pt x="3007068" y="104016"/>
                </a:cubicBezTo>
                <a:lnTo>
                  <a:pt x="2994422" y="98523"/>
                </a:lnTo>
                <a:lnTo>
                  <a:pt x="3021456" y="132324"/>
                </a:lnTo>
                <a:cubicBezTo>
                  <a:pt x="3097365" y="132324"/>
                  <a:pt x="3152339" y="131123"/>
                  <a:pt x="3186376" y="128723"/>
                </a:cubicBezTo>
                <a:cubicBezTo>
                  <a:pt x="3184286" y="142382"/>
                  <a:pt x="3183240" y="155684"/>
                  <a:pt x="3183240" y="168628"/>
                </a:cubicBezTo>
                <a:cubicBezTo>
                  <a:pt x="3183240" y="181573"/>
                  <a:pt x="3183988" y="195241"/>
                  <a:pt x="3185483" y="209633"/>
                </a:cubicBezTo>
                <a:lnTo>
                  <a:pt x="3146286" y="209633"/>
                </a:lnTo>
                <a:lnTo>
                  <a:pt x="3146286" y="161191"/>
                </a:lnTo>
                <a:lnTo>
                  <a:pt x="2839226" y="161191"/>
                </a:lnTo>
                <a:lnTo>
                  <a:pt x="2839226" y="210976"/>
                </a:lnTo>
                <a:lnTo>
                  <a:pt x="2800035" y="210976"/>
                </a:lnTo>
                <a:cubicBezTo>
                  <a:pt x="2801231" y="197174"/>
                  <a:pt x="2801828" y="182627"/>
                  <a:pt x="2801828" y="167335"/>
                </a:cubicBezTo>
                <a:cubicBezTo>
                  <a:pt x="2801828" y="152043"/>
                  <a:pt x="2801231" y="139172"/>
                  <a:pt x="2800035" y="128723"/>
                </a:cubicBezTo>
                <a:cubicBezTo>
                  <a:pt x="2836040" y="131123"/>
                  <a:pt x="2898083" y="132324"/>
                  <a:pt x="2986166" y="132324"/>
                </a:cubicBezTo>
                <a:cubicBezTo>
                  <a:pt x="2980670" y="126756"/>
                  <a:pt x="2972895" y="119105"/>
                  <a:pt x="2962841" y="109371"/>
                </a:cubicBezTo>
                <a:lnTo>
                  <a:pt x="2986294" y="88361"/>
                </a:lnTo>
                <a:lnTo>
                  <a:pt x="2992763" y="96448"/>
                </a:lnTo>
                <a:lnTo>
                  <a:pt x="3028614" y="48752"/>
                </a:lnTo>
                <a:cubicBezTo>
                  <a:pt x="3038389" y="32507"/>
                  <a:pt x="3045733" y="16257"/>
                  <a:pt x="305064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7A4E04-9A0F-4A0A-A004-E5EB9F637069}"/>
              </a:ext>
            </a:extLst>
          </p:cNvPr>
          <p:cNvSpPr txBox="1"/>
          <p:nvPr/>
        </p:nvSpPr>
        <p:spPr>
          <a:xfrm>
            <a:off x="3127028" y="1748114"/>
            <a:ext cx="2669977" cy="426710"/>
          </a:xfrm>
          <a:custGeom>
            <a:avLst/>
            <a:gdLst/>
            <a:ahLst/>
            <a:cxnLst/>
            <a:rect l="l" t="t" r="r" b="b"/>
            <a:pathLst>
              <a:path w="2669977" h="426710">
                <a:moveTo>
                  <a:pt x="1358463" y="334142"/>
                </a:moveTo>
                <a:cubicBezTo>
                  <a:pt x="1400730" y="336837"/>
                  <a:pt x="1464787" y="338185"/>
                  <a:pt x="1550633" y="338185"/>
                </a:cubicBezTo>
                <a:cubicBezTo>
                  <a:pt x="1636480" y="338185"/>
                  <a:pt x="1705542" y="336837"/>
                  <a:pt x="1757820" y="334142"/>
                </a:cubicBezTo>
                <a:lnTo>
                  <a:pt x="1757820" y="375575"/>
                </a:lnTo>
                <a:cubicBezTo>
                  <a:pt x="1710305" y="372585"/>
                  <a:pt x="1643590" y="371089"/>
                  <a:pt x="1557677" y="371089"/>
                </a:cubicBezTo>
                <a:cubicBezTo>
                  <a:pt x="1471764" y="371089"/>
                  <a:pt x="1405359" y="372585"/>
                  <a:pt x="1358463" y="375575"/>
                </a:cubicBezTo>
                <a:close/>
                <a:moveTo>
                  <a:pt x="2379341" y="326691"/>
                </a:moveTo>
                <a:lnTo>
                  <a:pt x="2379341" y="364195"/>
                </a:lnTo>
                <a:lnTo>
                  <a:pt x="2580994" y="364195"/>
                </a:lnTo>
                <a:lnTo>
                  <a:pt x="2580994" y="326691"/>
                </a:lnTo>
                <a:close/>
                <a:moveTo>
                  <a:pt x="614658" y="273141"/>
                </a:moveTo>
                <a:cubicBezTo>
                  <a:pt x="637894" y="294982"/>
                  <a:pt x="657713" y="319040"/>
                  <a:pt x="674116" y="345314"/>
                </a:cubicBezTo>
                <a:lnTo>
                  <a:pt x="645162" y="365260"/>
                </a:lnTo>
                <a:cubicBezTo>
                  <a:pt x="632670" y="344419"/>
                  <a:pt x="614156" y="320568"/>
                  <a:pt x="589619" y="293708"/>
                </a:cubicBezTo>
                <a:close/>
                <a:moveTo>
                  <a:pt x="1067560" y="242194"/>
                </a:moveTo>
                <a:cubicBezTo>
                  <a:pt x="1082419" y="244295"/>
                  <a:pt x="1095304" y="245345"/>
                  <a:pt x="1106215" y="245345"/>
                </a:cubicBezTo>
                <a:cubicBezTo>
                  <a:pt x="1113154" y="245345"/>
                  <a:pt x="1116623" y="247077"/>
                  <a:pt x="1116623" y="250542"/>
                </a:cubicBezTo>
                <a:cubicBezTo>
                  <a:pt x="1116623" y="254007"/>
                  <a:pt x="1115458" y="256653"/>
                  <a:pt x="1113126" y="258482"/>
                </a:cubicBezTo>
                <a:cubicBezTo>
                  <a:pt x="1110795" y="260311"/>
                  <a:pt x="1109150" y="262604"/>
                  <a:pt x="1108190" y="265362"/>
                </a:cubicBezTo>
                <a:cubicBezTo>
                  <a:pt x="1107230" y="268119"/>
                  <a:pt x="1106751" y="270741"/>
                  <a:pt x="1106751" y="273227"/>
                </a:cubicBezTo>
                <a:lnTo>
                  <a:pt x="1106751" y="300509"/>
                </a:lnTo>
                <a:cubicBezTo>
                  <a:pt x="1139174" y="300509"/>
                  <a:pt x="1168327" y="299311"/>
                  <a:pt x="1194212" y="296915"/>
                </a:cubicBezTo>
                <a:lnTo>
                  <a:pt x="1194212" y="332520"/>
                </a:lnTo>
                <a:cubicBezTo>
                  <a:pt x="1164589" y="330129"/>
                  <a:pt x="1135435" y="328934"/>
                  <a:pt x="1106751" y="328934"/>
                </a:cubicBezTo>
                <a:lnTo>
                  <a:pt x="1106751" y="372275"/>
                </a:lnTo>
                <a:cubicBezTo>
                  <a:pt x="1158233" y="372275"/>
                  <a:pt x="1203384" y="370925"/>
                  <a:pt x="1242203" y="368224"/>
                </a:cubicBezTo>
                <a:lnTo>
                  <a:pt x="1242203" y="405179"/>
                </a:lnTo>
                <a:cubicBezTo>
                  <a:pt x="1200955" y="402788"/>
                  <a:pt x="1150161" y="401593"/>
                  <a:pt x="1089820" y="401593"/>
                </a:cubicBezTo>
                <a:cubicBezTo>
                  <a:pt x="1029479" y="401593"/>
                  <a:pt x="978701" y="402788"/>
                  <a:pt x="937487" y="405179"/>
                </a:cubicBezTo>
                <a:lnTo>
                  <a:pt x="937487" y="368224"/>
                </a:lnTo>
                <a:cubicBezTo>
                  <a:pt x="975987" y="370925"/>
                  <a:pt x="1020540" y="372275"/>
                  <a:pt x="1071146" y="372275"/>
                </a:cubicBezTo>
                <a:lnTo>
                  <a:pt x="1071146" y="328934"/>
                </a:lnTo>
                <a:cubicBezTo>
                  <a:pt x="1034413" y="328934"/>
                  <a:pt x="1003316" y="330129"/>
                  <a:pt x="977856" y="332520"/>
                </a:cubicBezTo>
                <a:lnTo>
                  <a:pt x="977856" y="296915"/>
                </a:lnTo>
                <a:cubicBezTo>
                  <a:pt x="1000206" y="299311"/>
                  <a:pt x="1031303" y="300509"/>
                  <a:pt x="1071146" y="300509"/>
                </a:cubicBezTo>
                <a:lnTo>
                  <a:pt x="1071146" y="291615"/>
                </a:lnTo>
                <a:cubicBezTo>
                  <a:pt x="1071146" y="274889"/>
                  <a:pt x="1069951" y="258415"/>
                  <a:pt x="1067560" y="242194"/>
                </a:cubicBezTo>
                <a:close/>
                <a:moveTo>
                  <a:pt x="41891" y="235644"/>
                </a:moveTo>
                <a:lnTo>
                  <a:pt x="41891" y="285264"/>
                </a:lnTo>
                <a:lnTo>
                  <a:pt x="270006" y="285264"/>
                </a:lnTo>
                <a:lnTo>
                  <a:pt x="270006" y="235644"/>
                </a:lnTo>
                <a:close/>
                <a:moveTo>
                  <a:pt x="2379341" y="213212"/>
                </a:moveTo>
                <a:lnTo>
                  <a:pt x="2379341" y="243102"/>
                </a:lnTo>
                <a:lnTo>
                  <a:pt x="2558120" y="243102"/>
                </a:lnTo>
                <a:lnTo>
                  <a:pt x="2558120" y="213212"/>
                </a:lnTo>
                <a:close/>
                <a:moveTo>
                  <a:pt x="1014361" y="189445"/>
                </a:moveTo>
                <a:lnTo>
                  <a:pt x="1014361" y="213048"/>
                </a:lnTo>
                <a:lnTo>
                  <a:pt x="1160400" y="213048"/>
                </a:lnTo>
                <a:lnTo>
                  <a:pt x="1160400" y="189445"/>
                </a:lnTo>
                <a:close/>
                <a:moveTo>
                  <a:pt x="716550" y="188823"/>
                </a:moveTo>
                <a:cubicBezTo>
                  <a:pt x="732523" y="190919"/>
                  <a:pt x="745216" y="191967"/>
                  <a:pt x="754629" y="191967"/>
                </a:cubicBezTo>
                <a:cubicBezTo>
                  <a:pt x="764042" y="191967"/>
                  <a:pt x="768749" y="193924"/>
                  <a:pt x="768749" y="197839"/>
                </a:cubicBezTo>
                <a:cubicBezTo>
                  <a:pt x="768749" y="201754"/>
                  <a:pt x="766656" y="205355"/>
                  <a:pt x="762469" y="208644"/>
                </a:cubicBezTo>
                <a:cubicBezTo>
                  <a:pt x="758283" y="211932"/>
                  <a:pt x="756190" y="216567"/>
                  <a:pt x="756190" y="222549"/>
                </a:cubicBezTo>
                <a:lnTo>
                  <a:pt x="756190" y="239958"/>
                </a:lnTo>
                <a:cubicBezTo>
                  <a:pt x="787432" y="239958"/>
                  <a:pt x="809559" y="238911"/>
                  <a:pt x="822570" y="236815"/>
                </a:cubicBezTo>
                <a:lnTo>
                  <a:pt x="822570" y="272420"/>
                </a:lnTo>
                <a:cubicBezTo>
                  <a:pt x="809344" y="270624"/>
                  <a:pt x="787218" y="269726"/>
                  <a:pt x="756190" y="269726"/>
                </a:cubicBezTo>
                <a:lnTo>
                  <a:pt x="756190" y="379976"/>
                </a:lnTo>
                <a:cubicBezTo>
                  <a:pt x="756190" y="400517"/>
                  <a:pt x="750580" y="413216"/>
                  <a:pt x="739359" y="418074"/>
                </a:cubicBezTo>
                <a:cubicBezTo>
                  <a:pt x="728139" y="422931"/>
                  <a:pt x="706931" y="425360"/>
                  <a:pt x="675737" y="425360"/>
                </a:cubicBezTo>
                <a:cubicBezTo>
                  <a:pt x="676633" y="413373"/>
                  <a:pt x="673342" y="400159"/>
                  <a:pt x="665865" y="385719"/>
                </a:cubicBezTo>
                <a:cubicBezTo>
                  <a:pt x="681976" y="388115"/>
                  <a:pt x="693524" y="389313"/>
                  <a:pt x="700508" y="389313"/>
                </a:cubicBezTo>
                <a:cubicBezTo>
                  <a:pt x="707492" y="389313"/>
                  <a:pt x="712436" y="387863"/>
                  <a:pt x="715339" y="384962"/>
                </a:cubicBezTo>
                <a:cubicBezTo>
                  <a:pt x="718241" y="382062"/>
                  <a:pt x="719693" y="374270"/>
                  <a:pt x="719693" y="361588"/>
                </a:cubicBezTo>
                <a:lnTo>
                  <a:pt x="719693" y="269726"/>
                </a:lnTo>
                <a:lnTo>
                  <a:pt x="649362" y="269726"/>
                </a:lnTo>
                <a:cubicBezTo>
                  <a:pt x="614006" y="269726"/>
                  <a:pt x="589457" y="270624"/>
                  <a:pt x="575718" y="272420"/>
                </a:cubicBezTo>
                <a:lnTo>
                  <a:pt x="575718" y="236815"/>
                </a:lnTo>
                <a:cubicBezTo>
                  <a:pt x="588686" y="238911"/>
                  <a:pt x="613234" y="239958"/>
                  <a:pt x="649362" y="239958"/>
                </a:cubicBezTo>
                <a:lnTo>
                  <a:pt x="719693" y="239958"/>
                </a:lnTo>
                <a:cubicBezTo>
                  <a:pt x="719693" y="218689"/>
                  <a:pt x="718645" y="201644"/>
                  <a:pt x="716550" y="188823"/>
                </a:cubicBezTo>
                <a:close/>
                <a:moveTo>
                  <a:pt x="2340143" y="180751"/>
                </a:moveTo>
                <a:cubicBezTo>
                  <a:pt x="2380381" y="182251"/>
                  <a:pt x="2424278" y="183001"/>
                  <a:pt x="2471834" y="183001"/>
                </a:cubicBezTo>
                <a:cubicBezTo>
                  <a:pt x="2519390" y="183001"/>
                  <a:pt x="2560618" y="182251"/>
                  <a:pt x="2595518" y="180751"/>
                </a:cubicBezTo>
                <a:cubicBezTo>
                  <a:pt x="2593727" y="195339"/>
                  <a:pt x="2592832" y="211769"/>
                  <a:pt x="2592832" y="230043"/>
                </a:cubicBezTo>
                <a:cubicBezTo>
                  <a:pt x="2592832" y="248317"/>
                  <a:pt x="2593727" y="263340"/>
                  <a:pt x="2595518" y="275113"/>
                </a:cubicBezTo>
                <a:cubicBezTo>
                  <a:pt x="2565390" y="273617"/>
                  <a:pt x="2526940" y="272870"/>
                  <a:pt x="2480167" y="272870"/>
                </a:cubicBezTo>
                <a:lnTo>
                  <a:pt x="2379341" y="272870"/>
                </a:lnTo>
                <a:lnTo>
                  <a:pt x="2379341" y="296923"/>
                </a:lnTo>
                <a:lnTo>
                  <a:pt x="2482861" y="296923"/>
                </a:lnTo>
                <a:cubicBezTo>
                  <a:pt x="2527152" y="296923"/>
                  <a:pt x="2572779" y="296173"/>
                  <a:pt x="2619742" y="294672"/>
                </a:cubicBezTo>
                <a:cubicBezTo>
                  <a:pt x="2618247" y="303007"/>
                  <a:pt x="2617499" y="314696"/>
                  <a:pt x="2617499" y="329741"/>
                </a:cubicBezTo>
                <a:lnTo>
                  <a:pt x="2617499" y="378633"/>
                </a:lnTo>
                <a:cubicBezTo>
                  <a:pt x="2617499" y="389791"/>
                  <a:pt x="2618544" y="402976"/>
                  <a:pt x="2620635" y="418188"/>
                </a:cubicBezTo>
                <a:lnTo>
                  <a:pt x="2580994" y="418188"/>
                </a:lnTo>
                <a:lnTo>
                  <a:pt x="2580994" y="394864"/>
                </a:lnTo>
                <a:lnTo>
                  <a:pt x="2379341" y="394864"/>
                </a:lnTo>
                <a:cubicBezTo>
                  <a:pt x="2379874" y="405122"/>
                  <a:pt x="2380619" y="415288"/>
                  <a:pt x="2381576" y="425360"/>
                </a:cubicBezTo>
                <a:lnTo>
                  <a:pt x="2339242" y="425360"/>
                </a:lnTo>
                <a:cubicBezTo>
                  <a:pt x="2341638" y="406948"/>
                  <a:pt x="2342836" y="392118"/>
                  <a:pt x="2342836" y="380869"/>
                </a:cubicBezTo>
                <a:lnTo>
                  <a:pt x="2342836" y="229271"/>
                </a:lnTo>
                <a:cubicBezTo>
                  <a:pt x="2342836" y="207716"/>
                  <a:pt x="2341938" y="191543"/>
                  <a:pt x="2340143" y="180751"/>
                </a:cubicBezTo>
                <a:close/>
                <a:moveTo>
                  <a:pt x="41891" y="154905"/>
                </a:moveTo>
                <a:lnTo>
                  <a:pt x="41891" y="205425"/>
                </a:lnTo>
                <a:lnTo>
                  <a:pt x="270006" y="205425"/>
                </a:lnTo>
                <a:lnTo>
                  <a:pt x="270006" y="154905"/>
                </a:lnTo>
                <a:close/>
                <a:moveTo>
                  <a:pt x="1014361" y="139660"/>
                </a:moveTo>
                <a:lnTo>
                  <a:pt x="1014361" y="163713"/>
                </a:lnTo>
                <a:lnTo>
                  <a:pt x="1160400" y="163713"/>
                </a:lnTo>
                <a:lnTo>
                  <a:pt x="1160400" y="139660"/>
                </a:lnTo>
                <a:close/>
                <a:moveTo>
                  <a:pt x="1014361" y="89425"/>
                </a:moveTo>
                <a:lnTo>
                  <a:pt x="1014361" y="112135"/>
                </a:lnTo>
                <a:lnTo>
                  <a:pt x="1160400" y="112135"/>
                </a:lnTo>
                <a:lnTo>
                  <a:pt x="1160400" y="89425"/>
                </a:lnTo>
                <a:close/>
                <a:moveTo>
                  <a:pt x="2040520" y="69244"/>
                </a:moveTo>
                <a:cubicBezTo>
                  <a:pt x="2040080" y="130834"/>
                  <a:pt x="2038188" y="179074"/>
                  <a:pt x="2034844" y="213963"/>
                </a:cubicBezTo>
                <a:lnTo>
                  <a:pt x="2033965" y="221965"/>
                </a:lnTo>
                <a:lnTo>
                  <a:pt x="2063130" y="208554"/>
                </a:lnTo>
                <a:cubicBezTo>
                  <a:pt x="2077022" y="242316"/>
                  <a:pt x="2094793" y="273115"/>
                  <a:pt x="2116443" y="300952"/>
                </a:cubicBezTo>
                <a:cubicBezTo>
                  <a:pt x="2134884" y="274320"/>
                  <a:pt x="2147202" y="239842"/>
                  <a:pt x="2153398" y="197517"/>
                </a:cubicBezTo>
                <a:lnTo>
                  <a:pt x="2114915" y="197517"/>
                </a:lnTo>
                <a:cubicBezTo>
                  <a:pt x="2107314" y="197517"/>
                  <a:pt x="2096519" y="198415"/>
                  <a:pt x="2082532" y="200211"/>
                </a:cubicBezTo>
                <a:lnTo>
                  <a:pt x="2129174" y="69244"/>
                </a:lnTo>
                <a:close/>
                <a:moveTo>
                  <a:pt x="1388967" y="67723"/>
                </a:moveTo>
                <a:cubicBezTo>
                  <a:pt x="1430048" y="70418"/>
                  <a:pt x="1484772" y="71766"/>
                  <a:pt x="1553137" y="71766"/>
                </a:cubicBezTo>
                <a:cubicBezTo>
                  <a:pt x="1621503" y="71766"/>
                  <a:pt x="1675974" y="70418"/>
                  <a:pt x="1716551" y="67723"/>
                </a:cubicBezTo>
                <a:lnTo>
                  <a:pt x="1716551" y="106920"/>
                </a:lnTo>
                <a:cubicBezTo>
                  <a:pt x="1678036" y="105125"/>
                  <a:pt x="1626556" y="104227"/>
                  <a:pt x="1562110" y="104227"/>
                </a:cubicBezTo>
                <a:cubicBezTo>
                  <a:pt x="1497664" y="104227"/>
                  <a:pt x="1439949" y="105125"/>
                  <a:pt x="1388967" y="106920"/>
                </a:cubicBezTo>
                <a:close/>
                <a:moveTo>
                  <a:pt x="20617" y="18388"/>
                </a:moveTo>
                <a:cubicBezTo>
                  <a:pt x="50278" y="41300"/>
                  <a:pt x="78448" y="67544"/>
                  <a:pt x="105128" y="97119"/>
                </a:cubicBezTo>
                <a:lnTo>
                  <a:pt x="77639" y="119479"/>
                </a:lnTo>
                <a:cubicBezTo>
                  <a:pt x="58065" y="92266"/>
                  <a:pt x="32185" y="66513"/>
                  <a:pt x="0" y="42219"/>
                </a:cubicBezTo>
                <a:close/>
                <a:moveTo>
                  <a:pt x="277949" y="13902"/>
                </a:moveTo>
                <a:cubicBezTo>
                  <a:pt x="291532" y="23708"/>
                  <a:pt x="301931" y="30333"/>
                  <a:pt x="309146" y="33779"/>
                </a:cubicBezTo>
                <a:cubicBezTo>
                  <a:pt x="316361" y="37225"/>
                  <a:pt x="319969" y="40858"/>
                  <a:pt x="319969" y="44680"/>
                </a:cubicBezTo>
                <a:cubicBezTo>
                  <a:pt x="319969" y="48502"/>
                  <a:pt x="317020" y="51929"/>
                  <a:pt x="311121" y="54960"/>
                </a:cubicBezTo>
                <a:cubicBezTo>
                  <a:pt x="305223" y="57992"/>
                  <a:pt x="297653" y="63690"/>
                  <a:pt x="288411" y="72055"/>
                </a:cubicBezTo>
                <a:cubicBezTo>
                  <a:pt x="283791" y="76238"/>
                  <a:pt x="277035" y="82580"/>
                  <a:pt x="268144" y="91082"/>
                </a:cubicBezTo>
                <a:lnTo>
                  <a:pt x="235478" y="122666"/>
                </a:lnTo>
                <a:lnTo>
                  <a:pt x="234573" y="122696"/>
                </a:lnTo>
                <a:lnTo>
                  <a:pt x="211255" y="105213"/>
                </a:lnTo>
                <a:cubicBezTo>
                  <a:pt x="243959" y="73066"/>
                  <a:pt x="266191" y="42629"/>
                  <a:pt x="277949" y="13902"/>
                </a:cubicBezTo>
                <a:close/>
                <a:moveTo>
                  <a:pt x="973820" y="7622"/>
                </a:moveTo>
                <a:cubicBezTo>
                  <a:pt x="988688" y="10318"/>
                  <a:pt x="1000433" y="11666"/>
                  <a:pt x="1009053" y="11666"/>
                </a:cubicBezTo>
                <a:cubicBezTo>
                  <a:pt x="1017673" y="11666"/>
                  <a:pt x="1021983" y="13531"/>
                  <a:pt x="1021983" y="17263"/>
                </a:cubicBezTo>
                <a:cubicBezTo>
                  <a:pt x="1021983" y="20994"/>
                  <a:pt x="1020661" y="23960"/>
                  <a:pt x="1018018" y="26160"/>
                </a:cubicBezTo>
                <a:cubicBezTo>
                  <a:pt x="1015580" y="28599"/>
                  <a:pt x="1014361" y="33661"/>
                  <a:pt x="1014361" y="41348"/>
                </a:cubicBezTo>
                <a:lnTo>
                  <a:pt x="1014361" y="59207"/>
                </a:lnTo>
                <a:lnTo>
                  <a:pt x="1160400" y="59207"/>
                </a:lnTo>
                <a:cubicBezTo>
                  <a:pt x="1160400" y="40562"/>
                  <a:pt x="1159205" y="23815"/>
                  <a:pt x="1156814" y="8965"/>
                </a:cubicBezTo>
                <a:cubicBezTo>
                  <a:pt x="1173740" y="11961"/>
                  <a:pt x="1186447" y="13459"/>
                  <a:pt x="1194937" y="13459"/>
                </a:cubicBezTo>
                <a:cubicBezTo>
                  <a:pt x="1203426" y="13459"/>
                  <a:pt x="1207670" y="15399"/>
                  <a:pt x="1207670" y="19281"/>
                </a:cubicBezTo>
                <a:cubicBezTo>
                  <a:pt x="1207670" y="23162"/>
                  <a:pt x="1206068" y="26439"/>
                  <a:pt x="1202863" y="29111"/>
                </a:cubicBezTo>
                <a:cubicBezTo>
                  <a:pt x="1198291" y="32535"/>
                  <a:pt x="1196005" y="37362"/>
                  <a:pt x="1196005" y="43591"/>
                </a:cubicBezTo>
                <a:lnTo>
                  <a:pt x="1196005" y="59214"/>
                </a:lnTo>
                <a:cubicBezTo>
                  <a:pt x="1217388" y="58962"/>
                  <a:pt x="1241460" y="57462"/>
                  <a:pt x="1268221" y="54714"/>
                </a:cubicBezTo>
                <a:lnTo>
                  <a:pt x="1268221" y="93011"/>
                </a:lnTo>
                <a:cubicBezTo>
                  <a:pt x="1243603" y="90921"/>
                  <a:pt x="1219531" y="89875"/>
                  <a:pt x="1196005" y="89875"/>
                </a:cubicBezTo>
                <a:lnTo>
                  <a:pt x="1196005" y="212591"/>
                </a:lnTo>
                <a:cubicBezTo>
                  <a:pt x="1223265" y="212343"/>
                  <a:pt x="1255560" y="210998"/>
                  <a:pt x="1292888" y="208554"/>
                </a:cubicBezTo>
                <a:lnTo>
                  <a:pt x="1292888" y="246402"/>
                </a:lnTo>
                <a:cubicBezTo>
                  <a:pt x="1268218" y="244307"/>
                  <a:pt x="1231888" y="242813"/>
                  <a:pt x="1183896" y="241923"/>
                </a:cubicBezTo>
                <a:cubicBezTo>
                  <a:pt x="1212014" y="273327"/>
                  <a:pt x="1251483" y="296068"/>
                  <a:pt x="1302304" y="310146"/>
                </a:cubicBezTo>
                <a:cubicBezTo>
                  <a:pt x="1293507" y="322442"/>
                  <a:pt x="1286497" y="334685"/>
                  <a:pt x="1281272" y="346872"/>
                </a:cubicBezTo>
                <a:cubicBezTo>
                  <a:pt x="1220122" y="315958"/>
                  <a:pt x="1176331" y="280825"/>
                  <a:pt x="1149899" y="241473"/>
                </a:cubicBezTo>
                <a:lnTo>
                  <a:pt x="1030498" y="241473"/>
                </a:lnTo>
                <a:cubicBezTo>
                  <a:pt x="997184" y="286583"/>
                  <a:pt x="950714" y="322764"/>
                  <a:pt x="891088" y="350015"/>
                </a:cubicBezTo>
                <a:cubicBezTo>
                  <a:pt x="887421" y="338090"/>
                  <a:pt x="880910" y="327688"/>
                  <a:pt x="871557" y="318811"/>
                </a:cubicBezTo>
                <a:cubicBezTo>
                  <a:pt x="925807" y="298751"/>
                  <a:pt x="966173" y="273122"/>
                  <a:pt x="992658" y="241923"/>
                </a:cubicBezTo>
                <a:cubicBezTo>
                  <a:pt x="949990" y="242513"/>
                  <a:pt x="916053" y="244006"/>
                  <a:pt x="890845" y="246402"/>
                </a:cubicBezTo>
                <a:lnTo>
                  <a:pt x="890845" y="208554"/>
                </a:lnTo>
                <a:cubicBezTo>
                  <a:pt x="921311" y="211002"/>
                  <a:pt x="950614" y="212348"/>
                  <a:pt x="978756" y="212591"/>
                </a:cubicBezTo>
                <a:lnTo>
                  <a:pt x="978756" y="89425"/>
                </a:lnTo>
                <a:cubicBezTo>
                  <a:pt x="959063" y="89425"/>
                  <a:pt x="935589" y="90621"/>
                  <a:pt x="908333" y="93011"/>
                </a:cubicBezTo>
                <a:lnTo>
                  <a:pt x="908333" y="54714"/>
                </a:lnTo>
                <a:cubicBezTo>
                  <a:pt x="935160" y="57414"/>
                  <a:pt x="958634" y="58764"/>
                  <a:pt x="978756" y="58764"/>
                </a:cubicBezTo>
                <a:cubicBezTo>
                  <a:pt x="978756" y="41986"/>
                  <a:pt x="977110" y="24939"/>
                  <a:pt x="973820" y="7622"/>
                </a:cubicBezTo>
                <a:close/>
                <a:moveTo>
                  <a:pt x="665422" y="5829"/>
                </a:moveTo>
                <a:cubicBezTo>
                  <a:pt x="681695" y="7929"/>
                  <a:pt x="695328" y="8979"/>
                  <a:pt x="706320" y="8979"/>
                </a:cubicBezTo>
                <a:cubicBezTo>
                  <a:pt x="714154" y="8979"/>
                  <a:pt x="718071" y="11157"/>
                  <a:pt x="718071" y="15512"/>
                </a:cubicBezTo>
                <a:cubicBezTo>
                  <a:pt x="718071" y="19868"/>
                  <a:pt x="716202" y="23466"/>
                  <a:pt x="712463" y="26307"/>
                </a:cubicBezTo>
                <a:cubicBezTo>
                  <a:pt x="708725" y="29147"/>
                  <a:pt x="706855" y="33563"/>
                  <a:pt x="706855" y="39555"/>
                </a:cubicBezTo>
                <a:lnTo>
                  <a:pt x="706855" y="74452"/>
                </a:lnTo>
                <a:cubicBezTo>
                  <a:pt x="747551" y="74461"/>
                  <a:pt x="779545" y="72816"/>
                  <a:pt x="802839" y="69516"/>
                </a:cubicBezTo>
                <a:lnTo>
                  <a:pt x="802839" y="108713"/>
                </a:lnTo>
                <a:cubicBezTo>
                  <a:pt x="775454" y="105718"/>
                  <a:pt x="743460" y="104072"/>
                  <a:pt x="706855" y="103777"/>
                </a:cubicBezTo>
                <a:lnTo>
                  <a:pt x="706855" y="155183"/>
                </a:lnTo>
                <a:cubicBezTo>
                  <a:pt x="754942" y="155188"/>
                  <a:pt x="795757" y="153245"/>
                  <a:pt x="829299" y="149354"/>
                </a:cubicBezTo>
                <a:lnTo>
                  <a:pt x="829299" y="189895"/>
                </a:lnTo>
                <a:cubicBezTo>
                  <a:pt x="794171" y="186004"/>
                  <a:pt x="752106" y="184059"/>
                  <a:pt x="703105" y="184059"/>
                </a:cubicBezTo>
                <a:cubicBezTo>
                  <a:pt x="654104" y="184059"/>
                  <a:pt x="608800" y="186004"/>
                  <a:pt x="567195" y="189895"/>
                </a:cubicBezTo>
                <a:lnTo>
                  <a:pt x="567195" y="149354"/>
                </a:lnTo>
                <a:cubicBezTo>
                  <a:pt x="606138" y="153293"/>
                  <a:pt x="639926" y="155395"/>
                  <a:pt x="668558" y="155662"/>
                </a:cubicBezTo>
                <a:lnTo>
                  <a:pt x="668558" y="103777"/>
                </a:lnTo>
                <a:cubicBezTo>
                  <a:pt x="635292" y="104072"/>
                  <a:pt x="607036" y="105718"/>
                  <a:pt x="583790" y="108713"/>
                </a:cubicBezTo>
                <a:lnTo>
                  <a:pt x="583790" y="69516"/>
                </a:lnTo>
                <a:cubicBezTo>
                  <a:pt x="606421" y="72859"/>
                  <a:pt x="634677" y="74666"/>
                  <a:pt x="668558" y="74938"/>
                </a:cubicBezTo>
                <a:cubicBezTo>
                  <a:pt x="668558" y="42467"/>
                  <a:pt x="667512" y="19431"/>
                  <a:pt x="665422" y="5829"/>
                </a:cubicBezTo>
                <a:close/>
                <a:moveTo>
                  <a:pt x="484220" y="5829"/>
                </a:moveTo>
                <a:cubicBezTo>
                  <a:pt x="502289" y="9720"/>
                  <a:pt x="516670" y="11666"/>
                  <a:pt x="527362" y="11666"/>
                </a:cubicBezTo>
                <a:cubicBezTo>
                  <a:pt x="533700" y="11666"/>
                  <a:pt x="536870" y="13362"/>
                  <a:pt x="536870" y="16755"/>
                </a:cubicBezTo>
                <a:cubicBezTo>
                  <a:pt x="536870" y="20149"/>
                  <a:pt x="535464" y="23643"/>
                  <a:pt x="532652" y="27239"/>
                </a:cubicBezTo>
                <a:cubicBezTo>
                  <a:pt x="529839" y="30835"/>
                  <a:pt x="527746" y="36272"/>
                  <a:pt x="526372" y="43552"/>
                </a:cubicBezTo>
                <a:cubicBezTo>
                  <a:pt x="524998" y="50831"/>
                  <a:pt x="524311" y="59067"/>
                  <a:pt x="524311" y="68258"/>
                </a:cubicBezTo>
                <a:lnTo>
                  <a:pt x="524311" y="110778"/>
                </a:lnTo>
                <a:cubicBezTo>
                  <a:pt x="539075" y="110835"/>
                  <a:pt x="554772" y="109940"/>
                  <a:pt x="571403" y="108092"/>
                </a:cubicBezTo>
                <a:lnTo>
                  <a:pt x="571403" y="144146"/>
                </a:lnTo>
                <a:cubicBezTo>
                  <a:pt x="554515" y="142651"/>
                  <a:pt x="538818" y="141903"/>
                  <a:pt x="524311" y="141903"/>
                </a:cubicBezTo>
                <a:lnTo>
                  <a:pt x="524311" y="213491"/>
                </a:lnTo>
                <a:cubicBezTo>
                  <a:pt x="530745" y="208833"/>
                  <a:pt x="544366" y="201358"/>
                  <a:pt x="565173" y="191067"/>
                </a:cubicBezTo>
                <a:cubicBezTo>
                  <a:pt x="566535" y="200844"/>
                  <a:pt x="569360" y="210526"/>
                  <a:pt x="573646" y="220113"/>
                </a:cubicBezTo>
                <a:lnTo>
                  <a:pt x="524311" y="245588"/>
                </a:lnTo>
                <a:lnTo>
                  <a:pt x="524311" y="313146"/>
                </a:lnTo>
                <a:cubicBezTo>
                  <a:pt x="524311" y="356218"/>
                  <a:pt x="525657" y="394073"/>
                  <a:pt x="528347" y="426710"/>
                </a:cubicBezTo>
                <a:lnTo>
                  <a:pt x="484220" y="426710"/>
                </a:lnTo>
                <a:cubicBezTo>
                  <a:pt x="487511" y="391087"/>
                  <a:pt x="489157" y="353232"/>
                  <a:pt x="489157" y="313146"/>
                </a:cubicBezTo>
                <a:lnTo>
                  <a:pt x="489157" y="260311"/>
                </a:lnTo>
                <a:lnTo>
                  <a:pt x="427235" y="291258"/>
                </a:lnTo>
                <a:cubicBezTo>
                  <a:pt x="424492" y="280118"/>
                  <a:pt x="418219" y="268057"/>
                  <a:pt x="408418" y="255075"/>
                </a:cubicBezTo>
                <a:cubicBezTo>
                  <a:pt x="441989" y="245230"/>
                  <a:pt x="468902" y="235927"/>
                  <a:pt x="489157" y="227164"/>
                </a:cubicBezTo>
                <a:lnTo>
                  <a:pt x="489157" y="141453"/>
                </a:lnTo>
                <a:lnTo>
                  <a:pt x="459975" y="141453"/>
                </a:lnTo>
                <a:cubicBezTo>
                  <a:pt x="456788" y="153688"/>
                  <a:pt x="451300" y="172076"/>
                  <a:pt x="443508" y="196617"/>
                </a:cubicBezTo>
                <a:cubicBezTo>
                  <a:pt x="432945" y="192064"/>
                  <a:pt x="421101" y="188988"/>
                  <a:pt x="407975" y="187387"/>
                </a:cubicBezTo>
                <a:cubicBezTo>
                  <a:pt x="426244" y="148230"/>
                  <a:pt x="436805" y="104903"/>
                  <a:pt x="439658" y="57407"/>
                </a:cubicBezTo>
                <a:cubicBezTo>
                  <a:pt x="458150" y="60631"/>
                  <a:pt x="470081" y="62871"/>
                  <a:pt x="475448" y="64126"/>
                </a:cubicBezTo>
                <a:cubicBezTo>
                  <a:pt x="480815" y="65381"/>
                  <a:pt x="483499" y="67875"/>
                  <a:pt x="483499" y="71609"/>
                </a:cubicBezTo>
                <a:cubicBezTo>
                  <a:pt x="483499" y="75343"/>
                  <a:pt x="482109" y="78271"/>
                  <a:pt x="479331" y="80396"/>
                </a:cubicBezTo>
                <a:cubicBezTo>
                  <a:pt x="476552" y="82520"/>
                  <a:pt x="474584" y="85318"/>
                  <a:pt x="473426" y="88789"/>
                </a:cubicBezTo>
                <a:cubicBezTo>
                  <a:pt x="472269" y="92261"/>
                  <a:pt x="469945" y="99743"/>
                  <a:pt x="466454" y="111235"/>
                </a:cubicBezTo>
                <a:lnTo>
                  <a:pt x="489157" y="111235"/>
                </a:lnTo>
                <a:lnTo>
                  <a:pt x="489157" y="77674"/>
                </a:lnTo>
                <a:cubicBezTo>
                  <a:pt x="489157" y="44474"/>
                  <a:pt x="487511" y="20526"/>
                  <a:pt x="484220" y="5829"/>
                </a:cubicBezTo>
                <a:close/>
                <a:moveTo>
                  <a:pt x="1875771" y="2686"/>
                </a:moveTo>
                <a:cubicBezTo>
                  <a:pt x="1886605" y="5158"/>
                  <a:pt x="1893598" y="6599"/>
                  <a:pt x="1896748" y="7011"/>
                </a:cubicBezTo>
                <a:cubicBezTo>
                  <a:pt x="1899899" y="7423"/>
                  <a:pt x="1905516" y="7629"/>
                  <a:pt x="1913600" y="7629"/>
                </a:cubicBezTo>
                <a:cubicBezTo>
                  <a:pt x="1921685" y="7629"/>
                  <a:pt x="1925727" y="9622"/>
                  <a:pt x="1925727" y="13609"/>
                </a:cubicBezTo>
                <a:cubicBezTo>
                  <a:pt x="1925727" y="17595"/>
                  <a:pt x="1924084" y="21068"/>
                  <a:pt x="1920798" y="24028"/>
                </a:cubicBezTo>
                <a:cubicBezTo>
                  <a:pt x="1917511" y="26988"/>
                  <a:pt x="1915268" y="29725"/>
                  <a:pt x="1914068" y="32240"/>
                </a:cubicBezTo>
                <a:cubicBezTo>
                  <a:pt x="1912868" y="34754"/>
                  <a:pt x="1912268" y="36742"/>
                  <a:pt x="1912268" y="38205"/>
                </a:cubicBezTo>
                <a:lnTo>
                  <a:pt x="1912268" y="100491"/>
                </a:lnTo>
                <a:cubicBezTo>
                  <a:pt x="1937371" y="100229"/>
                  <a:pt x="1958302" y="98874"/>
                  <a:pt x="1975061" y="96426"/>
                </a:cubicBezTo>
                <a:lnTo>
                  <a:pt x="1975061" y="135624"/>
                </a:lnTo>
                <a:cubicBezTo>
                  <a:pt x="1954273" y="133524"/>
                  <a:pt x="1933342" y="132326"/>
                  <a:pt x="1912268" y="132031"/>
                </a:cubicBezTo>
                <a:lnTo>
                  <a:pt x="1912268" y="153055"/>
                </a:lnTo>
                <a:cubicBezTo>
                  <a:pt x="1935809" y="180129"/>
                  <a:pt x="1958085" y="209259"/>
                  <a:pt x="1979098" y="240444"/>
                </a:cubicBezTo>
                <a:lnTo>
                  <a:pt x="1947122" y="260754"/>
                </a:lnTo>
                <a:cubicBezTo>
                  <a:pt x="1934992" y="237265"/>
                  <a:pt x="1923374" y="213646"/>
                  <a:pt x="1912268" y="189895"/>
                </a:cubicBezTo>
                <a:lnTo>
                  <a:pt x="1912268" y="336020"/>
                </a:lnTo>
                <a:cubicBezTo>
                  <a:pt x="1912268" y="347508"/>
                  <a:pt x="1912642" y="360435"/>
                  <a:pt x="1913390" y="374802"/>
                </a:cubicBezTo>
                <a:lnTo>
                  <a:pt x="1913399" y="374952"/>
                </a:lnTo>
                <a:lnTo>
                  <a:pt x="1963306" y="325048"/>
                </a:lnTo>
                <a:cubicBezTo>
                  <a:pt x="1976353" y="307191"/>
                  <a:pt x="1985677" y="288245"/>
                  <a:pt x="1991278" y="268212"/>
                </a:cubicBezTo>
                <a:cubicBezTo>
                  <a:pt x="2002479" y="228145"/>
                  <a:pt x="2007211" y="161822"/>
                  <a:pt x="2005472" y="69244"/>
                </a:cubicBezTo>
                <a:cubicBezTo>
                  <a:pt x="1984722" y="69244"/>
                  <a:pt x="1968846" y="69842"/>
                  <a:pt x="1957845" y="71037"/>
                </a:cubicBezTo>
                <a:lnTo>
                  <a:pt x="1957845" y="35433"/>
                </a:lnTo>
                <a:cubicBezTo>
                  <a:pt x="1981843" y="37528"/>
                  <a:pt x="2015262" y="38576"/>
                  <a:pt x="2058100" y="38576"/>
                </a:cubicBezTo>
                <a:cubicBezTo>
                  <a:pt x="2100939" y="38576"/>
                  <a:pt x="2140237" y="36183"/>
                  <a:pt x="2175994" y="31397"/>
                </a:cubicBezTo>
                <a:lnTo>
                  <a:pt x="2126659" y="167299"/>
                </a:lnTo>
                <a:lnTo>
                  <a:pt x="2161556" y="167299"/>
                </a:lnTo>
                <a:cubicBezTo>
                  <a:pt x="2169424" y="167299"/>
                  <a:pt x="2180666" y="166252"/>
                  <a:pt x="2195282" y="164156"/>
                </a:cubicBezTo>
                <a:cubicBezTo>
                  <a:pt x="2185895" y="211938"/>
                  <a:pt x="2177013" y="246946"/>
                  <a:pt x="2168636" y="269180"/>
                </a:cubicBezTo>
                <a:cubicBezTo>
                  <a:pt x="2160258" y="291414"/>
                  <a:pt x="2150005" y="309810"/>
                  <a:pt x="2137875" y="324369"/>
                </a:cubicBezTo>
                <a:cubicBezTo>
                  <a:pt x="2150410" y="337390"/>
                  <a:pt x="2162667" y="348211"/>
                  <a:pt x="2174647" y="356834"/>
                </a:cubicBezTo>
                <a:cubicBezTo>
                  <a:pt x="2186627" y="365456"/>
                  <a:pt x="2204419" y="375535"/>
                  <a:pt x="2228022" y="387070"/>
                </a:cubicBezTo>
                <a:cubicBezTo>
                  <a:pt x="2217744" y="395837"/>
                  <a:pt x="2209562" y="406060"/>
                  <a:pt x="2203476" y="417738"/>
                </a:cubicBezTo>
                <a:cubicBezTo>
                  <a:pt x="2170229" y="400669"/>
                  <a:pt x="2141511" y="377495"/>
                  <a:pt x="2117322" y="348215"/>
                </a:cubicBezTo>
                <a:cubicBezTo>
                  <a:pt x="2089333" y="377680"/>
                  <a:pt x="2048623" y="402500"/>
                  <a:pt x="1995193" y="422674"/>
                </a:cubicBezTo>
                <a:cubicBezTo>
                  <a:pt x="1990006" y="409787"/>
                  <a:pt x="1981893" y="398878"/>
                  <a:pt x="1970854" y="389949"/>
                </a:cubicBezTo>
                <a:cubicBezTo>
                  <a:pt x="2002162" y="380524"/>
                  <a:pt x="2026868" y="370955"/>
                  <a:pt x="2044970" y="361241"/>
                </a:cubicBezTo>
                <a:cubicBezTo>
                  <a:pt x="2063072" y="351528"/>
                  <a:pt x="2080077" y="339080"/>
                  <a:pt x="2095984" y="323897"/>
                </a:cubicBezTo>
                <a:cubicBezTo>
                  <a:pt x="2079946" y="305877"/>
                  <a:pt x="2063659" y="282558"/>
                  <a:pt x="2047123" y="253940"/>
                </a:cubicBezTo>
                <a:lnTo>
                  <a:pt x="2033241" y="228560"/>
                </a:lnTo>
                <a:lnTo>
                  <a:pt x="2033050" y="230295"/>
                </a:lnTo>
                <a:cubicBezTo>
                  <a:pt x="2032412" y="235368"/>
                  <a:pt x="2031734" y="240070"/>
                  <a:pt x="2031015" y="244402"/>
                </a:cubicBezTo>
                <a:cubicBezTo>
                  <a:pt x="2025264" y="279054"/>
                  <a:pt x="2016287" y="306829"/>
                  <a:pt x="2004083" y="327726"/>
                </a:cubicBezTo>
                <a:cubicBezTo>
                  <a:pt x="1991879" y="348624"/>
                  <a:pt x="1972249" y="371751"/>
                  <a:pt x="1945193" y="397107"/>
                </a:cubicBezTo>
                <a:cubicBezTo>
                  <a:pt x="1941422" y="392682"/>
                  <a:pt x="1936852" y="388657"/>
                  <a:pt x="1931486" y="385032"/>
                </a:cubicBezTo>
                <a:lnTo>
                  <a:pt x="1913438" y="375585"/>
                </a:lnTo>
                <a:lnTo>
                  <a:pt x="1914792" y="397433"/>
                </a:lnTo>
                <a:cubicBezTo>
                  <a:pt x="1915352" y="405337"/>
                  <a:pt x="1916007" y="413600"/>
                  <a:pt x="1916754" y="422224"/>
                </a:cubicBezTo>
                <a:lnTo>
                  <a:pt x="1873527" y="422224"/>
                </a:lnTo>
                <a:cubicBezTo>
                  <a:pt x="1876513" y="387229"/>
                  <a:pt x="1878007" y="358495"/>
                  <a:pt x="1878007" y="336020"/>
                </a:cubicBezTo>
                <a:lnTo>
                  <a:pt x="1878007" y="197517"/>
                </a:lnTo>
                <a:cubicBezTo>
                  <a:pt x="1871253" y="238889"/>
                  <a:pt x="1853549" y="280004"/>
                  <a:pt x="1824893" y="320861"/>
                </a:cubicBezTo>
                <a:cubicBezTo>
                  <a:pt x="1817582" y="311060"/>
                  <a:pt x="1808079" y="303676"/>
                  <a:pt x="1796382" y="298709"/>
                </a:cubicBezTo>
                <a:cubicBezTo>
                  <a:pt x="1820321" y="269376"/>
                  <a:pt x="1841610" y="230143"/>
                  <a:pt x="1860250" y="181008"/>
                </a:cubicBezTo>
                <a:lnTo>
                  <a:pt x="1876815" y="132091"/>
                </a:lnTo>
                <a:lnTo>
                  <a:pt x="1807591" y="135624"/>
                </a:lnTo>
                <a:lnTo>
                  <a:pt x="1807591" y="96426"/>
                </a:lnTo>
                <a:cubicBezTo>
                  <a:pt x="1828650" y="99126"/>
                  <a:pt x="1852122" y="100477"/>
                  <a:pt x="1878007" y="100477"/>
                </a:cubicBezTo>
                <a:cubicBezTo>
                  <a:pt x="1878007" y="43765"/>
                  <a:pt x="1877261" y="11168"/>
                  <a:pt x="1875771" y="2686"/>
                </a:cubicBezTo>
                <a:close/>
                <a:moveTo>
                  <a:pt x="2346343" y="2243"/>
                </a:moveTo>
                <a:cubicBezTo>
                  <a:pt x="2359226" y="10320"/>
                  <a:pt x="2368619" y="15140"/>
                  <a:pt x="2374522" y="16702"/>
                </a:cubicBezTo>
                <a:cubicBezTo>
                  <a:pt x="2380425" y="18264"/>
                  <a:pt x="2383377" y="21020"/>
                  <a:pt x="2383377" y="24971"/>
                </a:cubicBezTo>
                <a:cubicBezTo>
                  <a:pt x="2383377" y="28921"/>
                  <a:pt x="2381658" y="31623"/>
                  <a:pt x="2378219" y="33075"/>
                </a:cubicBezTo>
                <a:cubicBezTo>
                  <a:pt x="2374780" y="34528"/>
                  <a:pt x="2368575" y="38452"/>
                  <a:pt x="2359602" y="44848"/>
                </a:cubicBezTo>
                <a:cubicBezTo>
                  <a:pt x="2422648" y="44853"/>
                  <a:pt x="2459874" y="43060"/>
                  <a:pt x="2471281" y="39469"/>
                </a:cubicBezTo>
                <a:lnTo>
                  <a:pt x="2471281" y="77317"/>
                </a:lnTo>
                <a:cubicBezTo>
                  <a:pt x="2458208" y="75221"/>
                  <a:pt x="2434736" y="74173"/>
                  <a:pt x="2400865" y="74173"/>
                </a:cubicBezTo>
                <a:cubicBezTo>
                  <a:pt x="2407204" y="83027"/>
                  <a:pt x="2414531" y="98384"/>
                  <a:pt x="2422846" y="120243"/>
                </a:cubicBezTo>
                <a:lnTo>
                  <a:pt x="2383862" y="129795"/>
                </a:lnTo>
                <a:cubicBezTo>
                  <a:pt x="2381072" y="108982"/>
                  <a:pt x="2376395" y="90442"/>
                  <a:pt x="2369832" y="74173"/>
                </a:cubicBezTo>
                <a:lnTo>
                  <a:pt x="2340571" y="74173"/>
                </a:lnTo>
                <a:cubicBezTo>
                  <a:pt x="2328251" y="89018"/>
                  <a:pt x="2311770" y="105315"/>
                  <a:pt x="2291129" y="123065"/>
                </a:cubicBezTo>
                <a:cubicBezTo>
                  <a:pt x="2283376" y="114250"/>
                  <a:pt x="2274449" y="107342"/>
                  <a:pt x="2264348" y="102341"/>
                </a:cubicBezTo>
                <a:cubicBezTo>
                  <a:pt x="2299533" y="77314"/>
                  <a:pt x="2326865" y="43948"/>
                  <a:pt x="2346343" y="2243"/>
                </a:cubicBezTo>
                <a:close/>
                <a:moveTo>
                  <a:pt x="2528859" y="893"/>
                </a:moveTo>
                <a:cubicBezTo>
                  <a:pt x="2542189" y="7132"/>
                  <a:pt x="2552073" y="11556"/>
                  <a:pt x="2558509" y="14166"/>
                </a:cubicBezTo>
                <a:cubicBezTo>
                  <a:pt x="2564946" y="16776"/>
                  <a:pt x="2568164" y="19920"/>
                  <a:pt x="2568164" y="23599"/>
                </a:cubicBezTo>
                <a:cubicBezTo>
                  <a:pt x="2568164" y="27278"/>
                  <a:pt x="2565820" y="30123"/>
                  <a:pt x="2561131" y="32132"/>
                </a:cubicBezTo>
                <a:cubicBezTo>
                  <a:pt x="2556442" y="34142"/>
                  <a:pt x="2550264" y="38978"/>
                  <a:pt x="2542597" y="46641"/>
                </a:cubicBezTo>
                <a:cubicBezTo>
                  <a:pt x="2611701" y="46651"/>
                  <a:pt x="2654161" y="44408"/>
                  <a:pt x="2669977" y="39912"/>
                </a:cubicBezTo>
                <a:lnTo>
                  <a:pt x="2669977" y="77767"/>
                </a:lnTo>
                <a:cubicBezTo>
                  <a:pt x="2657866" y="75971"/>
                  <a:pt x="2630355" y="75073"/>
                  <a:pt x="2587445" y="75073"/>
                </a:cubicBezTo>
                <a:cubicBezTo>
                  <a:pt x="2597689" y="91976"/>
                  <a:pt x="2604866" y="106077"/>
                  <a:pt x="2608976" y="117379"/>
                </a:cubicBezTo>
                <a:lnTo>
                  <a:pt x="2571050" y="127994"/>
                </a:lnTo>
                <a:cubicBezTo>
                  <a:pt x="2568450" y="112545"/>
                  <a:pt x="2563263" y="94905"/>
                  <a:pt x="2555491" y="75073"/>
                </a:cubicBezTo>
                <a:lnTo>
                  <a:pt x="2528445" y="75073"/>
                </a:lnTo>
                <a:cubicBezTo>
                  <a:pt x="2519887" y="88870"/>
                  <a:pt x="2509966" y="102324"/>
                  <a:pt x="2498684" y="115436"/>
                </a:cubicBezTo>
                <a:cubicBezTo>
                  <a:pt x="2494495" y="111264"/>
                  <a:pt x="2490028" y="107755"/>
                  <a:pt x="2485282" y="104909"/>
                </a:cubicBezTo>
                <a:lnTo>
                  <a:pt x="2472636" y="99416"/>
                </a:lnTo>
                <a:lnTo>
                  <a:pt x="2499670" y="133216"/>
                </a:lnTo>
                <a:cubicBezTo>
                  <a:pt x="2575579" y="133216"/>
                  <a:pt x="2630553" y="132016"/>
                  <a:pt x="2664590" y="129616"/>
                </a:cubicBezTo>
                <a:cubicBezTo>
                  <a:pt x="2662500" y="143275"/>
                  <a:pt x="2661454" y="156576"/>
                  <a:pt x="2661454" y="169521"/>
                </a:cubicBezTo>
                <a:cubicBezTo>
                  <a:pt x="2661454" y="182465"/>
                  <a:pt x="2662202" y="196134"/>
                  <a:pt x="2663697" y="210526"/>
                </a:cubicBezTo>
                <a:lnTo>
                  <a:pt x="2624500" y="210526"/>
                </a:lnTo>
                <a:lnTo>
                  <a:pt x="2624500" y="162084"/>
                </a:lnTo>
                <a:lnTo>
                  <a:pt x="2317440" y="162084"/>
                </a:lnTo>
                <a:lnTo>
                  <a:pt x="2317440" y="211869"/>
                </a:lnTo>
                <a:lnTo>
                  <a:pt x="2278249" y="211869"/>
                </a:lnTo>
                <a:cubicBezTo>
                  <a:pt x="2279445" y="198067"/>
                  <a:pt x="2280042" y="183520"/>
                  <a:pt x="2280042" y="168228"/>
                </a:cubicBezTo>
                <a:cubicBezTo>
                  <a:pt x="2280042" y="152936"/>
                  <a:pt x="2279445" y="140065"/>
                  <a:pt x="2278249" y="129616"/>
                </a:cubicBezTo>
                <a:cubicBezTo>
                  <a:pt x="2314254" y="132016"/>
                  <a:pt x="2376297" y="133216"/>
                  <a:pt x="2464380" y="133216"/>
                </a:cubicBezTo>
                <a:cubicBezTo>
                  <a:pt x="2458884" y="127649"/>
                  <a:pt x="2451109" y="119998"/>
                  <a:pt x="2441055" y="110264"/>
                </a:cubicBezTo>
                <a:lnTo>
                  <a:pt x="2464508" y="89254"/>
                </a:lnTo>
                <a:lnTo>
                  <a:pt x="2470977" y="97341"/>
                </a:lnTo>
                <a:lnTo>
                  <a:pt x="2506828" y="49645"/>
                </a:lnTo>
                <a:cubicBezTo>
                  <a:pt x="2516603" y="33400"/>
                  <a:pt x="2523947" y="17150"/>
                  <a:pt x="2528859" y="893"/>
                </a:cubicBezTo>
                <a:close/>
                <a:moveTo>
                  <a:pt x="134110" y="0"/>
                </a:moveTo>
                <a:cubicBezTo>
                  <a:pt x="150269" y="1800"/>
                  <a:pt x="162859" y="2700"/>
                  <a:pt x="171879" y="2700"/>
                </a:cubicBezTo>
                <a:cubicBezTo>
                  <a:pt x="180899" y="2700"/>
                  <a:pt x="185409" y="4385"/>
                  <a:pt x="185409" y="7754"/>
                </a:cubicBezTo>
                <a:cubicBezTo>
                  <a:pt x="185409" y="11124"/>
                  <a:pt x="184200" y="13938"/>
                  <a:pt x="181780" y="16198"/>
                </a:cubicBezTo>
                <a:cubicBezTo>
                  <a:pt x="179361" y="18458"/>
                  <a:pt x="177418" y="21919"/>
                  <a:pt x="175951" y="26582"/>
                </a:cubicBezTo>
                <a:cubicBezTo>
                  <a:pt x="174484" y="31244"/>
                  <a:pt x="173751" y="35719"/>
                  <a:pt x="173751" y="40005"/>
                </a:cubicBezTo>
                <a:lnTo>
                  <a:pt x="173751" y="124694"/>
                </a:lnTo>
                <a:lnTo>
                  <a:pt x="234573" y="122696"/>
                </a:lnTo>
                <a:lnTo>
                  <a:pt x="235065" y="123065"/>
                </a:lnTo>
                <a:lnTo>
                  <a:pt x="235478" y="122666"/>
                </a:lnTo>
                <a:lnTo>
                  <a:pt x="310546" y="120201"/>
                </a:lnTo>
                <a:cubicBezTo>
                  <a:pt x="308156" y="144432"/>
                  <a:pt x="306960" y="168233"/>
                  <a:pt x="306960" y="191602"/>
                </a:cubicBezTo>
                <a:lnTo>
                  <a:pt x="306960" y="376833"/>
                </a:lnTo>
                <a:cubicBezTo>
                  <a:pt x="306960" y="392758"/>
                  <a:pt x="300293" y="403109"/>
                  <a:pt x="286958" y="407883"/>
                </a:cubicBezTo>
                <a:cubicBezTo>
                  <a:pt x="273623" y="412657"/>
                  <a:pt x="252575" y="415045"/>
                  <a:pt x="223814" y="415045"/>
                </a:cubicBezTo>
                <a:cubicBezTo>
                  <a:pt x="224409" y="401714"/>
                  <a:pt x="219773" y="387155"/>
                  <a:pt x="209905" y="371368"/>
                </a:cubicBezTo>
                <a:cubicBezTo>
                  <a:pt x="229155" y="374663"/>
                  <a:pt x="242603" y="376311"/>
                  <a:pt x="250250" y="376311"/>
                </a:cubicBezTo>
                <a:cubicBezTo>
                  <a:pt x="257896" y="376311"/>
                  <a:pt x="263100" y="375205"/>
                  <a:pt x="265862" y="372993"/>
                </a:cubicBezTo>
                <a:cubicBezTo>
                  <a:pt x="268624" y="370781"/>
                  <a:pt x="270006" y="365931"/>
                  <a:pt x="270006" y="358445"/>
                </a:cubicBezTo>
                <a:lnTo>
                  <a:pt x="270006" y="315025"/>
                </a:lnTo>
                <a:lnTo>
                  <a:pt x="41891" y="315025"/>
                </a:lnTo>
                <a:lnTo>
                  <a:pt x="41891" y="417288"/>
                </a:lnTo>
                <a:lnTo>
                  <a:pt x="450" y="417288"/>
                </a:lnTo>
                <a:cubicBezTo>
                  <a:pt x="2841" y="395066"/>
                  <a:pt x="4037" y="372611"/>
                  <a:pt x="4037" y="349922"/>
                </a:cubicBezTo>
                <a:lnTo>
                  <a:pt x="4037" y="191602"/>
                </a:lnTo>
                <a:cubicBezTo>
                  <a:pt x="4037" y="170609"/>
                  <a:pt x="3141" y="146809"/>
                  <a:pt x="1351" y="120201"/>
                </a:cubicBezTo>
                <a:cubicBezTo>
                  <a:pt x="42589" y="122644"/>
                  <a:pt x="88038" y="124146"/>
                  <a:pt x="137696" y="124708"/>
                </a:cubicBezTo>
                <a:lnTo>
                  <a:pt x="137696" y="57493"/>
                </a:lnTo>
                <a:cubicBezTo>
                  <a:pt x="137696" y="37385"/>
                  <a:pt x="136501" y="18221"/>
                  <a:pt x="1341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979FA3-936E-4C6E-967A-F811CB05F430}"/>
              </a:ext>
            </a:extLst>
          </p:cNvPr>
          <p:cNvSpPr txBox="1"/>
          <p:nvPr/>
        </p:nvSpPr>
        <p:spPr>
          <a:xfrm>
            <a:off x="3071864" y="3733593"/>
            <a:ext cx="2725141" cy="424917"/>
          </a:xfrm>
          <a:custGeom>
            <a:avLst/>
            <a:gdLst/>
            <a:ahLst/>
            <a:cxnLst/>
            <a:rect l="l" t="t" r="r" b="b"/>
            <a:pathLst>
              <a:path w="2725141" h="424917">
                <a:moveTo>
                  <a:pt x="1413627" y="333249"/>
                </a:moveTo>
                <a:cubicBezTo>
                  <a:pt x="1455894" y="335944"/>
                  <a:pt x="1519951" y="337292"/>
                  <a:pt x="1605797" y="337292"/>
                </a:cubicBezTo>
                <a:cubicBezTo>
                  <a:pt x="1691644" y="337292"/>
                  <a:pt x="1760706" y="335944"/>
                  <a:pt x="1812984" y="333249"/>
                </a:cubicBezTo>
                <a:lnTo>
                  <a:pt x="1812984" y="374682"/>
                </a:lnTo>
                <a:cubicBezTo>
                  <a:pt x="1765469" y="371692"/>
                  <a:pt x="1698754" y="370196"/>
                  <a:pt x="1612841" y="370196"/>
                </a:cubicBezTo>
                <a:cubicBezTo>
                  <a:pt x="1526928" y="370196"/>
                  <a:pt x="1460523" y="371692"/>
                  <a:pt x="1413627" y="374682"/>
                </a:cubicBezTo>
                <a:close/>
                <a:moveTo>
                  <a:pt x="2434505" y="325798"/>
                </a:moveTo>
                <a:lnTo>
                  <a:pt x="2434505" y="363302"/>
                </a:lnTo>
                <a:lnTo>
                  <a:pt x="2636158" y="363302"/>
                </a:lnTo>
                <a:lnTo>
                  <a:pt x="2636158" y="325798"/>
                </a:lnTo>
                <a:close/>
                <a:moveTo>
                  <a:pt x="1076841" y="292158"/>
                </a:moveTo>
                <a:lnTo>
                  <a:pt x="1094574" y="305983"/>
                </a:lnTo>
                <a:cubicBezTo>
                  <a:pt x="1116384" y="321932"/>
                  <a:pt x="1137669" y="334309"/>
                  <a:pt x="1158428" y="343114"/>
                </a:cubicBezTo>
                <a:cubicBezTo>
                  <a:pt x="1185965" y="328931"/>
                  <a:pt x="1207254" y="311946"/>
                  <a:pt x="1222294" y="292158"/>
                </a:cubicBezTo>
                <a:close/>
                <a:moveTo>
                  <a:pt x="2434505" y="212319"/>
                </a:moveTo>
                <a:lnTo>
                  <a:pt x="2434505" y="242209"/>
                </a:lnTo>
                <a:lnTo>
                  <a:pt x="2613284" y="242209"/>
                </a:lnTo>
                <a:lnTo>
                  <a:pt x="2613284" y="212319"/>
                </a:lnTo>
                <a:close/>
                <a:moveTo>
                  <a:pt x="1049343" y="183166"/>
                </a:moveTo>
                <a:lnTo>
                  <a:pt x="1049343" y="209019"/>
                </a:lnTo>
                <a:lnTo>
                  <a:pt x="1254583" y="209019"/>
                </a:lnTo>
                <a:lnTo>
                  <a:pt x="1254583" y="183166"/>
                </a:lnTo>
                <a:close/>
                <a:moveTo>
                  <a:pt x="2395307" y="179858"/>
                </a:moveTo>
                <a:cubicBezTo>
                  <a:pt x="2435545" y="181358"/>
                  <a:pt x="2479442" y="182108"/>
                  <a:pt x="2526998" y="182108"/>
                </a:cubicBezTo>
                <a:cubicBezTo>
                  <a:pt x="2574554" y="182108"/>
                  <a:pt x="2615782" y="181358"/>
                  <a:pt x="2650682" y="179858"/>
                </a:cubicBezTo>
                <a:cubicBezTo>
                  <a:pt x="2648891" y="194446"/>
                  <a:pt x="2647995" y="210876"/>
                  <a:pt x="2647995" y="229150"/>
                </a:cubicBezTo>
                <a:cubicBezTo>
                  <a:pt x="2647995" y="247424"/>
                  <a:pt x="2648891" y="262447"/>
                  <a:pt x="2650682" y="274220"/>
                </a:cubicBezTo>
                <a:cubicBezTo>
                  <a:pt x="2620554" y="272724"/>
                  <a:pt x="2582104" y="271977"/>
                  <a:pt x="2535331" y="271977"/>
                </a:cubicBezTo>
                <a:lnTo>
                  <a:pt x="2434505" y="271977"/>
                </a:lnTo>
                <a:lnTo>
                  <a:pt x="2434505" y="296030"/>
                </a:lnTo>
                <a:lnTo>
                  <a:pt x="2538024" y="296030"/>
                </a:lnTo>
                <a:cubicBezTo>
                  <a:pt x="2582316" y="296030"/>
                  <a:pt x="2627943" y="295280"/>
                  <a:pt x="2674906" y="293779"/>
                </a:cubicBezTo>
                <a:cubicBezTo>
                  <a:pt x="2673411" y="302114"/>
                  <a:pt x="2672663" y="313803"/>
                  <a:pt x="2672663" y="328848"/>
                </a:cubicBezTo>
                <a:lnTo>
                  <a:pt x="2672663" y="377740"/>
                </a:lnTo>
                <a:cubicBezTo>
                  <a:pt x="2672663" y="388898"/>
                  <a:pt x="2673708" y="402083"/>
                  <a:pt x="2675799" y="417295"/>
                </a:cubicBezTo>
                <a:lnTo>
                  <a:pt x="2636158" y="417295"/>
                </a:lnTo>
                <a:lnTo>
                  <a:pt x="2636158" y="393971"/>
                </a:lnTo>
                <a:lnTo>
                  <a:pt x="2434505" y="393971"/>
                </a:lnTo>
                <a:cubicBezTo>
                  <a:pt x="2435038" y="404229"/>
                  <a:pt x="2435783" y="414395"/>
                  <a:pt x="2436740" y="424467"/>
                </a:cubicBezTo>
                <a:lnTo>
                  <a:pt x="2394407" y="424467"/>
                </a:lnTo>
                <a:cubicBezTo>
                  <a:pt x="2396802" y="406055"/>
                  <a:pt x="2398000" y="391225"/>
                  <a:pt x="2398000" y="379976"/>
                </a:cubicBezTo>
                <a:lnTo>
                  <a:pt x="2398000" y="228378"/>
                </a:lnTo>
                <a:cubicBezTo>
                  <a:pt x="2398000" y="206823"/>
                  <a:pt x="2397102" y="190650"/>
                  <a:pt x="2395307" y="179858"/>
                </a:cubicBezTo>
                <a:close/>
                <a:moveTo>
                  <a:pt x="683452" y="174472"/>
                </a:moveTo>
                <a:lnTo>
                  <a:pt x="718064" y="182923"/>
                </a:lnTo>
                <a:cubicBezTo>
                  <a:pt x="711301" y="215489"/>
                  <a:pt x="700852" y="246816"/>
                  <a:pt x="686717" y="276906"/>
                </a:cubicBezTo>
                <a:lnTo>
                  <a:pt x="653306" y="264776"/>
                </a:lnTo>
                <a:cubicBezTo>
                  <a:pt x="669513" y="238749"/>
                  <a:pt x="679561" y="208647"/>
                  <a:pt x="683452" y="174472"/>
                </a:cubicBezTo>
                <a:close/>
                <a:moveTo>
                  <a:pt x="819212" y="163706"/>
                </a:moveTo>
                <a:cubicBezTo>
                  <a:pt x="830233" y="170964"/>
                  <a:pt x="841265" y="176084"/>
                  <a:pt x="852309" y="179065"/>
                </a:cubicBezTo>
                <a:cubicBezTo>
                  <a:pt x="859691" y="181280"/>
                  <a:pt x="863382" y="184532"/>
                  <a:pt x="863382" y="188823"/>
                </a:cubicBezTo>
                <a:cubicBezTo>
                  <a:pt x="863382" y="193114"/>
                  <a:pt x="859651" y="196139"/>
                  <a:pt x="852188" y="197896"/>
                </a:cubicBezTo>
                <a:cubicBezTo>
                  <a:pt x="849597" y="198496"/>
                  <a:pt x="843884" y="206398"/>
                  <a:pt x="835050" y="221603"/>
                </a:cubicBezTo>
                <a:cubicBezTo>
                  <a:pt x="826215" y="236807"/>
                  <a:pt x="815093" y="252850"/>
                  <a:pt x="801681" y="269734"/>
                </a:cubicBezTo>
                <a:lnTo>
                  <a:pt x="774407" y="253889"/>
                </a:lnTo>
                <a:cubicBezTo>
                  <a:pt x="799038" y="224099"/>
                  <a:pt x="813973" y="194038"/>
                  <a:pt x="819212" y="163706"/>
                </a:cubicBezTo>
                <a:close/>
                <a:moveTo>
                  <a:pt x="1049343" y="126208"/>
                </a:moveTo>
                <a:lnTo>
                  <a:pt x="1049343" y="154298"/>
                </a:lnTo>
                <a:lnTo>
                  <a:pt x="1254583" y="154298"/>
                </a:lnTo>
                <a:lnTo>
                  <a:pt x="1254583" y="126208"/>
                </a:lnTo>
                <a:close/>
                <a:moveTo>
                  <a:pt x="271370" y="121272"/>
                </a:moveTo>
                <a:cubicBezTo>
                  <a:pt x="270822" y="150885"/>
                  <a:pt x="269229" y="181180"/>
                  <a:pt x="266591" y="212155"/>
                </a:cubicBezTo>
                <a:lnTo>
                  <a:pt x="330299" y="212155"/>
                </a:lnTo>
                <a:lnTo>
                  <a:pt x="335042" y="121272"/>
                </a:lnTo>
                <a:close/>
                <a:moveTo>
                  <a:pt x="726865" y="118407"/>
                </a:moveTo>
                <a:cubicBezTo>
                  <a:pt x="741324" y="120808"/>
                  <a:pt x="754957" y="122008"/>
                  <a:pt x="767763" y="122008"/>
                </a:cubicBezTo>
                <a:cubicBezTo>
                  <a:pt x="776793" y="122008"/>
                  <a:pt x="781307" y="124615"/>
                  <a:pt x="781307" y="129830"/>
                </a:cubicBezTo>
                <a:cubicBezTo>
                  <a:pt x="781307" y="135045"/>
                  <a:pt x="779364" y="138841"/>
                  <a:pt x="775478" y="141217"/>
                </a:cubicBezTo>
                <a:cubicBezTo>
                  <a:pt x="768896" y="145423"/>
                  <a:pt x="765606" y="166852"/>
                  <a:pt x="765606" y="205504"/>
                </a:cubicBezTo>
                <a:cubicBezTo>
                  <a:pt x="765606" y="211643"/>
                  <a:pt x="765298" y="220739"/>
                  <a:pt x="764684" y="232793"/>
                </a:cubicBezTo>
                <a:cubicBezTo>
                  <a:pt x="773752" y="268202"/>
                  <a:pt x="787436" y="296887"/>
                  <a:pt x="805735" y="318847"/>
                </a:cubicBezTo>
                <a:cubicBezTo>
                  <a:pt x="824035" y="340807"/>
                  <a:pt x="852073" y="362350"/>
                  <a:pt x="889850" y="383476"/>
                </a:cubicBezTo>
                <a:cubicBezTo>
                  <a:pt x="875791" y="393982"/>
                  <a:pt x="866106" y="405105"/>
                  <a:pt x="860796" y="416845"/>
                </a:cubicBezTo>
                <a:cubicBezTo>
                  <a:pt x="825625" y="391213"/>
                  <a:pt x="799953" y="368328"/>
                  <a:pt x="783779" y="348190"/>
                </a:cubicBezTo>
                <a:cubicBezTo>
                  <a:pt x="767606" y="328052"/>
                  <a:pt x="757135" y="306383"/>
                  <a:pt x="752368" y="283185"/>
                </a:cubicBezTo>
                <a:cubicBezTo>
                  <a:pt x="738847" y="342169"/>
                  <a:pt x="695499" y="388217"/>
                  <a:pt x="622323" y="421331"/>
                </a:cubicBezTo>
                <a:cubicBezTo>
                  <a:pt x="615961" y="410963"/>
                  <a:pt x="606852" y="401362"/>
                  <a:pt x="594999" y="392527"/>
                </a:cubicBezTo>
                <a:cubicBezTo>
                  <a:pt x="639199" y="373558"/>
                  <a:pt x="670832" y="353377"/>
                  <a:pt x="689896" y="331984"/>
                </a:cubicBezTo>
                <a:cubicBezTo>
                  <a:pt x="708960" y="310591"/>
                  <a:pt x="720859" y="285249"/>
                  <a:pt x="725593" y="255957"/>
                </a:cubicBezTo>
                <a:cubicBezTo>
                  <a:pt x="730327" y="226665"/>
                  <a:pt x="732694" y="201776"/>
                  <a:pt x="732694" y="181290"/>
                </a:cubicBezTo>
                <a:cubicBezTo>
                  <a:pt x="732694" y="160804"/>
                  <a:pt x="730751" y="139843"/>
                  <a:pt x="726865" y="118407"/>
                </a:cubicBezTo>
                <a:close/>
                <a:moveTo>
                  <a:pt x="475698" y="106749"/>
                </a:moveTo>
                <a:lnTo>
                  <a:pt x="513095" y="109342"/>
                </a:lnTo>
                <a:cubicBezTo>
                  <a:pt x="510338" y="154853"/>
                  <a:pt x="505513" y="193665"/>
                  <a:pt x="498622" y="225778"/>
                </a:cubicBezTo>
                <a:lnTo>
                  <a:pt x="462239" y="221542"/>
                </a:lnTo>
                <a:cubicBezTo>
                  <a:pt x="471807" y="180232"/>
                  <a:pt x="476293" y="141968"/>
                  <a:pt x="475698" y="106749"/>
                </a:cubicBezTo>
                <a:close/>
                <a:moveTo>
                  <a:pt x="14802" y="100470"/>
                </a:moveTo>
                <a:lnTo>
                  <a:pt x="52650" y="104606"/>
                </a:lnTo>
                <a:cubicBezTo>
                  <a:pt x="49273" y="150169"/>
                  <a:pt x="44227" y="194148"/>
                  <a:pt x="37512" y="236544"/>
                </a:cubicBezTo>
                <a:lnTo>
                  <a:pt x="0" y="231257"/>
                </a:lnTo>
                <a:cubicBezTo>
                  <a:pt x="5711" y="209350"/>
                  <a:pt x="9754" y="190016"/>
                  <a:pt x="12130" y="173257"/>
                </a:cubicBezTo>
                <a:cubicBezTo>
                  <a:pt x="14507" y="156498"/>
                  <a:pt x="15397" y="132235"/>
                  <a:pt x="14802" y="100470"/>
                </a:cubicBezTo>
                <a:close/>
                <a:moveTo>
                  <a:pt x="131560" y="88804"/>
                </a:moveTo>
                <a:cubicBezTo>
                  <a:pt x="144614" y="117765"/>
                  <a:pt x="156284" y="150100"/>
                  <a:pt x="166571" y="185809"/>
                </a:cubicBezTo>
                <a:lnTo>
                  <a:pt x="131702" y="198417"/>
                </a:lnTo>
                <a:cubicBezTo>
                  <a:pt x="122963" y="158127"/>
                  <a:pt x="113000" y="126285"/>
                  <a:pt x="101813" y="102891"/>
                </a:cubicBezTo>
                <a:close/>
                <a:moveTo>
                  <a:pt x="2095684" y="68351"/>
                </a:moveTo>
                <a:cubicBezTo>
                  <a:pt x="2095244" y="129941"/>
                  <a:pt x="2093352" y="178181"/>
                  <a:pt x="2090008" y="213070"/>
                </a:cubicBezTo>
                <a:lnTo>
                  <a:pt x="2089129" y="221072"/>
                </a:lnTo>
                <a:lnTo>
                  <a:pt x="2118294" y="207662"/>
                </a:lnTo>
                <a:cubicBezTo>
                  <a:pt x="2132186" y="241423"/>
                  <a:pt x="2149957" y="272222"/>
                  <a:pt x="2171607" y="300059"/>
                </a:cubicBezTo>
                <a:cubicBezTo>
                  <a:pt x="2190048" y="273427"/>
                  <a:pt x="2202366" y="238949"/>
                  <a:pt x="2208562" y="196624"/>
                </a:cubicBezTo>
                <a:lnTo>
                  <a:pt x="2170079" y="196624"/>
                </a:lnTo>
                <a:cubicBezTo>
                  <a:pt x="2162478" y="196624"/>
                  <a:pt x="2151683" y="197522"/>
                  <a:pt x="2137696" y="199318"/>
                </a:cubicBezTo>
                <a:lnTo>
                  <a:pt x="2184337" y="68351"/>
                </a:lnTo>
                <a:close/>
                <a:moveTo>
                  <a:pt x="1444131" y="66830"/>
                </a:moveTo>
                <a:cubicBezTo>
                  <a:pt x="1485212" y="69525"/>
                  <a:pt x="1539936" y="70873"/>
                  <a:pt x="1608301" y="70873"/>
                </a:cubicBezTo>
                <a:cubicBezTo>
                  <a:pt x="1676667" y="70873"/>
                  <a:pt x="1731138" y="69525"/>
                  <a:pt x="1771715" y="66830"/>
                </a:cubicBezTo>
                <a:lnTo>
                  <a:pt x="1771715" y="106027"/>
                </a:lnTo>
                <a:cubicBezTo>
                  <a:pt x="1733200" y="104232"/>
                  <a:pt x="1681720" y="103334"/>
                  <a:pt x="1617274" y="103334"/>
                </a:cubicBezTo>
                <a:cubicBezTo>
                  <a:pt x="1552828" y="103334"/>
                  <a:pt x="1495113" y="104232"/>
                  <a:pt x="1444131" y="106027"/>
                </a:cubicBezTo>
                <a:close/>
                <a:moveTo>
                  <a:pt x="231879" y="7179"/>
                </a:moveTo>
                <a:cubicBezTo>
                  <a:pt x="243238" y="9275"/>
                  <a:pt x="251639" y="10323"/>
                  <a:pt x="257082" y="10323"/>
                </a:cubicBezTo>
                <a:cubicBezTo>
                  <a:pt x="274785" y="10323"/>
                  <a:pt x="283636" y="12517"/>
                  <a:pt x="283636" y="16905"/>
                </a:cubicBezTo>
                <a:cubicBezTo>
                  <a:pt x="283636" y="21294"/>
                  <a:pt x="281119" y="25377"/>
                  <a:pt x="276085" y="29153"/>
                </a:cubicBezTo>
                <a:cubicBezTo>
                  <a:pt x="275261" y="29863"/>
                  <a:pt x="274356" y="34776"/>
                  <a:pt x="273370" y="43891"/>
                </a:cubicBezTo>
                <a:cubicBezTo>
                  <a:pt x="272384" y="53006"/>
                  <a:pt x="271763" y="68730"/>
                  <a:pt x="271506" y="91061"/>
                </a:cubicBezTo>
                <a:cubicBezTo>
                  <a:pt x="314106" y="91061"/>
                  <a:pt x="347901" y="89413"/>
                  <a:pt x="372890" y="86118"/>
                </a:cubicBezTo>
                <a:lnTo>
                  <a:pt x="365710" y="211698"/>
                </a:lnTo>
                <a:cubicBezTo>
                  <a:pt x="384094" y="211460"/>
                  <a:pt x="401286" y="209964"/>
                  <a:pt x="417288" y="207211"/>
                </a:cubicBezTo>
                <a:lnTo>
                  <a:pt x="417288" y="246859"/>
                </a:lnTo>
                <a:cubicBezTo>
                  <a:pt x="387856" y="243868"/>
                  <a:pt x="345996" y="242373"/>
                  <a:pt x="291708" y="242373"/>
                </a:cubicBezTo>
                <a:cubicBezTo>
                  <a:pt x="320645" y="305271"/>
                  <a:pt x="364451" y="351713"/>
                  <a:pt x="423125" y="381698"/>
                </a:cubicBezTo>
                <a:cubicBezTo>
                  <a:pt x="411895" y="391946"/>
                  <a:pt x="402632" y="402915"/>
                  <a:pt x="395335" y="414602"/>
                </a:cubicBezTo>
                <a:cubicBezTo>
                  <a:pt x="347815" y="381230"/>
                  <a:pt x="310914" y="340594"/>
                  <a:pt x="284632" y="292694"/>
                </a:cubicBezTo>
                <a:lnTo>
                  <a:pt x="262837" y="244469"/>
                </a:lnTo>
                <a:lnTo>
                  <a:pt x="257977" y="268885"/>
                </a:lnTo>
                <a:cubicBezTo>
                  <a:pt x="251461" y="294696"/>
                  <a:pt x="241232" y="318400"/>
                  <a:pt x="227289" y="339999"/>
                </a:cubicBezTo>
                <a:cubicBezTo>
                  <a:pt x="208699" y="368798"/>
                  <a:pt x="180344" y="396507"/>
                  <a:pt x="142225" y="423124"/>
                </a:cubicBezTo>
                <a:cubicBezTo>
                  <a:pt x="133453" y="413061"/>
                  <a:pt x="122373" y="404684"/>
                  <a:pt x="108985" y="397992"/>
                </a:cubicBezTo>
                <a:cubicBezTo>
                  <a:pt x="146576" y="374466"/>
                  <a:pt x="174311" y="350612"/>
                  <a:pt x="192192" y="326430"/>
                </a:cubicBezTo>
                <a:cubicBezTo>
                  <a:pt x="210073" y="302248"/>
                  <a:pt x="221957" y="274229"/>
                  <a:pt x="227843" y="242373"/>
                </a:cubicBezTo>
                <a:cubicBezTo>
                  <a:pt x="192662" y="242964"/>
                  <a:pt x="160968" y="244459"/>
                  <a:pt x="132760" y="246859"/>
                </a:cubicBezTo>
                <a:lnTo>
                  <a:pt x="132760" y="207211"/>
                </a:lnTo>
                <a:cubicBezTo>
                  <a:pt x="161825" y="209959"/>
                  <a:pt x="194527" y="211607"/>
                  <a:pt x="230865" y="212155"/>
                </a:cubicBezTo>
                <a:cubicBezTo>
                  <a:pt x="233641" y="179960"/>
                  <a:pt x="235325" y="149666"/>
                  <a:pt x="235915" y="121272"/>
                </a:cubicBezTo>
                <a:cubicBezTo>
                  <a:pt x="200082" y="121272"/>
                  <a:pt x="172574" y="122020"/>
                  <a:pt x="153391" y="123515"/>
                </a:cubicBezTo>
                <a:lnTo>
                  <a:pt x="153391" y="86118"/>
                </a:lnTo>
                <a:cubicBezTo>
                  <a:pt x="174608" y="89413"/>
                  <a:pt x="202116" y="91061"/>
                  <a:pt x="235915" y="91061"/>
                </a:cubicBezTo>
                <a:cubicBezTo>
                  <a:pt x="235915" y="71363"/>
                  <a:pt x="234570" y="43403"/>
                  <a:pt x="231879" y="7179"/>
                </a:cubicBezTo>
                <a:close/>
                <a:moveTo>
                  <a:pt x="61444" y="6279"/>
                </a:moveTo>
                <a:cubicBezTo>
                  <a:pt x="73521" y="8679"/>
                  <a:pt x="85316" y="9880"/>
                  <a:pt x="96827" y="9880"/>
                </a:cubicBezTo>
                <a:cubicBezTo>
                  <a:pt x="108338" y="9880"/>
                  <a:pt x="114093" y="12185"/>
                  <a:pt x="114093" y="16795"/>
                </a:cubicBezTo>
                <a:cubicBezTo>
                  <a:pt x="114093" y="21405"/>
                  <a:pt x="112000" y="25504"/>
                  <a:pt x="107814" y="29093"/>
                </a:cubicBezTo>
                <a:cubicBezTo>
                  <a:pt x="103628" y="32681"/>
                  <a:pt x="101534" y="38862"/>
                  <a:pt x="101534" y="47634"/>
                </a:cubicBezTo>
                <a:lnTo>
                  <a:pt x="101534" y="345893"/>
                </a:lnTo>
                <a:cubicBezTo>
                  <a:pt x="101534" y="366729"/>
                  <a:pt x="103030" y="393070"/>
                  <a:pt x="106021" y="424917"/>
                </a:cubicBezTo>
                <a:lnTo>
                  <a:pt x="61444" y="424917"/>
                </a:lnTo>
                <a:cubicBezTo>
                  <a:pt x="64435" y="392285"/>
                  <a:pt x="65930" y="365793"/>
                  <a:pt x="65930" y="345443"/>
                </a:cubicBezTo>
                <a:lnTo>
                  <a:pt x="65930" y="70059"/>
                </a:lnTo>
                <a:cubicBezTo>
                  <a:pt x="65930" y="46756"/>
                  <a:pt x="64435" y="25496"/>
                  <a:pt x="61444" y="6279"/>
                </a:cubicBezTo>
                <a:close/>
                <a:moveTo>
                  <a:pt x="520996" y="4486"/>
                </a:moveTo>
                <a:cubicBezTo>
                  <a:pt x="533069" y="6886"/>
                  <a:pt x="544637" y="8087"/>
                  <a:pt x="555701" y="8087"/>
                </a:cubicBezTo>
                <a:cubicBezTo>
                  <a:pt x="566764" y="8087"/>
                  <a:pt x="572296" y="10384"/>
                  <a:pt x="572296" y="14980"/>
                </a:cubicBezTo>
                <a:cubicBezTo>
                  <a:pt x="572296" y="19576"/>
                  <a:pt x="570353" y="23144"/>
                  <a:pt x="566466" y="25685"/>
                </a:cubicBezTo>
                <a:cubicBezTo>
                  <a:pt x="562580" y="28226"/>
                  <a:pt x="560637" y="34942"/>
                  <a:pt x="560637" y="45834"/>
                </a:cubicBezTo>
                <a:lnTo>
                  <a:pt x="560637" y="102667"/>
                </a:lnTo>
                <a:lnTo>
                  <a:pt x="582061" y="89704"/>
                </a:lnTo>
                <a:cubicBezTo>
                  <a:pt x="599816" y="114683"/>
                  <a:pt x="614353" y="143754"/>
                  <a:pt x="625674" y="176915"/>
                </a:cubicBezTo>
                <a:lnTo>
                  <a:pt x="593705" y="190795"/>
                </a:lnTo>
                <a:cubicBezTo>
                  <a:pt x="590324" y="177596"/>
                  <a:pt x="585527" y="163864"/>
                  <a:pt x="579314" y="149601"/>
                </a:cubicBezTo>
                <a:lnTo>
                  <a:pt x="560637" y="113374"/>
                </a:lnTo>
                <a:lnTo>
                  <a:pt x="560637" y="343200"/>
                </a:lnTo>
                <a:cubicBezTo>
                  <a:pt x="560637" y="359373"/>
                  <a:pt x="562132" y="385715"/>
                  <a:pt x="565123" y="422224"/>
                </a:cubicBezTo>
                <a:lnTo>
                  <a:pt x="520996" y="422224"/>
                </a:lnTo>
                <a:cubicBezTo>
                  <a:pt x="523987" y="389591"/>
                  <a:pt x="525483" y="363100"/>
                  <a:pt x="525483" y="342750"/>
                </a:cubicBezTo>
                <a:lnTo>
                  <a:pt x="525483" y="68265"/>
                </a:lnTo>
                <a:cubicBezTo>
                  <a:pt x="525483" y="44963"/>
                  <a:pt x="523987" y="23703"/>
                  <a:pt x="520996" y="4486"/>
                </a:cubicBezTo>
                <a:close/>
                <a:moveTo>
                  <a:pt x="664071" y="3143"/>
                </a:moveTo>
                <a:cubicBezTo>
                  <a:pt x="679497" y="7120"/>
                  <a:pt x="692352" y="9614"/>
                  <a:pt x="702637" y="10626"/>
                </a:cubicBezTo>
                <a:cubicBezTo>
                  <a:pt x="712922" y="11638"/>
                  <a:pt x="718064" y="14275"/>
                  <a:pt x="718064" y="18538"/>
                </a:cubicBezTo>
                <a:cubicBezTo>
                  <a:pt x="718064" y="22800"/>
                  <a:pt x="715664" y="26635"/>
                  <a:pt x="710863" y="30043"/>
                </a:cubicBezTo>
                <a:cubicBezTo>
                  <a:pt x="706062" y="33450"/>
                  <a:pt x="700690" y="49751"/>
                  <a:pt x="694747" y="78945"/>
                </a:cubicBezTo>
                <a:lnTo>
                  <a:pt x="784808" y="78945"/>
                </a:lnTo>
                <a:cubicBezTo>
                  <a:pt x="826175" y="78945"/>
                  <a:pt x="857450" y="77898"/>
                  <a:pt x="878634" y="75802"/>
                </a:cubicBezTo>
                <a:lnTo>
                  <a:pt x="878634" y="112307"/>
                </a:lnTo>
                <a:cubicBezTo>
                  <a:pt x="857007" y="110511"/>
                  <a:pt x="825732" y="109614"/>
                  <a:pt x="784808" y="109614"/>
                </a:cubicBezTo>
                <a:lnTo>
                  <a:pt x="689867" y="109614"/>
                </a:lnTo>
                <a:cubicBezTo>
                  <a:pt x="674956" y="187657"/>
                  <a:pt x="646700" y="254336"/>
                  <a:pt x="605100" y="309653"/>
                </a:cubicBezTo>
                <a:cubicBezTo>
                  <a:pt x="594617" y="298618"/>
                  <a:pt x="583028" y="291436"/>
                  <a:pt x="570331" y="288107"/>
                </a:cubicBezTo>
                <a:cubicBezTo>
                  <a:pt x="613517" y="244697"/>
                  <a:pt x="641773" y="185199"/>
                  <a:pt x="655099" y="109614"/>
                </a:cubicBezTo>
                <a:cubicBezTo>
                  <a:pt x="639649" y="109909"/>
                  <a:pt x="623354" y="110807"/>
                  <a:pt x="606214" y="112307"/>
                </a:cubicBezTo>
                <a:lnTo>
                  <a:pt x="606214" y="75802"/>
                </a:lnTo>
                <a:cubicBezTo>
                  <a:pt x="618754" y="77650"/>
                  <a:pt x="636266" y="78705"/>
                  <a:pt x="658749" y="78967"/>
                </a:cubicBezTo>
                <a:cubicBezTo>
                  <a:pt x="662597" y="52297"/>
                  <a:pt x="664521" y="35072"/>
                  <a:pt x="664521" y="27292"/>
                </a:cubicBezTo>
                <a:cubicBezTo>
                  <a:pt x="664521" y="19513"/>
                  <a:pt x="664371" y="11463"/>
                  <a:pt x="664071" y="3143"/>
                </a:cubicBezTo>
                <a:close/>
                <a:moveTo>
                  <a:pt x="1040271" y="2693"/>
                </a:moveTo>
                <a:cubicBezTo>
                  <a:pt x="1050844" y="9156"/>
                  <a:pt x="1061754" y="13249"/>
                  <a:pt x="1073003" y="14973"/>
                </a:cubicBezTo>
                <a:cubicBezTo>
                  <a:pt x="1079652" y="15864"/>
                  <a:pt x="1082976" y="18457"/>
                  <a:pt x="1082976" y="22753"/>
                </a:cubicBezTo>
                <a:cubicBezTo>
                  <a:pt x="1082976" y="27048"/>
                  <a:pt x="1079971" y="30449"/>
                  <a:pt x="1073961" y="32954"/>
                </a:cubicBezTo>
                <a:cubicBezTo>
                  <a:pt x="1067950" y="35459"/>
                  <a:pt x="1060790" y="39726"/>
                  <a:pt x="1052479" y="45756"/>
                </a:cubicBezTo>
                <a:lnTo>
                  <a:pt x="1260055" y="45756"/>
                </a:lnTo>
                <a:cubicBezTo>
                  <a:pt x="1289702" y="45756"/>
                  <a:pt x="1312755" y="44558"/>
                  <a:pt x="1329214" y="42162"/>
                </a:cubicBezTo>
                <a:lnTo>
                  <a:pt x="1329214" y="80010"/>
                </a:lnTo>
                <a:cubicBezTo>
                  <a:pt x="1315850" y="77919"/>
                  <a:pt x="1292798" y="76874"/>
                  <a:pt x="1260055" y="76874"/>
                </a:cubicBezTo>
                <a:lnTo>
                  <a:pt x="1032620" y="76874"/>
                </a:lnTo>
                <a:lnTo>
                  <a:pt x="1018748" y="93541"/>
                </a:lnTo>
                <a:lnTo>
                  <a:pt x="1032774" y="94616"/>
                </a:lnTo>
                <a:cubicBezTo>
                  <a:pt x="1060151" y="96132"/>
                  <a:pt x="1100421" y="96891"/>
                  <a:pt x="1153585" y="96891"/>
                </a:cubicBezTo>
                <a:cubicBezTo>
                  <a:pt x="1224470" y="96891"/>
                  <a:pt x="1271650" y="95840"/>
                  <a:pt x="1295124" y="93740"/>
                </a:cubicBezTo>
                <a:cubicBezTo>
                  <a:pt x="1292733" y="108070"/>
                  <a:pt x="1291538" y="125892"/>
                  <a:pt x="1291538" y="147204"/>
                </a:cubicBezTo>
                <a:lnTo>
                  <a:pt x="1291538" y="192052"/>
                </a:lnTo>
                <a:cubicBezTo>
                  <a:pt x="1291538" y="211607"/>
                  <a:pt x="1292733" y="228231"/>
                  <a:pt x="1295124" y="241923"/>
                </a:cubicBezTo>
                <a:cubicBezTo>
                  <a:pt x="1267473" y="239232"/>
                  <a:pt x="1235600" y="237887"/>
                  <a:pt x="1199505" y="237887"/>
                </a:cubicBezTo>
                <a:lnTo>
                  <a:pt x="1097435" y="237887"/>
                </a:lnTo>
                <a:cubicBezTo>
                  <a:pt x="1088748" y="250788"/>
                  <a:pt x="1081688" y="258956"/>
                  <a:pt x="1076254" y="262390"/>
                </a:cubicBezTo>
                <a:lnTo>
                  <a:pt x="1179324" y="262390"/>
                </a:lnTo>
                <a:cubicBezTo>
                  <a:pt x="1216795" y="262390"/>
                  <a:pt x="1251957" y="260742"/>
                  <a:pt x="1284809" y="257446"/>
                </a:cubicBezTo>
                <a:cubicBezTo>
                  <a:pt x="1250695" y="309143"/>
                  <a:pt x="1219898" y="342455"/>
                  <a:pt x="1192418" y="357380"/>
                </a:cubicBezTo>
                <a:cubicBezTo>
                  <a:pt x="1226932" y="367100"/>
                  <a:pt x="1279856" y="375373"/>
                  <a:pt x="1351188" y="382198"/>
                </a:cubicBezTo>
                <a:cubicBezTo>
                  <a:pt x="1341182" y="394985"/>
                  <a:pt x="1334100" y="407579"/>
                  <a:pt x="1329943" y="419981"/>
                </a:cubicBezTo>
                <a:cubicBezTo>
                  <a:pt x="1254176" y="407984"/>
                  <a:pt x="1197421" y="394230"/>
                  <a:pt x="1159679" y="378719"/>
                </a:cubicBezTo>
                <a:cubicBezTo>
                  <a:pt x="1122155" y="396902"/>
                  <a:pt x="1058985" y="411704"/>
                  <a:pt x="970169" y="423124"/>
                </a:cubicBezTo>
                <a:cubicBezTo>
                  <a:pt x="966664" y="412247"/>
                  <a:pt x="959058" y="399957"/>
                  <a:pt x="947352" y="386255"/>
                </a:cubicBezTo>
                <a:cubicBezTo>
                  <a:pt x="1023262" y="382983"/>
                  <a:pt x="1082466" y="374211"/>
                  <a:pt x="1124967" y="359938"/>
                </a:cubicBezTo>
                <a:cubicBezTo>
                  <a:pt x="1101850" y="350513"/>
                  <a:pt x="1076285" y="333796"/>
                  <a:pt x="1048272" y="309789"/>
                </a:cubicBezTo>
                <a:lnTo>
                  <a:pt x="1068741" y="292158"/>
                </a:lnTo>
                <a:lnTo>
                  <a:pt x="1057273" y="292158"/>
                </a:lnTo>
                <a:cubicBezTo>
                  <a:pt x="1041366" y="311184"/>
                  <a:pt x="1019273" y="331965"/>
                  <a:pt x="990993" y="354501"/>
                </a:cubicBezTo>
                <a:cubicBezTo>
                  <a:pt x="982649" y="344305"/>
                  <a:pt x="972738" y="335632"/>
                  <a:pt x="961261" y="328484"/>
                </a:cubicBezTo>
                <a:cubicBezTo>
                  <a:pt x="1004800" y="301976"/>
                  <a:pt x="1038287" y="272224"/>
                  <a:pt x="1061723" y="239230"/>
                </a:cubicBezTo>
                <a:cubicBezTo>
                  <a:pt x="1039830" y="239820"/>
                  <a:pt x="1022488" y="240718"/>
                  <a:pt x="1009696" y="241923"/>
                </a:cubicBezTo>
                <a:cubicBezTo>
                  <a:pt x="1011791" y="225302"/>
                  <a:pt x="1012839" y="208678"/>
                  <a:pt x="1012839" y="192052"/>
                </a:cubicBezTo>
                <a:lnTo>
                  <a:pt x="1012839" y="147204"/>
                </a:lnTo>
                <a:cubicBezTo>
                  <a:pt x="1012839" y="136874"/>
                  <a:pt x="1012577" y="127179"/>
                  <a:pt x="1012053" y="118120"/>
                </a:cubicBezTo>
                <a:lnTo>
                  <a:pt x="1010666" y="103251"/>
                </a:lnTo>
                <a:lnTo>
                  <a:pt x="1003568" y="111780"/>
                </a:lnTo>
                <a:cubicBezTo>
                  <a:pt x="992939" y="123590"/>
                  <a:pt x="981366" y="135574"/>
                  <a:pt x="968848" y="147733"/>
                </a:cubicBezTo>
                <a:cubicBezTo>
                  <a:pt x="959742" y="139279"/>
                  <a:pt x="948690" y="132085"/>
                  <a:pt x="935693" y="126151"/>
                </a:cubicBezTo>
                <a:cubicBezTo>
                  <a:pt x="980532" y="94447"/>
                  <a:pt x="1015391" y="53295"/>
                  <a:pt x="1040271" y="2693"/>
                </a:cubicBezTo>
                <a:close/>
                <a:moveTo>
                  <a:pt x="1930935" y="1793"/>
                </a:moveTo>
                <a:cubicBezTo>
                  <a:pt x="1941769" y="4265"/>
                  <a:pt x="1948762" y="5706"/>
                  <a:pt x="1951912" y="6118"/>
                </a:cubicBezTo>
                <a:cubicBezTo>
                  <a:pt x="1955062" y="6530"/>
                  <a:pt x="1960680" y="6736"/>
                  <a:pt x="1968764" y="6736"/>
                </a:cubicBezTo>
                <a:cubicBezTo>
                  <a:pt x="1976849" y="6736"/>
                  <a:pt x="1980891" y="8729"/>
                  <a:pt x="1980891" y="12716"/>
                </a:cubicBezTo>
                <a:cubicBezTo>
                  <a:pt x="1980891" y="16702"/>
                  <a:pt x="1979248" y="20175"/>
                  <a:pt x="1975962" y="23135"/>
                </a:cubicBezTo>
                <a:cubicBezTo>
                  <a:pt x="1972675" y="26095"/>
                  <a:pt x="1970432" y="28832"/>
                  <a:pt x="1969232" y="31347"/>
                </a:cubicBezTo>
                <a:cubicBezTo>
                  <a:pt x="1968032" y="33861"/>
                  <a:pt x="1967432" y="35850"/>
                  <a:pt x="1967432" y="37312"/>
                </a:cubicBezTo>
                <a:lnTo>
                  <a:pt x="1967432" y="99598"/>
                </a:lnTo>
                <a:cubicBezTo>
                  <a:pt x="1992535" y="99336"/>
                  <a:pt x="2013466" y="97981"/>
                  <a:pt x="2030225" y="95533"/>
                </a:cubicBezTo>
                <a:lnTo>
                  <a:pt x="2030225" y="134731"/>
                </a:lnTo>
                <a:cubicBezTo>
                  <a:pt x="2009437" y="132631"/>
                  <a:pt x="1988506" y="131433"/>
                  <a:pt x="1967432" y="131138"/>
                </a:cubicBezTo>
                <a:lnTo>
                  <a:pt x="1967432" y="152162"/>
                </a:lnTo>
                <a:cubicBezTo>
                  <a:pt x="1990973" y="179236"/>
                  <a:pt x="2013249" y="208366"/>
                  <a:pt x="2034262" y="239551"/>
                </a:cubicBezTo>
                <a:lnTo>
                  <a:pt x="2002286" y="259861"/>
                </a:lnTo>
                <a:cubicBezTo>
                  <a:pt x="1990156" y="236372"/>
                  <a:pt x="1978538" y="212753"/>
                  <a:pt x="1967432" y="189002"/>
                </a:cubicBezTo>
                <a:lnTo>
                  <a:pt x="1967432" y="335127"/>
                </a:lnTo>
                <a:cubicBezTo>
                  <a:pt x="1967432" y="346615"/>
                  <a:pt x="1967806" y="359542"/>
                  <a:pt x="1968553" y="373909"/>
                </a:cubicBezTo>
                <a:lnTo>
                  <a:pt x="1968566" y="374108"/>
                </a:lnTo>
                <a:lnTo>
                  <a:pt x="1996108" y="350124"/>
                </a:lnTo>
                <a:cubicBezTo>
                  <a:pt x="2021263" y="324971"/>
                  <a:pt x="2038041" y="297369"/>
                  <a:pt x="2046442" y="267319"/>
                </a:cubicBezTo>
                <a:cubicBezTo>
                  <a:pt x="2057643" y="227252"/>
                  <a:pt x="2062375" y="160929"/>
                  <a:pt x="2060636" y="68351"/>
                </a:cubicBezTo>
                <a:cubicBezTo>
                  <a:pt x="2039886" y="68351"/>
                  <a:pt x="2024010" y="68949"/>
                  <a:pt x="2013009" y="70144"/>
                </a:cubicBezTo>
                <a:lnTo>
                  <a:pt x="2013009" y="34540"/>
                </a:lnTo>
                <a:cubicBezTo>
                  <a:pt x="2037007" y="36635"/>
                  <a:pt x="2070426" y="37683"/>
                  <a:pt x="2113264" y="37683"/>
                </a:cubicBezTo>
                <a:cubicBezTo>
                  <a:pt x="2156103" y="37683"/>
                  <a:pt x="2195401" y="35290"/>
                  <a:pt x="2231158" y="30504"/>
                </a:cubicBezTo>
                <a:lnTo>
                  <a:pt x="2181823" y="166406"/>
                </a:lnTo>
                <a:lnTo>
                  <a:pt x="2216720" y="166406"/>
                </a:lnTo>
                <a:cubicBezTo>
                  <a:pt x="2224588" y="166406"/>
                  <a:pt x="2235830" y="165359"/>
                  <a:pt x="2250446" y="163263"/>
                </a:cubicBezTo>
                <a:cubicBezTo>
                  <a:pt x="2241059" y="211045"/>
                  <a:pt x="2232177" y="246053"/>
                  <a:pt x="2223800" y="268287"/>
                </a:cubicBezTo>
                <a:cubicBezTo>
                  <a:pt x="2215422" y="290521"/>
                  <a:pt x="2205169" y="308917"/>
                  <a:pt x="2193039" y="323476"/>
                </a:cubicBezTo>
                <a:cubicBezTo>
                  <a:pt x="2205574" y="336497"/>
                  <a:pt x="2217831" y="347318"/>
                  <a:pt x="2229811" y="355941"/>
                </a:cubicBezTo>
                <a:cubicBezTo>
                  <a:pt x="2241791" y="364563"/>
                  <a:pt x="2259583" y="374642"/>
                  <a:pt x="2283186" y="386177"/>
                </a:cubicBezTo>
                <a:cubicBezTo>
                  <a:pt x="2272908" y="394944"/>
                  <a:pt x="2264726" y="405167"/>
                  <a:pt x="2258640" y="416845"/>
                </a:cubicBezTo>
                <a:cubicBezTo>
                  <a:pt x="2225393" y="399776"/>
                  <a:pt x="2196675" y="376602"/>
                  <a:pt x="2172486" y="347322"/>
                </a:cubicBezTo>
                <a:cubicBezTo>
                  <a:pt x="2144497" y="376787"/>
                  <a:pt x="2103787" y="401607"/>
                  <a:pt x="2050357" y="421781"/>
                </a:cubicBezTo>
                <a:cubicBezTo>
                  <a:pt x="2045170" y="408894"/>
                  <a:pt x="2037057" y="397985"/>
                  <a:pt x="2026018" y="389056"/>
                </a:cubicBezTo>
                <a:cubicBezTo>
                  <a:pt x="2057326" y="379631"/>
                  <a:pt x="2082032" y="370062"/>
                  <a:pt x="2100134" y="360348"/>
                </a:cubicBezTo>
                <a:cubicBezTo>
                  <a:pt x="2118236" y="350635"/>
                  <a:pt x="2135241" y="338187"/>
                  <a:pt x="2151148" y="323004"/>
                </a:cubicBezTo>
                <a:cubicBezTo>
                  <a:pt x="2135110" y="304984"/>
                  <a:pt x="2118823" y="281665"/>
                  <a:pt x="2102287" y="253048"/>
                </a:cubicBezTo>
                <a:lnTo>
                  <a:pt x="2088405" y="227667"/>
                </a:lnTo>
                <a:lnTo>
                  <a:pt x="2088214" y="229402"/>
                </a:lnTo>
                <a:cubicBezTo>
                  <a:pt x="2087576" y="234475"/>
                  <a:pt x="2086898" y="239177"/>
                  <a:pt x="2086179" y="243509"/>
                </a:cubicBezTo>
                <a:cubicBezTo>
                  <a:pt x="2080428" y="278161"/>
                  <a:pt x="2071451" y="305936"/>
                  <a:pt x="2059247" y="326834"/>
                </a:cubicBezTo>
                <a:cubicBezTo>
                  <a:pt x="2047043" y="347731"/>
                  <a:pt x="2027413" y="370858"/>
                  <a:pt x="2000357" y="396214"/>
                </a:cubicBezTo>
                <a:cubicBezTo>
                  <a:pt x="1996586" y="391789"/>
                  <a:pt x="1992016" y="387764"/>
                  <a:pt x="1986650" y="384139"/>
                </a:cubicBezTo>
                <a:lnTo>
                  <a:pt x="1968602" y="374692"/>
                </a:lnTo>
                <a:lnTo>
                  <a:pt x="1969955" y="396540"/>
                </a:lnTo>
                <a:cubicBezTo>
                  <a:pt x="1970516" y="404444"/>
                  <a:pt x="1971170" y="412707"/>
                  <a:pt x="1971918" y="421331"/>
                </a:cubicBezTo>
                <a:lnTo>
                  <a:pt x="1928691" y="421331"/>
                </a:lnTo>
                <a:cubicBezTo>
                  <a:pt x="1931677" y="386336"/>
                  <a:pt x="1933170" y="357602"/>
                  <a:pt x="1933170" y="335127"/>
                </a:cubicBezTo>
                <a:lnTo>
                  <a:pt x="1933170" y="196624"/>
                </a:lnTo>
                <a:cubicBezTo>
                  <a:pt x="1926417" y="237996"/>
                  <a:pt x="1908713" y="279111"/>
                  <a:pt x="1880057" y="319968"/>
                </a:cubicBezTo>
                <a:cubicBezTo>
                  <a:pt x="1872746" y="310167"/>
                  <a:pt x="1863243" y="302783"/>
                  <a:pt x="1851546" y="297816"/>
                </a:cubicBezTo>
                <a:cubicBezTo>
                  <a:pt x="1875485" y="268483"/>
                  <a:pt x="1896774" y="229250"/>
                  <a:pt x="1915414" y="180115"/>
                </a:cubicBezTo>
                <a:lnTo>
                  <a:pt x="1931979" y="131198"/>
                </a:lnTo>
                <a:lnTo>
                  <a:pt x="1862755" y="134731"/>
                </a:lnTo>
                <a:lnTo>
                  <a:pt x="1862755" y="95533"/>
                </a:lnTo>
                <a:cubicBezTo>
                  <a:pt x="1883814" y="98234"/>
                  <a:pt x="1907286" y="99584"/>
                  <a:pt x="1933170" y="99584"/>
                </a:cubicBezTo>
                <a:cubicBezTo>
                  <a:pt x="1933170" y="42872"/>
                  <a:pt x="1932425" y="10275"/>
                  <a:pt x="1930935" y="1793"/>
                </a:cubicBezTo>
                <a:close/>
                <a:moveTo>
                  <a:pt x="2401507" y="1350"/>
                </a:moveTo>
                <a:cubicBezTo>
                  <a:pt x="2414390" y="9427"/>
                  <a:pt x="2423783" y="14247"/>
                  <a:pt x="2429686" y="15809"/>
                </a:cubicBezTo>
                <a:cubicBezTo>
                  <a:pt x="2435589" y="17371"/>
                  <a:pt x="2438541" y="20127"/>
                  <a:pt x="2438541" y="24078"/>
                </a:cubicBezTo>
                <a:cubicBezTo>
                  <a:pt x="2438541" y="28028"/>
                  <a:pt x="2436821" y="30730"/>
                  <a:pt x="2433383" y="32182"/>
                </a:cubicBezTo>
                <a:cubicBezTo>
                  <a:pt x="2429944" y="33635"/>
                  <a:pt x="2423739" y="37559"/>
                  <a:pt x="2414766" y="43955"/>
                </a:cubicBezTo>
                <a:cubicBezTo>
                  <a:pt x="2477812" y="43960"/>
                  <a:pt x="2515038" y="42167"/>
                  <a:pt x="2526445" y="38576"/>
                </a:cubicBezTo>
                <a:lnTo>
                  <a:pt x="2526445" y="76424"/>
                </a:lnTo>
                <a:cubicBezTo>
                  <a:pt x="2513372" y="74328"/>
                  <a:pt x="2489899" y="73280"/>
                  <a:pt x="2456029" y="73280"/>
                </a:cubicBezTo>
                <a:cubicBezTo>
                  <a:pt x="2462367" y="82134"/>
                  <a:pt x="2469695" y="97491"/>
                  <a:pt x="2478010" y="119350"/>
                </a:cubicBezTo>
                <a:lnTo>
                  <a:pt x="2439026" y="128902"/>
                </a:lnTo>
                <a:cubicBezTo>
                  <a:pt x="2436236" y="108090"/>
                  <a:pt x="2431559" y="89549"/>
                  <a:pt x="2424996" y="73280"/>
                </a:cubicBezTo>
                <a:lnTo>
                  <a:pt x="2395735" y="73280"/>
                </a:lnTo>
                <a:cubicBezTo>
                  <a:pt x="2383415" y="88125"/>
                  <a:pt x="2366934" y="104422"/>
                  <a:pt x="2346293" y="122172"/>
                </a:cubicBezTo>
                <a:cubicBezTo>
                  <a:pt x="2338540" y="113357"/>
                  <a:pt x="2329613" y="106449"/>
                  <a:pt x="2319512" y="101448"/>
                </a:cubicBezTo>
                <a:cubicBezTo>
                  <a:pt x="2354697" y="76421"/>
                  <a:pt x="2382029" y="43055"/>
                  <a:pt x="2401507" y="1350"/>
                </a:cubicBezTo>
                <a:close/>
                <a:moveTo>
                  <a:pt x="2584023" y="0"/>
                </a:moveTo>
                <a:cubicBezTo>
                  <a:pt x="2597353" y="6239"/>
                  <a:pt x="2607237" y="10663"/>
                  <a:pt x="2613673" y="13273"/>
                </a:cubicBezTo>
                <a:cubicBezTo>
                  <a:pt x="2620110" y="15883"/>
                  <a:pt x="2623328" y="19027"/>
                  <a:pt x="2623328" y="22706"/>
                </a:cubicBezTo>
                <a:cubicBezTo>
                  <a:pt x="2623328" y="26385"/>
                  <a:pt x="2620984" y="29230"/>
                  <a:pt x="2616295" y="31239"/>
                </a:cubicBezTo>
                <a:cubicBezTo>
                  <a:pt x="2611606" y="33249"/>
                  <a:pt x="2605428" y="38086"/>
                  <a:pt x="2597761" y="45748"/>
                </a:cubicBezTo>
                <a:cubicBezTo>
                  <a:pt x="2666865" y="45758"/>
                  <a:pt x="2709324" y="43515"/>
                  <a:pt x="2725141" y="39019"/>
                </a:cubicBezTo>
                <a:lnTo>
                  <a:pt x="2725141" y="76874"/>
                </a:lnTo>
                <a:cubicBezTo>
                  <a:pt x="2713030" y="75078"/>
                  <a:pt x="2685519" y="74181"/>
                  <a:pt x="2642609" y="74181"/>
                </a:cubicBezTo>
                <a:cubicBezTo>
                  <a:pt x="2652853" y="91083"/>
                  <a:pt x="2660030" y="105184"/>
                  <a:pt x="2664140" y="116486"/>
                </a:cubicBezTo>
                <a:lnTo>
                  <a:pt x="2626214" y="127101"/>
                </a:lnTo>
                <a:cubicBezTo>
                  <a:pt x="2623614" y="111652"/>
                  <a:pt x="2618427" y="94012"/>
                  <a:pt x="2610655" y="74181"/>
                </a:cubicBezTo>
                <a:lnTo>
                  <a:pt x="2583609" y="74181"/>
                </a:lnTo>
                <a:cubicBezTo>
                  <a:pt x="2575051" y="87977"/>
                  <a:pt x="2565130" y="101432"/>
                  <a:pt x="2553848" y="114543"/>
                </a:cubicBezTo>
                <a:cubicBezTo>
                  <a:pt x="2549659" y="110371"/>
                  <a:pt x="2545192" y="106862"/>
                  <a:pt x="2540446" y="104016"/>
                </a:cubicBezTo>
                <a:lnTo>
                  <a:pt x="2527800" y="98524"/>
                </a:lnTo>
                <a:lnTo>
                  <a:pt x="2554834" y="132324"/>
                </a:lnTo>
                <a:cubicBezTo>
                  <a:pt x="2630743" y="132324"/>
                  <a:pt x="2685717" y="131123"/>
                  <a:pt x="2719754" y="128723"/>
                </a:cubicBezTo>
                <a:cubicBezTo>
                  <a:pt x="2717664" y="142382"/>
                  <a:pt x="2716618" y="155684"/>
                  <a:pt x="2716618" y="168628"/>
                </a:cubicBezTo>
                <a:cubicBezTo>
                  <a:pt x="2716618" y="181573"/>
                  <a:pt x="2717366" y="195241"/>
                  <a:pt x="2718861" y="209633"/>
                </a:cubicBezTo>
                <a:lnTo>
                  <a:pt x="2679664" y="209633"/>
                </a:lnTo>
                <a:lnTo>
                  <a:pt x="2679664" y="161191"/>
                </a:lnTo>
                <a:lnTo>
                  <a:pt x="2372604" y="161191"/>
                </a:lnTo>
                <a:lnTo>
                  <a:pt x="2372604" y="210976"/>
                </a:lnTo>
                <a:lnTo>
                  <a:pt x="2333413" y="210976"/>
                </a:lnTo>
                <a:cubicBezTo>
                  <a:pt x="2334609" y="197174"/>
                  <a:pt x="2335206" y="182627"/>
                  <a:pt x="2335206" y="167335"/>
                </a:cubicBezTo>
                <a:cubicBezTo>
                  <a:pt x="2335206" y="152043"/>
                  <a:pt x="2334609" y="139172"/>
                  <a:pt x="2333413" y="128723"/>
                </a:cubicBezTo>
                <a:cubicBezTo>
                  <a:pt x="2369418" y="131123"/>
                  <a:pt x="2431461" y="132324"/>
                  <a:pt x="2519544" y="132324"/>
                </a:cubicBezTo>
                <a:cubicBezTo>
                  <a:pt x="2514048" y="126756"/>
                  <a:pt x="2506273" y="119105"/>
                  <a:pt x="2496219" y="109371"/>
                </a:cubicBezTo>
                <a:lnTo>
                  <a:pt x="2519672" y="88361"/>
                </a:lnTo>
                <a:lnTo>
                  <a:pt x="2526141" y="96448"/>
                </a:lnTo>
                <a:lnTo>
                  <a:pt x="2561992" y="48752"/>
                </a:lnTo>
                <a:cubicBezTo>
                  <a:pt x="2571767" y="32507"/>
                  <a:pt x="2579111" y="16257"/>
                  <a:pt x="25840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3D7DFA-1B0D-430B-BB3E-AE2C24F5F32A}"/>
              </a:ext>
            </a:extLst>
          </p:cNvPr>
          <p:cNvSpPr txBox="1"/>
          <p:nvPr/>
        </p:nvSpPr>
        <p:spPr>
          <a:xfrm>
            <a:off x="3311219" y="4725887"/>
            <a:ext cx="2259418" cy="424467"/>
          </a:xfrm>
          <a:custGeom>
            <a:avLst/>
            <a:gdLst/>
            <a:ahLst/>
            <a:cxnLst/>
            <a:rect l="l" t="t" r="r" b="b"/>
            <a:pathLst>
              <a:path w="2259418" h="424467">
                <a:moveTo>
                  <a:pt x="938379" y="333249"/>
                </a:moveTo>
                <a:cubicBezTo>
                  <a:pt x="980646" y="335944"/>
                  <a:pt x="1044703" y="337292"/>
                  <a:pt x="1130549" y="337292"/>
                </a:cubicBezTo>
                <a:cubicBezTo>
                  <a:pt x="1216396" y="337292"/>
                  <a:pt x="1285458" y="335944"/>
                  <a:pt x="1337736" y="333249"/>
                </a:cubicBezTo>
                <a:lnTo>
                  <a:pt x="1337736" y="374682"/>
                </a:lnTo>
                <a:cubicBezTo>
                  <a:pt x="1290221" y="371692"/>
                  <a:pt x="1223506" y="370196"/>
                  <a:pt x="1137593" y="370196"/>
                </a:cubicBezTo>
                <a:cubicBezTo>
                  <a:pt x="1051680" y="370196"/>
                  <a:pt x="985275" y="371692"/>
                  <a:pt x="938379" y="374682"/>
                </a:cubicBezTo>
                <a:close/>
                <a:moveTo>
                  <a:pt x="104677" y="327591"/>
                </a:moveTo>
                <a:lnTo>
                  <a:pt x="104677" y="363302"/>
                </a:lnTo>
                <a:lnTo>
                  <a:pt x="293772" y="363302"/>
                </a:lnTo>
                <a:lnTo>
                  <a:pt x="293772" y="327591"/>
                </a:lnTo>
                <a:close/>
                <a:moveTo>
                  <a:pt x="1968782" y="325798"/>
                </a:moveTo>
                <a:lnTo>
                  <a:pt x="1968782" y="363302"/>
                </a:lnTo>
                <a:lnTo>
                  <a:pt x="2170435" y="363302"/>
                </a:lnTo>
                <a:lnTo>
                  <a:pt x="2170435" y="325798"/>
                </a:lnTo>
                <a:close/>
                <a:moveTo>
                  <a:pt x="104677" y="264347"/>
                </a:moveTo>
                <a:lnTo>
                  <a:pt x="104677" y="298273"/>
                </a:lnTo>
                <a:lnTo>
                  <a:pt x="293772" y="298273"/>
                </a:lnTo>
                <a:lnTo>
                  <a:pt x="293772" y="264347"/>
                </a:lnTo>
                <a:close/>
                <a:moveTo>
                  <a:pt x="65037" y="230536"/>
                </a:moveTo>
                <a:cubicBezTo>
                  <a:pt x="93659" y="233531"/>
                  <a:pt x="139377" y="235029"/>
                  <a:pt x="202189" y="235029"/>
                </a:cubicBezTo>
                <a:cubicBezTo>
                  <a:pt x="265002" y="235029"/>
                  <a:pt x="308445" y="233531"/>
                  <a:pt x="332520" y="230536"/>
                </a:cubicBezTo>
                <a:cubicBezTo>
                  <a:pt x="330724" y="240213"/>
                  <a:pt x="329827" y="253251"/>
                  <a:pt x="329827" y="269648"/>
                </a:cubicBezTo>
                <a:lnTo>
                  <a:pt x="329827" y="374597"/>
                </a:lnTo>
                <a:cubicBezTo>
                  <a:pt x="329827" y="386851"/>
                  <a:pt x="330875" y="401979"/>
                  <a:pt x="332970" y="419981"/>
                </a:cubicBezTo>
                <a:lnTo>
                  <a:pt x="293772" y="419981"/>
                </a:lnTo>
                <a:lnTo>
                  <a:pt x="293772" y="393070"/>
                </a:lnTo>
                <a:lnTo>
                  <a:pt x="104677" y="393070"/>
                </a:lnTo>
                <a:lnTo>
                  <a:pt x="104677" y="423574"/>
                </a:lnTo>
                <a:lnTo>
                  <a:pt x="65479" y="423574"/>
                </a:lnTo>
                <a:cubicBezTo>
                  <a:pt x="67575" y="404624"/>
                  <a:pt x="68623" y="388148"/>
                  <a:pt x="68623" y="374147"/>
                </a:cubicBezTo>
                <a:lnTo>
                  <a:pt x="68623" y="269648"/>
                </a:lnTo>
                <a:cubicBezTo>
                  <a:pt x="68623" y="257056"/>
                  <a:pt x="67427" y="244019"/>
                  <a:pt x="65037" y="230536"/>
                </a:cubicBezTo>
                <a:close/>
                <a:moveTo>
                  <a:pt x="732865" y="219499"/>
                </a:moveTo>
                <a:lnTo>
                  <a:pt x="732865" y="253417"/>
                </a:lnTo>
                <a:lnTo>
                  <a:pt x="804453" y="253417"/>
                </a:lnTo>
                <a:lnTo>
                  <a:pt x="804453" y="219499"/>
                </a:lnTo>
                <a:close/>
                <a:moveTo>
                  <a:pt x="631953" y="219499"/>
                </a:moveTo>
                <a:lnTo>
                  <a:pt x="631953" y="253417"/>
                </a:lnTo>
                <a:lnTo>
                  <a:pt x="698604" y="253417"/>
                </a:lnTo>
                <a:lnTo>
                  <a:pt x="698604" y="219499"/>
                </a:lnTo>
                <a:close/>
                <a:moveTo>
                  <a:pt x="1968782" y="212319"/>
                </a:moveTo>
                <a:lnTo>
                  <a:pt x="1968782" y="242209"/>
                </a:lnTo>
                <a:lnTo>
                  <a:pt x="2147561" y="242209"/>
                </a:lnTo>
                <a:lnTo>
                  <a:pt x="2147561" y="212319"/>
                </a:lnTo>
                <a:close/>
                <a:moveTo>
                  <a:pt x="1929584" y="179858"/>
                </a:moveTo>
                <a:cubicBezTo>
                  <a:pt x="1969822" y="181358"/>
                  <a:pt x="2013719" y="182108"/>
                  <a:pt x="2061275" y="182108"/>
                </a:cubicBezTo>
                <a:cubicBezTo>
                  <a:pt x="2108831" y="182108"/>
                  <a:pt x="2150059" y="181358"/>
                  <a:pt x="2184959" y="179858"/>
                </a:cubicBezTo>
                <a:cubicBezTo>
                  <a:pt x="2183168" y="194446"/>
                  <a:pt x="2182272" y="210876"/>
                  <a:pt x="2182272" y="229150"/>
                </a:cubicBezTo>
                <a:cubicBezTo>
                  <a:pt x="2182272" y="247424"/>
                  <a:pt x="2183168" y="262447"/>
                  <a:pt x="2184959" y="274220"/>
                </a:cubicBezTo>
                <a:cubicBezTo>
                  <a:pt x="2154831" y="272724"/>
                  <a:pt x="2116381" y="271977"/>
                  <a:pt x="2069608" y="271977"/>
                </a:cubicBezTo>
                <a:lnTo>
                  <a:pt x="1968782" y="271977"/>
                </a:lnTo>
                <a:lnTo>
                  <a:pt x="1968782" y="296030"/>
                </a:lnTo>
                <a:lnTo>
                  <a:pt x="2072302" y="296030"/>
                </a:lnTo>
                <a:cubicBezTo>
                  <a:pt x="2116593" y="296030"/>
                  <a:pt x="2162220" y="295280"/>
                  <a:pt x="2209183" y="293779"/>
                </a:cubicBezTo>
                <a:cubicBezTo>
                  <a:pt x="2207687" y="302114"/>
                  <a:pt x="2206940" y="313803"/>
                  <a:pt x="2206940" y="328848"/>
                </a:cubicBezTo>
                <a:lnTo>
                  <a:pt x="2206940" y="377740"/>
                </a:lnTo>
                <a:cubicBezTo>
                  <a:pt x="2206940" y="388899"/>
                  <a:pt x="2207985" y="402083"/>
                  <a:pt x="2210076" y="417295"/>
                </a:cubicBezTo>
                <a:lnTo>
                  <a:pt x="2170435" y="417295"/>
                </a:lnTo>
                <a:lnTo>
                  <a:pt x="2170435" y="393971"/>
                </a:lnTo>
                <a:lnTo>
                  <a:pt x="1968782" y="393971"/>
                </a:lnTo>
                <a:cubicBezTo>
                  <a:pt x="1969315" y="404229"/>
                  <a:pt x="1970060" y="414395"/>
                  <a:pt x="1971018" y="424467"/>
                </a:cubicBezTo>
                <a:lnTo>
                  <a:pt x="1928684" y="424467"/>
                </a:lnTo>
                <a:cubicBezTo>
                  <a:pt x="1931079" y="406055"/>
                  <a:pt x="1932277" y="391225"/>
                  <a:pt x="1932277" y="379976"/>
                </a:cubicBezTo>
                <a:lnTo>
                  <a:pt x="1932277" y="228378"/>
                </a:lnTo>
                <a:cubicBezTo>
                  <a:pt x="1932277" y="206823"/>
                  <a:pt x="1931379" y="190650"/>
                  <a:pt x="1929584" y="179858"/>
                </a:cubicBezTo>
                <a:close/>
                <a:moveTo>
                  <a:pt x="732865" y="154462"/>
                </a:moveTo>
                <a:lnTo>
                  <a:pt x="732865" y="191524"/>
                </a:lnTo>
                <a:lnTo>
                  <a:pt x="804453" y="191524"/>
                </a:lnTo>
                <a:lnTo>
                  <a:pt x="804453" y="154462"/>
                </a:lnTo>
                <a:close/>
                <a:moveTo>
                  <a:pt x="631953" y="154462"/>
                </a:moveTo>
                <a:lnTo>
                  <a:pt x="631953" y="191524"/>
                </a:lnTo>
                <a:lnTo>
                  <a:pt x="698604" y="191524"/>
                </a:lnTo>
                <a:lnTo>
                  <a:pt x="698604" y="154462"/>
                </a:lnTo>
                <a:close/>
                <a:moveTo>
                  <a:pt x="72309" y="94640"/>
                </a:moveTo>
                <a:cubicBezTo>
                  <a:pt x="90583" y="110399"/>
                  <a:pt x="109745" y="130866"/>
                  <a:pt x="129795" y="156041"/>
                </a:cubicBezTo>
                <a:lnTo>
                  <a:pt x="103984" y="175993"/>
                </a:lnTo>
                <a:cubicBezTo>
                  <a:pt x="86882" y="152371"/>
                  <a:pt x="68666" y="132281"/>
                  <a:pt x="49335" y="115722"/>
                </a:cubicBezTo>
                <a:close/>
                <a:moveTo>
                  <a:pt x="264797" y="87189"/>
                </a:moveTo>
                <a:lnTo>
                  <a:pt x="264797" y="177172"/>
                </a:lnTo>
                <a:lnTo>
                  <a:pt x="291344" y="176813"/>
                </a:lnTo>
                <a:lnTo>
                  <a:pt x="270455" y="162463"/>
                </a:lnTo>
                <a:cubicBezTo>
                  <a:pt x="280968" y="152005"/>
                  <a:pt x="290572" y="140525"/>
                  <a:pt x="299268" y="128025"/>
                </a:cubicBezTo>
                <a:lnTo>
                  <a:pt x="322240" y="88131"/>
                </a:lnTo>
                <a:close/>
                <a:moveTo>
                  <a:pt x="171507" y="86739"/>
                </a:moveTo>
                <a:lnTo>
                  <a:pt x="171507" y="177172"/>
                </a:lnTo>
                <a:lnTo>
                  <a:pt x="228293" y="177172"/>
                </a:lnTo>
                <a:lnTo>
                  <a:pt x="228293" y="86739"/>
                </a:lnTo>
                <a:close/>
                <a:moveTo>
                  <a:pt x="1629961" y="68351"/>
                </a:moveTo>
                <a:cubicBezTo>
                  <a:pt x="1629521" y="129941"/>
                  <a:pt x="1627629" y="178181"/>
                  <a:pt x="1624285" y="213070"/>
                </a:cubicBezTo>
                <a:lnTo>
                  <a:pt x="1623406" y="221072"/>
                </a:lnTo>
                <a:lnTo>
                  <a:pt x="1652571" y="207662"/>
                </a:lnTo>
                <a:cubicBezTo>
                  <a:pt x="1666463" y="241423"/>
                  <a:pt x="1684234" y="272222"/>
                  <a:pt x="1705884" y="300059"/>
                </a:cubicBezTo>
                <a:cubicBezTo>
                  <a:pt x="1724325" y="273427"/>
                  <a:pt x="1736643" y="238949"/>
                  <a:pt x="1742839" y="196624"/>
                </a:cubicBezTo>
                <a:lnTo>
                  <a:pt x="1704356" y="196624"/>
                </a:lnTo>
                <a:cubicBezTo>
                  <a:pt x="1696755" y="196624"/>
                  <a:pt x="1685961" y="197522"/>
                  <a:pt x="1671973" y="199318"/>
                </a:cubicBezTo>
                <a:lnTo>
                  <a:pt x="1718615" y="68351"/>
                </a:lnTo>
                <a:close/>
                <a:moveTo>
                  <a:pt x="968883" y="66830"/>
                </a:moveTo>
                <a:cubicBezTo>
                  <a:pt x="1009964" y="69525"/>
                  <a:pt x="1064688" y="70873"/>
                  <a:pt x="1133053" y="70873"/>
                </a:cubicBezTo>
                <a:cubicBezTo>
                  <a:pt x="1201419" y="70873"/>
                  <a:pt x="1255890" y="69525"/>
                  <a:pt x="1296467" y="66830"/>
                </a:cubicBezTo>
                <a:lnTo>
                  <a:pt x="1296467" y="106027"/>
                </a:lnTo>
                <a:cubicBezTo>
                  <a:pt x="1257952" y="104232"/>
                  <a:pt x="1206472" y="103334"/>
                  <a:pt x="1142026" y="103334"/>
                </a:cubicBezTo>
                <a:cubicBezTo>
                  <a:pt x="1077580" y="103334"/>
                  <a:pt x="1019865" y="104232"/>
                  <a:pt x="968883" y="106027"/>
                </a:cubicBezTo>
                <a:close/>
                <a:moveTo>
                  <a:pt x="592305" y="28703"/>
                </a:moveTo>
                <a:cubicBezTo>
                  <a:pt x="612231" y="31404"/>
                  <a:pt x="651942" y="32754"/>
                  <a:pt x="711437" y="32754"/>
                </a:cubicBezTo>
                <a:cubicBezTo>
                  <a:pt x="770933" y="32754"/>
                  <a:pt x="810518" y="31404"/>
                  <a:pt x="830192" y="28703"/>
                </a:cubicBezTo>
                <a:lnTo>
                  <a:pt x="830192" y="62629"/>
                </a:lnTo>
                <a:cubicBezTo>
                  <a:pt x="816838" y="63686"/>
                  <a:pt x="802781" y="69184"/>
                  <a:pt x="788022" y="79121"/>
                </a:cubicBezTo>
                <a:cubicBezTo>
                  <a:pt x="773263" y="89057"/>
                  <a:pt x="757868" y="99496"/>
                  <a:pt x="741838" y="110435"/>
                </a:cubicBezTo>
                <a:cubicBezTo>
                  <a:pt x="743909" y="110340"/>
                  <a:pt x="748843" y="113197"/>
                  <a:pt x="756640" y="119008"/>
                </a:cubicBezTo>
                <a:lnTo>
                  <a:pt x="748560" y="125137"/>
                </a:lnTo>
                <a:cubicBezTo>
                  <a:pt x="795637" y="125142"/>
                  <a:pt x="827334" y="123796"/>
                  <a:pt x="843651" y="121101"/>
                </a:cubicBezTo>
                <a:cubicBezTo>
                  <a:pt x="841255" y="134902"/>
                  <a:pt x="840057" y="153619"/>
                  <a:pt x="840057" y="177251"/>
                </a:cubicBezTo>
                <a:lnTo>
                  <a:pt x="840057" y="318083"/>
                </a:lnTo>
                <a:cubicBezTo>
                  <a:pt x="840057" y="326931"/>
                  <a:pt x="838445" y="334044"/>
                  <a:pt x="835221" y="339421"/>
                </a:cubicBezTo>
                <a:cubicBezTo>
                  <a:pt x="831997" y="344798"/>
                  <a:pt x="825653" y="349170"/>
                  <a:pt x="816190" y="352537"/>
                </a:cubicBezTo>
                <a:cubicBezTo>
                  <a:pt x="806727" y="355904"/>
                  <a:pt x="790899" y="359100"/>
                  <a:pt x="768705" y="362124"/>
                </a:cubicBezTo>
                <a:cubicBezTo>
                  <a:pt x="767234" y="350508"/>
                  <a:pt x="761807" y="337144"/>
                  <a:pt x="752425" y="322033"/>
                </a:cubicBezTo>
                <a:cubicBezTo>
                  <a:pt x="764836" y="323238"/>
                  <a:pt x="774876" y="323840"/>
                  <a:pt x="782546" y="323840"/>
                </a:cubicBezTo>
                <a:cubicBezTo>
                  <a:pt x="790216" y="323840"/>
                  <a:pt x="795785" y="323001"/>
                  <a:pt x="799252" y="321322"/>
                </a:cubicBezTo>
                <a:cubicBezTo>
                  <a:pt x="802719" y="319643"/>
                  <a:pt x="804453" y="314975"/>
                  <a:pt x="804453" y="307317"/>
                </a:cubicBezTo>
                <a:lnTo>
                  <a:pt x="804453" y="281392"/>
                </a:lnTo>
                <a:lnTo>
                  <a:pt x="732865" y="281392"/>
                </a:lnTo>
                <a:cubicBezTo>
                  <a:pt x="732865" y="307729"/>
                  <a:pt x="733763" y="329558"/>
                  <a:pt x="735558" y="346879"/>
                </a:cubicBezTo>
                <a:lnTo>
                  <a:pt x="695911" y="346879"/>
                </a:lnTo>
                <a:cubicBezTo>
                  <a:pt x="697706" y="329172"/>
                  <a:pt x="698604" y="307343"/>
                  <a:pt x="698604" y="281392"/>
                </a:cubicBezTo>
                <a:lnTo>
                  <a:pt x="631953" y="281392"/>
                </a:lnTo>
                <a:lnTo>
                  <a:pt x="631953" y="353601"/>
                </a:lnTo>
                <a:lnTo>
                  <a:pt x="596447" y="353601"/>
                </a:lnTo>
                <a:lnTo>
                  <a:pt x="618262" y="363283"/>
                </a:lnTo>
                <a:cubicBezTo>
                  <a:pt x="628240" y="366884"/>
                  <a:pt x="638494" y="369782"/>
                  <a:pt x="649023" y="371975"/>
                </a:cubicBezTo>
                <a:cubicBezTo>
                  <a:pt x="670080" y="376361"/>
                  <a:pt x="697445" y="378554"/>
                  <a:pt x="731119" y="378554"/>
                </a:cubicBezTo>
                <a:cubicBezTo>
                  <a:pt x="764792" y="378554"/>
                  <a:pt x="816804" y="374366"/>
                  <a:pt x="887156" y="365989"/>
                </a:cubicBezTo>
                <a:cubicBezTo>
                  <a:pt x="878783" y="378423"/>
                  <a:pt x="874895" y="393221"/>
                  <a:pt x="875490" y="410380"/>
                </a:cubicBezTo>
                <a:cubicBezTo>
                  <a:pt x="815149" y="412894"/>
                  <a:pt x="768873" y="414152"/>
                  <a:pt x="736662" y="414152"/>
                </a:cubicBezTo>
                <a:cubicBezTo>
                  <a:pt x="704451" y="414152"/>
                  <a:pt x="676639" y="411947"/>
                  <a:pt x="653227" y="407537"/>
                </a:cubicBezTo>
                <a:cubicBezTo>
                  <a:pt x="629814" y="403126"/>
                  <a:pt x="603016" y="393528"/>
                  <a:pt x="572831" y="378740"/>
                </a:cubicBezTo>
                <a:cubicBezTo>
                  <a:pt x="560244" y="372449"/>
                  <a:pt x="550611" y="369303"/>
                  <a:pt x="543934" y="369303"/>
                </a:cubicBezTo>
                <a:cubicBezTo>
                  <a:pt x="537257" y="369303"/>
                  <a:pt x="530157" y="372370"/>
                  <a:pt x="522632" y="378504"/>
                </a:cubicBezTo>
                <a:cubicBezTo>
                  <a:pt x="515107" y="384638"/>
                  <a:pt x="504553" y="395325"/>
                  <a:pt x="490971" y="410566"/>
                </a:cubicBezTo>
                <a:cubicBezTo>
                  <a:pt x="481341" y="400155"/>
                  <a:pt x="472661" y="390951"/>
                  <a:pt x="464932" y="382955"/>
                </a:cubicBezTo>
                <a:cubicBezTo>
                  <a:pt x="493559" y="355504"/>
                  <a:pt x="512545" y="340740"/>
                  <a:pt x="521889" y="338664"/>
                </a:cubicBezTo>
                <a:lnTo>
                  <a:pt x="521889" y="179129"/>
                </a:lnTo>
                <a:cubicBezTo>
                  <a:pt x="493028" y="179129"/>
                  <a:pt x="472397" y="179730"/>
                  <a:pt x="459995" y="180930"/>
                </a:cubicBezTo>
                <a:lnTo>
                  <a:pt x="459995" y="145318"/>
                </a:lnTo>
                <a:cubicBezTo>
                  <a:pt x="477526" y="147718"/>
                  <a:pt x="494363" y="148919"/>
                  <a:pt x="510505" y="148919"/>
                </a:cubicBezTo>
                <a:cubicBezTo>
                  <a:pt x="526648" y="148919"/>
                  <a:pt x="543658" y="147718"/>
                  <a:pt x="561537" y="145318"/>
                </a:cubicBezTo>
                <a:cubicBezTo>
                  <a:pt x="559141" y="158839"/>
                  <a:pt x="557943" y="178156"/>
                  <a:pt x="557943" y="203268"/>
                </a:cubicBezTo>
                <a:lnTo>
                  <a:pt x="557943" y="340721"/>
                </a:lnTo>
                <a:cubicBezTo>
                  <a:pt x="571197" y="343059"/>
                  <a:pt x="581601" y="346274"/>
                  <a:pt x="589154" y="350365"/>
                </a:cubicBezTo>
                <a:lnTo>
                  <a:pt x="594189" y="352599"/>
                </a:lnTo>
                <a:lnTo>
                  <a:pt x="596793" y="324003"/>
                </a:lnTo>
                <a:cubicBezTo>
                  <a:pt x="597392" y="314943"/>
                  <a:pt x="597691" y="306691"/>
                  <a:pt x="597691" y="299244"/>
                </a:cubicBezTo>
                <a:lnTo>
                  <a:pt x="597691" y="177251"/>
                </a:lnTo>
                <a:cubicBezTo>
                  <a:pt x="597691" y="152343"/>
                  <a:pt x="596643" y="133626"/>
                  <a:pt x="594548" y="121101"/>
                </a:cubicBezTo>
                <a:cubicBezTo>
                  <a:pt x="618565" y="124096"/>
                  <a:pt x="657737" y="125594"/>
                  <a:pt x="712063" y="125594"/>
                </a:cubicBezTo>
                <a:cubicBezTo>
                  <a:pt x="697370" y="120227"/>
                  <a:pt x="673598" y="109959"/>
                  <a:pt x="640747" y="94790"/>
                </a:cubicBezTo>
                <a:lnTo>
                  <a:pt x="659063" y="69973"/>
                </a:lnTo>
                <a:cubicBezTo>
                  <a:pt x="682842" y="79222"/>
                  <a:pt x="700952" y="87144"/>
                  <a:pt x="713391" y="93740"/>
                </a:cubicBezTo>
                <a:lnTo>
                  <a:pt x="764984" y="61622"/>
                </a:lnTo>
                <a:lnTo>
                  <a:pt x="708562" y="61622"/>
                </a:lnTo>
                <a:cubicBezTo>
                  <a:pt x="649688" y="61622"/>
                  <a:pt x="610936" y="62520"/>
                  <a:pt x="592305" y="64315"/>
                </a:cubicBezTo>
                <a:close/>
                <a:moveTo>
                  <a:pt x="494807" y="18838"/>
                </a:moveTo>
                <a:cubicBezTo>
                  <a:pt x="524568" y="38750"/>
                  <a:pt x="551145" y="62301"/>
                  <a:pt x="574538" y="89490"/>
                </a:cubicBezTo>
                <a:lnTo>
                  <a:pt x="547735" y="111857"/>
                </a:lnTo>
                <a:cubicBezTo>
                  <a:pt x="525713" y="85053"/>
                  <a:pt x="500803" y="62174"/>
                  <a:pt x="473004" y="43220"/>
                </a:cubicBezTo>
                <a:close/>
                <a:moveTo>
                  <a:pt x="1465212" y="1793"/>
                </a:moveTo>
                <a:cubicBezTo>
                  <a:pt x="1476046" y="4265"/>
                  <a:pt x="1483039" y="5707"/>
                  <a:pt x="1486189" y="6119"/>
                </a:cubicBezTo>
                <a:cubicBezTo>
                  <a:pt x="1489340" y="6531"/>
                  <a:pt x="1494957" y="6736"/>
                  <a:pt x="1503041" y="6736"/>
                </a:cubicBezTo>
                <a:cubicBezTo>
                  <a:pt x="1511126" y="6736"/>
                  <a:pt x="1515168" y="8730"/>
                  <a:pt x="1515168" y="12716"/>
                </a:cubicBezTo>
                <a:cubicBezTo>
                  <a:pt x="1515168" y="16702"/>
                  <a:pt x="1513525" y="20175"/>
                  <a:pt x="1510239" y="23135"/>
                </a:cubicBezTo>
                <a:cubicBezTo>
                  <a:pt x="1506952" y="26095"/>
                  <a:pt x="1504709" y="28832"/>
                  <a:pt x="1503509" y="31347"/>
                </a:cubicBezTo>
                <a:cubicBezTo>
                  <a:pt x="1502309" y="33861"/>
                  <a:pt x="1501709" y="35850"/>
                  <a:pt x="1501709" y="37312"/>
                </a:cubicBezTo>
                <a:lnTo>
                  <a:pt x="1501709" y="99598"/>
                </a:lnTo>
                <a:cubicBezTo>
                  <a:pt x="1526812" y="99336"/>
                  <a:pt x="1547743" y="97981"/>
                  <a:pt x="1564503" y="95533"/>
                </a:cubicBezTo>
                <a:lnTo>
                  <a:pt x="1564503" y="134731"/>
                </a:lnTo>
                <a:cubicBezTo>
                  <a:pt x="1543714" y="132631"/>
                  <a:pt x="1522783" y="131433"/>
                  <a:pt x="1501709" y="131138"/>
                </a:cubicBezTo>
                <a:lnTo>
                  <a:pt x="1501709" y="152162"/>
                </a:lnTo>
                <a:cubicBezTo>
                  <a:pt x="1525250" y="179237"/>
                  <a:pt x="1547527" y="208366"/>
                  <a:pt x="1568539" y="239551"/>
                </a:cubicBezTo>
                <a:lnTo>
                  <a:pt x="1536563" y="259861"/>
                </a:lnTo>
                <a:cubicBezTo>
                  <a:pt x="1524433" y="236372"/>
                  <a:pt x="1512815" y="212753"/>
                  <a:pt x="1501709" y="189002"/>
                </a:cubicBezTo>
                <a:lnTo>
                  <a:pt x="1501709" y="335128"/>
                </a:lnTo>
                <a:cubicBezTo>
                  <a:pt x="1501709" y="346615"/>
                  <a:pt x="1502083" y="359542"/>
                  <a:pt x="1502830" y="373909"/>
                </a:cubicBezTo>
                <a:lnTo>
                  <a:pt x="1502840" y="374059"/>
                </a:lnTo>
                <a:lnTo>
                  <a:pt x="1552747" y="324155"/>
                </a:lnTo>
                <a:cubicBezTo>
                  <a:pt x="1565794" y="306298"/>
                  <a:pt x="1575118" y="287353"/>
                  <a:pt x="1580719" y="267319"/>
                </a:cubicBezTo>
                <a:cubicBezTo>
                  <a:pt x="1591920" y="227252"/>
                  <a:pt x="1596652" y="160930"/>
                  <a:pt x="1594913" y="68351"/>
                </a:cubicBezTo>
                <a:cubicBezTo>
                  <a:pt x="1574163" y="68351"/>
                  <a:pt x="1558287" y="68949"/>
                  <a:pt x="1547286" y="70144"/>
                </a:cubicBezTo>
                <a:lnTo>
                  <a:pt x="1547286" y="34540"/>
                </a:lnTo>
                <a:cubicBezTo>
                  <a:pt x="1571284" y="36635"/>
                  <a:pt x="1604703" y="37683"/>
                  <a:pt x="1647541" y="37683"/>
                </a:cubicBezTo>
                <a:cubicBezTo>
                  <a:pt x="1690380" y="37683"/>
                  <a:pt x="1729678" y="35290"/>
                  <a:pt x="1765435" y="30504"/>
                </a:cubicBezTo>
                <a:lnTo>
                  <a:pt x="1716100" y="166406"/>
                </a:lnTo>
                <a:lnTo>
                  <a:pt x="1750997" y="166406"/>
                </a:lnTo>
                <a:cubicBezTo>
                  <a:pt x="1758865" y="166406"/>
                  <a:pt x="1770107" y="165359"/>
                  <a:pt x="1784723" y="163263"/>
                </a:cubicBezTo>
                <a:cubicBezTo>
                  <a:pt x="1775336" y="211045"/>
                  <a:pt x="1766454" y="246053"/>
                  <a:pt x="1758077" y="268287"/>
                </a:cubicBezTo>
                <a:cubicBezTo>
                  <a:pt x="1749699" y="290521"/>
                  <a:pt x="1739446" y="308917"/>
                  <a:pt x="1727316" y="323476"/>
                </a:cubicBezTo>
                <a:cubicBezTo>
                  <a:pt x="1739851" y="336497"/>
                  <a:pt x="1752108" y="347318"/>
                  <a:pt x="1764088" y="355941"/>
                </a:cubicBezTo>
                <a:cubicBezTo>
                  <a:pt x="1776068" y="364563"/>
                  <a:pt x="1793860" y="374642"/>
                  <a:pt x="1817463" y="386177"/>
                </a:cubicBezTo>
                <a:cubicBezTo>
                  <a:pt x="1807185" y="394945"/>
                  <a:pt x="1799003" y="405167"/>
                  <a:pt x="1792917" y="416845"/>
                </a:cubicBezTo>
                <a:cubicBezTo>
                  <a:pt x="1759670" y="399776"/>
                  <a:pt x="1730952" y="376602"/>
                  <a:pt x="1706763" y="347322"/>
                </a:cubicBezTo>
                <a:cubicBezTo>
                  <a:pt x="1678774" y="376788"/>
                  <a:pt x="1638064" y="401607"/>
                  <a:pt x="1584634" y="421781"/>
                </a:cubicBezTo>
                <a:cubicBezTo>
                  <a:pt x="1579447" y="408894"/>
                  <a:pt x="1571334" y="397985"/>
                  <a:pt x="1560295" y="389056"/>
                </a:cubicBezTo>
                <a:cubicBezTo>
                  <a:pt x="1591604" y="379631"/>
                  <a:pt x="1616309" y="370062"/>
                  <a:pt x="1634411" y="360349"/>
                </a:cubicBezTo>
                <a:cubicBezTo>
                  <a:pt x="1652513" y="350635"/>
                  <a:pt x="1669518" y="338187"/>
                  <a:pt x="1685425" y="323005"/>
                </a:cubicBezTo>
                <a:cubicBezTo>
                  <a:pt x="1669387" y="304984"/>
                  <a:pt x="1653100" y="281665"/>
                  <a:pt x="1636564" y="253048"/>
                </a:cubicBezTo>
                <a:lnTo>
                  <a:pt x="1622682" y="227667"/>
                </a:lnTo>
                <a:lnTo>
                  <a:pt x="1622491" y="229402"/>
                </a:lnTo>
                <a:cubicBezTo>
                  <a:pt x="1621853" y="234475"/>
                  <a:pt x="1621175" y="239177"/>
                  <a:pt x="1620456" y="243509"/>
                </a:cubicBezTo>
                <a:cubicBezTo>
                  <a:pt x="1614705" y="278161"/>
                  <a:pt x="1605728" y="305936"/>
                  <a:pt x="1593524" y="326834"/>
                </a:cubicBezTo>
                <a:cubicBezTo>
                  <a:pt x="1581320" y="347731"/>
                  <a:pt x="1561690" y="370858"/>
                  <a:pt x="1534634" y="396214"/>
                </a:cubicBezTo>
                <a:cubicBezTo>
                  <a:pt x="1530863" y="391789"/>
                  <a:pt x="1526294" y="387764"/>
                  <a:pt x="1520927" y="384139"/>
                </a:cubicBezTo>
                <a:lnTo>
                  <a:pt x="1502879" y="374692"/>
                </a:lnTo>
                <a:lnTo>
                  <a:pt x="1504232" y="396540"/>
                </a:lnTo>
                <a:cubicBezTo>
                  <a:pt x="1504793" y="404444"/>
                  <a:pt x="1505447" y="412707"/>
                  <a:pt x="1506195" y="421331"/>
                </a:cubicBezTo>
                <a:lnTo>
                  <a:pt x="1462968" y="421331"/>
                </a:lnTo>
                <a:cubicBezTo>
                  <a:pt x="1465954" y="386336"/>
                  <a:pt x="1467448" y="357602"/>
                  <a:pt x="1467448" y="335128"/>
                </a:cubicBezTo>
                <a:lnTo>
                  <a:pt x="1467448" y="196624"/>
                </a:lnTo>
                <a:cubicBezTo>
                  <a:pt x="1460694" y="237996"/>
                  <a:pt x="1442990" y="279111"/>
                  <a:pt x="1414334" y="319968"/>
                </a:cubicBezTo>
                <a:cubicBezTo>
                  <a:pt x="1407023" y="310167"/>
                  <a:pt x="1397520" y="302783"/>
                  <a:pt x="1385823" y="297816"/>
                </a:cubicBezTo>
                <a:cubicBezTo>
                  <a:pt x="1409762" y="268483"/>
                  <a:pt x="1431051" y="229250"/>
                  <a:pt x="1449691" y="180115"/>
                </a:cubicBezTo>
                <a:lnTo>
                  <a:pt x="1466256" y="131199"/>
                </a:lnTo>
                <a:lnTo>
                  <a:pt x="1397032" y="134731"/>
                </a:lnTo>
                <a:lnTo>
                  <a:pt x="1397032" y="95533"/>
                </a:lnTo>
                <a:cubicBezTo>
                  <a:pt x="1418091" y="98234"/>
                  <a:pt x="1441563" y="99584"/>
                  <a:pt x="1467448" y="99584"/>
                </a:cubicBezTo>
                <a:cubicBezTo>
                  <a:pt x="1467448" y="42872"/>
                  <a:pt x="1466702" y="10275"/>
                  <a:pt x="1465212" y="1793"/>
                </a:cubicBezTo>
                <a:close/>
                <a:moveTo>
                  <a:pt x="1935785" y="1350"/>
                </a:moveTo>
                <a:cubicBezTo>
                  <a:pt x="1948667" y="9427"/>
                  <a:pt x="1958060" y="14247"/>
                  <a:pt x="1963963" y="15809"/>
                </a:cubicBezTo>
                <a:cubicBezTo>
                  <a:pt x="1969866" y="17371"/>
                  <a:pt x="1972818" y="20127"/>
                  <a:pt x="1972818" y="24078"/>
                </a:cubicBezTo>
                <a:cubicBezTo>
                  <a:pt x="1972818" y="28028"/>
                  <a:pt x="1971099" y="30730"/>
                  <a:pt x="1967660" y="32183"/>
                </a:cubicBezTo>
                <a:cubicBezTo>
                  <a:pt x="1964221" y="33635"/>
                  <a:pt x="1958016" y="37559"/>
                  <a:pt x="1949043" y="43955"/>
                </a:cubicBezTo>
                <a:cubicBezTo>
                  <a:pt x="2012089" y="43960"/>
                  <a:pt x="2049315" y="42167"/>
                  <a:pt x="2060722" y="38576"/>
                </a:cubicBezTo>
                <a:lnTo>
                  <a:pt x="2060722" y="76424"/>
                </a:lnTo>
                <a:cubicBezTo>
                  <a:pt x="2047649" y="74328"/>
                  <a:pt x="2024177" y="73281"/>
                  <a:pt x="1990306" y="73281"/>
                </a:cubicBezTo>
                <a:cubicBezTo>
                  <a:pt x="1996645" y="82134"/>
                  <a:pt x="2003972" y="97491"/>
                  <a:pt x="2012287" y="119351"/>
                </a:cubicBezTo>
                <a:lnTo>
                  <a:pt x="1973304" y="128902"/>
                </a:lnTo>
                <a:cubicBezTo>
                  <a:pt x="1970513" y="108090"/>
                  <a:pt x="1965836" y="89549"/>
                  <a:pt x="1959273" y="73281"/>
                </a:cubicBezTo>
                <a:lnTo>
                  <a:pt x="1930013" y="73281"/>
                </a:lnTo>
                <a:cubicBezTo>
                  <a:pt x="1917692" y="88125"/>
                  <a:pt x="1901211" y="104422"/>
                  <a:pt x="1880571" y="122172"/>
                </a:cubicBezTo>
                <a:cubicBezTo>
                  <a:pt x="1872817" y="113357"/>
                  <a:pt x="1863890" y="106449"/>
                  <a:pt x="1853789" y="101448"/>
                </a:cubicBezTo>
                <a:cubicBezTo>
                  <a:pt x="1888974" y="76421"/>
                  <a:pt x="1916306" y="43055"/>
                  <a:pt x="1935785" y="1350"/>
                </a:cubicBezTo>
                <a:close/>
                <a:moveTo>
                  <a:pt x="2118300" y="0"/>
                </a:moveTo>
                <a:cubicBezTo>
                  <a:pt x="2131631" y="6239"/>
                  <a:pt x="2141514" y="10663"/>
                  <a:pt x="2147950" y="13273"/>
                </a:cubicBezTo>
                <a:cubicBezTo>
                  <a:pt x="2154387" y="15883"/>
                  <a:pt x="2157605" y="19027"/>
                  <a:pt x="2157605" y="22706"/>
                </a:cubicBezTo>
                <a:cubicBezTo>
                  <a:pt x="2157605" y="26385"/>
                  <a:pt x="2155261" y="29230"/>
                  <a:pt x="2150572" y="31240"/>
                </a:cubicBezTo>
                <a:cubicBezTo>
                  <a:pt x="2145883" y="33249"/>
                  <a:pt x="2139705" y="38086"/>
                  <a:pt x="2132038" y="45748"/>
                </a:cubicBezTo>
                <a:cubicBezTo>
                  <a:pt x="2201142" y="45758"/>
                  <a:pt x="2243602" y="43515"/>
                  <a:pt x="2259418" y="39019"/>
                </a:cubicBezTo>
                <a:lnTo>
                  <a:pt x="2259418" y="76874"/>
                </a:lnTo>
                <a:cubicBezTo>
                  <a:pt x="2247307" y="75078"/>
                  <a:pt x="2219796" y="74181"/>
                  <a:pt x="2176886" y="74181"/>
                </a:cubicBezTo>
                <a:cubicBezTo>
                  <a:pt x="2187130" y="91083"/>
                  <a:pt x="2194307" y="105184"/>
                  <a:pt x="2198417" y="116486"/>
                </a:cubicBezTo>
                <a:lnTo>
                  <a:pt x="2160491" y="127102"/>
                </a:lnTo>
                <a:cubicBezTo>
                  <a:pt x="2157891" y="111652"/>
                  <a:pt x="2152705" y="94012"/>
                  <a:pt x="2144932" y="74181"/>
                </a:cubicBezTo>
                <a:lnTo>
                  <a:pt x="2117886" y="74181"/>
                </a:lnTo>
                <a:cubicBezTo>
                  <a:pt x="2109328" y="87978"/>
                  <a:pt x="2099407" y="101432"/>
                  <a:pt x="2088125" y="114543"/>
                </a:cubicBezTo>
                <a:cubicBezTo>
                  <a:pt x="2083936" y="110371"/>
                  <a:pt x="2079469" y="106862"/>
                  <a:pt x="2074723" y="104017"/>
                </a:cubicBezTo>
                <a:lnTo>
                  <a:pt x="2062077" y="98524"/>
                </a:lnTo>
                <a:lnTo>
                  <a:pt x="2089111" y="132324"/>
                </a:lnTo>
                <a:cubicBezTo>
                  <a:pt x="2165020" y="132324"/>
                  <a:pt x="2219994" y="131123"/>
                  <a:pt x="2254031" y="128723"/>
                </a:cubicBezTo>
                <a:cubicBezTo>
                  <a:pt x="2251941" y="142382"/>
                  <a:pt x="2250895" y="155684"/>
                  <a:pt x="2250895" y="168628"/>
                </a:cubicBezTo>
                <a:cubicBezTo>
                  <a:pt x="2250895" y="181573"/>
                  <a:pt x="2251643" y="195241"/>
                  <a:pt x="2253139" y="209633"/>
                </a:cubicBezTo>
                <a:lnTo>
                  <a:pt x="2213941" y="209633"/>
                </a:lnTo>
                <a:lnTo>
                  <a:pt x="2213941" y="161191"/>
                </a:lnTo>
                <a:lnTo>
                  <a:pt x="1906881" y="161191"/>
                </a:lnTo>
                <a:lnTo>
                  <a:pt x="1906881" y="210976"/>
                </a:lnTo>
                <a:lnTo>
                  <a:pt x="1867690" y="210976"/>
                </a:lnTo>
                <a:cubicBezTo>
                  <a:pt x="1868886" y="197175"/>
                  <a:pt x="1869483" y="182628"/>
                  <a:pt x="1869483" y="167335"/>
                </a:cubicBezTo>
                <a:cubicBezTo>
                  <a:pt x="1869483" y="152043"/>
                  <a:pt x="1868886" y="139172"/>
                  <a:pt x="1867690" y="128723"/>
                </a:cubicBezTo>
                <a:cubicBezTo>
                  <a:pt x="1903695" y="131123"/>
                  <a:pt x="1965738" y="132324"/>
                  <a:pt x="2053821" y="132324"/>
                </a:cubicBezTo>
                <a:cubicBezTo>
                  <a:pt x="2048325" y="126756"/>
                  <a:pt x="2040550" y="119105"/>
                  <a:pt x="2030496" y="109371"/>
                </a:cubicBezTo>
                <a:lnTo>
                  <a:pt x="2053949" y="88361"/>
                </a:lnTo>
                <a:lnTo>
                  <a:pt x="2060418" y="96448"/>
                </a:lnTo>
                <a:lnTo>
                  <a:pt x="2096269" y="48752"/>
                </a:lnTo>
                <a:cubicBezTo>
                  <a:pt x="2106044" y="32508"/>
                  <a:pt x="2113388" y="16257"/>
                  <a:pt x="2118300" y="0"/>
                </a:cubicBezTo>
                <a:close/>
                <a:moveTo>
                  <a:pt x="267112" y="0"/>
                </a:moveTo>
                <a:cubicBezTo>
                  <a:pt x="279713" y="6882"/>
                  <a:pt x="289953" y="11747"/>
                  <a:pt x="297830" y="14595"/>
                </a:cubicBezTo>
                <a:cubicBezTo>
                  <a:pt x="305707" y="17443"/>
                  <a:pt x="309646" y="21241"/>
                  <a:pt x="309646" y="25989"/>
                </a:cubicBezTo>
                <a:cubicBezTo>
                  <a:pt x="309646" y="30737"/>
                  <a:pt x="306643" y="34029"/>
                  <a:pt x="300637" y="35865"/>
                </a:cubicBezTo>
                <a:cubicBezTo>
                  <a:pt x="294632" y="37701"/>
                  <a:pt x="285974" y="44436"/>
                  <a:pt x="274663" y="56071"/>
                </a:cubicBezTo>
                <a:cubicBezTo>
                  <a:pt x="313887" y="56071"/>
                  <a:pt x="349020" y="54573"/>
                  <a:pt x="380062" y="51578"/>
                </a:cubicBezTo>
                <a:lnTo>
                  <a:pt x="380062" y="91226"/>
                </a:lnTo>
                <a:cubicBezTo>
                  <a:pt x="363455" y="89880"/>
                  <a:pt x="345546" y="88871"/>
                  <a:pt x="326335" y="88198"/>
                </a:cubicBezTo>
                <a:lnTo>
                  <a:pt x="323665" y="88155"/>
                </a:lnTo>
                <a:lnTo>
                  <a:pt x="337413" y="97329"/>
                </a:lnTo>
                <a:cubicBezTo>
                  <a:pt x="341808" y="99938"/>
                  <a:pt x="345669" y="101867"/>
                  <a:pt x="348997" y="103116"/>
                </a:cubicBezTo>
                <a:cubicBezTo>
                  <a:pt x="355653" y="105614"/>
                  <a:pt x="358980" y="108864"/>
                  <a:pt x="358980" y="112864"/>
                </a:cubicBezTo>
                <a:cubicBezTo>
                  <a:pt x="358980" y="116865"/>
                  <a:pt x="356677" y="119484"/>
                  <a:pt x="352069" y="120722"/>
                </a:cubicBezTo>
                <a:cubicBezTo>
                  <a:pt x="347461" y="121960"/>
                  <a:pt x="342366" y="125580"/>
                  <a:pt x="336785" y="131581"/>
                </a:cubicBezTo>
                <a:cubicBezTo>
                  <a:pt x="332599" y="136081"/>
                  <a:pt x="323664" y="146122"/>
                  <a:pt x="309981" y="161702"/>
                </a:cubicBezTo>
                <a:lnTo>
                  <a:pt x="296809" y="176739"/>
                </a:lnTo>
                <a:lnTo>
                  <a:pt x="347897" y="176049"/>
                </a:lnTo>
                <a:cubicBezTo>
                  <a:pt x="371145" y="175300"/>
                  <a:pt x="389941" y="174176"/>
                  <a:pt x="404286" y="172679"/>
                </a:cubicBezTo>
                <a:lnTo>
                  <a:pt x="404286" y="210526"/>
                </a:lnTo>
                <a:cubicBezTo>
                  <a:pt x="374297" y="207835"/>
                  <a:pt x="304772" y="206490"/>
                  <a:pt x="195714" y="206490"/>
                </a:cubicBezTo>
                <a:cubicBezTo>
                  <a:pt x="86655" y="206490"/>
                  <a:pt x="21417" y="207835"/>
                  <a:pt x="0" y="210526"/>
                </a:cubicBezTo>
                <a:lnTo>
                  <a:pt x="0" y="172679"/>
                </a:lnTo>
                <a:cubicBezTo>
                  <a:pt x="28032" y="175674"/>
                  <a:pt x="73480" y="177172"/>
                  <a:pt x="136345" y="177172"/>
                </a:cubicBezTo>
                <a:lnTo>
                  <a:pt x="136345" y="87189"/>
                </a:lnTo>
                <a:cubicBezTo>
                  <a:pt x="93583" y="87189"/>
                  <a:pt x="55609" y="88535"/>
                  <a:pt x="22424" y="91226"/>
                </a:cubicBezTo>
                <a:lnTo>
                  <a:pt x="22424" y="51578"/>
                </a:lnTo>
                <a:cubicBezTo>
                  <a:pt x="53571" y="54278"/>
                  <a:pt x="89154" y="55624"/>
                  <a:pt x="129173" y="55614"/>
                </a:cubicBezTo>
                <a:cubicBezTo>
                  <a:pt x="123811" y="49856"/>
                  <a:pt x="112895" y="37874"/>
                  <a:pt x="96426" y="19667"/>
                </a:cubicBezTo>
                <a:lnTo>
                  <a:pt x="125830" y="1350"/>
                </a:lnTo>
                <a:cubicBezTo>
                  <a:pt x="142118" y="20700"/>
                  <a:pt x="154964" y="39091"/>
                  <a:pt x="164370" y="56521"/>
                </a:cubicBezTo>
                <a:lnTo>
                  <a:pt x="241609" y="56521"/>
                </a:lnTo>
                <a:cubicBezTo>
                  <a:pt x="252596" y="41257"/>
                  <a:pt x="261097" y="22417"/>
                  <a:pt x="2671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3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C2400E-96F8-4EA7-AD38-5EB84662B5C9}"/>
              </a:ext>
            </a:extLst>
          </p:cNvPr>
          <p:cNvSpPr txBox="1"/>
          <p:nvPr/>
        </p:nvSpPr>
        <p:spPr>
          <a:xfrm>
            <a:off x="7043778" y="1699859"/>
            <a:ext cx="17675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B1100-13F</a:t>
            </a:r>
            <a:endParaRPr lang="zh-CN" altLang="en-US" sz="2800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DF8F5E-BB80-46F5-B5C9-7E68C769BB96}"/>
              </a:ext>
            </a:extLst>
          </p:cNvPr>
          <p:cNvSpPr txBox="1"/>
          <p:nvPr/>
        </p:nvSpPr>
        <p:spPr>
          <a:xfrm>
            <a:off x="7087579" y="2692076"/>
            <a:ext cx="1679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US1B-13F</a:t>
            </a:r>
            <a:endParaRPr lang="zh-CN" altLang="en-US" sz="2800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DA3DDC-4F94-4CA2-8DF7-75FFB76D20E4}"/>
              </a:ext>
            </a:extLst>
          </p:cNvPr>
          <p:cNvSpPr txBox="1"/>
          <p:nvPr/>
        </p:nvSpPr>
        <p:spPr>
          <a:xfrm>
            <a:off x="7087579" y="3684293"/>
            <a:ext cx="1679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RS1B-13F</a:t>
            </a:r>
            <a:endParaRPr lang="zh-CN" altLang="en-US" sz="28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C6D5A8-D0E3-42F3-8D16-FBBAA28DC1F6}"/>
              </a:ext>
            </a:extLst>
          </p:cNvPr>
          <p:cNvSpPr txBox="1"/>
          <p:nvPr/>
        </p:nvSpPr>
        <p:spPr>
          <a:xfrm>
            <a:off x="7203345" y="4676510"/>
            <a:ext cx="1448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S1B-13F</a:t>
            </a:r>
            <a:endParaRPr lang="zh-CN" altLang="en-US" sz="2800" b="1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B5D9B6C-2CDE-4319-AA76-A25720F1B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4" y="7128387"/>
            <a:ext cx="11447491" cy="162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52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8870A46-DFE5-4979-A06D-77EBD1660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4" y="0"/>
            <a:ext cx="11447491" cy="1621318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44E39BA-C4E0-4106-A16D-42841BF686F2}"/>
              </a:ext>
            </a:extLst>
          </p:cNvPr>
          <p:cNvSpPr/>
          <p:nvPr/>
        </p:nvSpPr>
        <p:spPr>
          <a:xfrm>
            <a:off x="10116457" y="2960914"/>
            <a:ext cx="1494972" cy="468086"/>
          </a:xfrm>
          <a:prstGeom prst="rect">
            <a:avLst/>
          </a:prstGeom>
          <a:noFill/>
          <a:ln w="508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EDD78B-624C-40E9-B4CE-9304D6D93357}"/>
              </a:ext>
            </a:extLst>
          </p:cNvPr>
          <p:cNvSpPr/>
          <p:nvPr/>
        </p:nvSpPr>
        <p:spPr>
          <a:xfrm>
            <a:off x="8621485" y="3737428"/>
            <a:ext cx="2989944" cy="268515"/>
          </a:xfrm>
          <a:prstGeom prst="rect">
            <a:avLst/>
          </a:prstGeom>
          <a:noFill/>
          <a:ln w="508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1209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6D42418-B0D8-43FB-9501-4C5F24BBA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076235"/>
              </p:ext>
            </p:extLst>
          </p:nvPr>
        </p:nvGraphicFramePr>
        <p:xfrm>
          <a:off x="869731" y="1092473"/>
          <a:ext cx="10452540" cy="4042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6788">
                  <a:extLst>
                    <a:ext uri="{9D8B030D-6E8A-4147-A177-3AD203B41FA5}">
                      <a16:colId xmlns:a16="http://schemas.microsoft.com/office/drawing/2014/main" val="20450763"/>
                    </a:ext>
                  </a:extLst>
                </a:gridCol>
                <a:gridCol w="1908724">
                  <a:extLst>
                    <a:ext uri="{9D8B030D-6E8A-4147-A177-3AD203B41FA5}">
                      <a16:colId xmlns:a16="http://schemas.microsoft.com/office/drawing/2014/main" val="2456881206"/>
                    </a:ext>
                  </a:extLst>
                </a:gridCol>
                <a:gridCol w="3008514">
                  <a:extLst>
                    <a:ext uri="{9D8B030D-6E8A-4147-A177-3AD203B41FA5}">
                      <a16:colId xmlns:a16="http://schemas.microsoft.com/office/drawing/2014/main" val="4003868977"/>
                    </a:ext>
                  </a:extLst>
                </a:gridCol>
                <a:gridCol w="3008514">
                  <a:extLst>
                    <a:ext uri="{9D8B030D-6E8A-4147-A177-3AD203B41FA5}">
                      <a16:colId xmlns:a16="http://schemas.microsoft.com/office/drawing/2014/main" val="2140840704"/>
                    </a:ext>
                  </a:extLst>
                </a:gridCol>
              </a:tblGrid>
              <a:tr h="673739">
                <a:tc gridSpan="4">
                  <a:txBody>
                    <a:bodyPr/>
                    <a:lstStyle/>
                    <a:p>
                      <a:pPr indent="127000" algn="ctr"/>
                      <a:r>
                        <a:rPr lang="zh-CN" altLang="en-US" sz="20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a:t>厂家：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DIODE           </a:t>
                      </a:r>
                      <a:r>
                        <a:rPr lang="zh-CN" altLang="en-US" sz="2000" b="0" kern="1200" dirty="0">
                          <a:solidFill>
                            <a:schemeClr val="lt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最大电流：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1A            </a:t>
                      </a:r>
                      <a:r>
                        <a:rPr lang="zh-CN" altLang="en-US" sz="2000" b="0" kern="1200" dirty="0">
                          <a:solidFill>
                            <a:schemeClr val="lt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封装：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SMA</a:t>
                      </a:r>
                      <a:r>
                        <a:rPr lang="zh-CN" altLang="en-US" sz="2000" b="0" kern="1200" dirty="0">
                          <a:solidFill>
                            <a:schemeClr val="lt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           反向耐压：</a:t>
                      </a:r>
                      <a:r>
                        <a:rPr lang="en-US" altLang="zh-CN" sz="2000" b="0" kern="1200" dirty="0">
                          <a:solidFill>
                            <a:schemeClr val="lt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100V</a:t>
                      </a:r>
                      <a:endParaRPr lang="zh-CN" sz="20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tc hMerge="1">
                  <a:txBody>
                    <a:bodyPr/>
                    <a:lstStyle/>
                    <a:p>
                      <a:pPr indent="127000" algn="just"/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/>
                </a:tc>
                <a:tc hMerge="1">
                  <a:txBody>
                    <a:bodyPr/>
                    <a:lstStyle/>
                    <a:p>
                      <a:pPr indent="127000" algn="just"/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/>
                </a:tc>
                <a:tc hMerge="1">
                  <a:txBody>
                    <a:bodyPr/>
                    <a:lstStyle/>
                    <a:p>
                      <a:pPr indent="127000" algn="just"/>
                      <a:endParaRPr lang="zh-CN" sz="1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/>
                </a:tc>
                <a:extLst>
                  <a:ext uri="{0D108BD9-81ED-4DB2-BD59-A6C34878D82A}">
                    <a16:rowId xmlns:a16="http://schemas.microsoft.com/office/drawing/2014/main" val="1484340128"/>
                  </a:ext>
                </a:extLst>
              </a:tr>
              <a:tr h="673739"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/>
                      <a:r>
                        <a:rPr lang="zh-CN" altLang="en-US" sz="1900" b="0" kern="100" dirty="0">
                          <a:solidFill>
                            <a:schemeClr val="lt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类型</a:t>
                      </a: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/>
                      <a:r>
                        <a:rPr lang="zh-CN" altLang="en-US" sz="2000" b="0" kern="1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型号</a:t>
                      </a: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/>
                      <a:r>
                        <a:rPr lang="zh-CN" altLang="en-US" sz="2000" b="0" kern="1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结电容</a:t>
                      </a: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27000" algn="ctr" defTabSz="914400" rtl="0" eaLnBrk="1" latinLnBrk="0" hangingPunct="1"/>
                      <a:r>
                        <a:rPr lang="zh-CN" altLang="en-US" sz="2000" b="0" kern="1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反向恢复时间</a:t>
                      </a:r>
                      <a:r>
                        <a:rPr lang="en-US" sz="2000" b="0" kern="100" dirty="0">
                          <a:solidFill>
                            <a:schemeClr val="bg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Trr/ns</a:t>
                      </a:r>
                      <a:endParaRPr lang="zh-CN" altLang="en-US" sz="2000" b="0" kern="100" dirty="0">
                        <a:solidFill>
                          <a:schemeClr val="bg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24679"/>
                  </a:ext>
                </a:extLst>
              </a:tr>
              <a:tr h="673739">
                <a:tc>
                  <a:txBody>
                    <a:bodyPr/>
                    <a:lstStyle/>
                    <a:p>
                      <a:pPr indent="127000" algn="ctr"/>
                      <a:r>
                        <a:rPr lang="zh-CN" sz="19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肖特基二极管</a:t>
                      </a:r>
                      <a:endParaRPr lang="zh-CN" sz="19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B1100-13-F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80pF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zh-CN" alt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未标注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804495"/>
                  </a:ext>
                </a:extLst>
              </a:tr>
              <a:tr h="673739">
                <a:tc>
                  <a:txBody>
                    <a:bodyPr/>
                    <a:lstStyle/>
                    <a:p>
                      <a:pPr indent="127000" algn="ctr"/>
                      <a:r>
                        <a:rPr lang="zh-CN" sz="1900" b="0" kern="10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超快恢复二极管</a:t>
                      </a:r>
                      <a:endParaRPr lang="zh-CN" sz="1900" b="0" kern="10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US1B-13-F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20pF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50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009573"/>
                  </a:ext>
                </a:extLst>
              </a:tr>
              <a:tr h="673739">
                <a:tc>
                  <a:txBody>
                    <a:bodyPr/>
                    <a:lstStyle/>
                    <a:p>
                      <a:pPr indent="127000" algn="ctr"/>
                      <a:r>
                        <a:rPr lang="zh-CN" sz="19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快恢复二极管</a:t>
                      </a:r>
                      <a:endParaRPr lang="zh-CN" sz="19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RS1B-13-F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15pF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150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016095"/>
                  </a:ext>
                </a:extLst>
              </a:tr>
              <a:tr h="673739">
                <a:tc>
                  <a:txBody>
                    <a:bodyPr/>
                    <a:lstStyle/>
                    <a:p>
                      <a:pPr indent="127000" algn="ctr"/>
                      <a:r>
                        <a:rPr lang="zh-CN" sz="1900" b="0" kern="100" dirty="0"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普通二极管</a:t>
                      </a:r>
                      <a:endParaRPr lang="zh-CN" sz="1900" b="0" kern="100" dirty="0"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2A6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S1B-13-F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10pF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/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1800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2723" marR="122723" marT="0" marB="0" anchor="ctr">
                    <a:lnL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694770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B414735E-DDE8-44B6-9506-04A1527D0529}"/>
              </a:ext>
            </a:extLst>
          </p:cNvPr>
          <p:cNvSpPr/>
          <p:nvPr/>
        </p:nvSpPr>
        <p:spPr>
          <a:xfrm>
            <a:off x="1355834" y="2569779"/>
            <a:ext cx="6132787" cy="441435"/>
          </a:xfrm>
          <a:prstGeom prst="rect">
            <a:avLst/>
          </a:prstGeom>
          <a:noFill/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20BFA8-1C40-4480-9AFC-7B6A77E861F4}"/>
              </a:ext>
            </a:extLst>
          </p:cNvPr>
          <p:cNvSpPr/>
          <p:nvPr/>
        </p:nvSpPr>
        <p:spPr>
          <a:xfrm>
            <a:off x="6350924" y="3224907"/>
            <a:ext cx="1115530" cy="1779355"/>
          </a:xfrm>
          <a:prstGeom prst="rect">
            <a:avLst/>
          </a:prstGeom>
          <a:noFill/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994102-1D25-4220-9D40-D8C8E86C548A}"/>
              </a:ext>
            </a:extLst>
          </p:cNvPr>
          <p:cNvSpPr txBox="1"/>
          <p:nvPr/>
        </p:nvSpPr>
        <p:spPr>
          <a:xfrm>
            <a:off x="10390908" y="3051420"/>
            <a:ext cx="548641" cy="1952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快</a:t>
            </a:r>
            <a:endParaRPr lang="en-US" altLang="zh-CN" sz="28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中</a:t>
            </a:r>
            <a:endParaRPr lang="en-US" altLang="zh-CN" sz="2800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451224-A60D-4047-95C8-22ACBE0F6662}"/>
              </a:ext>
            </a:extLst>
          </p:cNvPr>
          <p:cNvSpPr txBox="1"/>
          <p:nvPr/>
        </p:nvSpPr>
        <p:spPr>
          <a:xfrm>
            <a:off x="-5076494" y="2922174"/>
            <a:ext cx="4483998" cy="385410"/>
          </a:xfrm>
          <a:custGeom>
            <a:avLst/>
            <a:gdLst/>
            <a:ahLst/>
            <a:cxnLst/>
            <a:rect l="l" t="t" r="r" b="b"/>
            <a:pathLst>
              <a:path w="4483998" h="385410">
                <a:moveTo>
                  <a:pt x="0" y="309229"/>
                </a:moveTo>
                <a:cubicBezTo>
                  <a:pt x="36315" y="311414"/>
                  <a:pt x="93383" y="312506"/>
                  <a:pt x="171202" y="312506"/>
                </a:cubicBezTo>
                <a:cubicBezTo>
                  <a:pt x="249021" y="312506"/>
                  <a:pt x="310731" y="311414"/>
                  <a:pt x="356330" y="309229"/>
                </a:cubicBezTo>
                <a:lnTo>
                  <a:pt x="356330" y="338719"/>
                </a:lnTo>
                <a:cubicBezTo>
                  <a:pt x="315919" y="335988"/>
                  <a:pt x="256394" y="334623"/>
                  <a:pt x="177755" y="334623"/>
                </a:cubicBezTo>
                <a:cubicBezTo>
                  <a:pt x="99117" y="334623"/>
                  <a:pt x="39865" y="335988"/>
                  <a:pt x="0" y="338719"/>
                </a:cubicBezTo>
                <a:close/>
                <a:moveTo>
                  <a:pt x="908027" y="294075"/>
                </a:moveTo>
                <a:lnTo>
                  <a:pt x="908027" y="336261"/>
                </a:lnTo>
                <a:lnTo>
                  <a:pt x="1100528" y="336261"/>
                </a:lnTo>
                <a:lnTo>
                  <a:pt x="1100528" y="294075"/>
                </a:lnTo>
                <a:close/>
                <a:moveTo>
                  <a:pt x="1264767" y="227315"/>
                </a:moveTo>
                <a:lnTo>
                  <a:pt x="1264767" y="322336"/>
                </a:lnTo>
                <a:lnTo>
                  <a:pt x="1351597" y="322336"/>
                </a:lnTo>
                <a:lnTo>
                  <a:pt x="1351597" y="227315"/>
                </a:lnTo>
                <a:close/>
                <a:moveTo>
                  <a:pt x="3802494" y="225676"/>
                </a:moveTo>
                <a:lnTo>
                  <a:pt x="3802494" y="286293"/>
                </a:lnTo>
                <a:lnTo>
                  <a:pt x="3913079" y="286293"/>
                </a:lnTo>
                <a:lnTo>
                  <a:pt x="3913079" y="225676"/>
                </a:lnTo>
                <a:close/>
                <a:moveTo>
                  <a:pt x="908027" y="190453"/>
                </a:moveTo>
                <a:lnTo>
                  <a:pt x="908027" y="225676"/>
                </a:lnTo>
                <a:lnTo>
                  <a:pt x="1079639" y="225676"/>
                </a:lnTo>
                <a:lnTo>
                  <a:pt x="1079639" y="190453"/>
                </a:lnTo>
                <a:close/>
                <a:moveTo>
                  <a:pt x="3308956" y="184719"/>
                </a:moveTo>
                <a:lnTo>
                  <a:pt x="3308956" y="281788"/>
                </a:lnTo>
                <a:lnTo>
                  <a:pt x="3387594" y="281788"/>
                </a:lnTo>
                <a:lnTo>
                  <a:pt x="3387594" y="184719"/>
                </a:lnTo>
                <a:close/>
                <a:moveTo>
                  <a:pt x="3465823" y="169564"/>
                </a:moveTo>
                <a:cubicBezTo>
                  <a:pt x="3491490" y="199600"/>
                  <a:pt x="3511559" y="226222"/>
                  <a:pt x="3526031" y="249432"/>
                </a:cubicBezTo>
                <a:lnTo>
                  <a:pt x="3502275" y="264995"/>
                </a:lnTo>
                <a:cubicBezTo>
                  <a:pt x="3488623" y="236598"/>
                  <a:pt x="3469509" y="209430"/>
                  <a:pt x="3444935" y="183490"/>
                </a:cubicBezTo>
                <a:close/>
                <a:moveTo>
                  <a:pt x="1451534" y="169155"/>
                </a:moveTo>
                <a:cubicBezTo>
                  <a:pt x="1467097" y="194548"/>
                  <a:pt x="1482661" y="225540"/>
                  <a:pt x="1498225" y="262128"/>
                </a:cubicBezTo>
                <a:lnTo>
                  <a:pt x="1475289" y="275644"/>
                </a:lnTo>
                <a:cubicBezTo>
                  <a:pt x="1459179" y="236598"/>
                  <a:pt x="1443752" y="206153"/>
                  <a:pt x="1429007" y="184309"/>
                </a:cubicBezTo>
                <a:close/>
                <a:moveTo>
                  <a:pt x="880586" y="169155"/>
                </a:moveTo>
                <a:cubicBezTo>
                  <a:pt x="915809" y="170247"/>
                  <a:pt x="954582" y="170793"/>
                  <a:pt x="996905" y="170793"/>
                </a:cubicBezTo>
                <a:cubicBezTo>
                  <a:pt x="1039228" y="170793"/>
                  <a:pt x="1075407" y="170247"/>
                  <a:pt x="1105443" y="169155"/>
                </a:cubicBezTo>
                <a:cubicBezTo>
                  <a:pt x="1103804" y="179531"/>
                  <a:pt x="1102985" y="193115"/>
                  <a:pt x="1102985" y="209908"/>
                </a:cubicBezTo>
                <a:cubicBezTo>
                  <a:pt x="1102985" y="226700"/>
                  <a:pt x="1103804" y="239056"/>
                  <a:pt x="1105443" y="246974"/>
                </a:cubicBezTo>
                <a:cubicBezTo>
                  <a:pt x="1080868" y="245609"/>
                  <a:pt x="1047146" y="244926"/>
                  <a:pt x="1004278" y="244926"/>
                </a:cubicBezTo>
                <a:lnTo>
                  <a:pt x="908027" y="244926"/>
                </a:lnTo>
                <a:lnTo>
                  <a:pt x="908027" y="274825"/>
                </a:lnTo>
                <a:lnTo>
                  <a:pt x="1006735" y="274825"/>
                </a:lnTo>
                <a:cubicBezTo>
                  <a:pt x="1045781" y="274825"/>
                  <a:pt x="1086056" y="274279"/>
                  <a:pt x="1127560" y="273187"/>
                </a:cubicBezTo>
                <a:cubicBezTo>
                  <a:pt x="1126195" y="277556"/>
                  <a:pt x="1125512" y="286839"/>
                  <a:pt x="1125512" y="301038"/>
                </a:cubicBezTo>
                <a:lnTo>
                  <a:pt x="1125512" y="345682"/>
                </a:lnTo>
                <a:cubicBezTo>
                  <a:pt x="1125512" y="356058"/>
                  <a:pt x="1126467" y="366707"/>
                  <a:pt x="1128379" y="377629"/>
                </a:cubicBezTo>
                <a:lnTo>
                  <a:pt x="1100528" y="377629"/>
                </a:lnTo>
                <a:lnTo>
                  <a:pt x="1100528" y="356331"/>
                </a:lnTo>
                <a:lnTo>
                  <a:pt x="908027" y="356331"/>
                </a:lnTo>
                <a:cubicBezTo>
                  <a:pt x="908573" y="368891"/>
                  <a:pt x="909256" y="378175"/>
                  <a:pt x="910075" y="384182"/>
                </a:cubicBezTo>
                <a:lnTo>
                  <a:pt x="879767" y="384182"/>
                </a:lnTo>
                <a:cubicBezTo>
                  <a:pt x="881951" y="370529"/>
                  <a:pt x="883043" y="358378"/>
                  <a:pt x="883043" y="347730"/>
                </a:cubicBezTo>
                <a:lnTo>
                  <a:pt x="883043" y="209293"/>
                </a:lnTo>
                <a:cubicBezTo>
                  <a:pt x="883043" y="189087"/>
                  <a:pt x="882224" y="175708"/>
                  <a:pt x="880586" y="169155"/>
                </a:cubicBezTo>
                <a:close/>
                <a:moveTo>
                  <a:pt x="2177710" y="164650"/>
                </a:moveTo>
                <a:lnTo>
                  <a:pt x="2177710" y="256804"/>
                </a:lnTo>
                <a:lnTo>
                  <a:pt x="2275189" y="256804"/>
                </a:lnTo>
                <a:lnTo>
                  <a:pt x="2275189" y="164650"/>
                </a:lnTo>
                <a:close/>
                <a:moveTo>
                  <a:pt x="2642578" y="164240"/>
                </a:moveTo>
                <a:lnTo>
                  <a:pt x="2666333" y="170384"/>
                </a:lnTo>
                <a:cubicBezTo>
                  <a:pt x="2660326" y="197415"/>
                  <a:pt x="2651451" y="223765"/>
                  <a:pt x="2639710" y="249432"/>
                </a:cubicBezTo>
                <a:lnTo>
                  <a:pt x="2615546" y="240421"/>
                </a:lnTo>
                <a:cubicBezTo>
                  <a:pt x="2630290" y="218850"/>
                  <a:pt x="2639301" y="193456"/>
                  <a:pt x="2642578" y="164240"/>
                </a:cubicBezTo>
                <a:close/>
                <a:moveTo>
                  <a:pt x="2952216" y="163830"/>
                </a:moveTo>
                <a:lnTo>
                  <a:pt x="2952216" y="195368"/>
                </a:lnTo>
                <a:lnTo>
                  <a:pt x="3147993" y="195368"/>
                </a:lnTo>
                <a:lnTo>
                  <a:pt x="3147993" y="163830"/>
                </a:lnTo>
                <a:close/>
                <a:moveTo>
                  <a:pt x="1766497" y="161782"/>
                </a:moveTo>
                <a:cubicBezTo>
                  <a:pt x="1780422" y="214208"/>
                  <a:pt x="1803085" y="254756"/>
                  <a:pt x="1834486" y="283426"/>
                </a:cubicBezTo>
                <a:cubicBezTo>
                  <a:pt x="1870802" y="250660"/>
                  <a:pt x="1896332" y="210112"/>
                  <a:pt x="1911077" y="161782"/>
                </a:cubicBezTo>
                <a:close/>
                <a:moveTo>
                  <a:pt x="2765860" y="154410"/>
                </a:moveTo>
                <a:cubicBezTo>
                  <a:pt x="2772413" y="160417"/>
                  <a:pt x="2780741" y="164786"/>
                  <a:pt x="2790844" y="167517"/>
                </a:cubicBezTo>
                <a:cubicBezTo>
                  <a:pt x="2796305" y="169155"/>
                  <a:pt x="2799035" y="170930"/>
                  <a:pt x="2799035" y="172841"/>
                </a:cubicBezTo>
                <a:cubicBezTo>
                  <a:pt x="2799035" y="174752"/>
                  <a:pt x="2796714" y="176254"/>
                  <a:pt x="2792072" y="177346"/>
                </a:cubicBezTo>
                <a:cubicBezTo>
                  <a:pt x="2788523" y="178165"/>
                  <a:pt x="2782584" y="185743"/>
                  <a:pt x="2774256" y="200078"/>
                </a:cubicBezTo>
                <a:cubicBezTo>
                  <a:pt x="2765928" y="214413"/>
                  <a:pt x="2756439" y="228680"/>
                  <a:pt x="2745790" y="242878"/>
                </a:cubicBezTo>
                <a:lnTo>
                  <a:pt x="2726131" y="231410"/>
                </a:lnTo>
                <a:cubicBezTo>
                  <a:pt x="2748521" y="206017"/>
                  <a:pt x="2761764" y="180350"/>
                  <a:pt x="2765860" y="154410"/>
                </a:cubicBezTo>
                <a:close/>
                <a:moveTo>
                  <a:pt x="3802494" y="145399"/>
                </a:moveTo>
                <a:lnTo>
                  <a:pt x="3802494" y="206426"/>
                </a:lnTo>
                <a:lnTo>
                  <a:pt x="3913079" y="206426"/>
                </a:lnTo>
                <a:lnTo>
                  <a:pt x="3913079" y="145399"/>
                </a:lnTo>
                <a:close/>
                <a:moveTo>
                  <a:pt x="2151907" y="141713"/>
                </a:moveTo>
                <a:cubicBezTo>
                  <a:pt x="2168017" y="143625"/>
                  <a:pt x="2193205" y="144580"/>
                  <a:pt x="2227473" y="144580"/>
                </a:cubicBezTo>
                <a:cubicBezTo>
                  <a:pt x="2261741" y="144580"/>
                  <a:pt x="2286384" y="143625"/>
                  <a:pt x="2301401" y="141713"/>
                </a:cubicBezTo>
                <a:cubicBezTo>
                  <a:pt x="2300036" y="159189"/>
                  <a:pt x="2299354" y="183080"/>
                  <a:pt x="2299354" y="213389"/>
                </a:cubicBezTo>
                <a:cubicBezTo>
                  <a:pt x="2299354" y="243697"/>
                  <a:pt x="2300036" y="265268"/>
                  <a:pt x="2301401" y="278102"/>
                </a:cubicBezTo>
                <a:cubicBezTo>
                  <a:pt x="2277919" y="277010"/>
                  <a:pt x="2250273" y="276464"/>
                  <a:pt x="2218463" y="276464"/>
                </a:cubicBezTo>
                <a:cubicBezTo>
                  <a:pt x="2186652" y="276464"/>
                  <a:pt x="2164467" y="277146"/>
                  <a:pt x="2151907" y="278511"/>
                </a:cubicBezTo>
                <a:cubicBezTo>
                  <a:pt x="2153545" y="263767"/>
                  <a:pt x="2154364" y="240899"/>
                  <a:pt x="2154364" y="209908"/>
                </a:cubicBezTo>
                <a:cubicBezTo>
                  <a:pt x="2154364" y="178916"/>
                  <a:pt x="2153545" y="156185"/>
                  <a:pt x="2151907" y="141713"/>
                </a:cubicBezTo>
                <a:close/>
                <a:moveTo>
                  <a:pt x="3778329" y="122873"/>
                </a:moveTo>
                <a:cubicBezTo>
                  <a:pt x="3792800" y="124784"/>
                  <a:pt x="3819287" y="125740"/>
                  <a:pt x="3857787" y="125740"/>
                </a:cubicBezTo>
                <a:cubicBezTo>
                  <a:pt x="3896287" y="125740"/>
                  <a:pt x="3923045" y="124784"/>
                  <a:pt x="3938063" y="122873"/>
                </a:cubicBezTo>
                <a:cubicBezTo>
                  <a:pt x="3937244" y="129699"/>
                  <a:pt x="3936834" y="138164"/>
                  <a:pt x="3936834" y="148267"/>
                </a:cubicBezTo>
                <a:lnTo>
                  <a:pt x="3936834" y="282198"/>
                </a:lnTo>
                <a:cubicBezTo>
                  <a:pt x="3936834" y="292027"/>
                  <a:pt x="3937244" y="300492"/>
                  <a:pt x="3938063" y="307591"/>
                </a:cubicBezTo>
                <a:cubicBezTo>
                  <a:pt x="3923045" y="305680"/>
                  <a:pt x="3896355" y="304724"/>
                  <a:pt x="3857991" y="304724"/>
                </a:cubicBezTo>
                <a:cubicBezTo>
                  <a:pt x="3819628" y="304724"/>
                  <a:pt x="3793074" y="305680"/>
                  <a:pt x="3778329" y="307591"/>
                </a:cubicBezTo>
                <a:cubicBezTo>
                  <a:pt x="3779148" y="295304"/>
                  <a:pt x="3779558" y="286839"/>
                  <a:pt x="3779558" y="282198"/>
                </a:cubicBezTo>
                <a:lnTo>
                  <a:pt x="3779558" y="148267"/>
                </a:lnTo>
                <a:cubicBezTo>
                  <a:pt x="3779558" y="140075"/>
                  <a:pt x="3779148" y="131610"/>
                  <a:pt x="3778329" y="122873"/>
                </a:cubicBezTo>
                <a:close/>
                <a:moveTo>
                  <a:pt x="2682716" y="113043"/>
                </a:moveTo>
                <a:cubicBezTo>
                  <a:pt x="2693092" y="114954"/>
                  <a:pt x="2704150" y="115910"/>
                  <a:pt x="2715891" y="115910"/>
                </a:cubicBezTo>
                <a:cubicBezTo>
                  <a:pt x="2721352" y="115910"/>
                  <a:pt x="2724083" y="117275"/>
                  <a:pt x="2724083" y="120006"/>
                </a:cubicBezTo>
                <a:cubicBezTo>
                  <a:pt x="2724083" y="122736"/>
                  <a:pt x="2722308" y="125194"/>
                  <a:pt x="2718758" y="127378"/>
                </a:cubicBezTo>
                <a:cubicBezTo>
                  <a:pt x="2712752" y="131201"/>
                  <a:pt x="2709748" y="151543"/>
                  <a:pt x="2709748" y="188405"/>
                </a:cubicBezTo>
                <a:cubicBezTo>
                  <a:pt x="2709748" y="194685"/>
                  <a:pt x="2709475" y="203150"/>
                  <a:pt x="2708928" y="213799"/>
                </a:cubicBezTo>
                <a:cubicBezTo>
                  <a:pt x="2717393" y="246838"/>
                  <a:pt x="2730158" y="273596"/>
                  <a:pt x="2747224" y="294075"/>
                </a:cubicBezTo>
                <a:cubicBezTo>
                  <a:pt x="2764289" y="314554"/>
                  <a:pt x="2789615" y="333531"/>
                  <a:pt x="2823200" y="351006"/>
                </a:cubicBezTo>
                <a:cubicBezTo>
                  <a:pt x="2810913" y="358652"/>
                  <a:pt x="2802858" y="367389"/>
                  <a:pt x="2799035" y="377219"/>
                </a:cubicBezTo>
                <a:cubicBezTo>
                  <a:pt x="2770092" y="354556"/>
                  <a:pt x="2748385" y="334214"/>
                  <a:pt x="2733913" y="316192"/>
                </a:cubicBezTo>
                <a:cubicBezTo>
                  <a:pt x="2719441" y="298171"/>
                  <a:pt x="2708656" y="277829"/>
                  <a:pt x="2701556" y="255166"/>
                </a:cubicBezTo>
                <a:cubicBezTo>
                  <a:pt x="2687084" y="309776"/>
                  <a:pt x="2648175" y="351825"/>
                  <a:pt x="2584827" y="381315"/>
                </a:cubicBezTo>
                <a:cubicBezTo>
                  <a:pt x="2579913" y="372577"/>
                  <a:pt x="2572404" y="365341"/>
                  <a:pt x="2562301" y="359607"/>
                </a:cubicBezTo>
                <a:cubicBezTo>
                  <a:pt x="2601620" y="344043"/>
                  <a:pt x="2630222" y="326227"/>
                  <a:pt x="2648107" y="306158"/>
                </a:cubicBezTo>
                <a:cubicBezTo>
                  <a:pt x="2665992" y="286088"/>
                  <a:pt x="2677118" y="262538"/>
                  <a:pt x="2681487" y="235506"/>
                </a:cubicBezTo>
                <a:cubicBezTo>
                  <a:pt x="2685856" y="208474"/>
                  <a:pt x="2688040" y="185401"/>
                  <a:pt x="2688040" y="166288"/>
                </a:cubicBezTo>
                <a:cubicBezTo>
                  <a:pt x="2688040" y="147174"/>
                  <a:pt x="2686265" y="129426"/>
                  <a:pt x="2682716" y="113043"/>
                </a:cubicBezTo>
                <a:close/>
                <a:moveTo>
                  <a:pt x="2952216" y="111814"/>
                </a:moveTo>
                <a:lnTo>
                  <a:pt x="2952216" y="145399"/>
                </a:lnTo>
                <a:lnTo>
                  <a:pt x="3147993" y="145399"/>
                </a:lnTo>
                <a:lnTo>
                  <a:pt x="3147993" y="111814"/>
                </a:lnTo>
                <a:close/>
                <a:moveTo>
                  <a:pt x="1264767" y="111405"/>
                </a:moveTo>
                <a:lnTo>
                  <a:pt x="1264767" y="206836"/>
                </a:lnTo>
                <a:lnTo>
                  <a:pt x="1351597" y="206836"/>
                </a:lnTo>
                <a:lnTo>
                  <a:pt x="1351597" y="111405"/>
                </a:lnTo>
                <a:close/>
                <a:moveTo>
                  <a:pt x="2453354" y="102394"/>
                </a:moveTo>
                <a:lnTo>
                  <a:pt x="2479157" y="104032"/>
                </a:lnTo>
                <a:cubicBezTo>
                  <a:pt x="2476700" y="142806"/>
                  <a:pt x="2472604" y="175708"/>
                  <a:pt x="2466870" y="202740"/>
                </a:cubicBezTo>
                <a:lnTo>
                  <a:pt x="2441067" y="199463"/>
                </a:lnTo>
                <a:cubicBezTo>
                  <a:pt x="2449804" y="164513"/>
                  <a:pt x="2453900" y="132157"/>
                  <a:pt x="2453354" y="102394"/>
                </a:cubicBezTo>
                <a:close/>
                <a:moveTo>
                  <a:pt x="4459014" y="95022"/>
                </a:moveTo>
                <a:cubicBezTo>
                  <a:pt x="4466659" y="95022"/>
                  <a:pt x="4474987" y="97479"/>
                  <a:pt x="4483998" y="102394"/>
                </a:cubicBezTo>
                <a:lnTo>
                  <a:pt x="4469253" y="126149"/>
                </a:lnTo>
                <a:cubicBezTo>
                  <a:pt x="4465158" y="123692"/>
                  <a:pt x="4460925" y="122463"/>
                  <a:pt x="4456557" y="122463"/>
                </a:cubicBezTo>
                <a:cubicBezTo>
                  <a:pt x="4448092" y="122463"/>
                  <a:pt x="4440106" y="126832"/>
                  <a:pt x="4432596" y="135570"/>
                </a:cubicBezTo>
                <a:cubicBezTo>
                  <a:pt x="4425088" y="144307"/>
                  <a:pt x="4419559" y="155571"/>
                  <a:pt x="4416009" y="169360"/>
                </a:cubicBezTo>
                <a:cubicBezTo>
                  <a:pt x="4412459" y="183149"/>
                  <a:pt x="4410684" y="208201"/>
                  <a:pt x="4410684" y="244517"/>
                </a:cubicBezTo>
                <a:lnTo>
                  <a:pt x="4410684" y="318240"/>
                </a:lnTo>
                <a:lnTo>
                  <a:pt x="4382014" y="318240"/>
                </a:lnTo>
                <a:lnTo>
                  <a:pt x="4382014" y="100756"/>
                </a:lnTo>
                <a:lnTo>
                  <a:pt x="4410684" y="100756"/>
                </a:lnTo>
                <a:lnTo>
                  <a:pt x="4410684" y="132293"/>
                </a:lnTo>
                <a:cubicBezTo>
                  <a:pt x="4418330" y="119460"/>
                  <a:pt x="4425770" y="110039"/>
                  <a:pt x="4433006" y="104032"/>
                </a:cubicBezTo>
                <a:cubicBezTo>
                  <a:pt x="4440242" y="98025"/>
                  <a:pt x="4448911" y="95022"/>
                  <a:pt x="4459014" y="95022"/>
                </a:cubicBezTo>
                <a:close/>
                <a:moveTo>
                  <a:pt x="4335189" y="95022"/>
                </a:moveTo>
                <a:cubicBezTo>
                  <a:pt x="4342834" y="95022"/>
                  <a:pt x="4351162" y="97479"/>
                  <a:pt x="4360173" y="102394"/>
                </a:cubicBezTo>
                <a:lnTo>
                  <a:pt x="4345428" y="126149"/>
                </a:lnTo>
                <a:cubicBezTo>
                  <a:pt x="4341333" y="123692"/>
                  <a:pt x="4337100" y="122463"/>
                  <a:pt x="4332732" y="122463"/>
                </a:cubicBezTo>
                <a:cubicBezTo>
                  <a:pt x="4324267" y="122463"/>
                  <a:pt x="4316281" y="126832"/>
                  <a:pt x="4308771" y="135570"/>
                </a:cubicBezTo>
                <a:cubicBezTo>
                  <a:pt x="4301263" y="144307"/>
                  <a:pt x="4295733" y="155571"/>
                  <a:pt x="4292184" y="169360"/>
                </a:cubicBezTo>
                <a:cubicBezTo>
                  <a:pt x="4288634" y="183149"/>
                  <a:pt x="4286859" y="208201"/>
                  <a:pt x="4286859" y="244517"/>
                </a:cubicBezTo>
                <a:lnTo>
                  <a:pt x="4286859" y="318240"/>
                </a:lnTo>
                <a:lnTo>
                  <a:pt x="4258189" y="318240"/>
                </a:lnTo>
                <a:lnTo>
                  <a:pt x="4258189" y="100756"/>
                </a:lnTo>
                <a:lnTo>
                  <a:pt x="4286859" y="100756"/>
                </a:lnTo>
                <a:lnTo>
                  <a:pt x="4286859" y="132293"/>
                </a:lnTo>
                <a:cubicBezTo>
                  <a:pt x="4294505" y="119460"/>
                  <a:pt x="4301945" y="110039"/>
                  <a:pt x="4309181" y="104032"/>
                </a:cubicBezTo>
                <a:cubicBezTo>
                  <a:pt x="4316417" y="98025"/>
                  <a:pt x="4325086" y="95022"/>
                  <a:pt x="4335189" y="95022"/>
                </a:cubicBezTo>
                <a:close/>
                <a:moveTo>
                  <a:pt x="2924365" y="89697"/>
                </a:moveTo>
                <a:cubicBezTo>
                  <a:pt x="2944571" y="91882"/>
                  <a:pt x="2986962" y="92974"/>
                  <a:pt x="3051538" y="92974"/>
                </a:cubicBezTo>
                <a:cubicBezTo>
                  <a:pt x="3116114" y="92974"/>
                  <a:pt x="3157823" y="92155"/>
                  <a:pt x="3176663" y="90516"/>
                </a:cubicBezTo>
                <a:cubicBezTo>
                  <a:pt x="3174479" y="100619"/>
                  <a:pt x="3173387" y="115501"/>
                  <a:pt x="3173387" y="135160"/>
                </a:cubicBezTo>
                <a:lnTo>
                  <a:pt x="3173387" y="176118"/>
                </a:lnTo>
                <a:cubicBezTo>
                  <a:pt x="3173387" y="194139"/>
                  <a:pt x="3174479" y="207928"/>
                  <a:pt x="3176663" y="217485"/>
                </a:cubicBezTo>
                <a:cubicBezTo>
                  <a:pt x="3154546" y="215027"/>
                  <a:pt x="3126832" y="213799"/>
                  <a:pt x="3093520" y="213799"/>
                </a:cubicBezTo>
                <a:lnTo>
                  <a:pt x="2998088" y="213799"/>
                </a:lnTo>
                <a:cubicBezTo>
                  <a:pt x="2989078" y="227178"/>
                  <a:pt x="2981979" y="237281"/>
                  <a:pt x="2976791" y="244107"/>
                </a:cubicBezTo>
                <a:lnTo>
                  <a:pt x="3075089" y="244107"/>
                </a:lnTo>
                <a:cubicBezTo>
                  <a:pt x="3109220" y="244107"/>
                  <a:pt x="3139938" y="242742"/>
                  <a:pt x="3167243" y="240011"/>
                </a:cubicBezTo>
                <a:cubicBezTo>
                  <a:pt x="3136935" y="282334"/>
                  <a:pt x="3108810" y="311687"/>
                  <a:pt x="3082870" y="328070"/>
                </a:cubicBezTo>
                <a:cubicBezTo>
                  <a:pt x="3116456" y="338719"/>
                  <a:pt x="3164786" y="346910"/>
                  <a:pt x="3227860" y="352644"/>
                </a:cubicBezTo>
                <a:cubicBezTo>
                  <a:pt x="3219122" y="360836"/>
                  <a:pt x="3213115" y="369983"/>
                  <a:pt x="3209839" y="380086"/>
                </a:cubicBezTo>
                <a:cubicBezTo>
                  <a:pt x="3143215" y="369164"/>
                  <a:pt x="3092291" y="356604"/>
                  <a:pt x="3057067" y="342405"/>
                </a:cubicBezTo>
                <a:cubicBezTo>
                  <a:pt x="3022117" y="359061"/>
                  <a:pt x="2965459" y="372577"/>
                  <a:pt x="2887094" y="382953"/>
                </a:cubicBezTo>
                <a:cubicBezTo>
                  <a:pt x="2884363" y="374215"/>
                  <a:pt x="2877810" y="365478"/>
                  <a:pt x="2867434" y="356740"/>
                </a:cubicBezTo>
                <a:cubicBezTo>
                  <a:pt x="2934605" y="354010"/>
                  <a:pt x="2988668" y="344999"/>
                  <a:pt x="3029626" y="329708"/>
                </a:cubicBezTo>
                <a:cubicBezTo>
                  <a:pt x="3007236" y="318513"/>
                  <a:pt x="2983890" y="303086"/>
                  <a:pt x="2959588" y="283426"/>
                </a:cubicBezTo>
                <a:lnTo>
                  <a:pt x="2977610" y="268682"/>
                </a:lnTo>
                <a:cubicBezTo>
                  <a:pt x="3003004" y="290253"/>
                  <a:pt x="3029216" y="306772"/>
                  <a:pt x="3056248" y="318240"/>
                </a:cubicBezTo>
                <a:cubicBezTo>
                  <a:pt x="3083280" y="304315"/>
                  <a:pt x="3104032" y="286020"/>
                  <a:pt x="3118503" y="263357"/>
                </a:cubicBezTo>
                <a:lnTo>
                  <a:pt x="2961636" y="263357"/>
                </a:lnTo>
                <a:cubicBezTo>
                  <a:pt x="2946345" y="281651"/>
                  <a:pt x="2927095" y="300628"/>
                  <a:pt x="2903886" y="320288"/>
                </a:cubicBezTo>
                <a:cubicBezTo>
                  <a:pt x="2897606" y="311550"/>
                  <a:pt x="2889688" y="304861"/>
                  <a:pt x="2880131" y="300219"/>
                </a:cubicBezTo>
                <a:cubicBezTo>
                  <a:pt x="2919177" y="278102"/>
                  <a:pt x="2949759" y="249705"/>
                  <a:pt x="2971876" y="215027"/>
                </a:cubicBezTo>
                <a:cubicBezTo>
                  <a:pt x="2948666" y="215573"/>
                  <a:pt x="2932830" y="216392"/>
                  <a:pt x="2924365" y="217485"/>
                </a:cubicBezTo>
                <a:cubicBezTo>
                  <a:pt x="2926276" y="205470"/>
                  <a:pt x="2927232" y="191681"/>
                  <a:pt x="2927232" y="176118"/>
                </a:cubicBezTo>
                <a:lnTo>
                  <a:pt x="2927232" y="135160"/>
                </a:lnTo>
                <a:cubicBezTo>
                  <a:pt x="2927232" y="115774"/>
                  <a:pt x="2926276" y="100619"/>
                  <a:pt x="2924365" y="89697"/>
                </a:cubicBezTo>
                <a:close/>
                <a:moveTo>
                  <a:pt x="2545099" y="86830"/>
                </a:moveTo>
                <a:cubicBezTo>
                  <a:pt x="2559570" y="107855"/>
                  <a:pt x="2571858" y="132293"/>
                  <a:pt x="2581960" y="160144"/>
                </a:cubicBezTo>
                <a:lnTo>
                  <a:pt x="2559843" y="170793"/>
                </a:lnTo>
                <a:cubicBezTo>
                  <a:pt x="2554382" y="148403"/>
                  <a:pt x="2543460" y="124102"/>
                  <a:pt x="2527077" y="97889"/>
                </a:cubicBezTo>
                <a:close/>
                <a:moveTo>
                  <a:pt x="989533" y="85602"/>
                </a:moveTo>
                <a:cubicBezTo>
                  <a:pt x="1000182" y="98435"/>
                  <a:pt x="1010285" y="111678"/>
                  <a:pt x="1019841" y="125330"/>
                </a:cubicBezTo>
                <a:cubicBezTo>
                  <a:pt x="1090288" y="125330"/>
                  <a:pt x="1139847" y="124375"/>
                  <a:pt x="1168517" y="122463"/>
                </a:cubicBezTo>
                <a:cubicBezTo>
                  <a:pt x="1166606" y="132020"/>
                  <a:pt x="1165650" y="142737"/>
                  <a:pt x="1165650" y="154615"/>
                </a:cubicBezTo>
                <a:cubicBezTo>
                  <a:pt x="1165650" y="166493"/>
                  <a:pt x="1166333" y="177619"/>
                  <a:pt x="1167698" y="187995"/>
                </a:cubicBezTo>
                <a:lnTo>
                  <a:pt x="1140256" y="187995"/>
                </a:lnTo>
                <a:lnTo>
                  <a:pt x="1140256" y="143761"/>
                </a:lnTo>
                <a:lnTo>
                  <a:pt x="851506" y="143761"/>
                </a:lnTo>
                <a:lnTo>
                  <a:pt x="851506" y="189224"/>
                </a:lnTo>
                <a:lnTo>
                  <a:pt x="824065" y="189224"/>
                </a:lnTo>
                <a:cubicBezTo>
                  <a:pt x="825157" y="179667"/>
                  <a:pt x="825703" y="167721"/>
                  <a:pt x="825703" y="153386"/>
                </a:cubicBezTo>
                <a:cubicBezTo>
                  <a:pt x="825703" y="139051"/>
                  <a:pt x="825157" y="128743"/>
                  <a:pt x="824065" y="122463"/>
                </a:cubicBezTo>
                <a:cubicBezTo>
                  <a:pt x="854646" y="124375"/>
                  <a:pt x="911304" y="125330"/>
                  <a:pt x="994038" y="125330"/>
                </a:cubicBezTo>
                <a:cubicBezTo>
                  <a:pt x="988304" y="115774"/>
                  <a:pt x="981205" y="107446"/>
                  <a:pt x="972740" y="100346"/>
                </a:cubicBezTo>
                <a:close/>
                <a:moveTo>
                  <a:pt x="3705015" y="80687"/>
                </a:moveTo>
                <a:cubicBezTo>
                  <a:pt x="3711841" y="83144"/>
                  <a:pt x="3716483" y="84578"/>
                  <a:pt x="3718941" y="84987"/>
                </a:cubicBezTo>
                <a:cubicBezTo>
                  <a:pt x="3721398" y="85397"/>
                  <a:pt x="3725835" y="85602"/>
                  <a:pt x="3732252" y="85602"/>
                </a:cubicBezTo>
                <a:cubicBezTo>
                  <a:pt x="3738669" y="85602"/>
                  <a:pt x="3741877" y="86625"/>
                  <a:pt x="3741877" y="88673"/>
                </a:cubicBezTo>
                <a:cubicBezTo>
                  <a:pt x="3741877" y="90721"/>
                  <a:pt x="3739829" y="93383"/>
                  <a:pt x="3735733" y="96660"/>
                </a:cubicBezTo>
                <a:cubicBezTo>
                  <a:pt x="3734641" y="97479"/>
                  <a:pt x="3733549" y="100619"/>
                  <a:pt x="3732456" y="106080"/>
                </a:cubicBezTo>
                <a:cubicBezTo>
                  <a:pt x="3731364" y="111541"/>
                  <a:pt x="3730818" y="117412"/>
                  <a:pt x="3730818" y="123692"/>
                </a:cubicBezTo>
                <a:lnTo>
                  <a:pt x="3730818" y="385001"/>
                </a:lnTo>
                <a:lnTo>
                  <a:pt x="3702967" y="385001"/>
                </a:lnTo>
                <a:cubicBezTo>
                  <a:pt x="3705698" y="360426"/>
                  <a:pt x="3707063" y="341449"/>
                  <a:pt x="3707063" y="328070"/>
                </a:cubicBezTo>
                <a:lnTo>
                  <a:pt x="3707063" y="132293"/>
                </a:lnTo>
                <a:cubicBezTo>
                  <a:pt x="3707063" y="114545"/>
                  <a:pt x="3706380" y="97343"/>
                  <a:pt x="3705015" y="80687"/>
                </a:cubicBezTo>
                <a:close/>
                <a:moveTo>
                  <a:pt x="27851" y="65942"/>
                </a:moveTo>
                <a:cubicBezTo>
                  <a:pt x="63074" y="68126"/>
                  <a:pt x="111677" y="69219"/>
                  <a:pt x="173659" y="69219"/>
                </a:cubicBezTo>
                <a:cubicBezTo>
                  <a:pt x="235642" y="69219"/>
                  <a:pt x="283972" y="68126"/>
                  <a:pt x="318649" y="65942"/>
                </a:cubicBezTo>
                <a:lnTo>
                  <a:pt x="318649" y="93383"/>
                </a:lnTo>
                <a:cubicBezTo>
                  <a:pt x="286429" y="91745"/>
                  <a:pt x="240830" y="90926"/>
                  <a:pt x="181851" y="90926"/>
                </a:cubicBezTo>
                <a:cubicBezTo>
                  <a:pt x="122872" y="90926"/>
                  <a:pt x="71539" y="91745"/>
                  <a:pt x="27851" y="93383"/>
                </a:cubicBezTo>
                <a:close/>
                <a:moveTo>
                  <a:pt x="3308956" y="65123"/>
                </a:moveTo>
                <a:lnTo>
                  <a:pt x="3308956" y="165469"/>
                </a:lnTo>
                <a:lnTo>
                  <a:pt x="3387594" y="165469"/>
                </a:lnTo>
                <a:lnTo>
                  <a:pt x="3387594" y="65123"/>
                </a:lnTo>
                <a:close/>
                <a:moveTo>
                  <a:pt x="4016702" y="40958"/>
                </a:moveTo>
                <a:cubicBezTo>
                  <a:pt x="4014790" y="50788"/>
                  <a:pt x="4013835" y="66215"/>
                  <a:pt x="4013835" y="87240"/>
                </a:cubicBezTo>
                <a:lnTo>
                  <a:pt x="4013835" y="337490"/>
                </a:lnTo>
                <a:cubicBezTo>
                  <a:pt x="4013835" y="351416"/>
                  <a:pt x="4012265" y="361587"/>
                  <a:pt x="4009124" y="368004"/>
                </a:cubicBezTo>
                <a:cubicBezTo>
                  <a:pt x="4005984" y="374420"/>
                  <a:pt x="4000250" y="378789"/>
                  <a:pt x="3991922" y="381110"/>
                </a:cubicBezTo>
                <a:cubicBezTo>
                  <a:pt x="3983594" y="383431"/>
                  <a:pt x="3970283" y="384864"/>
                  <a:pt x="3951989" y="385410"/>
                </a:cubicBezTo>
                <a:cubicBezTo>
                  <a:pt x="3952808" y="374215"/>
                  <a:pt x="3949122" y="363976"/>
                  <a:pt x="3940930" y="354692"/>
                </a:cubicBezTo>
                <a:cubicBezTo>
                  <a:pt x="3953491" y="356877"/>
                  <a:pt x="3963184" y="357969"/>
                  <a:pt x="3970010" y="357969"/>
                </a:cubicBezTo>
                <a:cubicBezTo>
                  <a:pt x="3976837" y="357969"/>
                  <a:pt x="3981819" y="356740"/>
                  <a:pt x="3984960" y="354283"/>
                </a:cubicBezTo>
                <a:cubicBezTo>
                  <a:pt x="3988100" y="351825"/>
                  <a:pt x="3989670" y="346637"/>
                  <a:pt x="3989670" y="338719"/>
                </a:cubicBezTo>
                <a:lnTo>
                  <a:pt x="3989670" y="65123"/>
                </a:lnTo>
                <a:lnTo>
                  <a:pt x="3911441" y="65123"/>
                </a:lnTo>
                <a:cubicBezTo>
                  <a:pt x="3882225" y="65123"/>
                  <a:pt x="3857104" y="65942"/>
                  <a:pt x="3836079" y="67580"/>
                </a:cubicBezTo>
                <a:lnTo>
                  <a:pt x="3836079" y="41367"/>
                </a:lnTo>
                <a:cubicBezTo>
                  <a:pt x="3856558" y="43006"/>
                  <a:pt x="3887822" y="43825"/>
                  <a:pt x="3929872" y="43825"/>
                </a:cubicBezTo>
                <a:cubicBezTo>
                  <a:pt x="3971921" y="43825"/>
                  <a:pt x="4000864" y="42869"/>
                  <a:pt x="4016702" y="40958"/>
                </a:cubicBezTo>
                <a:close/>
                <a:moveTo>
                  <a:pt x="3281514" y="40958"/>
                </a:moveTo>
                <a:cubicBezTo>
                  <a:pt x="3290252" y="43142"/>
                  <a:pt x="3312574" y="44234"/>
                  <a:pt x="3348480" y="44234"/>
                </a:cubicBezTo>
                <a:cubicBezTo>
                  <a:pt x="3384386" y="44234"/>
                  <a:pt x="3406708" y="43142"/>
                  <a:pt x="3415446" y="40958"/>
                </a:cubicBezTo>
                <a:cubicBezTo>
                  <a:pt x="3413807" y="48057"/>
                  <a:pt x="3412988" y="63211"/>
                  <a:pt x="3412988" y="86421"/>
                </a:cubicBezTo>
                <a:lnTo>
                  <a:pt x="3412988" y="285065"/>
                </a:lnTo>
                <a:cubicBezTo>
                  <a:pt x="3412988" y="302540"/>
                  <a:pt x="3413944" y="320561"/>
                  <a:pt x="3415855" y="339128"/>
                </a:cubicBezTo>
                <a:lnTo>
                  <a:pt x="3387594" y="339128"/>
                </a:lnTo>
                <a:lnTo>
                  <a:pt x="3387594" y="301038"/>
                </a:lnTo>
                <a:lnTo>
                  <a:pt x="3308956" y="301038"/>
                </a:lnTo>
                <a:lnTo>
                  <a:pt x="3308956" y="349368"/>
                </a:lnTo>
                <a:lnTo>
                  <a:pt x="3281105" y="349368"/>
                </a:lnTo>
                <a:cubicBezTo>
                  <a:pt x="3283016" y="333804"/>
                  <a:pt x="3283972" y="314281"/>
                  <a:pt x="3283972" y="290799"/>
                </a:cubicBezTo>
                <a:lnTo>
                  <a:pt x="3283972" y="86421"/>
                </a:lnTo>
                <a:cubicBezTo>
                  <a:pt x="3283972" y="64577"/>
                  <a:pt x="3283153" y="49422"/>
                  <a:pt x="3281514" y="40958"/>
                </a:cubicBezTo>
                <a:close/>
                <a:moveTo>
                  <a:pt x="730272" y="32766"/>
                </a:moveTo>
                <a:lnTo>
                  <a:pt x="685219" y="156458"/>
                </a:lnTo>
                <a:lnTo>
                  <a:pt x="721261" y="156458"/>
                </a:lnTo>
                <a:cubicBezTo>
                  <a:pt x="728634" y="156458"/>
                  <a:pt x="737508" y="155639"/>
                  <a:pt x="747884" y="154001"/>
                </a:cubicBezTo>
                <a:cubicBezTo>
                  <a:pt x="739419" y="194139"/>
                  <a:pt x="731432" y="224174"/>
                  <a:pt x="723923" y="244107"/>
                </a:cubicBezTo>
                <a:cubicBezTo>
                  <a:pt x="716415" y="264040"/>
                  <a:pt x="706926" y="281378"/>
                  <a:pt x="695458" y="296123"/>
                </a:cubicBezTo>
                <a:cubicBezTo>
                  <a:pt x="707745" y="309776"/>
                  <a:pt x="719486" y="320629"/>
                  <a:pt x="730681" y="328684"/>
                </a:cubicBezTo>
                <a:cubicBezTo>
                  <a:pt x="741876" y="336739"/>
                  <a:pt x="757577" y="345136"/>
                  <a:pt x="777783" y="353873"/>
                </a:cubicBezTo>
                <a:cubicBezTo>
                  <a:pt x="769045" y="359607"/>
                  <a:pt x="762355" y="367389"/>
                  <a:pt x="757713" y="377219"/>
                </a:cubicBezTo>
                <a:cubicBezTo>
                  <a:pt x="730408" y="362201"/>
                  <a:pt x="704878" y="341040"/>
                  <a:pt x="681123" y="313735"/>
                </a:cubicBezTo>
                <a:cubicBezTo>
                  <a:pt x="653818" y="341040"/>
                  <a:pt x="617366" y="363703"/>
                  <a:pt x="571766" y="381724"/>
                </a:cubicBezTo>
                <a:cubicBezTo>
                  <a:pt x="567671" y="370802"/>
                  <a:pt x="560844" y="362611"/>
                  <a:pt x="551288" y="357150"/>
                </a:cubicBezTo>
                <a:cubicBezTo>
                  <a:pt x="578320" y="350050"/>
                  <a:pt x="600232" y="341995"/>
                  <a:pt x="617024" y="332985"/>
                </a:cubicBezTo>
                <a:cubicBezTo>
                  <a:pt x="633817" y="323974"/>
                  <a:pt x="649995" y="311550"/>
                  <a:pt x="665559" y="295714"/>
                </a:cubicBezTo>
                <a:cubicBezTo>
                  <a:pt x="645626" y="272231"/>
                  <a:pt x="625694" y="242196"/>
                  <a:pt x="605761" y="205607"/>
                </a:cubicBezTo>
                <a:lnTo>
                  <a:pt x="629107" y="194548"/>
                </a:lnTo>
                <a:cubicBezTo>
                  <a:pt x="640848" y="223765"/>
                  <a:pt x="657914" y="251889"/>
                  <a:pt x="680304" y="278921"/>
                </a:cubicBezTo>
                <a:cubicBezTo>
                  <a:pt x="699690" y="252708"/>
                  <a:pt x="712251" y="218440"/>
                  <a:pt x="717985" y="176118"/>
                </a:cubicBezTo>
                <a:lnTo>
                  <a:pt x="678665" y="176118"/>
                </a:lnTo>
                <a:cubicBezTo>
                  <a:pt x="671293" y="176118"/>
                  <a:pt x="662829" y="176937"/>
                  <a:pt x="653272" y="178575"/>
                </a:cubicBezTo>
                <a:lnTo>
                  <a:pt x="695868" y="58979"/>
                </a:lnTo>
                <a:lnTo>
                  <a:pt x="606580" y="58979"/>
                </a:lnTo>
                <a:cubicBezTo>
                  <a:pt x="606034" y="136525"/>
                  <a:pt x="603167" y="190931"/>
                  <a:pt x="597979" y="222195"/>
                </a:cubicBezTo>
                <a:cubicBezTo>
                  <a:pt x="592791" y="253459"/>
                  <a:pt x="584736" y="278443"/>
                  <a:pt x="573814" y="297147"/>
                </a:cubicBezTo>
                <a:cubicBezTo>
                  <a:pt x="562892" y="315851"/>
                  <a:pt x="546373" y="336261"/>
                  <a:pt x="524256" y="358378"/>
                </a:cubicBezTo>
                <a:cubicBezTo>
                  <a:pt x="518795" y="350733"/>
                  <a:pt x="510194" y="344999"/>
                  <a:pt x="498452" y="341176"/>
                </a:cubicBezTo>
                <a:cubicBezTo>
                  <a:pt x="535587" y="314964"/>
                  <a:pt x="559342" y="283290"/>
                  <a:pt x="569719" y="246155"/>
                </a:cubicBezTo>
                <a:cubicBezTo>
                  <a:pt x="580095" y="209020"/>
                  <a:pt x="584463" y="146628"/>
                  <a:pt x="582825" y="58979"/>
                </a:cubicBezTo>
                <a:cubicBezTo>
                  <a:pt x="560708" y="58979"/>
                  <a:pt x="546236" y="59525"/>
                  <a:pt x="539410" y="60617"/>
                </a:cubicBezTo>
                <a:lnTo>
                  <a:pt x="539410" y="36453"/>
                </a:lnTo>
                <a:cubicBezTo>
                  <a:pt x="558797" y="38091"/>
                  <a:pt x="588013" y="38910"/>
                  <a:pt x="627059" y="38910"/>
                </a:cubicBezTo>
                <a:cubicBezTo>
                  <a:pt x="666105" y="38910"/>
                  <a:pt x="700509" y="36862"/>
                  <a:pt x="730272" y="32766"/>
                </a:cubicBezTo>
                <a:close/>
                <a:moveTo>
                  <a:pt x="1942204" y="25804"/>
                </a:moveTo>
                <a:cubicBezTo>
                  <a:pt x="1947119" y="36726"/>
                  <a:pt x="1953809" y="46419"/>
                  <a:pt x="1962274" y="54883"/>
                </a:cubicBezTo>
                <a:cubicBezTo>
                  <a:pt x="1964731" y="57341"/>
                  <a:pt x="1965960" y="59594"/>
                  <a:pt x="1965960" y="61641"/>
                </a:cubicBezTo>
                <a:cubicBezTo>
                  <a:pt x="1965960" y="63689"/>
                  <a:pt x="1964936" y="64713"/>
                  <a:pt x="1962888" y="64713"/>
                </a:cubicBezTo>
                <a:cubicBezTo>
                  <a:pt x="1960840" y="64713"/>
                  <a:pt x="1958997" y="64440"/>
                  <a:pt x="1957359" y="63894"/>
                </a:cubicBezTo>
                <a:cubicBezTo>
                  <a:pt x="1952444" y="62529"/>
                  <a:pt x="1944730" y="61846"/>
                  <a:pt x="1934218" y="61846"/>
                </a:cubicBezTo>
                <a:cubicBezTo>
                  <a:pt x="1923705" y="61846"/>
                  <a:pt x="1906844" y="62734"/>
                  <a:pt x="1883635" y="64508"/>
                </a:cubicBezTo>
                <a:cubicBezTo>
                  <a:pt x="1860426" y="66283"/>
                  <a:pt x="1830390" y="67990"/>
                  <a:pt x="1793529" y="69628"/>
                </a:cubicBezTo>
                <a:cubicBezTo>
                  <a:pt x="1756667" y="71266"/>
                  <a:pt x="1730454" y="71812"/>
                  <a:pt x="1714890" y="71266"/>
                </a:cubicBezTo>
                <a:lnTo>
                  <a:pt x="1714890" y="140075"/>
                </a:lnTo>
                <a:lnTo>
                  <a:pt x="1857832" y="140075"/>
                </a:lnTo>
                <a:cubicBezTo>
                  <a:pt x="1893055" y="140075"/>
                  <a:pt x="1922681" y="139256"/>
                  <a:pt x="1946710" y="137618"/>
                </a:cubicBezTo>
                <a:cubicBezTo>
                  <a:pt x="1925412" y="206426"/>
                  <a:pt x="1894011" y="260080"/>
                  <a:pt x="1852508" y="298581"/>
                </a:cubicBezTo>
                <a:cubicBezTo>
                  <a:pt x="1888823" y="323974"/>
                  <a:pt x="1933330" y="339675"/>
                  <a:pt x="1986029" y="345682"/>
                </a:cubicBezTo>
                <a:cubicBezTo>
                  <a:pt x="1977837" y="352781"/>
                  <a:pt x="1971148" y="363293"/>
                  <a:pt x="1965960" y="377219"/>
                </a:cubicBezTo>
                <a:cubicBezTo>
                  <a:pt x="1910530" y="362474"/>
                  <a:pt x="1866023" y="341995"/>
                  <a:pt x="1832438" y="315783"/>
                </a:cubicBezTo>
                <a:cubicBezTo>
                  <a:pt x="1799945" y="341176"/>
                  <a:pt x="1760763" y="362747"/>
                  <a:pt x="1714890" y="380496"/>
                </a:cubicBezTo>
                <a:cubicBezTo>
                  <a:pt x="1710794" y="368481"/>
                  <a:pt x="1703013" y="359744"/>
                  <a:pt x="1691545" y="354283"/>
                </a:cubicBezTo>
                <a:cubicBezTo>
                  <a:pt x="1742332" y="340630"/>
                  <a:pt x="1783153" y="322472"/>
                  <a:pt x="1814007" y="299809"/>
                </a:cubicBezTo>
                <a:cubicBezTo>
                  <a:pt x="1783972" y="266224"/>
                  <a:pt x="1759397" y="220215"/>
                  <a:pt x="1740284" y="161782"/>
                </a:cubicBezTo>
                <a:lnTo>
                  <a:pt x="1714890" y="161782"/>
                </a:lnTo>
                <a:cubicBezTo>
                  <a:pt x="1714617" y="206563"/>
                  <a:pt x="1710112" y="245268"/>
                  <a:pt x="1701374" y="277897"/>
                </a:cubicBezTo>
                <a:cubicBezTo>
                  <a:pt x="1692637" y="310526"/>
                  <a:pt x="1678575" y="341859"/>
                  <a:pt x="1659188" y="371894"/>
                </a:cubicBezTo>
                <a:cubicBezTo>
                  <a:pt x="1650996" y="364522"/>
                  <a:pt x="1641030" y="359471"/>
                  <a:pt x="1629289" y="356740"/>
                </a:cubicBezTo>
                <a:cubicBezTo>
                  <a:pt x="1669427" y="314690"/>
                  <a:pt x="1689496" y="248612"/>
                  <a:pt x="1689496" y="158506"/>
                </a:cubicBezTo>
                <a:cubicBezTo>
                  <a:pt x="1689496" y="118641"/>
                  <a:pt x="1688541" y="80960"/>
                  <a:pt x="1686629" y="45463"/>
                </a:cubicBezTo>
                <a:cubicBezTo>
                  <a:pt x="1710658" y="46009"/>
                  <a:pt x="1732912" y="46282"/>
                  <a:pt x="1753390" y="46282"/>
                </a:cubicBezTo>
                <a:cubicBezTo>
                  <a:pt x="1848685" y="46282"/>
                  <a:pt x="1911623" y="39456"/>
                  <a:pt x="1942204" y="25804"/>
                </a:cubicBezTo>
                <a:close/>
                <a:moveTo>
                  <a:pt x="4072813" y="24165"/>
                </a:moveTo>
                <a:lnTo>
                  <a:pt x="4234186" y="24165"/>
                </a:lnTo>
                <a:lnTo>
                  <a:pt x="4234186" y="52836"/>
                </a:lnTo>
                <a:lnTo>
                  <a:pt x="4168654" y="52836"/>
                </a:lnTo>
                <a:lnTo>
                  <a:pt x="4168654" y="318240"/>
                </a:lnTo>
                <a:lnTo>
                  <a:pt x="4138755" y="318240"/>
                </a:lnTo>
                <a:lnTo>
                  <a:pt x="4138755" y="52836"/>
                </a:lnTo>
                <a:lnTo>
                  <a:pt x="4072813" y="52836"/>
                </a:lnTo>
                <a:close/>
                <a:moveTo>
                  <a:pt x="1444980" y="13107"/>
                </a:moveTo>
                <a:cubicBezTo>
                  <a:pt x="1455629" y="18295"/>
                  <a:pt x="1465595" y="21435"/>
                  <a:pt x="1474879" y="22527"/>
                </a:cubicBezTo>
                <a:cubicBezTo>
                  <a:pt x="1478702" y="23073"/>
                  <a:pt x="1480613" y="24302"/>
                  <a:pt x="1480613" y="26213"/>
                </a:cubicBezTo>
                <a:cubicBezTo>
                  <a:pt x="1480613" y="28125"/>
                  <a:pt x="1478770" y="30514"/>
                  <a:pt x="1475084" y="33381"/>
                </a:cubicBezTo>
                <a:cubicBezTo>
                  <a:pt x="1471398" y="36248"/>
                  <a:pt x="1464640" y="52972"/>
                  <a:pt x="1454810" y="83554"/>
                </a:cubicBezTo>
                <a:lnTo>
                  <a:pt x="1519933" y="83554"/>
                </a:lnTo>
                <a:cubicBezTo>
                  <a:pt x="1535770" y="83554"/>
                  <a:pt x="1550924" y="82461"/>
                  <a:pt x="1565395" y="80277"/>
                </a:cubicBezTo>
                <a:cubicBezTo>
                  <a:pt x="1563757" y="92291"/>
                  <a:pt x="1562802" y="105807"/>
                  <a:pt x="1562528" y="120825"/>
                </a:cubicBezTo>
                <a:lnTo>
                  <a:pt x="1558433" y="329708"/>
                </a:lnTo>
                <a:cubicBezTo>
                  <a:pt x="1558159" y="349095"/>
                  <a:pt x="1550377" y="362065"/>
                  <a:pt x="1535087" y="368618"/>
                </a:cubicBezTo>
                <a:cubicBezTo>
                  <a:pt x="1519796" y="375171"/>
                  <a:pt x="1497542" y="378448"/>
                  <a:pt x="1468326" y="378448"/>
                </a:cubicBezTo>
                <a:cubicBezTo>
                  <a:pt x="1467507" y="368072"/>
                  <a:pt x="1463411" y="357423"/>
                  <a:pt x="1456039" y="346501"/>
                </a:cubicBezTo>
                <a:cubicBezTo>
                  <a:pt x="1468053" y="347047"/>
                  <a:pt x="1479385" y="347320"/>
                  <a:pt x="1490034" y="347320"/>
                </a:cubicBezTo>
                <a:cubicBezTo>
                  <a:pt x="1500682" y="347320"/>
                  <a:pt x="1509283" y="345886"/>
                  <a:pt x="1515837" y="343019"/>
                </a:cubicBezTo>
                <a:cubicBezTo>
                  <a:pt x="1522390" y="340152"/>
                  <a:pt x="1526690" y="335169"/>
                  <a:pt x="1528738" y="328070"/>
                </a:cubicBezTo>
                <a:cubicBezTo>
                  <a:pt x="1530786" y="320971"/>
                  <a:pt x="1531947" y="309503"/>
                  <a:pt x="1532220" y="293666"/>
                </a:cubicBezTo>
                <a:lnTo>
                  <a:pt x="1534268" y="105671"/>
                </a:lnTo>
                <a:lnTo>
                  <a:pt x="1447438" y="105671"/>
                </a:lnTo>
                <a:cubicBezTo>
                  <a:pt x="1435151" y="134887"/>
                  <a:pt x="1422317" y="160144"/>
                  <a:pt x="1408938" y="181442"/>
                </a:cubicBezTo>
                <a:cubicBezTo>
                  <a:pt x="1400746" y="175981"/>
                  <a:pt x="1392282" y="172022"/>
                  <a:pt x="1383544" y="169564"/>
                </a:cubicBezTo>
                <a:cubicBezTo>
                  <a:pt x="1401565" y="143898"/>
                  <a:pt x="1414603" y="119596"/>
                  <a:pt x="1422658" y="96660"/>
                </a:cubicBezTo>
                <a:cubicBezTo>
                  <a:pt x="1430713" y="73724"/>
                  <a:pt x="1438154" y="45873"/>
                  <a:pt x="1444980" y="13107"/>
                </a:cubicBezTo>
                <a:close/>
                <a:moveTo>
                  <a:pt x="1296304" y="9830"/>
                </a:moveTo>
                <a:cubicBezTo>
                  <a:pt x="1306954" y="13380"/>
                  <a:pt x="1317739" y="16247"/>
                  <a:pt x="1328661" y="18431"/>
                </a:cubicBezTo>
                <a:cubicBezTo>
                  <a:pt x="1331665" y="18977"/>
                  <a:pt x="1333166" y="20138"/>
                  <a:pt x="1333166" y="21913"/>
                </a:cubicBezTo>
                <a:cubicBezTo>
                  <a:pt x="1333166" y="23687"/>
                  <a:pt x="1332074" y="25667"/>
                  <a:pt x="1329890" y="27851"/>
                </a:cubicBezTo>
                <a:cubicBezTo>
                  <a:pt x="1322517" y="35224"/>
                  <a:pt x="1313780" y="55976"/>
                  <a:pt x="1303677" y="90107"/>
                </a:cubicBezTo>
                <a:cubicBezTo>
                  <a:pt x="1333439" y="90107"/>
                  <a:pt x="1358696" y="89015"/>
                  <a:pt x="1379448" y="86830"/>
                </a:cubicBezTo>
                <a:cubicBezTo>
                  <a:pt x="1377537" y="97479"/>
                  <a:pt x="1376581" y="109903"/>
                  <a:pt x="1376581" y="124102"/>
                </a:cubicBezTo>
                <a:lnTo>
                  <a:pt x="1376581" y="319878"/>
                </a:lnTo>
                <a:cubicBezTo>
                  <a:pt x="1376581" y="341995"/>
                  <a:pt x="1377537" y="361928"/>
                  <a:pt x="1379448" y="379676"/>
                </a:cubicBezTo>
                <a:lnTo>
                  <a:pt x="1351597" y="379676"/>
                </a:lnTo>
                <a:lnTo>
                  <a:pt x="1351597" y="341995"/>
                </a:lnTo>
                <a:lnTo>
                  <a:pt x="1264767" y="341995"/>
                </a:lnTo>
                <a:lnTo>
                  <a:pt x="1264767" y="382953"/>
                </a:lnTo>
                <a:lnTo>
                  <a:pt x="1236097" y="382953"/>
                </a:lnTo>
                <a:cubicBezTo>
                  <a:pt x="1238281" y="362201"/>
                  <a:pt x="1239374" y="342269"/>
                  <a:pt x="1239374" y="323155"/>
                </a:cubicBezTo>
                <a:lnTo>
                  <a:pt x="1239374" y="124102"/>
                </a:lnTo>
                <a:cubicBezTo>
                  <a:pt x="1239374" y="111541"/>
                  <a:pt x="1238418" y="99118"/>
                  <a:pt x="1236507" y="86830"/>
                </a:cubicBezTo>
                <a:cubicBezTo>
                  <a:pt x="1248248" y="88742"/>
                  <a:pt x="1262992" y="89834"/>
                  <a:pt x="1280741" y="90107"/>
                </a:cubicBezTo>
                <a:cubicBezTo>
                  <a:pt x="1290024" y="61710"/>
                  <a:pt x="1295212" y="34951"/>
                  <a:pt x="1296304" y="9830"/>
                </a:cubicBezTo>
                <a:close/>
                <a:moveTo>
                  <a:pt x="2494721" y="9011"/>
                </a:moveTo>
                <a:cubicBezTo>
                  <a:pt x="2502639" y="10922"/>
                  <a:pt x="2511036" y="11878"/>
                  <a:pt x="2519910" y="11878"/>
                </a:cubicBezTo>
                <a:cubicBezTo>
                  <a:pt x="2528784" y="11878"/>
                  <a:pt x="2533221" y="12970"/>
                  <a:pt x="2533221" y="15155"/>
                </a:cubicBezTo>
                <a:cubicBezTo>
                  <a:pt x="2533221" y="17339"/>
                  <a:pt x="2531446" y="19592"/>
                  <a:pt x="2527897" y="21913"/>
                </a:cubicBezTo>
                <a:cubicBezTo>
                  <a:pt x="2524347" y="24234"/>
                  <a:pt x="2522572" y="31128"/>
                  <a:pt x="2522572" y="42596"/>
                </a:cubicBezTo>
                <a:lnTo>
                  <a:pt x="2522572" y="314144"/>
                </a:lnTo>
                <a:cubicBezTo>
                  <a:pt x="2522572" y="328616"/>
                  <a:pt x="2523937" y="351279"/>
                  <a:pt x="2526668" y="382134"/>
                </a:cubicBezTo>
                <a:lnTo>
                  <a:pt x="2494721" y="382134"/>
                </a:lnTo>
                <a:cubicBezTo>
                  <a:pt x="2497451" y="355375"/>
                  <a:pt x="2498817" y="332575"/>
                  <a:pt x="2498817" y="313735"/>
                </a:cubicBezTo>
                <a:lnTo>
                  <a:pt x="2498817" y="63075"/>
                </a:lnTo>
                <a:cubicBezTo>
                  <a:pt x="2498817" y="41504"/>
                  <a:pt x="2497451" y="23483"/>
                  <a:pt x="2494721" y="9011"/>
                </a:cubicBezTo>
                <a:close/>
                <a:moveTo>
                  <a:pt x="3732866" y="7782"/>
                </a:moveTo>
                <a:cubicBezTo>
                  <a:pt x="3757987" y="26077"/>
                  <a:pt x="3779012" y="44098"/>
                  <a:pt x="3795941" y="61846"/>
                </a:cubicBezTo>
                <a:lnTo>
                  <a:pt x="3775462" y="81506"/>
                </a:lnTo>
                <a:cubicBezTo>
                  <a:pt x="3762355" y="62119"/>
                  <a:pt x="3742969" y="43552"/>
                  <a:pt x="3717302" y="25804"/>
                </a:cubicBezTo>
                <a:close/>
                <a:moveTo>
                  <a:pt x="2625375" y="7782"/>
                </a:moveTo>
                <a:cubicBezTo>
                  <a:pt x="2636024" y="11059"/>
                  <a:pt x="2645513" y="13107"/>
                  <a:pt x="2653841" y="13926"/>
                </a:cubicBezTo>
                <a:cubicBezTo>
                  <a:pt x="2662169" y="14745"/>
                  <a:pt x="2666333" y="16179"/>
                  <a:pt x="2666333" y="18226"/>
                </a:cubicBezTo>
                <a:cubicBezTo>
                  <a:pt x="2666333" y="20274"/>
                  <a:pt x="2664217" y="22800"/>
                  <a:pt x="2659984" y="25804"/>
                </a:cubicBezTo>
                <a:cubicBezTo>
                  <a:pt x="2655752" y="28807"/>
                  <a:pt x="2650769" y="45736"/>
                  <a:pt x="2645035" y="76591"/>
                </a:cubicBezTo>
                <a:lnTo>
                  <a:pt x="2731455" y="76591"/>
                </a:lnTo>
                <a:cubicBezTo>
                  <a:pt x="2769136" y="76591"/>
                  <a:pt x="2796305" y="75772"/>
                  <a:pt x="2812961" y="74133"/>
                </a:cubicBezTo>
                <a:lnTo>
                  <a:pt x="2812961" y="99118"/>
                </a:lnTo>
                <a:cubicBezTo>
                  <a:pt x="2796305" y="97479"/>
                  <a:pt x="2769136" y="96660"/>
                  <a:pt x="2731455" y="96660"/>
                </a:cubicBezTo>
                <a:lnTo>
                  <a:pt x="2641349" y="96660"/>
                </a:lnTo>
                <a:cubicBezTo>
                  <a:pt x="2627423" y="169564"/>
                  <a:pt x="2602712" y="230455"/>
                  <a:pt x="2567216" y="279331"/>
                </a:cubicBezTo>
                <a:cubicBezTo>
                  <a:pt x="2559297" y="269501"/>
                  <a:pt x="2550150" y="263494"/>
                  <a:pt x="2539774" y="261309"/>
                </a:cubicBezTo>
                <a:cubicBezTo>
                  <a:pt x="2579093" y="224447"/>
                  <a:pt x="2604896" y="169564"/>
                  <a:pt x="2617184" y="96660"/>
                </a:cubicBezTo>
                <a:cubicBezTo>
                  <a:pt x="2599982" y="96933"/>
                  <a:pt x="2585100" y="97752"/>
                  <a:pt x="2572540" y="99118"/>
                </a:cubicBezTo>
                <a:lnTo>
                  <a:pt x="2572540" y="74133"/>
                </a:lnTo>
                <a:cubicBezTo>
                  <a:pt x="2580732" y="75499"/>
                  <a:pt x="2596568" y="76318"/>
                  <a:pt x="2620051" y="76591"/>
                </a:cubicBezTo>
                <a:cubicBezTo>
                  <a:pt x="2623874" y="50105"/>
                  <a:pt x="2625785" y="33176"/>
                  <a:pt x="2625785" y="25804"/>
                </a:cubicBezTo>
                <a:cubicBezTo>
                  <a:pt x="2625785" y="18431"/>
                  <a:pt x="2625648" y="12424"/>
                  <a:pt x="2625375" y="7782"/>
                </a:cubicBezTo>
                <a:close/>
                <a:moveTo>
                  <a:pt x="2949759" y="7373"/>
                </a:moveTo>
                <a:cubicBezTo>
                  <a:pt x="2957131" y="12834"/>
                  <a:pt x="2966142" y="16383"/>
                  <a:pt x="2976791" y="18022"/>
                </a:cubicBezTo>
                <a:cubicBezTo>
                  <a:pt x="2980886" y="18568"/>
                  <a:pt x="2982934" y="19796"/>
                  <a:pt x="2982934" y="21708"/>
                </a:cubicBezTo>
                <a:cubicBezTo>
                  <a:pt x="2982934" y="23619"/>
                  <a:pt x="2980477" y="25599"/>
                  <a:pt x="2975562" y="27647"/>
                </a:cubicBezTo>
                <a:cubicBezTo>
                  <a:pt x="2970647" y="29695"/>
                  <a:pt x="2963821" y="35906"/>
                  <a:pt x="2955083" y="46282"/>
                </a:cubicBezTo>
                <a:lnTo>
                  <a:pt x="3148812" y="46282"/>
                </a:lnTo>
                <a:cubicBezTo>
                  <a:pt x="3176117" y="46282"/>
                  <a:pt x="3195777" y="45327"/>
                  <a:pt x="3207791" y="43415"/>
                </a:cubicBezTo>
                <a:lnTo>
                  <a:pt x="3207791" y="69628"/>
                </a:lnTo>
                <a:cubicBezTo>
                  <a:pt x="3198780" y="67717"/>
                  <a:pt x="3179121" y="66761"/>
                  <a:pt x="3148812" y="66761"/>
                </a:cubicBezTo>
                <a:lnTo>
                  <a:pt x="2939110" y="66761"/>
                </a:lnTo>
                <a:cubicBezTo>
                  <a:pt x="2922454" y="88605"/>
                  <a:pt x="2903750" y="110176"/>
                  <a:pt x="2882998" y="131474"/>
                </a:cubicBezTo>
                <a:cubicBezTo>
                  <a:pt x="2876172" y="124102"/>
                  <a:pt x="2867434" y="118504"/>
                  <a:pt x="2856785" y="114681"/>
                </a:cubicBezTo>
                <a:cubicBezTo>
                  <a:pt x="2897197" y="88196"/>
                  <a:pt x="2928188" y="52426"/>
                  <a:pt x="2949759" y="7373"/>
                </a:cubicBezTo>
                <a:close/>
                <a:moveTo>
                  <a:pt x="3548148" y="6963"/>
                </a:moveTo>
                <a:cubicBezTo>
                  <a:pt x="3555247" y="8874"/>
                  <a:pt x="3565896" y="9830"/>
                  <a:pt x="3580095" y="9830"/>
                </a:cubicBezTo>
                <a:cubicBezTo>
                  <a:pt x="3584736" y="9830"/>
                  <a:pt x="3587057" y="10922"/>
                  <a:pt x="3587057" y="13107"/>
                </a:cubicBezTo>
                <a:cubicBezTo>
                  <a:pt x="3587057" y="15291"/>
                  <a:pt x="3585487" y="17271"/>
                  <a:pt x="3582347" y="19046"/>
                </a:cubicBezTo>
                <a:cubicBezTo>
                  <a:pt x="3579207" y="20820"/>
                  <a:pt x="3577637" y="26213"/>
                  <a:pt x="3577637" y="35224"/>
                </a:cubicBezTo>
                <a:lnTo>
                  <a:pt x="3577637" y="108947"/>
                </a:lnTo>
                <a:cubicBezTo>
                  <a:pt x="3600573" y="108674"/>
                  <a:pt x="3621462" y="107582"/>
                  <a:pt x="3640302" y="105671"/>
                </a:cubicBezTo>
                <a:lnTo>
                  <a:pt x="3640302" y="133112"/>
                </a:lnTo>
                <a:cubicBezTo>
                  <a:pt x="3625557" y="131201"/>
                  <a:pt x="3604669" y="130245"/>
                  <a:pt x="3577637" y="130245"/>
                </a:cubicBezTo>
                <a:lnTo>
                  <a:pt x="3577637" y="333394"/>
                </a:lnTo>
                <a:cubicBezTo>
                  <a:pt x="3577637" y="346228"/>
                  <a:pt x="3575658" y="356058"/>
                  <a:pt x="3571699" y="362884"/>
                </a:cubicBezTo>
                <a:cubicBezTo>
                  <a:pt x="3567739" y="369710"/>
                  <a:pt x="3559616" y="374762"/>
                  <a:pt x="3547329" y="378038"/>
                </a:cubicBezTo>
                <a:cubicBezTo>
                  <a:pt x="3535041" y="381315"/>
                  <a:pt x="3516201" y="382953"/>
                  <a:pt x="3490807" y="382953"/>
                </a:cubicBezTo>
                <a:cubicBezTo>
                  <a:pt x="3490807" y="370120"/>
                  <a:pt x="3485892" y="358515"/>
                  <a:pt x="3476062" y="348139"/>
                </a:cubicBezTo>
                <a:cubicBezTo>
                  <a:pt x="3494357" y="351143"/>
                  <a:pt x="3509033" y="352644"/>
                  <a:pt x="3520092" y="352644"/>
                </a:cubicBezTo>
                <a:cubicBezTo>
                  <a:pt x="3531150" y="352644"/>
                  <a:pt x="3539342" y="350460"/>
                  <a:pt x="3544666" y="346091"/>
                </a:cubicBezTo>
                <a:cubicBezTo>
                  <a:pt x="3549991" y="341722"/>
                  <a:pt x="3552653" y="332848"/>
                  <a:pt x="3552653" y="319469"/>
                </a:cubicBezTo>
                <a:lnTo>
                  <a:pt x="3552653" y="129836"/>
                </a:lnTo>
                <a:lnTo>
                  <a:pt x="3500228" y="129836"/>
                </a:lnTo>
                <a:cubicBezTo>
                  <a:pt x="3470465" y="129836"/>
                  <a:pt x="3444662" y="130928"/>
                  <a:pt x="3422818" y="133112"/>
                </a:cubicBezTo>
                <a:lnTo>
                  <a:pt x="3422818" y="105671"/>
                </a:lnTo>
                <a:cubicBezTo>
                  <a:pt x="3444389" y="107855"/>
                  <a:pt x="3470192" y="108947"/>
                  <a:pt x="3500228" y="108947"/>
                </a:cubicBezTo>
                <a:lnTo>
                  <a:pt x="3552653" y="108947"/>
                </a:lnTo>
                <a:cubicBezTo>
                  <a:pt x="3552653" y="55703"/>
                  <a:pt x="3551151" y="21708"/>
                  <a:pt x="3548148" y="6963"/>
                </a:cubicBezTo>
                <a:close/>
                <a:moveTo>
                  <a:pt x="464458" y="6554"/>
                </a:moveTo>
                <a:cubicBezTo>
                  <a:pt x="471011" y="8465"/>
                  <a:pt x="475858" y="9625"/>
                  <a:pt x="478998" y="10035"/>
                </a:cubicBezTo>
                <a:cubicBezTo>
                  <a:pt x="482138" y="10445"/>
                  <a:pt x="486711" y="10649"/>
                  <a:pt x="492718" y="10649"/>
                </a:cubicBezTo>
                <a:cubicBezTo>
                  <a:pt x="498725" y="10649"/>
                  <a:pt x="501729" y="11537"/>
                  <a:pt x="501729" y="13312"/>
                </a:cubicBezTo>
                <a:cubicBezTo>
                  <a:pt x="501729" y="15086"/>
                  <a:pt x="500364" y="17203"/>
                  <a:pt x="497633" y="19660"/>
                </a:cubicBezTo>
                <a:cubicBezTo>
                  <a:pt x="494903" y="22117"/>
                  <a:pt x="492855" y="24780"/>
                  <a:pt x="491490" y="27647"/>
                </a:cubicBezTo>
                <a:cubicBezTo>
                  <a:pt x="490124" y="30514"/>
                  <a:pt x="489442" y="32903"/>
                  <a:pt x="489442" y="34814"/>
                </a:cubicBezTo>
                <a:lnTo>
                  <a:pt x="489442" y="95431"/>
                </a:lnTo>
                <a:cubicBezTo>
                  <a:pt x="515655" y="95158"/>
                  <a:pt x="534768" y="94066"/>
                  <a:pt x="546782" y="92155"/>
                </a:cubicBezTo>
                <a:lnTo>
                  <a:pt x="546782" y="119596"/>
                </a:lnTo>
                <a:cubicBezTo>
                  <a:pt x="530945" y="117685"/>
                  <a:pt x="511832" y="116593"/>
                  <a:pt x="489442" y="116320"/>
                </a:cubicBezTo>
                <a:lnTo>
                  <a:pt x="489442" y="140894"/>
                </a:lnTo>
                <a:cubicBezTo>
                  <a:pt x="511286" y="166015"/>
                  <a:pt x="531628" y="191818"/>
                  <a:pt x="550468" y="218304"/>
                </a:cubicBezTo>
                <a:lnTo>
                  <a:pt x="527123" y="233868"/>
                </a:lnTo>
                <a:cubicBezTo>
                  <a:pt x="517293" y="213662"/>
                  <a:pt x="504733" y="192091"/>
                  <a:pt x="489442" y="169155"/>
                </a:cubicBezTo>
                <a:lnTo>
                  <a:pt x="489442" y="306772"/>
                </a:lnTo>
                <a:cubicBezTo>
                  <a:pt x="489442" y="327524"/>
                  <a:pt x="490807" y="352371"/>
                  <a:pt x="493538" y="381315"/>
                </a:cubicBezTo>
                <a:lnTo>
                  <a:pt x="462410" y="381315"/>
                </a:lnTo>
                <a:cubicBezTo>
                  <a:pt x="465140" y="352371"/>
                  <a:pt x="466506" y="327524"/>
                  <a:pt x="466506" y="306772"/>
                </a:cubicBezTo>
                <a:lnTo>
                  <a:pt x="466506" y="176118"/>
                </a:lnTo>
                <a:cubicBezTo>
                  <a:pt x="455038" y="215437"/>
                  <a:pt x="437562" y="252981"/>
                  <a:pt x="414080" y="288751"/>
                </a:cubicBezTo>
                <a:cubicBezTo>
                  <a:pt x="409165" y="280286"/>
                  <a:pt x="401793" y="274279"/>
                  <a:pt x="391963" y="270729"/>
                </a:cubicBezTo>
                <a:cubicBezTo>
                  <a:pt x="420906" y="237417"/>
                  <a:pt x="445754" y="186494"/>
                  <a:pt x="466506" y="117958"/>
                </a:cubicBezTo>
                <a:lnTo>
                  <a:pt x="466506" y="116320"/>
                </a:lnTo>
                <a:cubicBezTo>
                  <a:pt x="439747" y="116866"/>
                  <a:pt x="418312" y="117958"/>
                  <a:pt x="402202" y="119596"/>
                </a:cubicBezTo>
                <a:lnTo>
                  <a:pt x="402202" y="92155"/>
                </a:lnTo>
                <a:cubicBezTo>
                  <a:pt x="418585" y="94339"/>
                  <a:pt x="440020" y="95431"/>
                  <a:pt x="466506" y="95431"/>
                </a:cubicBezTo>
                <a:cubicBezTo>
                  <a:pt x="466506" y="40548"/>
                  <a:pt x="465823" y="10922"/>
                  <a:pt x="464458" y="6554"/>
                </a:cubicBezTo>
                <a:close/>
                <a:moveTo>
                  <a:pt x="883862" y="6144"/>
                </a:moveTo>
                <a:cubicBezTo>
                  <a:pt x="893146" y="12970"/>
                  <a:pt x="900109" y="16998"/>
                  <a:pt x="904751" y="18226"/>
                </a:cubicBezTo>
                <a:cubicBezTo>
                  <a:pt x="909393" y="19455"/>
                  <a:pt x="911714" y="20957"/>
                  <a:pt x="911714" y="22732"/>
                </a:cubicBezTo>
                <a:cubicBezTo>
                  <a:pt x="911714" y="24507"/>
                  <a:pt x="910417" y="25940"/>
                  <a:pt x="907823" y="27032"/>
                </a:cubicBezTo>
                <a:cubicBezTo>
                  <a:pt x="905229" y="28125"/>
                  <a:pt x="899290" y="34132"/>
                  <a:pt x="890006" y="45054"/>
                </a:cubicBezTo>
                <a:cubicBezTo>
                  <a:pt x="950896" y="44781"/>
                  <a:pt x="984891" y="43142"/>
                  <a:pt x="991990" y="40139"/>
                </a:cubicBezTo>
                <a:lnTo>
                  <a:pt x="991990" y="66352"/>
                </a:lnTo>
                <a:cubicBezTo>
                  <a:pt x="983253" y="64440"/>
                  <a:pt x="961818" y="63484"/>
                  <a:pt x="927687" y="63484"/>
                </a:cubicBezTo>
                <a:cubicBezTo>
                  <a:pt x="933694" y="75226"/>
                  <a:pt x="940384" y="89697"/>
                  <a:pt x="947756" y="106899"/>
                </a:cubicBezTo>
                <a:lnTo>
                  <a:pt x="919905" y="114272"/>
                </a:lnTo>
                <a:cubicBezTo>
                  <a:pt x="917721" y="97343"/>
                  <a:pt x="913215" y="80414"/>
                  <a:pt x="906389" y="63484"/>
                </a:cubicBezTo>
                <a:lnTo>
                  <a:pt x="874852" y="63484"/>
                </a:lnTo>
                <a:cubicBezTo>
                  <a:pt x="862838" y="77956"/>
                  <a:pt x="848639" y="92837"/>
                  <a:pt x="832256" y="108128"/>
                </a:cubicBezTo>
                <a:cubicBezTo>
                  <a:pt x="826522" y="100483"/>
                  <a:pt x="819559" y="95158"/>
                  <a:pt x="811368" y="92155"/>
                </a:cubicBezTo>
                <a:cubicBezTo>
                  <a:pt x="843041" y="71676"/>
                  <a:pt x="867206" y="43006"/>
                  <a:pt x="883862" y="6144"/>
                </a:cubicBezTo>
                <a:close/>
                <a:moveTo>
                  <a:pt x="1051379" y="4915"/>
                </a:moveTo>
                <a:cubicBezTo>
                  <a:pt x="1060662" y="10103"/>
                  <a:pt x="1067830" y="13721"/>
                  <a:pt x="1072881" y="15769"/>
                </a:cubicBezTo>
                <a:cubicBezTo>
                  <a:pt x="1077933" y="17817"/>
                  <a:pt x="1080458" y="19660"/>
                  <a:pt x="1080458" y="21298"/>
                </a:cubicBezTo>
                <a:cubicBezTo>
                  <a:pt x="1080458" y="22937"/>
                  <a:pt x="1078547" y="24575"/>
                  <a:pt x="1074724" y="26213"/>
                </a:cubicBezTo>
                <a:cubicBezTo>
                  <a:pt x="1070902" y="27851"/>
                  <a:pt x="1065031" y="34678"/>
                  <a:pt x="1057113" y="46692"/>
                </a:cubicBezTo>
                <a:cubicBezTo>
                  <a:pt x="1123464" y="46419"/>
                  <a:pt x="1162237" y="44371"/>
                  <a:pt x="1173432" y="40548"/>
                </a:cubicBezTo>
                <a:lnTo>
                  <a:pt x="1173432" y="66761"/>
                </a:lnTo>
                <a:cubicBezTo>
                  <a:pt x="1165514" y="65123"/>
                  <a:pt x="1140393" y="64304"/>
                  <a:pt x="1098070" y="64304"/>
                </a:cubicBezTo>
                <a:cubicBezTo>
                  <a:pt x="1107627" y="83417"/>
                  <a:pt x="1114180" y="96797"/>
                  <a:pt x="1117730" y="104442"/>
                </a:cubicBezTo>
                <a:lnTo>
                  <a:pt x="1090698" y="112633"/>
                </a:lnTo>
                <a:cubicBezTo>
                  <a:pt x="1088786" y="100619"/>
                  <a:pt x="1083872" y="84509"/>
                  <a:pt x="1075953" y="64304"/>
                </a:cubicBezTo>
                <a:lnTo>
                  <a:pt x="1046054" y="64304"/>
                </a:lnTo>
                <a:cubicBezTo>
                  <a:pt x="1037590" y="77956"/>
                  <a:pt x="1029262" y="90243"/>
                  <a:pt x="1021070" y="101165"/>
                </a:cubicBezTo>
                <a:cubicBezTo>
                  <a:pt x="1015063" y="93793"/>
                  <a:pt x="1007827" y="89151"/>
                  <a:pt x="999363" y="87240"/>
                </a:cubicBezTo>
                <a:cubicBezTo>
                  <a:pt x="1025849" y="60481"/>
                  <a:pt x="1043187" y="33039"/>
                  <a:pt x="1051379" y="4915"/>
                </a:cubicBezTo>
                <a:close/>
                <a:moveTo>
                  <a:pt x="2211295" y="0"/>
                </a:moveTo>
                <a:cubicBezTo>
                  <a:pt x="2224128" y="4915"/>
                  <a:pt x="2234777" y="8055"/>
                  <a:pt x="2243242" y="9421"/>
                </a:cubicBezTo>
                <a:cubicBezTo>
                  <a:pt x="2248157" y="10513"/>
                  <a:pt x="2250614" y="12083"/>
                  <a:pt x="2250614" y="14131"/>
                </a:cubicBezTo>
                <a:cubicBezTo>
                  <a:pt x="2250614" y="16179"/>
                  <a:pt x="2247747" y="18226"/>
                  <a:pt x="2242013" y="20274"/>
                </a:cubicBezTo>
                <a:cubicBezTo>
                  <a:pt x="2236279" y="22322"/>
                  <a:pt x="2223719" y="37681"/>
                  <a:pt x="2204332" y="66352"/>
                </a:cubicBezTo>
                <a:lnTo>
                  <a:pt x="2257167" y="66352"/>
                </a:lnTo>
                <a:cubicBezTo>
                  <a:pt x="2322972" y="66352"/>
                  <a:pt x="2363384" y="64440"/>
                  <a:pt x="2378402" y="60617"/>
                </a:cubicBezTo>
                <a:cubicBezTo>
                  <a:pt x="2376490" y="70993"/>
                  <a:pt x="2375535" y="96660"/>
                  <a:pt x="2375535" y="137618"/>
                </a:cubicBezTo>
                <a:lnTo>
                  <a:pt x="2375535" y="334214"/>
                </a:lnTo>
                <a:cubicBezTo>
                  <a:pt x="2375535" y="343497"/>
                  <a:pt x="2373760" y="350528"/>
                  <a:pt x="2370210" y="355307"/>
                </a:cubicBezTo>
                <a:cubicBezTo>
                  <a:pt x="2366660" y="360085"/>
                  <a:pt x="2358742" y="363771"/>
                  <a:pt x="2346455" y="366365"/>
                </a:cubicBezTo>
                <a:cubicBezTo>
                  <a:pt x="2334167" y="368959"/>
                  <a:pt x="2314918" y="370393"/>
                  <a:pt x="2288705" y="370666"/>
                </a:cubicBezTo>
                <a:cubicBezTo>
                  <a:pt x="2289524" y="358378"/>
                  <a:pt x="2285155" y="347456"/>
                  <a:pt x="2275598" y="337900"/>
                </a:cubicBezTo>
                <a:cubicBezTo>
                  <a:pt x="2296077" y="340903"/>
                  <a:pt x="2311777" y="342405"/>
                  <a:pt x="2322699" y="342405"/>
                </a:cubicBezTo>
                <a:cubicBezTo>
                  <a:pt x="2333621" y="342405"/>
                  <a:pt x="2340721" y="340767"/>
                  <a:pt x="2343997" y="337490"/>
                </a:cubicBezTo>
                <a:cubicBezTo>
                  <a:pt x="2347274" y="334214"/>
                  <a:pt x="2348912" y="328616"/>
                  <a:pt x="2348912" y="320698"/>
                </a:cubicBezTo>
                <a:lnTo>
                  <a:pt x="2348912" y="86421"/>
                </a:lnTo>
                <a:lnTo>
                  <a:pt x="2099071" y="86421"/>
                </a:lnTo>
                <a:lnTo>
                  <a:pt x="2099071" y="371485"/>
                </a:lnTo>
                <a:lnTo>
                  <a:pt x="2068353" y="371485"/>
                </a:lnTo>
                <a:cubicBezTo>
                  <a:pt x="2071357" y="343088"/>
                  <a:pt x="2072859" y="310322"/>
                  <a:pt x="2072859" y="273187"/>
                </a:cubicBezTo>
                <a:lnTo>
                  <a:pt x="2072859" y="137618"/>
                </a:lnTo>
                <a:cubicBezTo>
                  <a:pt x="2072859" y="106217"/>
                  <a:pt x="2071767" y="80550"/>
                  <a:pt x="2069582" y="60617"/>
                </a:cubicBezTo>
                <a:cubicBezTo>
                  <a:pt x="2079958" y="64440"/>
                  <a:pt x="2100027" y="66352"/>
                  <a:pt x="2129790" y="66352"/>
                </a:cubicBezTo>
                <a:lnTo>
                  <a:pt x="2179758" y="66352"/>
                </a:lnTo>
                <a:cubicBezTo>
                  <a:pt x="2195868" y="41777"/>
                  <a:pt x="2206380" y="19660"/>
                  <a:pt x="22112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CED12D-0321-4F4A-852C-FBB3FE2E5B29}"/>
              </a:ext>
            </a:extLst>
          </p:cNvPr>
          <p:cNvSpPr txBox="1"/>
          <p:nvPr/>
        </p:nvSpPr>
        <p:spPr>
          <a:xfrm>
            <a:off x="12784498" y="2926270"/>
            <a:ext cx="3612860" cy="381314"/>
          </a:xfrm>
          <a:custGeom>
            <a:avLst/>
            <a:gdLst/>
            <a:ahLst/>
            <a:cxnLst/>
            <a:rect l="l" t="t" r="r" b="b"/>
            <a:pathLst>
              <a:path w="3612860" h="381314">
                <a:moveTo>
                  <a:pt x="139255" y="287522"/>
                </a:moveTo>
                <a:cubicBezTo>
                  <a:pt x="138709" y="294621"/>
                  <a:pt x="139665" y="302540"/>
                  <a:pt x="142122" y="311277"/>
                </a:cubicBezTo>
                <a:cubicBezTo>
                  <a:pt x="78228" y="324657"/>
                  <a:pt x="35496" y="335169"/>
                  <a:pt x="13925" y="342814"/>
                </a:cubicBezTo>
                <a:cubicBezTo>
                  <a:pt x="12560" y="331892"/>
                  <a:pt x="8601" y="321380"/>
                  <a:pt x="2047" y="311277"/>
                </a:cubicBezTo>
                <a:cubicBezTo>
                  <a:pt x="43551" y="309366"/>
                  <a:pt x="89287" y="301447"/>
                  <a:pt x="139255" y="287522"/>
                </a:cubicBezTo>
                <a:close/>
                <a:moveTo>
                  <a:pt x="921543" y="257213"/>
                </a:moveTo>
                <a:lnTo>
                  <a:pt x="921543" y="326841"/>
                </a:lnTo>
                <a:lnTo>
                  <a:pt x="1073086" y="326841"/>
                </a:lnTo>
                <a:lnTo>
                  <a:pt x="1073086" y="257213"/>
                </a:lnTo>
                <a:close/>
                <a:moveTo>
                  <a:pt x="185537" y="240421"/>
                </a:moveTo>
                <a:lnTo>
                  <a:pt x="185537" y="321107"/>
                </a:lnTo>
                <a:lnTo>
                  <a:pt x="315372" y="321107"/>
                </a:lnTo>
                <a:lnTo>
                  <a:pt x="315372" y="240421"/>
                </a:lnTo>
                <a:close/>
                <a:moveTo>
                  <a:pt x="1270501" y="223219"/>
                </a:moveTo>
                <a:lnTo>
                  <a:pt x="1270501" y="318240"/>
                </a:lnTo>
                <a:lnTo>
                  <a:pt x="1357331" y="318240"/>
                </a:lnTo>
                <a:lnTo>
                  <a:pt x="1357331" y="223219"/>
                </a:lnTo>
                <a:close/>
                <a:moveTo>
                  <a:pt x="3398652" y="221580"/>
                </a:moveTo>
                <a:lnTo>
                  <a:pt x="3398652" y="282197"/>
                </a:lnTo>
                <a:lnTo>
                  <a:pt x="3509238" y="282197"/>
                </a:lnTo>
                <a:lnTo>
                  <a:pt x="3509238" y="221580"/>
                </a:lnTo>
                <a:close/>
                <a:moveTo>
                  <a:pt x="158915" y="217894"/>
                </a:moveTo>
                <a:cubicBezTo>
                  <a:pt x="173932" y="219805"/>
                  <a:pt x="204651" y="220761"/>
                  <a:pt x="251069" y="220761"/>
                </a:cubicBezTo>
                <a:cubicBezTo>
                  <a:pt x="297488" y="220761"/>
                  <a:pt x="327796" y="219805"/>
                  <a:pt x="341995" y="217894"/>
                </a:cubicBezTo>
                <a:cubicBezTo>
                  <a:pt x="340083" y="230181"/>
                  <a:pt x="339128" y="245609"/>
                  <a:pt x="339128" y="264176"/>
                </a:cubicBezTo>
                <a:lnTo>
                  <a:pt x="339128" y="311277"/>
                </a:lnTo>
                <a:cubicBezTo>
                  <a:pt x="339128" y="327660"/>
                  <a:pt x="340220" y="347320"/>
                  <a:pt x="342404" y="370256"/>
                </a:cubicBezTo>
                <a:lnTo>
                  <a:pt x="315372" y="370256"/>
                </a:lnTo>
                <a:lnTo>
                  <a:pt x="315372" y="341176"/>
                </a:lnTo>
                <a:lnTo>
                  <a:pt x="185537" y="341176"/>
                </a:lnTo>
                <a:lnTo>
                  <a:pt x="185537" y="373123"/>
                </a:lnTo>
                <a:lnTo>
                  <a:pt x="157276" y="373123"/>
                </a:lnTo>
                <a:cubicBezTo>
                  <a:pt x="160007" y="353736"/>
                  <a:pt x="161372" y="331892"/>
                  <a:pt x="161372" y="307591"/>
                </a:cubicBezTo>
                <a:lnTo>
                  <a:pt x="161372" y="264176"/>
                </a:lnTo>
                <a:cubicBezTo>
                  <a:pt x="161372" y="247793"/>
                  <a:pt x="160553" y="232366"/>
                  <a:pt x="158915" y="217894"/>
                </a:cubicBezTo>
                <a:close/>
                <a:moveTo>
                  <a:pt x="2905115" y="180623"/>
                </a:moveTo>
                <a:lnTo>
                  <a:pt x="2905115" y="277692"/>
                </a:lnTo>
                <a:lnTo>
                  <a:pt x="2983753" y="277692"/>
                </a:lnTo>
                <a:lnTo>
                  <a:pt x="2983753" y="180623"/>
                </a:lnTo>
                <a:close/>
                <a:moveTo>
                  <a:pt x="2643806" y="178165"/>
                </a:moveTo>
                <a:lnTo>
                  <a:pt x="2643806" y="240830"/>
                </a:lnTo>
                <a:lnTo>
                  <a:pt x="2743333" y="240830"/>
                </a:lnTo>
                <a:lnTo>
                  <a:pt x="2743333" y="178165"/>
                </a:lnTo>
                <a:close/>
                <a:moveTo>
                  <a:pt x="2516019" y="178165"/>
                </a:moveTo>
                <a:lnTo>
                  <a:pt x="2516019" y="240830"/>
                </a:lnTo>
                <a:lnTo>
                  <a:pt x="2618003" y="240830"/>
                </a:lnTo>
                <a:lnTo>
                  <a:pt x="2618003" y="178165"/>
                </a:lnTo>
                <a:close/>
                <a:moveTo>
                  <a:pt x="595931" y="178165"/>
                </a:moveTo>
                <a:lnTo>
                  <a:pt x="595931" y="240830"/>
                </a:lnTo>
                <a:lnTo>
                  <a:pt x="695458" y="240830"/>
                </a:lnTo>
                <a:lnTo>
                  <a:pt x="695458" y="178165"/>
                </a:lnTo>
                <a:close/>
                <a:moveTo>
                  <a:pt x="468144" y="178165"/>
                </a:moveTo>
                <a:lnTo>
                  <a:pt x="468144" y="240830"/>
                </a:lnTo>
                <a:lnTo>
                  <a:pt x="570128" y="240830"/>
                </a:lnTo>
                <a:lnTo>
                  <a:pt x="570128" y="178165"/>
                </a:lnTo>
                <a:close/>
                <a:moveTo>
                  <a:pt x="3061982" y="165468"/>
                </a:moveTo>
                <a:cubicBezTo>
                  <a:pt x="3087649" y="195504"/>
                  <a:pt x="3107718" y="222126"/>
                  <a:pt x="3122190" y="245336"/>
                </a:cubicBezTo>
                <a:lnTo>
                  <a:pt x="3098434" y="260899"/>
                </a:lnTo>
                <a:cubicBezTo>
                  <a:pt x="3084782" y="232502"/>
                  <a:pt x="3065668" y="205334"/>
                  <a:pt x="3041094" y="179394"/>
                </a:cubicBezTo>
                <a:close/>
                <a:moveTo>
                  <a:pt x="1457267" y="165059"/>
                </a:moveTo>
                <a:cubicBezTo>
                  <a:pt x="1472831" y="190452"/>
                  <a:pt x="1488395" y="221444"/>
                  <a:pt x="1503959" y="258032"/>
                </a:cubicBezTo>
                <a:lnTo>
                  <a:pt x="1481022" y="271548"/>
                </a:lnTo>
                <a:cubicBezTo>
                  <a:pt x="1464913" y="232502"/>
                  <a:pt x="1449485" y="202057"/>
                  <a:pt x="1434741" y="180213"/>
                </a:cubicBezTo>
                <a:close/>
                <a:moveTo>
                  <a:pt x="999363" y="158506"/>
                </a:moveTo>
                <a:cubicBezTo>
                  <a:pt x="961682" y="194275"/>
                  <a:pt x="929325" y="219942"/>
                  <a:pt x="902293" y="235506"/>
                </a:cubicBezTo>
                <a:cubicBezTo>
                  <a:pt x="917038" y="236598"/>
                  <a:pt x="946800" y="237144"/>
                  <a:pt x="991581" y="237144"/>
                </a:cubicBezTo>
                <a:cubicBezTo>
                  <a:pt x="1036361" y="237144"/>
                  <a:pt x="1070492" y="236598"/>
                  <a:pt x="1093974" y="235506"/>
                </a:cubicBezTo>
                <a:cubicBezTo>
                  <a:pt x="1064212" y="218850"/>
                  <a:pt x="1032675" y="193183"/>
                  <a:pt x="999363" y="158506"/>
                </a:cubicBezTo>
                <a:close/>
                <a:moveTo>
                  <a:pt x="3398652" y="141303"/>
                </a:moveTo>
                <a:lnTo>
                  <a:pt x="3398652" y="202330"/>
                </a:lnTo>
                <a:lnTo>
                  <a:pt x="3509238" y="202330"/>
                </a:lnTo>
                <a:lnTo>
                  <a:pt x="3509238" y="141303"/>
                </a:lnTo>
                <a:close/>
                <a:moveTo>
                  <a:pt x="995267" y="120006"/>
                </a:moveTo>
                <a:cubicBezTo>
                  <a:pt x="1003185" y="126286"/>
                  <a:pt x="1011923" y="131610"/>
                  <a:pt x="1021480" y="135979"/>
                </a:cubicBezTo>
                <a:cubicBezTo>
                  <a:pt x="1024756" y="137344"/>
                  <a:pt x="1026394" y="138983"/>
                  <a:pt x="1026394" y="140894"/>
                </a:cubicBezTo>
                <a:cubicBezTo>
                  <a:pt x="1026394" y="142805"/>
                  <a:pt x="1024825" y="143761"/>
                  <a:pt x="1021684" y="143761"/>
                </a:cubicBezTo>
                <a:cubicBezTo>
                  <a:pt x="1018544" y="143761"/>
                  <a:pt x="1015609" y="144717"/>
                  <a:pt x="1012878" y="146628"/>
                </a:cubicBezTo>
                <a:cubicBezTo>
                  <a:pt x="1056567" y="195504"/>
                  <a:pt x="1112132" y="226359"/>
                  <a:pt x="1179576" y="239192"/>
                </a:cubicBezTo>
                <a:cubicBezTo>
                  <a:pt x="1171657" y="246564"/>
                  <a:pt x="1166196" y="255438"/>
                  <a:pt x="1163193" y="265814"/>
                </a:cubicBezTo>
                <a:cubicBezTo>
                  <a:pt x="1138345" y="257077"/>
                  <a:pt x="1117457" y="248203"/>
                  <a:pt x="1100528" y="239192"/>
                </a:cubicBezTo>
                <a:cubicBezTo>
                  <a:pt x="1099708" y="249295"/>
                  <a:pt x="1099299" y="258305"/>
                  <a:pt x="1099299" y="266224"/>
                </a:cubicBezTo>
                <a:lnTo>
                  <a:pt x="1099299" y="346501"/>
                </a:lnTo>
                <a:cubicBezTo>
                  <a:pt x="1099299" y="354146"/>
                  <a:pt x="1099981" y="362747"/>
                  <a:pt x="1101347" y="372304"/>
                </a:cubicBezTo>
                <a:lnTo>
                  <a:pt x="1073086" y="372304"/>
                </a:lnTo>
                <a:lnTo>
                  <a:pt x="1073086" y="345681"/>
                </a:lnTo>
                <a:lnTo>
                  <a:pt x="921543" y="345681"/>
                </a:lnTo>
                <a:lnTo>
                  <a:pt x="921543" y="376400"/>
                </a:lnTo>
                <a:lnTo>
                  <a:pt x="893283" y="376400"/>
                </a:lnTo>
                <a:cubicBezTo>
                  <a:pt x="895194" y="363293"/>
                  <a:pt x="896150" y="353190"/>
                  <a:pt x="896150" y="346091"/>
                </a:cubicBezTo>
                <a:lnTo>
                  <a:pt x="896150" y="264176"/>
                </a:lnTo>
                <a:cubicBezTo>
                  <a:pt x="896150" y="255984"/>
                  <a:pt x="895604" y="248066"/>
                  <a:pt x="894511" y="240421"/>
                </a:cubicBezTo>
                <a:cubicBezTo>
                  <a:pt x="876763" y="250250"/>
                  <a:pt x="856694" y="260353"/>
                  <a:pt x="834304" y="270729"/>
                </a:cubicBezTo>
                <a:cubicBezTo>
                  <a:pt x="831300" y="261445"/>
                  <a:pt x="825020" y="253800"/>
                  <a:pt x="815463" y="247793"/>
                </a:cubicBezTo>
                <a:cubicBezTo>
                  <a:pt x="854783" y="236598"/>
                  <a:pt x="886866" y="221990"/>
                  <a:pt x="911713" y="203968"/>
                </a:cubicBezTo>
                <a:cubicBezTo>
                  <a:pt x="936561" y="185947"/>
                  <a:pt x="955606" y="170861"/>
                  <a:pt x="968849" y="158710"/>
                </a:cubicBezTo>
                <a:cubicBezTo>
                  <a:pt x="982092" y="146560"/>
                  <a:pt x="990898" y="133658"/>
                  <a:pt x="995267" y="120006"/>
                </a:cubicBezTo>
                <a:close/>
                <a:moveTo>
                  <a:pt x="3374488" y="118777"/>
                </a:moveTo>
                <a:cubicBezTo>
                  <a:pt x="3388960" y="120688"/>
                  <a:pt x="3415445" y="121644"/>
                  <a:pt x="3453946" y="121644"/>
                </a:cubicBezTo>
                <a:cubicBezTo>
                  <a:pt x="3492446" y="121644"/>
                  <a:pt x="3519204" y="120688"/>
                  <a:pt x="3534222" y="118777"/>
                </a:cubicBezTo>
                <a:cubicBezTo>
                  <a:pt x="3533403" y="125603"/>
                  <a:pt x="3532993" y="134068"/>
                  <a:pt x="3532993" y="144171"/>
                </a:cubicBezTo>
                <a:lnTo>
                  <a:pt x="3532993" y="278102"/>
                </a:lnTo>
                <a:cubicBezTo>
                  <a:pt x="3532993" y="287931"/>
                  <a:pt x="3533403" y="296396"/>
                  <a:pt x="3534222" y="303495"/>
                </a:cubicBezTo>
                <a:cubicBezTo>
                  <a:pt x="3519204" y="301584"/>
                  <a:pt x="3492514" y="300628"/>
                  <a:pt x="3454150" y="300628"/>
                </a:cubicBezTo>
                <a:cubicBezTo>
                  <a:pt x="3415787" y="300628"/>
                  <a:pt x="3389232" y="301584"/>
                  <a:pt x="3374488" y="303495"/>
                </a:cubicBezTo>
                <a:cubicBezTo>
                  <a:pt x="3375307" y="291208"/>
                  <a:pt x="3375716" y="282743"/>
                  <a:pt x="3375716" y="278102"/>
                </a:cubicBezTo>
                <a:lnTo>
                  <a:pt x="3375716" y="144171"/>
                </a:lnTo>
                <a:cubicBezTo>
                  <a:pt x="3375716" y="135979"/>
                  <a:pt x="3375307" y="127514"/>
                  <a:pt x="3374488" y="118777"/>
                </a:cubicBezTo>
                <a:close/>
                <a:moveTo>
                  <a:pt x="1270501" y="107309"/>
                </a:moveTo>
                <a:lnTo>
                  <a:pt x="1270501" y="202740"/>
                </a:lnTo>
                <a:lnTo>
                  <a:pt x="1357331" y="202740"/>
                </a:lnTo>
                <a:lnTo>
                  <a:pt x="1357331" y="107309"/>
                </a:lnTo>
                <a:close/>
                <a:moveTo>
                  <a:pt x="2643806" y="90926"/>
                </a:moveTo>
                <a:lnTo>
                  <a:pt x="2643806" y="158096"/>
                </a:lnTo>
                <a:lnTo>
                  <a:pt x="2743333" y="158096"/>
                </a:lnTo>
                <a:lnTo>
                  <a:pt x="2743333" y="90926"/>
                </a:lnTo>
                <a:close/>
                <a:moveTo>
                  <a:pt x="2516019" y="90926"/>
                </a:moveTo>
                <a:lnTo>
                  <a:pt x="2516019" y="158096"/>
                </a:lnTo>
                <a:lnTo>
                  <a:pt x="2618003" y="158096"/>
                </a:lnTo>
                <a:lnTo>
                  <a:pt x="2618003" y="90926"/>
                </a:lnTo>
                <a:close/>
                <a:moveTo>
                  <a:pt x="595931" y="90926"/>
                </a:moveTo>
                <a:lnTo>
                  <a:pt x="595931" y="158096"/>
                </a:lnTo>
                <a:lnTo>
                  <a:pt x="695458" y="158096"/>
                </a:lnTo>
                <a:lnTo>
                  <a:pt x="695458" y="90926"/>
                </a:lnTo>
                <a:close/>
                <a:moveTo>
                  <a:pt x="468144" y="90926"/>
                </a:moveTo>
                <a:lnTo>
                  <a:pt x="468144" y="158096"/>
                </a:lnTo>
                <a:lnTo>
                  <a:pt x="570128" y="158096"/>
                </a:lnTo>
                <a:lnTo>
                  <a:pt x="570128" y="90926"/>
                </a:lnTo>
                <a:close/>
                <a:moveTo>
                  <a:pt x="1046464" y="87649"/>
                </a:moveTo>
                <a:cubicBezTo>
                  <a:pt x="1085783" y="108674"/>
                  <a:pt x="1118959" y="130518"/>
                  <a:pt x="1145990" y="153181"/>
                </a:cubicBezTo>
                <a:lnTo>
                  <a:pt x="1129607" y="172431"/>
                </a:lnTo>
                <a:cubicBezTo>
                  <a:pt x="1105033" y="148676"/>
                  <a:pt x="1073222" y="126422"/>
                  <a:pt x="1034176" y="105670"/>
                </a:cubicBezTo>
                <a:close/>
                <a:moveTo>
                  <a:pt x="944479" y="83963"/>
                </a:moveTo>
                <a:cubicBezTo>
                  <a:pt x="950760" y="91608"/>
                  <a:pt x="957586" y="97342"/>
                  <a:pt x="964958" y="101165"/>
                </a:cubicBezTo>
                <a:cubicBezTo>
                  <a:pt x="967689" y="102530"/>
                  <a:pt x="969054" y="104032"/>
                  <a:pt x="969054" y="105670"/>
                </a:cubicBezTo>
                <a:cubicBezTo>
                  <a:pt x="969054" y="107309"/>
                  <a:pt x="967552" y="108264"/>
                  <a:pt x="964549" y="108537"/>
                </a:cubicBezTo>
                <a:cubicBezTo>
                  <a:pt x="959361" y="108811"/>
                  <a:pt x="951579" y="113316"/>
                  <a:pt x="941203" y="122053"/>
                </a:cubicBezTo>
                <a:cubicBezTo>
                  <a:pt x="913898" y="144171"/>
                  <a:pt x="888777" y="163284"/>
                  <a:pt x="865841" y="179394"/>
                </a:cubicBezTo>
                <a:cubicBezTo>
                  <a:pt x="862565" y="170383"/>
                  <a:pt x="856284" y="163557"/>
                  <a:pt x="847001" y="158915"/>
                </a:cubicBezTo>
                <a:cubicBezTo>
                  <a:pt x="892873" y="135979"/>
                  <a:pt x="925366" y="110995"/>
                  <a:pt x="944479" y="83963"/>
                </a:cubicBezTo>
                <a:close/>
                <a:moveTo>
                  <a:pt x="3301174" y="76591"/>
                </a:moveTo>
                <a:cubicBezTo>
                  <a:pt x="3308000" y="79048"/>
                  <a:pt x="3312642" y="80482"/>
                  <a:pt x="3315099" y="80891"/>
                </a:cubicBezTo>
                <a:cubicBezTo>
                  <a:pt x="3317557" y="81301"/>
                  <a:pt x="3321994" y="81506"/>
                  <a:pt x="3328411" y="81506"/>
                </a:cubicBezTo>
                <a:cubicBezTo>
                  <a:pt x="3334827" y="81506"/>
                  <a:pt x="3338036" y="82529"/>
                  <a:pt x="3338036" y="84577"/>
                </a:cubicBezTo>
                <a:cubicBezTo>
                  <a:pt x="3338036" y="86625"/>
                  <a:pt x="3335988" y="89287"/>
                  <a:pt x="3331892" y="92564"/>
                </a:cubicBezTo>
                <a:cubicBezTo>
                  <a:pt x="3330800" y="93383"/>
                  <a:pt x="3329708" y="96523"/>
                  <a:pt x="3328615" y="101984"/>
                </a:cubicBezTo>
                <a:cubicBezTo>
                  <a:pt x="3327523" y="107445"/>
                  <a:pt x="3326977" y="113316"/>
                  <a:pt x="3326977" y="119596"/>
                </a:cubicBezTo>
                <a:lnTo>
                  <a:pt x="3326977" y="380905"/>
                </a:lnTo>
                <a:lnTo>
                  <a:pt x="3299126" y="380905"/>
                </a:lnTo>
                <a:cubicBezTo>
                  <a:pt x="3301856" y="356330"/>
                  <a:pt x="3303222" y="337353"/>
                  <a:pt x="3303222" y="323974"/>
                </a:cubicBezTo>
                <a:lnTo>
                  <a:pt x="3303222" y="128197"/>
                </a:lnTo>
                <a:cubicBezTo>
                  <a:pt x="3303222" y="110449"/>
                  <a:pt x="3302539" y="93247"/>
                  <a:pt x="3301174" y="76591"/>
                </a:cubicBezTo>
                <a:close/>
                <a:moveTo>
                  <a:pt x="2905115" y="61027"/>
                </a:moveTo>
                <a:lnTo>
                  <a:pt x="2905115" y="161373"/>
                </a:lnTo>
                <a:lnTo>
                  <a:pt x="2983753" y="161373"/>
                </a:lnTo>
                <a:lnTo>
                  <a:pt x="2983753" y="61027"/>
                </a:lnTo>
                <a:close/>
                <a:moveTo>
                  <a:pt x="3612860" y="36862"/>
                </a:moveTo>
                <a:cubicBezTo>
                  <a:pt x="3610949" y="46692"/>
                  <a:pt x="3609994" y="62119"/>
                  <a:pt x="3609994" y="83144"/>
                </a:cubicBezTo>
                <a:lnTo>
                  <a:pt x="3609994" y="333394"/>
                </a:lnTo>
                <a:cubicBezTo>
                  <a:pt x="3609994" y="347320"/>
                  <a:pt x="3608424" y="357491"/>
                  <a:pt x="3605283" y="363908"/>
                </a:cubicBezTo>
                <a:cubicBezTo>
                  <a:pt x="3602143" y="370324"/>
                  <a:pt x="3596409" y="374693"/>
                  <a:pt x="3588081" y="377014"/>
                </a:cubicBezTo>
                <a:cubicBezTo>
                  <a:pt x="3579753" y="379335"/>
                  <a:pt x="3566442" y="380768"/>
                  <a:pt x="3548148" y="381314"/>
                </a:cubicBezTo>
                <a:cubicBezTo>
                  <a:pt x="3548967" y="370119"/>
                  <a:pt x="3545280" y="359880"/>
                  <a:pt x="3537089" y="350596"/>
                </a:cubicBezTo>
                <a:cubicBezTo>
                  <a:pt x="3549650" y="352781"/>
                  <a:pt x="3559342" y="353873"/>
                  <a:pt x="3566169" y="353873"/>
                </a:cubicBezTo>
                <a:cubicBezTo>
                  <a:pt x="3572995" y="353873"/>
                  <a:pt x="3577978" y="352644"/>
                  <a:pt x="3581118" y="350187"/>
                </a:cubicBezTo>
                <a:cubicBezTo>
                  <a:pt x="3584258" y="347729"/>
                  <a:pt x="3585828" y="342541"/>
                  <a:pt x="3585828" y="334623"/>
                </a:cubicBezTo>
                <a:lnTo>
                  <a:pt x="3585828" y="61027"/>
                </a:lnTo>
                <a:lnTo>
                  <a:pt x="3507600" y="61027"/>
                </a:lnTo>
                <a:cubicBezTo>
                  <a:pt x="3478384" y="61027"/>
                  <a:pt x="3453263" y="61846"/>
                  <a:pt x="3432238" y="63484"/>
                </a:cubicBezTo>
                <a:lnTo>
                  <a:pt x="3432238" y="37271"/>
                </a:lnTo>
                <a:cubicBezTo>
                  <a:pt x="3452717" y="38910"/>
                  <a:pt x="3483981" y="39729"/>
                  <a:pt x="3526030" y="39729"/>
                </a:cubicBezTo>
                <a:cubicBezTo>
                  <a:pt x="3568080" y="39729"/>
                  <a:pt x="3597024" y="38773"/>
                  <a:pt x="3612860" y="36862"/>
                </a:cubicBezTo>
                <a:close/>
                <a:moveTo>
                  <a:pt x="2877673" y="36862"/>
                </a:moveTo>
                <a:cubicBezTo>
                  <a:pt x="2886411" y="39046"/>
                  <a:pt x="2908733" y="40138"/>
                  <a:pt x="2944639" y="40138"/>
                </a:cubicBezTo>
                <a:cubicBezTo>
                  <a:pt x="2980545" y="40138"/>
                  <a:pt x="3002867" y="39046"/>
                  <a:pt x="3011604" y="36862"/>
                </a:cubicBezTo>
                <a:cubicBezTo>
                  <a:pt x="3009966" y="43961"/>
                  <a:pt x="3009147" y="59115"/>
                  <a:pt x="3009147" y="82325"/>
                </a:cubicBezTo>
                <a:lnTo>
                  <a:pt x="3009147" y="280969"/>
                </a:lnTo>
                <a:cubicBezTo>
                  <a:pt x="3009147" y="298444"/>
                  <a:pt x="3010102" y="316465"/>
                  <a:pt x="3012014" y="335032"/>
                </a:cubicBezTo>
                <a:lnTo>
                  <a:pt x="2983753" y="335032"/>
                </a:lnTo>
                <a:lnTo>
                  <a:pt x="2983753" y="296942"/>
                </a:lnTo>
                <a:lnTo>
                  <a:pt x="2905115" y="296942"/>
                </a:lnTo>
                <a:lnTo>
                  <a:pt x="2905115" y="345272"/>
                </a:lnTo>
                <a:lnTo>
                  <a:pt x="2877264" y="345272"/>
                </a:lnTo>
                <a:cubicBezTo>
                  <a:pt x="2879175" y="329708"/>
                  <a:pt x="2880131" y="310185"/>
                  <a:pt x="2880131" y="286703"/>
                </a:cubicBezTo>
                <a:lnTo>
                  <a:pt x="2880131" y="82325"/>
                </a:lnTo>
                <a:cubicBezTo>
                  <a:pt x="2880131" y="60481"/>
                  <a:pt x="2879312" y="45326"/>
                  <a:pt x="2877673" y="36862"/>
                </a:cubicBezTo>
                <a:close/>
                <a:moveTo>
                  <a:pt x="69627" y="11059"/>
                </a:moveTo>
                <a:cubicBezTo>
                  <a:pt x="77819" y="17339"/>
                  <a:pt x="85669" y="21298"/>
                  <a:pt x="93178" y="22936"/>
                </a:cubicBezTo>
                <a:cubicBezTo>
                  <a:pt x="100687" y="24575"/>
                  <a:pt x="104441" y="26486"/>
                  <a:pt x="104441" y="28670"/>
                </a:cubicBezTo>
                <a:cubicBezTo>
                  <a:pt x="104441" y="30855"/>
                  <a:pt x="102666" y="32493"/>
                  <a:pt x="99117" y="33585"/>
                </a:cubicBezTo>
                <a:cubicBezTo>
                  <a:pt x="95567" y="34677"/>
                  <a:pt x="91949" y="37340"/>
                  <a:pt x="88263" y="41572"/>
                </a:cubicBezTo>
                <a:cubicBezTo>
                  <a:pt x="84577" y="45804"/>
                  <a:pt x="78775" y="54883"/>
                  <a:pt x="70856" y="68809"/>
                </a:cubicBezTo>
                <a:cubicBezTo>
                  <a:pt x="62938" y="82734"/>
                  <a:pt x="50923" y="104715"/>
                  <a:pt x="34813" y="134750"/>
                </a:cubicBezTo>
                <a:lnTo>
                  <a:pt x="95021" y="131883"/>
                </a:lnTo>
                <a:cubicBezTo>
                  <a:pt x="107308" y="111951"/>
                  <a:pt x="114817" y="96796"/>
                  <a:pt x="117548" y="86420"/>
                </a:cubicBezTo>
                <a:cubicBezTo>
                  <a:pt x="127377" y="94612"/>
                  <a:pt x="136252" y="100756"/>
                  <a:pt x="144170" y="104851"/>
                </a:cubicBezTo>
                <a:cubicBezTo>
                  <a:pt x="147174" y="106490"/>
                  <a:pt x="148675" y="108060"/>
                  <a:pt x="148675" y="109561"/>
                </a:cubicBezTo>
                <a:cubicBezTo>
                  <a:pt x="148675" y="111063"/>
                  <a:pt x="146969" y="112292"/>
                  <a:pt x="143556" y="113248"/>
                </a:cubicBezTo>
                <a:cubicBezTo>
                  <a:pt x="140143" y="114203"/>
                  <a:pt x="137071" y="115842"/>
                  <a:pt x="134340" y="118162"/>
                </a:cubicBezTo>
                <a:cubicBezTo>
                  <a:pt x="131610" y="120483"/>
                  <a:pt x="127377" y="125535"/>
                  <a:pt x="121643" y="133317"/>
                </a:cubicBezTo>
                <a:cubicBezTo>
                  <a:pt x="115909" y="141099"/>
                  <a:pt x="106216" y="154683"/>
                  <a:pt x="92564" y="174069"/>
                </a:cubicBezTo>
                <a:lnTo>
                  <a:pt x="49149" y="237554"/>
                </a:lnTo>
                <a:lnTo>
                  <a:pt x="130654" y="226905"/>
                </a:lnTo>
                <a:cubicBezTo>
                  <a:pt x="129289" y="232093"/>
                  <a:pt x="128606" y="236393"/>
                  <a:pt x="128606" y="239806"/>
                </a:cubicBezTo>
                <a:cubicBezTo>
                  <a:pt x="128606" y="243219"/>
                  <a:pt x="128879" y="246428"/>
                  <a:pt x="129425" y="249431"/>
                </a:cubicBezTo>
                <a:lnTo>
                  <a:pt x="53654" y="258032"/>
                </a:lnTo>
                <a:cubicBezTo>
                  <a:pt x="35906" y="260490"/>
                  <a:pt x="23209" y="263630"/>
                  <a:pt x="15563" y="267453"/>
                </a:cubicBezTo>
                <a:cubicBezTo>
                  <a:pt x="14471" y="257623"/>
                  <a:pt x="11604" y="248749"/>
                  <a:pt x="6962" y="240830"/>
                </a:cubicBezTo>
                <a:cubicBezTo>
                  <a:pt x="11331" y="240011"/>
                  <a:pt x="16792" y="237485"/>
                  <a:pt x="23345" y="233253"/>
                </a:cubicBezTo>
                <a:cubicBezTo>
                  <a:pt x="29899" y="229021"/>
                  <a:pt x="36725" y="221717"/>
                  <a:pt x="43824" y="211341"/>
                </a:cubicBezTo>
                <a:lnTo>
                  <a:pt x="82324" y="152362"/>
                </a:lnTo>
                <a:lnTo>
                  <a:pt x="39319" y="155229"/>
                </a:lnTo>
                <a:cubicBezTo>
                  <a:pt x="27578" y="156048"/>
                  <a:pt x="17748" y="158233"/>
                  <a:pt x="9829" y="161782"/>
                </a:cubicBezTo>
                <a:cubicBezTo>
                  <a:pt x="9010" y="150860"/>
                  <a:pt x="5734" y="141030"/>
                  <a:pt x="0" y="132293"/>
                </a:cubicBezTo>
                <a:cubicBezTo>
                  <a:pt x="16656" y="129016"/>
                  <a:pt x="39865" y="88605"/>
                  <a:pt x="69627" y="11059"/>
                </a:cubicBezTo>
                <a:close/>
                <a:moveTo>
                  <a:pt x="1810730" y="9420"/>
                </a:moveTo>
                <a:cubicBezTo>
                  <a:pt x="1821926" y="25803"/>
                  <a:pt x="1832984" y="45190"/>
                  <a:pt x="1843906" y="67580"/>
                </a:cubicBezTo>
                <a:cubicBezTo>
                  <a:pt x="1910803" y="67580"/>
                  <a:pt x="1963502" y="66351"/>
                  <a:pt x="2002002" y="63894"/>
                </a:cubicBezTo>
                <a:lnTo>
                  <a:pt x="2002002" y="92974"/>
                </a:lnTo>
                <a:cubicBezTo>
                  <a:pt x="1962137" y="90243"/>
                  <a:pt x="1902612" y="88878"/>
                  <a:pt x="1823427" y="88878"/>
                </a:cubicBezTo>
                <a:cubicBezTo>
                  <a:pt x="1797214" y="122736"/>
                  <a:pt x="1766223" y="154000"/>
                  <a:pt x="1730454" y="182671"/>
                </a:cubicBezTo>
                <a:lnTo>
                  <a:pt x="1914762" y="178165"/>
                </a:lnTo>
                <a:cubicBezTo>
                  <a:pt x="1898653" y="158779"/>
                  <a:pt x="1882133" y="141440"/>
                  <a:pt x="1865204" y="126149"/>
                </a:cubicBezTo>
                <a:lnTo>
                  <a:pt x="1884454" y="110585"/>
                </a:lnTo>
                <a:cubicBezTo>
                  <a:pt x="1920224" y="145809"/>
                  <a:pt x="1949850" y="179530"/>
                  <a:pt x="1973332" y="211750"/>
                </a:cubicBezTo>
                <a:lnTo>
                  <a:pt x="1950805" y="228543"/>
                </a:lnTo>
                <a:cubicBezTo>
                  <a:pt x="1943979" y="217348"/>
                  <a:pt x="1936880" y="206699"/>
                  <a:pt x="1929507" y="196596"/>
                </a:cubicBezTo>
                <a:lnTo>
                  <a:pt x="1872986" y="199054"/>
                </a:lnTo>
                <a:lnTo>
                  <a:pt x="1872986" y="319469"/>
                </a:lnTo>
                <a:cubicBezTo>
                  <a:pt x="1872986" y="327114"/>
                  <a:pt x="1874010" y="332575"/>
                  <a:pt x="1876058" y="335852"/>
                </a:cubicBezTo>
                <a:cubicBezTo>
                  <a:pt x="1878106" y="339128"/>
                  <a:pt x="1882747" y="341381"/>
                  <a:pt x="1889983" y="342610"/>
                </a:cubicBezTo>
                <a:cubicBezTo>
                  <a:pt x="1897219" y="343838"/>
                  <a:pt x="1910530" y="344453"/>
                  <a:pt x="1929917" y="344453"/>
                </a:cubicBezTo>
                <a:cubicBezTo>
                  <a:pt x="1949303" y="344453"/>
                  <a:pt x="1961727" y="341176"/>
                  <a:pt x="1967188" y="334623"/>
                </a:cubicBezTo>
                <a:cubicBezTo>
                  <a:pt x="1972649" y="328070"/>
                  <a:pt x="1975380" y="314963"/>
                  <a:pt x="1975380" y="295304"/>
                </a:cubicBezTo>
                <a:cubicBezTo>
                  <a:pt x="1985209" y="302949"/>
                  <a:pt x="1995176" y="307591"/>
                  <a:pt x="2005278" y="309229"/>
                </a:cubicBezTo>
                <a:cubicBezTo>
                  <a:pt x="2002548" y="322609"/>
                  <a:pt x="1999340" y="333599"/>
                  <a:pt x="1995654" y="342200"/>
                </a:cubicBezTo>
                <a:cubicBezTo>
                  <a:pt x="1991968" y="350801"/>
                  <a:pt x="1985551" y="357423"/>
                  <a:pt x="1976404" y="362064"/>
                </a:cubicBezTo>
                <a:cubicBezTo>
                  <a:pt x="1967256" y="366706"/>
                  <a:pt x="1950191" y="369027"/>
                  <a:pt x="1925207" y="369027"/>
                </a:cubicBezTo>
                <a:cubicBezTo>
                  <a:pt x="1900222" y="369027"/>
                  <a:pt x="1882679" y="367867"/>
                  <a:pt x="1872576" y="365546"/>
                </a:cubicBezTo>
                <a:cubicBezTo>
                  <a:pt x="1862473" y="363225"/>
                  <a:pt x="1855784" y="359266"/>
                  <a:pt x="1852507" y="353668"/>
                </a:cubicBezTo>
                <a:cubicBezTo>
                  <a:pt x="1849230" y="348071"/>
                  <a:pt x="1847592" y="339401"/>
                  <a:pt x="1847592" y="327660"/>
                </a:cubicBezTo>
                <a:lnTo>
                  <a:pt x="1847592" y="200282"/>
                </a:lnTo>
                <a:lnTo>
                  <a:pt x="1777145" y="203149"/>
                </a:lnTo>
                <a:cubicBezTo>
                  <a:pt x="1777145" y="259398"/>
                  <a:pt x="1768886" y="298853"/>
                  <a:pt x="1752366" y="321517"/>
                </a:cubicBezTo>
                <a:cubicBezTo>
                  <a:pt x="1735846" y="344180"/>
                  <a:pt x="1706835" y="362337"/>
                  <a:pt x="1665331" y="375990"/>
                </a:cubicBezTo>
                <a:cubicBezTo>
                  <a:pt x="1660962" y="363976"/>
                  <a:pt x="1653727" y="355102"/>
                  <a:pt x="1643624" y="349368"/>
                </a:cubicBezTo>
                <a:cubicBezTo>
                  <a:pt x="1685674" y="339811"/>
                  <a:pt x="1714412" y="325749"/>
                  <a:pt x="1729839" y="307181"/>
                </a:cubicBezTo>
                <a:cubicBezTo>
                  <a:pt x="1745267" y="288614"/>
                  <a:pt x="1752980" y="254210"/>
                  <a:pt x="1752980" y="203968"/>
                </a:cubicBezTo>
                <a:cubicBezTo>
                  <a:pt x="1721307" y="205607"/>
                  <a:pt x="1697824" y="208474"/>
                  <a:pt x="1682534" y="212570"/>
                </a:cubicBezTo>
                <a:cubicBezTo>
                  <a:pt x="1681168" y="201374"/>
                  <a:pt x="1678165" y="191545"/>
                  <a:pt x="1673523" y="183080"/>
                </a:cubicBezTo>
                <a:cubicBezTo>
                  <a:pt x="1685264" y="182807"/>
                  <a:pt x="1695981" y="180008"/>
                  <a:pt x="1705674" y="174684"/>
                </a:cubicBezTo>
                <a:cubicBezTo>
                  <a:pt x="1715368" y="169359"/>
                  <a:pt x="1729430" y="157277"/>
                  <a:pt x="1747861" y="138436"/>
                </a:cubicBezTo>
                <a:cubicBezTo>
                  <a:pt x="1766292" y="119596"/>
                  <a:pt x="1780422" y="103076"/>
                  <a:pt x="1790252" y="88878"/>
                </a:cubicBezTo>
                <a:cubicBezTo>
                  <a:pt x="1733184" y="88878"/>
                  <a:pt x="1684308" y="90243"/>
                  <a:pt x="1643624" y="92974"/>
                </a:cubicBezTo>
                <a:lnTo>
                  <a:pt x="1643624" y="63894"/>
                </a:lnTo>
                <a:cubicBezTo>
                  <a:pt x="1685127" y="66351"/>
                  <a:pt x="1742604" y="67580"/>
                  <a:pt x="1816055" y="67580"/>
                </a:cubicBezTo>
                <a:cubicBezTo>
                  <a:pt x="1806771" y="50105"/>
                  <a:pt x="1795713" y="35633"/>
                  <a:pt x="1782879" y="24165"/>
                </a:cubicBezTo>
                <a:close/>
                <a:moveTo>
                  <a:pt x="1450714" y="9011"/>
                </a:moveTo>
                <a:cubicBezTo>
                  <a:pt x="1461363" y="14199"/>
                  <a:pt x="1471329" y="17339"/>
                  <a:pt x="1480613" y="18431"/>
                </a:cubicBezTo>
                <a:cubicBezTo>
                  <a:pt x="1484436" y="18977"/>
                  <a:pt x="1486347" y="20206"/>
                  <a:pt x="1486347" y="22117"/>
                </a:cubicBezTo>
                <a:cubicBezTo>
                  <a:pt x="1486347" y="24029"/>
                  <a:pt x="1484504" y="26418"/>
                  <a:pt x="1480818" y="29285"/>
                </a:cubicBezTo>
                <a:cubicBezTo>
                  <a:pt x="1477132" y="32152"/>
                  <a:pt x="1470374" y="48876"/>
                  <a:pt x="1460544" y="79458"/>
                </a:cubicBezTo>
                <a:lnTo>
                  <a:pt x="1525666" y="79458"/>
                </a:lnTo>
                <a:cubicBezTo>
                  <a:pt x="1541503" y="79458"/>
                  <a:pt x="1556658" y="78365"/>
                  <a:pt x="1571129" y="76181"/>
                </a:cubicBezTo>
                <a:cubicBezTo>
                  <a:pt x="1569491" y="88195"/>
                  <a:pt x="1568535" y="101711"/>
                  <a:pt x="1568262" y="116729"/>
                </a:cubicBezTo>
                <a:lnTo>
                  <a:pt x="1564166" y="325612"/>
                </a:lnTo>
                <a:cubicBezTo>
                  <a:pt x="1563893" y="344999"/>
                  <a:pt x="1556111" y="357969"/>
                  <a:pt x="1540820" y="364522"/>
                </a:cubicBezTo>
                <a:cubicBezTo>
                  <a:pt x="1525530" y="371075"/>
                  <a:pt x="1503276" y="374352"/>
                  <a:pt x="1474060" y="374352"/>
                </a:cubicBezTo>
                <a:cubicBezTo>
                  <a:pt x="1473241" y="363976"/>
                  <a:pt x="1469145" y="353327"/>
                  <a:pt x="1461773" y="342405"/>
                </a:cubicBezTo>
                <a:cubicBezTo>
                  <a:pt x="1473787" y="342951"/>
                  <a:pt x="1485118" y="343224"/>
                  <a:pt x="1495767" y="343224"/>
                </a:cubicBezTo>
                <a:cubicBezTo>
                  <a:pt x="1506416" y="343224"/>
                  <a:pt x="1515017" y="341790"/>
                  <a:pt x="1521570" y="338923"/>
                </a:cubicBezTo>
                <a:cubicBezTo>
                  <a:pt x="1528124" y="336056"/>
                  <a:pt x="1532424" y="331073"/>
                  <a:pt x="1534472" y="323974"/>
                </a:cubicBezTo>
                <a:cubicBezTo>
                  <a:pt x="1536520" y="316875"/>
                  <a:pt x="1537680" y="305407"/>
                  <a:pt x="1537954" y="289570"/>
                </a:cubicBezTo>
                <a:lnTo>
                  <a:pt x="1540001" y="101575"/>
                </a:lnTo>
                <a:lnTo>
                  <a:pt x="1453172" y="101575"/>
                </a:lnTo>
                <a:cubicBezTo>
                  <a:pt x="1440884" y="130791"/>
                  <a:pt x="1428051" y="156048"/>
                  <a:pt x="1414672" y="177346"/>
                </a:cubicBezTo>
                <a:cubicBezTo>
                  <a:pt x="1406480" y="171885"/>
                  <a:pt x="1398016" y="167926"/>
                  <a:pt x="1389278" y="165468"/>
                </a:cubicBezTo>
                <a:cubicBezTo>
                  <a:pt x="1407299" y="139802"/>
                  <a:pt x="1420337" y="115500"/>
                  <a:pt x="1428392" y="92564"/>
                </a:cubicBezTo>
                <a:cubicBezTo>
                  <a:pt x="1436447" y="69628"/>
                  <a:pt x="1443888" y="41777"/>
                  <a:pt x="1450714" y="9011"/>
                </a:cubicBezTo>
                <a:close/>
                <a:moveTo>
                  <a:pt x="2136342" y="7782"/>
                </a:moveTo>
                <a:cubicBezTo>
                  <a:pt x="2150268" y="28534"/>
                  <a:pt x="2162146" y="50514"/>
                  <a:pt x="2171976" y="73724"/>
                </a:cubicBezTo>
                <a:cubicBezTo>
                  <a:pt x="2196550" y="73724"/>
                  <a:pt x="2219077" y="72768"/>
                  <a:pt x="2239556" y="70857"/>
                </a:cubicBezTo>
                <a:lnTo>
                  <a:pt x="2239556" y="96250"/>
                </a:lnTo>
                <a:cubicBezTo>
                  <a:pt x="2211977" y="94339"/>
                  <a:pt x="2175935" y="93383"/>
                  <a:pt x="2131428" y="93383"/>
                </a:cubicBezTo>
                <a:lnTo>
                  <a:pt x="2131428" y="163421"/>
                </a:lnTo>
                <a:lnTo>
                  <a:pt x="2183853" y="163421"/>
                </a:lnTo>
                <a:cubicBezTo>
                  <a:pt x="2197506" y="163421"/>
                  <a:pt x="2208701" y="162874"/>
                  <a:pt x="2217438" y="161782"/>
                </a:cubicBezTo>
                <a:lnTo>
                  <a:pt x="2207199" y="315782"/>
                </a:lnTo>
                <a:cubicBezTo>
                  <a:pt x="2206380" y="326158"/>
                  <a:pt x="2203991" y="334009"/>
                  <a:pt x="2200032" y="339333"/>
                </a:cubicBezTo>
                <a:cubicBezTo>
                  <a:pt x="2196072" y="344657"/>
                  <a:pt x="2189178" y="348617"/>
                  <a:pt x="2179348" y="351211"/>
                </a:cubicBezTo>
                <a:cubicBezTo>
                  <a:pt x="2169518" y="353805"/>
                  <a:pt x="2154500" y="355784"/>
                  <a:pt x="2134295" y="357150"/>
                </a:cubicBezTo>
                <a:cubicBezTo>
                  <a:pt x="2134841" y="346228"/>
                  <a:pt x="2131564" y="335852"/>
                  <a:pt x="2124465" y="326022"/>
                </a:cubicBezTo>
                <a:cubicBezTo>
                  <a:pt x="2137298" y="327660"/>
                  <a:pt x="2148084" y="328479"/>
                  <a:pt x="2156821" y="328479"/>
                </a:cubicBezTo>
                <a:cubicBezTo>
                  <a:pt x="2165559" y="328479"/>
                  <a:pt x="2172180" y="327114"/>
                  <a:pt x="2176686" y="324384"/>
                </a:cubicBezTo>
                <a:cubicBezTo>
                  <a:pt x="2181191" y="321653"/>
                  <a:pt x="2183717" y="315509"/>
                  <a:pt x="2184263" y="305953"/>
                </a:cubicBezTo>
                <a:lnTo>
                  <a:pt x="2191635" y="183080"/>
                </a:lnTo>
                <a:lnTo>
                  <a:pt x="2131428" y="183080"/>
                </a:lnTo>
                <a:cubicBezTo>
                  <a:pt x="2131155" y="219396"/>
                  <a:pt x="2126376" y="251684"/>
                  <a:pt x="2117092" y="279945"/>
                </a:cubicBezTo>
                <a:cubicBezTo>
                  <a:pt x="2107809" y="308205"/>
                  <a:pt x="2090880" y="338309"/>
                  <a:pt x="2066305" y="370256"/>
                </a:cubicBezTo>
                <a:cubicBezTo>
                  <a:pt x="2058387" y="362884"/>
                  <a:pt x="2049513" y="357696"/>
                  <a:pt x="2039683" y="354692"/>
                </a:cubicBezTo>
                <a:cubicBezTo>
                  <a:pt x="2064530" y="329571"/>
                  <a:pt x="2081937" y="304383"/>
                  <a:pt x="2091904" y="279125"/>
                </a:cubicBezTo>
                <a:cubicBezTo>
                  <a:pt x="2101870" y="253868"/>
                  <a:pt x="2106853" y="219259"/>
                  <a:pt x="2106853" y="175298"/>
                </a:cubicBezTo>
                <a:lnTo>
                  <a:pt x="2106853" y="93383"/>
                </a:lnTo>
                <a:cubicBezTo>
                  <a:pt x="2085282" y="93656"/>
                  <a:pt x="2066169" y="94612"/>
                  <a:pt x="2049513" y="96250"/>
                </a:cubicBezTo>
                <a:lnTo>
                  <a:pt x="2049513" y="70857"/>
                </a:lnTo>
                <a:cubicBezTo>
                  <a:pt x="2075179" y="72768"/>
                  <a:pt x="2106990" y="73724"/>
                  <a:pt x="2144944" y="73724"/>
                </a:cubicBezTo>
                <a:cubicBezTo>
                  <a:pt x="2133748" y="52153"/>
                  <a:pt x="2122417" y="34677"/>
                  <a:pt x="2110949" y="21298"/>
                </a:cubicBezTo>
                <a:close/>
                <a:moveTo>
                  <a:pt x="2277236" y="7372"/>
                </a:moveTo>
                <a:cubicBezTo>
                  <a:pt x="2286793" y="12287"/>
                  <a:pt x="2296623" y="15291"/>
                  <a:pt x="2306726" y="16383"/>
                </a:cubicBezTo>
                <a:cubicBezTo>
                  <a:pt x="2311094" y="16929"/>
                  <a:pt x="2313279" y="18158"/>
                  <a:pt x="2313279" y="20069"/>
                </a:cubicBezTo>
                <a:cubicBezTo>
                  <a:pt x="2313279" y="21981"/>
                  <a:pt x="2311094" y="24302"/>
                  <a:pt x="2306726" y="27032"/>
                </a:cubicBezTo>
                <a:cubicBezTo>
                  <a:pt x="2302357" y="29763"/>
                  <a:pt x="2298125" y="37271"/>
                  <a:pt x="2294029" y="49559"/>
                </a:cubicBezTo>
                <a:cubicBezTo>
                  <a:pt x="2289933" y="61846"/>
                  <a:pt x="2285974" y="73041"/>
                  <a:pt x="2282151" y="83144"/>
                </a:cubicBezTo>
                <a:lnTo>
                  <a:pt x="2359152" y="83144"/>
                </a:lnTo>
                <a:cubicBezTo>
                  <a:pt x="2380995" y="83144"/>
                  <a:pt x="2398744" y="82598"/>
                  <a:pt x="2412396" y="81506"/>
                </a:cubicBezTo>
                <a:lnTo>
                  <a:pt x="2412396" y="105261"/>
                </a:lnTo>
                <a:cubicBezTo>
                  <a:pt x="2407208" y="104715"/>
                  <a:pt x="2395604" y="104169"/>
                  <a:pt x="2377582" y="103623"/>
                </a:cubicBezTo>
                <a:cubicBezTo>
                  <a:pt x="2370483" y="190999"/>
                  <a:pt x="2355056" y="252844"/>
                  <a:pt x="2331300" y="289160"/>
                </a:cubicBezTo>
                <a:cubicBezTo>
                  <a:pt x="2353144" y="315100"/>
                  <a:pt x="2382907" y="333940"/>
                  <a:pt x="2420588" y="345681"/>
                </a:cubicBezTo>
                <a:cubicBezTo>
                  <a:pt x="2410758" y="353600"/>
                  <a:pt x="2403522" y="363020"/>
                  <a:pt x="2398880" y="373942"/>
                </a:cubicBezTo>
                <a:cubicBezTo>
                  <a:pt x="2363930" y="356467"/>
                  <a:pt x="2336215" y="335306"/>
                  <a:pt x="2315736" y="310458"/>
                </a:cubicBezTo>
                <a:cubicBezTo>
                  <a:pt x="2297715" y="332575"/>
                  <a:pt x="2267816" y="354965"/>
                  <a:pt x="2226040" y="377628"/>
                </a:cubicBezTo>
                <a:cubicBezTo>
                  <a:pt x="2221124" y="369164"/>
                  <a:pt x="2212933" y="361928"/>
                  <a:pt x="2201465" y="355921"/>
                </a:cubicBezTo>
                <a:cubicBezTo>
                  <a:pt x="2247610" y="337353"/>
                  <a:pt x="2280786" y="315236"/>
                  <a:pt x="2300992" y="289570"/>
                </a:cubicBezTo>
                <a:cubicBezTo>
                  <a:pt x="2280513" y="256804"/>
                  <a:pt x="2266041" y="211614"/>
                  <a:pt x="2257577" y="154000"/>
                </a:cubicBezTo>
                <a:lnTo>
                  <a:pt x="2282561" y="149085"/>
                </a:lnTo>
                <a:cubicBezTo>
                  <a:pt x="2285838" y="197415"/>
                  <a:pt x="2296896" y="237008"/>
                  <a:pt x="2315736" y="267862"/>
                </a:cubicBezTo>
                <a:cubicBezTo>
                  <a:pt x="2335942" y="233185"/>
                  <a:pt x="2348093" y="178438"/>
                  <a:pt x="2352188" y="103623"/>
                </a:cubicBezTo>
                <a:lnTo>
                  <a:pt x="2273960" y="103623"/>
                </a:lnTo>
                <a:cubicBezTo>
                  <a:pt x="2265495" y="123555"/>
                  <a:pt x="2255256" y="143897"/>
                  <a:pt x="2243242" y="164649"/>
                </a:cubicBezTo>
                <a:cubicBezTo>
                  <a:pt x="2235050" y="158369"/>
                  <a:pt x="2226586" y="154683"/>
                  <a:pt x="2217848" y="153591"/>
                </a:cubicBezTo>
                <a:cubicBezTo>
                  <a:pt x="2232047" y="136389"/>
                  <a:pt x="2244470" y="114613"/>
                  <a:pt x="2255119" y="88264"/>
                </a:cubicBezTo>
                <a:cubicBezTo>
                  <a:pt x="2265768" y="61914"/>
                  <a:pt x="2273141" y="34950"/>
                  <a:pt x="2277236" y="7372"/>
                </a:cubicBezTo>
                <a:close/>
                <a:moveTo>
                  <a:pt x="1302038" y="5734"/>
                </a:moveTo>
                <a:cubicBezTo>
                  <a:pt x="1312687" y="9284"/>
                  <a:pt x="1323473" y="12151"/>
                  <a:pt x="1334395" y="14335"/>
                </a:cubicBezTo>
                <a:cubicBezTo>
                  <a:pt x="1337398" y="14881"/>
                  <a:pt x="1338900" y="16042"/>
                  <a:pt x="1338900" y="17817"/>
                </a:cubicBezTo>
                <a:cubicBezTo>
                  <a:pt x="1338900" y="19591"/>
                  <a:pt x="1337808" y="21571"/>
                  <a:pt x="1335624" y="23755"/>
                </a:cubicBezTo>
                <a:cubicBezTo>
                  <a:pt x="1328251" y="31128"/>
                  <a:pt x="1319514" y="51880"/>
                  <a:pt x="1309411" y="86011"/>
                </a:cubicBezTo>
                <a:cubicBezTo>
                  <a:pt x="1339173" y="86011"/>
                  <a:pt x="1364430" y="84919"/>
                  <a:pt x="1385182" y="82734"/>
                </a:cubicBezTo>
                <a:cubicBezTo>
                  <a:pt x="1383271" y="93383"/>
                  <a:pt x="1382315" y="105807"/>
                  <a:pt x="1382315" y="120006"/>
                </a:cubicBezTo>
                <a:lnTo>
                  <a:pt x="1382315" y="315782"/>
                </a:lnTo>
                <a:cubicBezTo>
                  <a:pt x="1382315" y="337899"/>
                  <a:pt x="1383271" y="357832"/>
                  <a:pt x="1385182" y="375580"/>
                </a:cubicBezTo>
                <a:lnTo>
                  <a:pt x="1357331" y="375580"/>
                </a:lnTo>
                <a:lnTo>
                  <a:pt x="1357331" y="337899"/>
                </a:lnTo>
                <a:lnTo>
                  <a:pt x="1270501" y="337899"/>
                </a:lnTo>
                <a:lnTo>
                  <a:pt x="1270501" y="378857"/>
                </a:lnTo>
                <a:lnTo>
                  <a:pt x="1241831" y="378857"/>
                </a:lnTo>
                <a:cubicBezTo>
                  <a:pt x="1244015" y="358105"/>
                  <a:pt x="1245107" y="338173"/>
                  <a:pt x="1245107" y="319059"/>
                </a:cubicBezTo>
                <a:lnTo>
                  <a:pt x="1245107" y="120006"/>
                </a:lnTo>
                <a:cubicBezTo>
                  <a:pt x="1245107" y="107445"/>
                  <a:pt x="1244152" y="95022"/>
                  <a:pt x="1242241" y="82734"/>
                </a:cubicBezTo>
                <a:cubicBezTo>
                  <a:pt x="1253982" y="84646"/>
                  <a:pt x="1268726" y="85738"/>
                  <a:pt x="1286475" y="86011"/>
                </a:cubicBezTo>
                <a:cubicBezTo>
                  <a:pt x="1295758" y="57614"/>
                  <a:pt x="1300946" y="30855"/>
                  <a:pt x="1302038" y="5734"/>
                </a:cubicBezTo>
                <a:close/>
                <a:moveTo>
                  <a:pt x="234277" y="5325"/>
                </a:moveTo>
                <a:cubicBezTo>
                  <a:pt x="244925" y="7236"/>
                  <a:pt x="255574" y="8192"/>
                  <a:pt x="266223" y="8192"/>
                </a:cubicBezTo>
                <a:cubicBezTo>
                  <a:pt x="270046" y="8192"/>
                  <a:pt x="271957" y="8942"/>
                  <a:pt x="271957" y="10444"/>
                </a:cubicBezTo>
                <a:cubicBezTo>
                  <a:pt x="271957" y="11946"/>
                  <a:pt x="271002" y="13038"/>
                  <a:pt x="269090" y="13721"/>
                </a:cubicBezTo>
                <a:cubicBezTo>
                  <a:pt x="267179" y="14404"/>
                  <a:pt x="265609" y="16042"/>
                  <a:pt x="264380" y="18636"/>
                </a:cubicBezTo>
                <a:cubicBezTo>
                  <a:pt x="263152" y="21230"/>
                  <a:pt x="262537" y="23892"/>
                  <a:pt x="262537" y="26622"/>
                </a:cubicBezTo>
                <a:lnTo>
                  <a:pt x="262537" y="72495"/>
                </a:lnTo>
                <a:cubicBezTo>
                  <a:pt x="306771" y="72495"/>
                  <a:pt x="341858" y="71130"/>
                  <a:pt x="367798" y="68399"/>
                </a:cubicBezTo>
                <a:lnTo>
                  <a:pt x="367798" y="96660"/>
                </a:lnTo>
                <a:cubicBezTo>
                  <a:pt x="341858" y="93929"/>
                  <a:pt x="306771" y="92564"/>
                  <a:pt x="262537" y="92564"/>
                </a:cubicBezTo>
                <a:lnTo>
                  <a:pt x="262537" y="156867"/>
                </a:lnTo>
                <a:cubicBezTo>
                  <a:pt x="303222" y="156594"/>
                  <a:pt x="334486" y="155229"/>
                  <a:pt x="356330" y="152772"/>
                </a:cubicBezTo>
                <a:lnTo>
                  <a:pt x="356330" y="180623"/>
                </a:lnTo>
                <a:cubicBezTo>
                  <a:pt x="332301" y="177892"/>
                  <a:pt x="296873" y="176527"/>
                  <a:pt x="250045" y="176527"/>
                </a:cubicBezTo>
                <a:cubicBezTo>
                  <a:pt x="203217" y="176527"/>
                  <a:pt x="167925" y="177892"/>
                  <a:pt x="144170" y="180623"/>
                </a:cubicBezTo>
                <a:lnTo>
                  <a:pt x="144170" y="152772"/>
                </a:lnTo>
                <a:cubicBezTo>
                  <a:pt x="166014" y="155229"/>
                  <a:pt x="197005" y="156594"/>
                  <a:pt x="237144" y="156867"/>
                </a:cubicBezTo>
                <a:lnTo>
                  <a:pt x="237144" y="92564"/>
                </a:lnTo>
                <a:cubicBezTo>
                  <a:pt x="196459" y="92837"/>
                  <a:pt x="162737" y="94202"/>
                  <a:pt x="135979" y="96660"/>
                </a:cubicBezTo>
                <a:lnTo>
                  <a:pt x="135979" y="68399"/>
                </a:lnTo>
                <a:cubicBezTo>
                  <a:pt x="162737" y="70857"/>
                  <a:pt x="196459" y="72222"/>
                  <a:pt x="237144" y="72495"/>
                </a:cubicBezTo>
                <a:lnTo>
                  <a:pt x="237144" y="60208"/>
                </a:lnTo>
                <a:cubicBezTo>
                  <a:pt x="237144" y="35906"/>
                  <a:pt x="236188" y="17612"/>
                  <a:pt x="234277" y="5325"/>
                </a:cubicBezTo>
                <a:close/>
                <a:moveTo>
                  <a:pt x="3329025" y="3686"/>
                </a:moveTo>
                <a:cubicBezTo>
                  <a:pt x="3354146" y="21981"/>
                  <a:pt x="3375170" y="40002"/>
                  <a:pt x="3392100" y="57750"/>
                </a:cubicBezTo>
                <a:lnTo>
                  <a:pt x="3371621" y="77410"/>
                </a:lnTo>
                <a:cubicBezTo>
                  <a:pt x="3358514" y="58023"/>
                  <a:pt x="3339128" y="39456"/>
                  <a:pt x="3313461" y="21708"/>
                </a:cubicBezTo>
                <a:close/>
                <a:moveTo>
                  <a:pt x="2613497" y="3686"/>
                </a:moveTo>
                <a:cubicBezTo>
                  <a:pt x="2625785" y="5325"/>
                  <a:pt x="2637799" y="6144"/>
                  <a:pt x="2649540" y="6144"/>
                </a:cubicBezTo>
                <a:cubicBezTo>
                  <a:pt x="2654455" y="6144"/>
                  <a:pt x="2656912" y="7304"/>
                  <a:pt x="2656912" y="9625"/>
                </a:cubicBezTo>
                <a:cubicBezTo>
                  <a:pt x="2656912" y="11946"/>
                  <a:pt x="2655547" y="13653"/>
                  <a:pt x="2652817" y="14745"/>
                </a:cubicBezTo>
                <a:cubicBezTo>
                  <a:pt x="2650086" y="15837"/>
                  <a:pt x="2647902" y="17885"/>
                  <a:pt x="2646263" y="20888"/>
                </a:cubicBezTo>
                <a:cubicBezTo>
                  <a:pt x="2644625" y="23892"/>
                  <a:pt x="2643806" y="26622"/>
                  <a:pt x="2643806" y="29080"/>
                </a:cubicBezTo>
                <a:lnTo>
                  <a:pt x="2643806" y="70447"/>
                </a:lnTo>
                <a:cubicBezTo>
                  <a:pt x="2702785" y="70174"/>
                  <a:pt x="2745517" y="68536"/>
                  <a:pt x="2772003" y="65532"/>
                </a:cubicBezTo>
                <a:cubicBezTo>
                  <a:pt x="2770092" y="76727"/>
                  <a:pt x="2769136" y="92154"/>
                  <a:pt x="2769136" y="111814"/>
                </a:cubicBezTo>
                <a:lnTo>
                  <a:pt x="2769136" y="232639"/>
                </a:lnTo>
                <a:cubicBezTo>
                  <a:pt x="2769136" y="252025"/>
                  <a:pt x="2770501" y="271548"/>
                  <a:pt x="2773232" y="291208"/>
                </a:cubicBezTo>
                <a:lnTo>
                  <a:pt x="2743333" y="291208"/>
                </a:lnTo>
                <a:lnTo>
                  <a:pt x="2743333" y="261719"/>
                </a:lnTo>
                <a:lnTo>
                  <a:pt x="2643806" y="261719"/>
                </a:lnTo>
                <a:lnTo>
                  <a:pt x="2643806" y="319059"/>
                </a:lnTo>
                <a:cubicBezTo>
                  <a:pt x="2643806" y="328070"/>
                  <a:pt x="2644694" y="334623"/>
                  <a:pt x="2646468" y="338719"/>
                </a:cubicBezTo>
                <a:cubicBezTo>
                  <a:pt x="2648243" y="342814"/>
                  <a:pt x="2652134" y="345750"/>
                  <a:pt x="2658141" y="347525"/>
                </a:cubicBezTo>
                <a:cubicBezTo>
                  <a:pt x="2664148" y="349299"/>
                  <a:pt x="2673841" y="350187"/>
                  <a:pt x="2687221" y="350187"/>
                </a:cubicBezTo>
                <a:lnTo>
                  <a:pt x="2751934" y="349777"/>
                </a:lnTo>
                <a:cubicBezTo>
                  <a:pt x="2768317" y="349777"/>
                  <a:pt x="2779307" y="344862"/>
                  <a:pt x="2784904" y="335032"/>
                </a:cubicBezTo>
                <a:cubicBezTo>
                  <a:pt x="2790502" y="325203"/>
                  <a:pt x="2794530" y="310321"/>
                  <a:pt x="2796987" y="290389"/>
                </a:cubicBezTo>
                <a:cubicBezTo>
                  <a:pt x="2803267" y="297761"/>
                  <a:pt x="2812551" y="303359"/>
                  <a:pt x="2824838" y="307181"/>
                </a:cubicBezTo>
                <a:cubicBezTo>
                  <a:pt x="2818285" y="332575"/>
                  <a:pt x="2810162" y="350050"/>
                  <a:pt x="2800468" y="359607"/>
                </a:cubicBezTo>
                <a:cubicBezTo>
                  <a:pt x="2790775" y="369164"/>
                  <a:pt x="2774734" y="373942"/>
                  <a:pt x="2752344" y="373942"/>
                </a:cubicBezTo>
                <a:lnTo>
                  <a:pt x="2687630" y="373533"/>
                </a:lnTo>
                <a:cubicBezTo>
                  <a:pt x="2666060" y="373533"/>
                  <a:pt x="2650496" y="372031"/>
                  <a:pt x="2640939" y="369027"/>
                </a:cubicBezTo>
                <a:cubicBezTo>
                  <a:pt x="2631382" y="366024"/>
                  <a:pt x="2625170" y="360767"/>
                  <a:pt x="2622303" y="353259"/>
                </a:cubicBezTo>
                <a:cubicBezTo>
                  <a:pt x="2619436" y="345750"/>
                  <a:pt x="2618003" y="333531"/>
                  <a:pt x="2618003" y="316602"/>
                </a:cubicBezTo>
                <a:lnTo>
                  <a:pt x="2618003" y="261719"/>
                </a:lnTo>
                <a:lnTo>
                  <a:pt x="2516019" y="261719"/>
                </a:lnTo>
                <a:lnTo>
                  <a:pt x="2516019" y="299399"/>
                </a:lnTo>
                <a:lnTo>
                  <a:pt x="2487348" y="299399"/>
                </a:lnTo>
                <a:cubicBezTo>
                  <a:pt x="2490352" y="279740"/>
                  <a:pt x="2491854" y="258852"/>
                  <a:pt x="2491854" y="236734"/>
                </a:cubicBezTo>
                <a:lnTo>
                  <a:pt x="2491854" y="111814"/>
                </a:lnTo>
                <a:cubicBezTo>
                  <a:pt x="2491854" y="93793"/>
                  <a:pt x="2490898" y="78365"/>
                  <a:pt x="2488986" y="65532"/>
                </a:cubicBezTo>
                <a:cubicBezTo>
                  <a:pt x="2516838" y="68536"/>
                  <a:pt x="2559843" y="70174"/>
                  <a:pt x="2618003" y="70447"/>
                </a:cubicBezTo>
                <a:cubicBezTo>
                  <a:pt x="2618003" y="40138"/>
                  <a:pt x="2616501" y="17885"/>
                  <a:pt x="2613497" y="3686"/>
                </a:cubicBezTo>
                <a:close/>
                <a:moveTo>
                  <a:pt x="565623" y="3686"/>
                </a:moveTo>
                <a:cubicBezTo>
                  <a:pt x="577910" y="5325"/>
                  <a:pt x="589924" y="6144"/>
                  <a:pt x="601665" y="6144"/>
                </a:cubicBezTo>
                <a:cubicBezTo>
                  <a:pt x="606580" y="6144"/>
                  <a:pt x="609038" y="7304"/>
                  <a:pt x="609038" y="9625"/>
                </a:cubicBezTo>
                <a:cubicBezTo>
                  <a:pt x="609038" y="11946"/>
                  <a:pt x="607672" y="13653"/>
                  <a:pt x="604942" y="14745"/>
                </a:cubicBezTo>
                <a:cubicBezTo>
                  <a:pt x="602211" y="15837"/>
                  <a:pt x="600027" y="17885"/>
                  <a:pt x="598389" y="20888"/>
                </a:cubicBezTo>
                <a:cubicBezTo>
                  <a:pt x="596750" y="23892"/>
                  <a:pt x="595931" y="26622"/>
                  <a:pt x="595931" y="29080"/>
                </a:cubicBezTo>
                <a:lnTo>
                  <a:pt x="595931" y="70447"/>
                </a:lnTo>
                <a:cubicBezTo>
                  <a:pt x="654910" y="70174"/>
                  <a:pt x="697642" y="68536"/>
                  <a:pt x="724128" y="65532"/>
                </a:cubicBezTo>
                <a:cubicBezTo>
                  <a:pt x="722217" y="76727"/>
                  <a:pt x="721261" y="92154"/>
                  <a:pt x="721261" y="111814"/>
                </a:cubicBezTo>
                <a:lnTo>
                  <a:pt x="721261" y="232639"/>
                </a:lnTo>
                <a:cubicBezTo>
                  <a:pt x="721261" y="252025"/>
                  <a:pt x="722626" y="271548"/>
                  <a:pt x="725357" y="291208"/>
                </a:cubicBezTo>
                <a:lnTo>
                  <a:pt x="695458" y="291208"/>
                </a:lnTo>
                <a:lnTo>
                  <a:pt x="695458" y="261719"/>
                </a:lnTo>
                <a:lnTo>
                  <a:pt x="595931" y="261719"/>
                </a:lnTo>
                <a:lnTo>
                  <a:pt x="595931" y="319059"/>
                </a:lnTo>
                <a:cubicBezTo>
                  <a:pt x="595931" y="328070"/>
                  <a:pt x="596819" y="334623"/>
                  <a:pt x="598593" y="338719"/>
                </a:cubicBezTo>
                <a:cubicBezTo>
                  <a:pt x="600368" y="342814"/>
                  <a:pt x="604259" y="345750"/>
                  <a:pt x="610266" y="347525"/>
                </a:cubicBezTo>
                <a:cubicBezTo>
                  <a:pt x="616273" y="349299"/>
                  <a:pt x="625967" y="350187"/>
                  <a:pt x="639346" y="350187"/>
                </a:cubicBezTo>
                <a:lnTo>
                  <a:pt x="704059" y="349777"/>
                </a:lnTo>
                <a:cubicBezTo>
                  <a:pt x="720442" y="349777"/>
                  <a:pt x="731432" y="344862"/>
                  <a:pt x="737030" y="335032"/>
                </a:cubicBezTo>
                <a:cubicBezTo>
                  <a:pt x="742627" y="325203"/>
                  <a:pt x="746655" y="310321"/>
                  <a:pt x="749112" y="290389"/>
                </a:cubicBezTo>
                <a:cubicBezTo>
                  <a:pt x="755392" y="297761"/>
                  <a:pt x="764676" y="303359"/>
                  <a:pt x="776963" y="307181"/>
                </a:cubicBezTo>
                <a:cubicBezTo>
                  <a:pt x="770410" y="332575"/>
                  <a:pt x="762287" y="350050"/>
                  <a:pt x="752594" y="359607"/>
                </a:cubicBezTo>
                <a:cubicBezTo>
                  <a:pt x="742900" y="369164"/>
                  <a:pt x="726859" y="373942"/>
                  <a:pt x="704469" y="373942"/>
                </a:cubicBezTo>
                <a:lnTo>
                  <a:pt x="639756" y="373533"/>
                </a:lnTo>
                <a:cubicBezTo>
                  <a:pt x="618185" y="373533"/>
                  <a:pt x="602621" y="372031"/>
                  <a:pt x="593064" y="369027"/>
                </a:cubicBezTo>
                <a:cubicBezTo>
                  <a:pt x="583507" y="366024"/>
                  <a:pt x="577296" y="360767"/>
                  <a:pt x="574429" y="353259"/>
                </a:cubicBezTo>
                <a:cubicBezTo>
                  <a:pt x="571562" y="345750"/>
                  <a:pt x="570128" y="333531"/>
                  <a:pt x="570128" y="316602"/>
                </a:cubicBezTo>
                <a:lnTo>
                  <a:pt x="570128" y="261719"/>
                </a:lnTo>
                <a:lnTo>
                  <a:pt x="468144" y="261719"/>
                </a:lnTo>
                <a:lnTo>
                  <a:pt x="468144" y="299399"/>
                </a:lnTo>
                <a:lnTo>
                  <a:pt x="439474" y="299399"/>
                </a:lnTo>
                <a:cubicBezTo>
                  <a:pt x="442477" y="279740"/>
                  <a:pt x="443979" y="258852"/>
                  <a:pt x="443979" y="236734"/>
                </a:cubicBezTo>
                <a:lnTo>
                  <a:pt x="443979" y="111814"/>
                </a:lnTo>
                <a:cubicBezTo>
                  <a:pt x="443979" y="93793"/>
                  <a:pt x="443023" y="78365"/>
                  <a:pt x="441112" y="65532"/>
                </a:cubicBezTo>
                <a:cubicBezTo>
                  <a:pt x="468963" y="68536"/>
                  <a:pt x="511968" y="70174"/>
                  <a:pt x="570128" y="70447"/>
                </a:cubicBezTo>
                <a:cubicBezTo>
                  <a:pt x="570128" y="40138"/>
                  <a:pt x="568626" y="17885"/>
                  <a:pt x="565623" y="3686"/>
                </a:cubicBezTo>
                <a:close/>
                <a:moveTo>
                  <a:pt x="3144306" y="2867"/>
                </a:moveTo>
                <a:cubicBezTo>
                  <a:pt x="3151406" y="4778"/>
                  <a:pt x="3162055" y="5734"/>
                  <a:pt x="3176254" y="5734"/>
                </a:cubicBezTo>
                <a:cubicBezTo>
                  <a:pt x="3180895" y="5734"/>
                  <a:pt x="3183216" y="6826"/>
                  <a:pt x="3183216" y="9011"/>
                </a:cubicBezTo>
                <a:cubicBezTo>
                  <a:pt x="3183216" y="11195"/>
                  <a:pt x="3181646" y="13175"/>
                  <a:pt x="3178506" y="14950"/>
                </a:cubicBezTo>
                <a:cubicBezTo>
                  <a:pt x="3175366" y="16724"/>
                  <a:pt x="3173796" y="22117"/>
                  <a:pt x="3173796" y="31128"/>
                </a:cubicBezTo>
                <a:lnTo>
                  <a:pt x="3173796" y="104851"/>
                </a:lnTo>
                <a:cubicBezTo>
                  <a:pt x="3196732" y="104578"/>
                  <a:pt x="3217621" y="103486"/>
                  <a:pt x="3236461" y="101575"/>
                </a:cubicBezTo>
                <a:lnTo>
                  <a:pt x="3236461" y="129016"/>
                </a:lnTo>
                <a:cubicBezTo>
                  <a:pt x="3221716" y="127105"/>
                  <a:pt x="3200828" y="126149"/>
                  <a:pt x="3173796" y="126149"/>
                </a:cubicBezTo>
                <a:lnTo>
                  <a:pt x="3173796" y="329298"/>
                </a:lnTo>
                <a:cubicBezTo>
                  <a:pt x="3173796" y="342132"/>
                  <a:pt x="3171816" y="351962"/>
                  <a:pt x="3167857" y="358788"/>
                </a:cubicBezTo>
                <a:cubicBezTo>
                  <a:pt x="3163898" y="365614"/>
                  <a:pt x="3155775" y="370666"/>
                  <a:pt x="3143487" y="373942"/>
                </a:cubicBezTo>
                <a:cubicBezTo>
                  <a:pt x="3131200" y="377219"/>
                  <a:pt x="3112360" y="378857"/>
                  <a:pt x="3086966" y="378857"/>
                </a:cubicBezTo>
                <a:cubicBezTo>
                  <a:pt x="3086966" y="366024"/>
                  <a:pt x="3082051" y="354419"/>
                  <a:pt x="3072221" y="344043"/>
                </a:cubicBezTo>
                <a:cubicBezTo>
                  <a:pt x="3090516" y="347047"/>
                  <a:pt x="3105192" y="348548"/>
                  <a:pt x="3116251" y="348548"/>
                </a:cubicBezTo>
                <a:cubicBezTo>
                  <a:pt x="3127309" y="348548"/>
                  <a:pt x="3135501" y="346364"/>
                  <a:pt x="3140825" y="341995"/>
                </a:cubicBezTo>
                <a:cubicBezTo>
                  <a:pt x="3146150" y="337626"/>
                  <a:pt x="3148812" y="328752"/>
                  <a:pt x="3148812" y="315373"/>
                </a:cubicBezTo>
                <a:lnTo>
                  <a:pt x="3148812" y="125740"/>
                </a:lnTo>
                <a:lnTo>
                  <a:pt x="3096386" y="125740"/>
                </a:lnTo>
                <a:cubicBezTo>
                  <a:pt x="3066624" y="125740"/>
                  <a:pt x="3040821" y="126832"/>
                  <a:pt x="3018977" y="129016"/>
                </a:cubicBezTo>
                <a:lnTo>
                  <a:pt x="3018977" y="101575"/>
                </a:lnTo>
                <a:cubicBezTo>
                  <a:pt x="3040548" y="103759"/>
                  <a:pt x="3066351" y="104851"/>
                  <a:pt x="3096386" y="104851"/>
                </a:cubicBezTo>
                <a:lnTo>
                  <a:pt x="3148812" y="104851"/>
                </a:lnTo>
                <a:cubicBezTo>
                  <a:pt x="3148812" y="51607"/>
                  <a:pt x="3147310" y="17612"/>
                  <a:pt x="3144306" y="2867"/>
                </a:cubicBezTo>
                <a:close/>
                <a:moveTo>
                  <a:pt x="989123" y="0"/>
                </a:moveTo>
                <a:cubicBezTo>
                  <a:pt x="1000864" y="15837"/>
                  <a:pt x="1011650" y="32220"/>
                  <a:pt x="1021480" y="49149"/>
                </a:cubicBezTo>
                <a:cubicBezTo>
                  <a:pt x="1088377" y="49149"/>
                  <a:pt x="1134659" y="48330"/>
                  <a:pt x="1160326" y="46692"/>
                </a:cubicBezTo>
                <a:lnTo>
                  <a:pt x="1160326" y="123692"/>
                </a:lnTo>
                <a:lnTo>
                  <a:pt x="1134932" y="123692"/>
                </a:lnTo>
                <a:lnTo>
                  <a:pt x="1134932" y="70447"/>
                </a:lnTo>
                <a:lnTo>
                  <a:pt x="864612" y="70447"/>
                </a:lnTo>
                <a:lnTo>
                  <a:pt x="864612" y="125740"/>
                </a:lnTo>
                <a:lnTo>
                  <a:pt x="840038" y="125740"/>
                </a:lnTo>
                <a:lnTo>
                  <a:pt x="840038" y="46692"/>
                </a:lnTo>
                <a:cubicBezTo>
                  <a:pt x="857240" y="48330"/>
                  <a:pt x="908437" y="49149"/>
                  <a:pt x="993628" y="49149"/>
                </a:cubicBezTo>
                <a:cubicBezTo>
                  <a:pt x="986529" y="37135"/>
                  <a:pt x="976972" y="24438"/>
                  <a:pt x="964958" y="110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6818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 advTm="1000">
        <p15:prstTrans prst="fracture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F20A70A8-8AFF-4C27-B64B-8EDCF679D151}"/>
              </a:ext>
            </a:extLst>
          </p:cNvPr>
          <p:cNvSpPr txBox="1"/>
          <p:nvPr/>
        </p:nvSpPr>
        <p:spPr>
          <a:xfrm>
            <a:off x="6191446" y="2915058"/>
            <a:ext cx="425253" cy="434685"/>
          </a:xfrm>
          <a:custGeom>
            <a:avLst/>
            <a:gdLst/>
            <a:ahLst/>
            <a:cxnLst/>
            <a:rect l="l" t="t" r="r" b="b"/>
            <a:pathLst>
              <a:path w="232462" h="237618">
                <a:moveTo>
                  <a:pt x="173455" y="0"/>
                </a:moveTo>
                <a:lnTo>
                  <a:pt x="202663" y="9209"/>
                </a:lnTo>
                <a:lnTo>
                  <a:pt x="172527" y="67913"/>
                </a:lnTo>
                <a:lnTo>
                  <a:pt x="232462" y="67913"/>
                </a:lnTo>
                <a:lnTo>
                  <a:pt x="232462" y="100205"/>
                </a:lnTo>
                <a:lnTo>
                  <a:pt x="158506" y="100205"/>
                </a:lnTo>
                <a:lnTo>
                  <a:pt x="135966" y="140638"/>
                </a:lnTo>
                <a:lnTo>
                  <a:pt x="232462" y="140638"/>
                </a:lnTo>
                <a:lnTo>
                  <a:pt x="232462" y="172124"/>
                </a:lnTo>
                <a:lnTo>
                  <a:pt x="122335" y="172124"/>
                </a:lnTo>
                <a:lnTo>
                  <a:pt x="88923" y="237618"/>
                </a:lnTo>
                <a:lnTo>
                  <a:pt x="59869" y="228838"/>
                </a:lnTo>
                <a:lnTo>
                  <a:pt x="88801" y="172124"/>
                </a:lnTo>
                <a:lnTo>
                  <a:pt x="0" y="172124"/>
                </a:lnTo>
                <a:lnTo>
                  <a:pt x="0" y="140638"/>
                </a:lnTo>
                <a:lnTo>
                  <a:pt x="102272" y="140638"/>
                </a:lnTo>
                <a:lnTo>
                  <a:pt x="124959" y="100205"/>
                </a:lnTo>
                <a:lnTo>
                  <a:pt x="0" y="100205"/>
                </a:lnTo>
                <a:lnTo>
                  <a:pt x="0" y="67913"/>
                </a:lnTo>
                <a:lnTo>
                  <a:pt x="138853" y="6791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50000"/>
              </a:lnSpc>
            </a:pPr>
            <a:endParaRPr lang="zh-CN" altLang="en-US" sz="4400" b="1" dirty="0">
              <a:solidFill>
                <a:srgbClr val="FF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7259CE-4A10-4AD8-A99D-1C65E891B23D}"/>
              </a:ext>
            </a:extLst>
          </p:cNvPr>
          <p:cNvSpPr txBox="1"/>
          <p:nvPr/>
        </p:nvSpPr>
        <p:spPr>
          <a:xfrm>
            <a:off x="1414253" y="2922174"/>
            <a:ext cx="4483998" cy="385410"/>
          </a:xfrm>
          <a:custGeom>
            <a:avLst/>
            <a:gdLst/>
            <a:ahLst/>
            <a:cxnLst/>
            <a:rect l="l" t="t" r="r" b="b"/>
            <a:pathLst>
              <a:path w="4483998" h="385410">
                <a:moveTo>
                  <a:pt x="0" y="309229"/>
                </a:moveTo>
                <a:cubicBezTo>
                  <a:pt x="36315" y="311414"/>
                  <a:pt x="93383" y="312506"/>
                  <a:pt x="171202" y="312506"/>
                </a:cubicBezTo>
                <a:cubicBezTo>
                  <a:pt x="249021" y="312506"/>
                  <a:pt x="310731" y="311414"/>
                  <a:pt x="356330" y="309229"/>
                </a:cubicBezTo>
                <a:lnTo>
                  <a:pt x="356330" y="338719"/>
                </a:lnTo>
                <a:cubicBezTo>
                  <a:pt x="315919" y="335988"/>
                  <a:pt x="256394" y="334623"/>
                  <a:pt x="177755" y="334623"/>
                </a:cubicBezTo>
                <a:cubicBezTo>
                  <a:pt x="99117" y="334623"/>
                  <a:pt x="39865" y="335988"/>
                  <a:pt x="0" y="338719"/>
                </a:cubicBezTo>
                <a:close/>
                <a:moveTo>
                  <a:pt x="908027" y="294075"/>
                </a:moveTo>
                <a:lnTo>
                  <a:pt x="908027" y="336261"/>
                </a:lnTo>
                <a:lnTo>
                  <a:pt x="1100528" y="336261"/>
                </a:lnTo>
                <a:lnTo>
                  <a:pt x="1100528" y="294075"/>
                </a:lnTo>
                <a:close/>
                <a:moveTo>
                  <a:pt x="1264767" y="227315"/>
                </a:moveTo>
                <a:lnTo>
                  <a:pt x="1264767" y="322336"/>
                </a:lnTo>
                <a:lnTo>
                  <a:pt x="1351597" y="322336"/>
                </a:lnTo>
                <a:lnTo>
                  <a:pt x="1351597" y="227315"/>
                </a:lnTo>
                <a:close/>
                <a:moveTo>
                  <a:pt x="3802494" y="225676"/>
                </a:moveTo>
                <a:lnTo>
                  <a:pt x="3802494" y="286293"/>
                </a:lnTo>
                <a:lnTo>
                  <a:pt x="3913079" y="286293"/>
                </a:lnTo>
                <a:lnTo>
                  <a:pt x="3913079" y="225676"/>
                </a:lnTo>
                <a:close/>
                <a:moveTo>
                  <a:pt x="908027" y="190453"/>
                </a:moveTo>
                <a:lnTo>
                  <a:pt x="908027" y="225676"/>
                </a:lnTo>
                <a:lnTo>
                  <a:pt x="1079639" y="225676"/>
                </a:lnTo>
                <a:lnTo>
                  <a:pt x="1079639" y="190453"/>
                </a:lnTo>
                <a:close/>
                <a:moveTo>
                  <a:pt x="3308956" y="184719"/>
                </a:moveTo>
                <a:lnTo>
                  <a:pt x="3308956" y="281788"/>
                </a:lnTo>
                <a:lnTo>
                  <a:pt x="3387594" y="281788"/>
                </a:lnTo>
                <a:lnTo>
                  <a:pt x="3387594" y="184719"/>
                </a:lnTo>
                <a:close/>
                <a:moveTo>
                  <a:pt x="3465823" y="169564"/>
                </a:moveTo>
                <a:cubicBezTo>
                  <a:pt x="3491490" y="199600"/>
                  <a:pt x="3511559" y="226222"/>
                  <a:pt x="3526031" y="249432"/>
                </a:cubicBezTo>
                <a:lnTo>
                  <a:pt x="3502275" y="264995"/>
                </a:lnTo>
                <a:cubicBezTo>
                  <a:pt x="3488623" y="236598"/>
                  <a:pt x="3469509" y="209430"/>
                  <a:pt x="3444935" y="183490"/>
                </a:cubicBezTo>
                <a:close/>
                <a:moveTo>
                  <a:pt x="1451534" y="169155"/>
                </a:moveTo>
                <a:cubicBezTo>
                  <a:pt x="1467097" y="194548"/>
                  <a:pt x="1482661" y="225540"/>
                  <a:pt x="1498225" y="262128"/>
                </a:cubicBezTo>
                <a:lnTo>
                  <a:pt x="1475289" y="275644"/>
                </a:lnTo>
                <a:cubicBezTo>
                  <a:pt x="1459179" y="236598"/>
                  <a:pt x="1443752" y="206153"/>
                  <a:pt x="1429007" y="184309"/>
                </a:cubicBezTo>
                <a:close/>
                <a:moveTo>
                  <a:pt x="880586" y="169155"/>
                </a:moveTo>
                <a:cubicBezTo>
                  <a:pt x="915809" y="170247"/>
                  <a:pt x="954582" y="170793"/>
                  <a:pt x="996905" y="170793"/>
                </a:cubicBezTo>
                <a:cubicBezTo>
                  <a:pt x="1039228" y="170793"/>
                  <a:pt x="1075407" y="170247"/>
                  <a:pt x="1105443" y="169155"/>
                </a:cubicBezTo>
                <a:cubicBezTo>
                  <a:pt x="1103804" y="179531"/>
                  <a:pt x="1102985" y="193115"/>
                  <a:pt x="1102985" y="209908"/>
                </a:cubicBezTo>
                <a:cubicBezTo>
                  <a:pt x="1102985" y="226700"/>
                  <a:pt x="1103804" y="239056"/>
                  <a:pt x="1105443" y="246974"/>
                </a:cubicBezTo>
                <a:cubicBezTo>
                  <a:pt x="1080868" y="245609"/>
                  <a:pt x="1047146" y="244926"/>
                  <a:pt x="1004278" y="244926"/>
                </a:cubicBezTo>
                <a:lnTo>
                  <a:pt x="908027" y="244926"/>
                </a:lnTo>
                <a:lnTo>
                  <a:pt x="908027" y="274825"/>
                </a:lnTo>
                <a:lnTo>
                  <a:pt x="1006735" y="274825"/>
                </a:lnTo>
                <a:cubicBezTo>
                  <a:pt x="1045781" y="274825"/>
                  <a:pt x="1086056" y="274279"/>
                  <a:pt x="1127560" y="273187"/>
                </a:cubicBezTo>
                <a:cubicBezTo>
                  <a:pt x="1126195" y="277556"/>
                  <a:pt x="1125512" y="286839"/>
                  <a:pt x="1125512" y="301038"/>
                </a:cubicBezTo>
                <a:lnTo>
                  <a:pt x="1125512" y="345682"/>
                </a:lnTo>
                <a:cubicBezTo>
                  <a:pt x="1125512" y="356058"/>
                  <a:pt x="1126467" y="366707"/>
                  <a:pt x="1128379" y="377629"/>
                </a:cubicBezTo>
                <a:lnTo>
                  <a:pt x="1100528" y="377629"/>
                </a:lnTo>
                <a:lnTo>
                  <a:pt x="1100528" y="356331"/>
                </a:lnTo>
                <a:lnTo>
                  <a:pt x="908027" y="356331"/>
                </a:lnTo>
                <a:cubicBezTo>
                  <a:pt x="908573" y="368891"/>
                  <a:pt x="909256" y="378175"/>
                  <a:pt x="910075" y="384182"/>
                </a:cubicBezTo>
                <a:lnTo>
                  <a:pt x="879767" y="384182"/>
                </a:lnTo>
                <a:cubicBezTo>
                  <a:pt x="881951" y="370529"/>
                  <a:pt x="883043" y="358378"/>
                  <a:pt x="883043" y="347730"/>
                </a:cubicBezTo>
                <a:lnTo>
                  <a:pt x="883043" y="209293"/>
                </a:lnTo>
                <a:cubicBezTo>
                  <a:pt x="883043" y="189087"/>
                  <a:pt x="882224" y="175708"/>
                  <a:pt x="880586" y="169155"/>
                </a:cubicBezTo>
                <a:close/>
                <a:moveTo>
                  <a:pt x="2177710" y="164650"/>
                </a:moveTo>
                <a:lnTo>
                  <a:pt x="2177710" y="256804"/>
                </a:lnTo>
                <a:lnTo>
                  <a:pt x="2275189" y="256804"/>
                </a:lnTo>
                <a:lnTo>
                  <a:pt x="2275189" y="164650"/>
                </a:lnTo>
                <a:close/>
                <a:moveTo>
                  <a:pt x="2642578" y="164240"/>
                </a:moveTo>
                <a:lnTo>
                  <a:pt x="2666333" y="170384"/>
                </a:lnTo>
                <a:cubicBezTo>
                  <a:pt x="2660326" y="197415"/>
                  <a:pt x="2651451" y="223765"/>
                  <a:pt x="2639710" y="249432"/>
                </a:cubicBezTo>
                <a:lnTo>
                  <a:pt x="2615546" y="240421"/>
                </a:lnTo>
                <a:cubicBezTo>
                  <a:pt x="2630290" y="218850"/>
                  <a:pt x="2639301" y="193456"/>
                  <a:pt x="2642578" y="164240"/>
                </a:cubicBezTo>
                <a:close/>
                <a:moveTo>
                  <a:pt x="2952216" y="163830"/>
                </a:moveTo>
                <a:lnTo>
                  <a:pt x="2952216" y="195368"/>
                </a:lnTo>
                <a:lnTo>
                  <a:pt x="3147993" y="195368"/>
                </a:lnTo>
                <a:lnTo>
                  <a:pt x="3147993" y="163830"/>
                </a:lnTo>
                <a:close/>
                <a:moveTo>
                  <a:pt x="1766497" y="161782"/>
                </a:moveTo>
                <a:cubicBezTo>
                  <a:pt x="1780422" y="214208"/>
                  <a:pt x="1803085" y="254756"/>
                  <a:pt x="1834486" y="283426"/>
                </a:cubicBezTo>
                <a:cubicBezTo>
                  <a:pt x="1870802" y="250660"/>
                  <a:pt x="1896332" y="210112"/>
                  <a:pt x="1911077" y="161782"/>
                </a:cubicBezTo>
                <a:close/>
                <a:moveTo>
                  <a:pt x="2765860" y="154410"/>
                </a:moveTo>
                <a:cubicBezTo>
                  <a:pt x="2772413" y="160417"/>
                  <a:pt x="2780741" y="164786"/>
                  <a:pt x="2790844" y="167517"/>
                </a:cubicBezTo>
                <a:cubicBezTo>
                  <a:pt x="2796305" y="169155"/>
                  <a:pt x="2799035" y="170930"/>
                  <a:pt x="2799035" y="172841"/>
                </a:cubicBezTo>
                <a:cubicBezTo>
                  <a:pt x="2799035" y="174752"/>
                  <a:pt x="2796714" y="176254"/>
                  <a:pt x="2792072" y="177346"/>
                </a:cubicBezTo>
                <a:cubicBezTo>
                  <a:pt x="2788523" y="178165"/>
                  <a:pt x="2782584" y="185743"/>
                  <a:pt x="2774256" y="200078"/>
                </a:cubicBezTo>
                <a:cubicBezTo>
                  <a:pt x="2765928" y="214413"/>
                  <a:pt x="2756439" y="228680"/>
                  <a:pt x="2745790" y="242878"/>
                </a:cubicBezTo>
                <a:lnTo>
                  <a:pt x="2726131" y="231410"/>
                </a:lnTo>
                <a:cubicBezTo>
                  <a:pt x="2748521" y="206017"/>
                  <a:pt x="2761764" y="180350"/>
                  <a:pt x="2765860" y="154410"/>
                </a:cubicBezTo>
                <a:close/>
                <a:moveTo>
                  <a:pt x="3802494" y="145399"/>
                </a:moveTo>
                <a:lnTo>
                  <a:pt x="3802494" y="206426"/>
                </a:lnTo>
                <a:lnTo>
                  <a:pt x="3913079" y="206426"/>
                </a:lnTo>
                <a:lnTo>
                  <a:pt x="3913079" y="145399"/>
                </a:lnTo>
                <a:close/>
                <a:moveTo>
                  <a:pt x="2151907" y="141713"/>
                </a:moveTo>
                <a:cubicBezTo>
                  <a:pt x="2168017" y="143625"/>
                  <a:pt x="2193205" y="144580"/>
                  <a:pt x="2227473" y="144580"/>
                </a:cubicBezTo>
                <a:cubicBezTo>
                  <a:pt x="2261741" y="144580"/>
                  <a:pt x="2286384" y="143625"/>
                  <a:pt x="2301401" y="141713"/>
                </a:cubicBezTo>
                <a:cubicBezTo>
                  <a:pt x="2300036" y="159189"/>
                  <a:pt x="2299354" y="183080"/>
                  <a:pt x="2299354" y="213389"/>
                </a:cubicBezTo>
                <a:cubicBezTo>
                  <a:pt x="2299354" y="243697"/>
                  <a:pt x="2300036" y="265268"/>
                  <a:pt x="2301401" y="278102"/>
                </a:cubicBezTo>
                <a:cubicBezTo>
                  <a:pt x="2277919" y="277010"/>
                  <a:pt x="2250273" y="276464"/>
                  <a:pt x="2218463" y="276464"/>
                </a:cubicBezTo>
                <a:cubicBezTo>
                  <a:pt x="2186652" y="276464"/>
                  <a:pt x="2164467" y="277146"/>
                  <a:pt x="2151907" y="278511"/>
                </a:cubicBezTo>
                <a:cubicBezTo>
                  <a:pt x="2153545" y="263767"/>
                  <a:pt x="2154364" y="240899"/>
                  <a:pt x="2154364" y="209908"/>
                </a:cubicBezTo>
                <a:cubicBezTo>
                  <a:pt x="2154364" y="178916"/>
                  <a:pt x="2153545" y="156185"/>
                  <a:pt x="2151907" y="141713"/>
                </a:cubicBezTo>
                <a:close/>
                <a:moveTo>
                  <a:pt x="3778329" y="122873"/>
                </a:moveTo>
                <a:cubicBezTo>
                  <a:pt x="3792800" y="124784"/>
                  <a:pt x="3819287" y="125740"/>
                  <a:pt x="3857787" y="125740"/>
                </a:cubicBezTo>
                <a:cubicBezTo>
                  <a:pt x="3896287" y="125740"/>
                  <a:pt x="3923045" y="124784"/>
                  <a:pt x="3938063" y="122873"/>
                </a:cubicBezTo>
                <a:cubicBezTo>
                  <a:pt x="3937244" y="129699"/>
                  <a:pt x="3936834" y="138164"/>
                  <a:pt x="3936834" y="148267"/>
                </a:cubicBezTo>
                <a:lnTo>
                  <a:pt x="3936834" y="282198"/>
                </a:lnTo>
                <a:cubicBezTo>
                  <a:pt x="3936834" y="292027"/>
                  <a:pt x="3937244" y="300492"/>
                  <a:pt x="3938063" y="307591"/>
                </a:cubicBezTo>
                <a:cubicBezTo>
                  <a:pt x="3923045" y="305680"/>
                  <a:pt x="3896355" y="304724"/>
                  <a:pt x="3857991" y="304724"/>
                </a:cubicBezTo>
                <a:cubicBezTo>
                  <a:pt x="3819628" y="304724"/>
                  <a:pt x="3793074" y="305680"/>
                  <a:pt x="3778329" y="307591"/>
                </a:cubicBezTo>
                <a:cubicBezTo>
                  <a:pt x="3779148" y="295304"/>
                  <a:pt x="3779558" y="286839"/>
                  <a:pt x="3779558" y="282198"/>
                </a:cubicBezTo>
                <a:lnTo>
                  <a:pt x="3779558" y="148267"/>
                </a:lnTo>
                <a:cubicBezTo>
                  <a:pt x="3779558" y="140075"/>
                  <a:pt x="3779148" y="131610"/>
                  <a:pt x="3778329" y="122873"/>
                </a:cubicBezTo>
                <a:close/>
                <a:moveTo>
                  <a:pt x="2682716" y="113043"/>
                </a:moveTo>
                <a:cubicBezTo>
                  <a:pt x="2693092" y="114954"/>
                  <a:pt x="2704150" y="115910"/>
                  <a:pt x="2715891" y="115910"/>
                </a:cubicBezTo>
                <a:cubicBezTo>
                  <a:pt x="2721352" y="115910"/>
                  <a:pt x="2724083" y="117275"/>
                  <a:pt x="2724083" y="120006"/>
                </a:cubicBezTo>
                <a:cubicBezTo>
                  <a:pt x="2724083" y="122736"/>
                  <a:pt x="2722308" y="125194"/>
                  <a:pt x="2718758" y="127378"/>
                </a:cubicBezTo>
                <a:cubicBezTo>
                  <a:pt x="2712752" y="131201"/>
                  <a:pt x="2709748" y="151543"/>
                  <a:pt x="2709748" y="188405"/>
                </a:cubicBezTo>
                <a:cubicBezTo>
                  <a:pt x="2709748" y="194685"/>
                  <a:pt x="2709475" y="203150"/>
                  <a:pt x="2708928" y="213799"/>
                </a:cubicBezTo>
                <a:cubicBezTo>
                  <a:pt x="2717393" y="246838"/>
                  <a:pt x="2730158" y="273596"/>
                  <a:pt x="2747224" y="294075"/>
                </a:cubicBezTo>
                <a:cubicBezTo>
                  <a:pt x="2764289" y="314554"/>
                  <a:pt x="2789615" y="333531"/>
                  <a:pt x="2823200" y="351006"/>
                </a:cubicBezTo>
                <a:cubicBezTo>
                  <a:pt x="2810913" y="358652"/>
                  <a:pt x="2802858" y="367389"/>
                  <a:pt x="2799035" y="377219"/>
                </a:cubicBezTo>
                <a:cubicBezTo>
                  <a:pt x="2770092" y="354556"/>
                  <a:pt x="2748385" y="334214"/>
                  <a:pt x="2733913" y="316192"/>
                </a:cubicBezTo>
                <a:cubicBezTo>
                  <a:pt x="2719441" y="298171"/>
                  <a:pt x="2708656" y="277829"/>
                  <a:pt x="2701556" y="255166"/>
                </a:cubicBezTo>
                <a:cubicBezTo>
                  <a:pt x="2687084" y="309776"/>
                  <a:pt x="2648175" y="351825"/>
                  <a:pt x="2584827" y="381315"/>
                </a:cubicBezTo>
                <a:cubicBezTo>
                  <a:pt x="2579913" y="372577"/>
                  <a:pt x="2572404" y="365341"/>
                  <a:pt x="2562301" y="359607"/>
                </a:cubicBezTo>
                <a:cubicBezTo>
                  <a:pt x="2601620" y="344043"/>
                  <a:pt x="2630222" y="326227"/>
                  <a:pt x="2648107" y="306158"/>
                </a:cubicBezTo>
                <a:cubicBezTo>
                  <a:pt x="2665992" y="286088"/>
                  <a:pt x="2677118" y="262538"/>
                  <a:pt x="2681487" y="235506"/>
                </a:cubicBezTo>
                <a:cubicBezTo>
                  <a:pt x="2685856" y="208474"/>
                  <a:pt x="2688040" y="185401"/>
                  <a:pt x="2688040" y="166288"/>
                </a:cubicBezTo>
                <a:cubicBezTo>
                  <a:pt x="2688040" y="147174"/>
                  <a:pt x="2686265" y="129426"/>
                  <a:pt x="2682716" y="113043"/>
                </a:cubicBezTo>
                <a:close/>
                <a:moveTo>
                  <a:pt x="2952216" y="111814"/>
                </a:moveTo>
                <a:lnTo>
                  <a:pt x="2952216" y="145399"/>
                </a:lnTo>
                <a:lnTo>
                  <a:pt x="3147993" y="145399"/>
                </a:lnTo>
                <a:lnTo>
                  <a:pt x="3147993" y="111814"/>
                </a:lnTo>
                <a:close/>
                <a:moveTo>
                  <a:pt x="1264767" y="111405"/>
                </a:moveTo>
                <a:lnTo>
                  <a:pt x="1264767" y="206836"/>
                </a:lnTo>
                <a:lnTo>
                  <a:pt x="1351597" y="206836"/>
                </a:lnTo>
                <a:lnTo>
                  <a:pt x="1351597" y="111405"/>
                </a:lnTo>
                <a:close/>
                <a:moveTo>
                  <a:pt x="2453354" y="102394"/>
                </a:moveTo>
                <a:lnTo>
                  <a:pt x="2479157" y="104032"/>
                </a:lnTo>
                <a:cubicBezTo>
                  <a:pt x="2476700" y="142806"/>
                  <a:pt x="2472604" y="175708"/>
                  <a:pt x="2466870" y="202740"/>
                </a:cubicBezTo>
                <a:lnTo>
                  <a:pt x="2441067" y="199463"/>
                </a:lnTo>
                <a:cubicBezTo>
                  <a:pt x="2449804" y="164513"/>
                  <a:pt x="2453900" y="132157"/>
                  <a:pt x="2453354" y="102394"/>
                </a:cubicBezTo>
                <a:close/>
                <a:moveTo>
                  <a:pt x="4459014" y="95022"/>
                </a:moveTo>
                <a:cubicBezTo>
                  <a:pt x="4466659" y="95022"/>
                  <a:pt x="4474987" y="97479"/>
                  <a:pt x="4483998" y="102394"/>
                </a:cubicBezTo>
                <a:lnTo>
                  <a:pt x="4469253" y="126149"/>
                </a:lnTo>
                <a:cubicBezTo>
                  <a:pt x="4465158" y="123692"/>
                  <a:pt x="4460925" y="122463"/>
                  <a:pt x="4456557" y="122463"/>
                </a:cubicBezTo>
                <a:cubicBezTo>
                  <a:pt x="4448092" y="122463"/>
                  <a:pt x="4440106" y="126832"/>
                  <a:pt x="4432596" y="135570"/>
                </a:cubicBezTo>
                <a:cubicBezTo>
                  <a:pt x="4425088" y="144307"/>
                  <a:pt x="4419559" y="155571"/>
                  <a:pt x="4416009" y="169360"/>
                </a:cubicBezTo>
                <a:cubicBezTo>
                  <a:pt x="4412459" y="183149"/>
                  <a:pt x="4410684" y="208201"/>
                  <a:pt x="4410684" y="244517"/>
                </a:cubicBezTo>
                <a:lnTo>
                  <a:pt x="4410684" y="318240"/>
                </a:lnTo>
                <a:lnTo>
                  <a:pt x="4382014" y="318240"/>
                </a:lnTo>
                <a:lnTo>
                  <a:pt x="4382014" y="100756"/>
                </a:lnTo>
                <a:lnTo>
                  <a:pt x="4410684" y="100756"/>
                </a:lnTo>
                <a:lnTo>
                  <a:pt x="4410684" y="132293"/>
                </a:lnTo>
                <a:cubicBezTo>
                  <a:pt x="4418330" y="119460"/>
                  <a:pt x="4425770" y="110039"/>
                  <a:pt x="4433006" y="104032"/>
                </a:cubicBezTo>
                <a:cubicBezTo>
                  <a:pt x="4440242" y="98025"/>
                  <a:pt x="4448911" y="95022"/>
                  <a:pt x="4459014" y="95022"/>
                </a:cubicBezTo>
                <a:close/>
                <a:moveTo>
                  <a:pt x="4335189" y="95022"/>
                </a:moveTo>
                <a:cubicBezTo>
                  <a:pt x="4342834" y="95022"/>
                  <a:pt x="4351162" y="97479"/>
                  <a:pt x="4360173" y="102394"/>
                </a:cubicBezTo>
                <a:lnTo>
                  <a:pt x="4345428" y="126149"/>
                </a:lnTo>
                <a:cubicBezTo>
                  <a:pt x="4341333" y="123692"/>
                  <a:pt x="4337100" y="122463"/>
                  <a:pt x="4332732" y="122463"/>
                </a:cubicBezTo>
                <a:cubicBezTo>
                  <a:pt x="4324267" y="122463"/>
                  <a:pt x="4316281" y="126832"/>
                  <a:pt x="4308771" y="135570"/>
                </a:cubicBezTo>
                <a:cubicBezTo>
                  <a:pt x="4301263" y="144307"/>
                  <a:pt x="4295733" y="155571"/>
                  <a:pt x="4292184" y="169360"/>
                </a:cubicBezTo>
                <a:cubicBezTo>
                  <a:pt x="4288634" y="183149"/>
                  <a:pt x="4286859" y="208201"/>
                  <a:pt x="4286859" y="244517"/>
                </a:cubicBezTo>
                <a:lnTo>
                  <a:pt x="4286859" y="318240"/>
                </a:lnTo>
                <a:lnTo>
                  <a:pt x="4258189" y="318240"/>
                </a:lnTo>
                <a:lnTo>
                  <a:pt x="4258189" y="100756"/>
                </a:lnTo>
                <a:lnTo>
                  <a:pt x="4286859" y="100756"/>
                </a:lnTo>
                <a:lnTo>
                  <a:pt x="4286859" y="132293"/>
                </a:lnTo>
                <a:cubicBezTo>
                  <a:pt x="4294505" y="119460"/>
                  <a:pt x="4301945" y="110039"/>
                  <a:pt x="4309181" y="104032"/>
                </a:cubicBezTo>
                <a:cubicBezTo>
                  <a:pt x="4316417" y="98025"/>
                  <a:pt x="4325086" y="95022"/>
                  <a:pt x="4335189" y="95022"/>
                </a:cubicBezTo>
                <a:close/>
                <a:moveTo>
                  <a:pt x="2924365" y="89697"/>
                </a:moveTo>
                <a:cubicBezTo>
                  <a:pt x="2944571" y="91882"/>
                  <a:pt x="2986962" y="92974"/>
                  <a:pt x="3051538" y="92974"/>
                </a:cubicBezTo>
                <a:cubicBezTo>
                  <a:pt x="3116114" y="92974"/>
                  <a:pt x="3157823" y="92155"/>
                  <a:pt x="3176663" y="90516"/>
                </a:cubicBezTo>
                <a:cubicBezTo>
                  <a:pt x="3174479" y="100619"/>
                  <a:pt x="3173387" y="115501"/>
                  <a:pt x="3173387" y="135160"/>
                </a:cubicBezTo>
                <a:lnTo>
                  <a:pt x="3173387" y="176118"/>
                </a:lnTo>
                <a:cubicBezTo>
                  <a:pt x="3173387" y="194139"/>
                  <a:pt x="3174479" y="207928"/>
                  <a:pt x="3176663" y="217485"/>
                </a:cubicBezTo>
                <a:cubicBezTo>
                  <a:pt x="3154546" y="215027"/>
                  <a:pt x="3126832" y="213799"/>
                  <a:pt x="3093520" y="213799"/>
                </a:cubicBezTo>
                <a:lnTo>
                  <a:pt x="2998088" y="213799"/>
                </a:lnTo>
                <a:cubicBezTo>
                  <a:pt x="2989078" y="227178"/>
                  <a:pt x="2981979" y="237281"/>
                  <a:pt x="2976791" y="244107"/>
                </a:cubicBezTo>
                <a:lnTo>
                  <a:pt x="3075089" y="244107"/>
                </a:lnTo>
                <a:cubicBezTo>
                  <a:pt x="3109220" y="244107"/>
                  <a:pt x="3139938" y="242742"/>
                  <a:pt x="3167243" y="240011"/>
                </a:cubicBezTo>
                <a:cubicBezTo>
                  <a:pt x="3136935" y="282334"/>
                  <a:pt x="3108810" y="311687"/>
                  <a:pt x="3082870" y="328070"/>
                </a:cubicBezTo>
                <a:cubicBezTo>
                  <a:pt x="3116456" y="338719"/>
                  <a:pt x="3164786" y="346910"/>
                  <a:pt x="3227860" y="352644"/>
                </a:cubicBezTo>
                <a:cubicBezTo>
                  <a:pt x="3219122" y="360836"/>
                  <a:pt x="3213115" y="369983"/>
                  <a:pt x="3209839" y="380086"/>
                </a:cubicBezTo>
                <a:cubicBezTo>
                  <a:pt x="3143215" y="369164"/>
                  <a:pt x="3092291" y="356604"/>
                  <a:pt x="3057067" y="342405"/>
                </a:cubicBezTo>
                <a:cubicBezTo>
                  <a:pt x="3022117" y="359061"/>
                  <a:pt x="2965459" y="372577"/>
                  <a:pt x="2887094" y="382953"/>
                </a:cubicBezTo>
                <a:cubicBezTo>
                  <a:pt x="2884363" y="374215"/>
                  <a:pt x="2877810" y="365478"/>
                  <a:pt x="2867434" y="356740"/>
                </a:cubicBezTo>
                <a:cubicBezTo>
                  <a:pt x="2934605" y="354010"/>
                  <a:pt x="2988668" y="344999"/>
                  <a:pt x="3029626" y="329708"/>
                </a:cubicBezTo>
                <a:cubicBezTo>
                  <a:pt x="3007236" y="318513"/>
                  <a:pt x="2983890" y="303086"/>
                  <a:pt x="2959588" y="283426"/>
                </a:cubicBezTo>
                <a:lnTo>
                  <a:pt x="2977610" y="268682"/>
                </a:lnTo>
                <a:cubicBezTo>
                  <a:pt x="3003004" y="290253"/>
                  <a:pt x="3029216" y="306772"/>
                  <a:pt x="3056248" y="318240"/>
                </a:cubicBezTo>
                <a:cubicBezTo>
                  <a:pt x="3083280" y="304315"/>
                  <a:pt x="3104032" y="286020"/>
                  <a:pt x="3118503" y="263357"/>
                </a:cubicBezTo>
                <a:lnTo>
                  <a:pt x="2961636" y="263357"/>
                </a:lnTo>
                <a:cubicBezTo>
                  <a:pt x="2946345" y="281651"/>
                  <a:pt x="2927095" y="300628"/>
                  <a:pt x="2903886" y="320288"/>
                </a:cubicBezTo>
                <a:cubicBezTo>
                  <a:pt x="2897606" y="311550"/>
                  <a:pt x="2889688" y="304861"/>
                  <a:pt x="2880131" y="300219"/>
                </a:cubicBezTo>
                <a:cubicBezTo>
                  <a:pt x="2919177" y="278102"/>
                  <a:pt x="2949759" y="249705"/>
                  <a:pt x="2971876" y="215027"/>
                </a:cubicBezTo>
                <a:cubicBezTo>
                  <a:pt x="2948666" y="215573"/>
                  <a:pt x="2932830" y="216392"/>
                  <a:pt x="2924365" y="217485"/>
                </a:cubicBezTo>
                <a:cubicBezTo>
                  <a:pt x="2926276" y="205470"/>
                  <a:pt x="2927232" y="191681"/>
                  <a:pt x="2927232" y="176118"/>
                </a:cubicBezTo>
                <a:lnTo>
                  <a:pt x="2927232" y="135160"/>
                </a:lnTo>
                <a:cubicBezTo>
                  <a:pt x="2927232" y="115774"/>
                  <a:pt x="2926276" y="100619"/>
                  <a:pt x="2924365" y="89697"/>
                </a:cubicBezTo>
                <a:close/>
                <a:moveTo>
                  <a:pt x="2545099" y="86830"/>
                </a:moveTo>
                <a:cubicBezTo>
                  <a:pt x="2559570" y="107855"/>
                  <a:pt x="2571858" y="132293"/>
                  <a:pt x="2581960" y="160144"/>
                </a:cubicBezTo>
                <a:lnTo>
                  <a:pt x="2559843" y="170793"/>
                </a:lnTo>
                <a:cubicBezTo>
                  <a:pt x="2554382" y="148403"/>
                  <a:pt x="2543460" y="124102"/>
                  <a:pt x="2527077" y="97889"/>
                </a:cubicBezTo>
                <a:close/>
                <a:moveTo>
                  <a:pt x="989533" y="85602"/>
                </a:moveTo>
                <a:cubicBezTo>
                  <a:pt x="1000182" y="98435"/>
                  <a:pt x="1010285" y="111678"/>
                  <a:pt x="1019841" y="125330"/>
                </a:cubicBezTo>
                <a:cubicBezTo>
                  <a:pt x="1090288" y="125330"/>
                  <a:pt x="1139847" y="124375"/>
                  <a:pt x="1168517" y="122463"/>
                </a:cubicBezTo>
                <a:cubicBezTo>
                  <a:pt x="1166606" y="132020"/>
                  <a:pt x="1165650" y="142737"/>
                  <a:pt x="1165650" y="154615"/>
                </a:cubicBezTo>
                <a:cubicBezTo>
                  <a:pt x="1165650" y="166493"/>
                  <a:pt x="1166333" y="177619"/>
                  <a:pt x="1167698" y="187995"/>
                </a:cubicBezTo>
                <a:lnTo>
                  <a:pt x="1140256" y="187995"/>
                </a:lnTo>
                <a:lnTo>
                  <a:pt x="1140256" y="143761"/>
                </a:lnTo>
                <a:lnTo>
                  <a:pt x="851506" y="143761"/>
                </a:lnTo>
                <a:lnTo>
                  <a:pt x="851506" y="189224"/>
                </a:lnTo>
                <a:lnTo>
                  <a:pt x="824065" y="189224"/>
                </a:lnTo>
                <a:cubicBezTo>
                  <a:pt x="825157" y="179667"/>
                  <a:pt x="825703" y="167721"/>
                  <a:pt x="825703" y="153386"/>
                </a:cubicBezTo>
                <a:cubicBezTo>
                  <a:pt x="825703" y="139051"/>
                  <a:pt x="825157" y="128743"/>
                  <a:pt x="824065" y="122463"/>
                </a:cubicBezTo>
                <a:cubicBezTo>
                  <a:pt x="854646" y="124375"/>
                  <a:pt x="911304" y="125330"/>
                  <a:pt x="994038" y="125330"/>
                </a:cubicBezTo>
                <a:cubicBezTo>
                  <a:pt x="988304" y="115774"/>
                  <a:pt x="981205" y="107446"/>
                  <a:pt x="972740" y="100346"/>
                </a:cubicBezTo>
                <a:close/>
                <a:moveTo>
                  <a:pt x="3705015" y="80687"/>
                </a:moveTo>
                <a:cubicBezTo>
                  <a:pt x="3711841" y="83144"/>
                  <a:pt x="3716483" y="84578"/>
                  <a:pt x="3718941" y="84987"/>
                </a:cubicBezTo>
                <a:cubicBezTo>
                  <a:pt x="3721398" y="85397"/>
                  <a:pt x="3725835" y="85602"/>
                  <a:pt x="3732252" y="85602"/>
                </a:cubicBezTo>
                <a:cubicBezTo>
                  <a:pt x="3738669" y="85602"/>
                  <a:pt x="3741877" y="86625"/>
                  <a:pt x="3741877" y="88673"/>
                </a:cubicBezTo>
                <a:cubicBezTo>
                  <a:pt x="3741877" y="90721"/>
                  <a:pt x="3739829" y="93383"/>
                  <a:pt x="3735733" y="96660"/>
                </a:cubicBezTo>
                <a:cubicBezTo>
                  <a:pt x="3734641" y="97479"/>
                  <a:pt x="3733549" y="100619"/>
                  <a:pt x="3732456" y="106080"/>
                </a:cubicBezTo>
                <a:cubicBezTo>
                  <a:pt x="3731364" y="111541"/>
                  <a:pt x="3730818" y="117412"/>
                  <a:pt x="3730818" y="123692"/>
                </a:cubicBezTo>
                <a:lnTo>
                  <a:pt x="3730818" y="385001"/>
                </a:lnTo>
                <a:lnTo>
                  <a:pt x="3702967" y="385001"/>
                </a:lnTo>
                <a:cubicBezTo>
                  <a:pt x="3705698" y="360426"/>
                  <a:pt x="3707063" y="341449"/>
                  <a:pt x="3707063" y="328070"/>
                </a:cubicBezTo>
                <a:lnTo>
                  <a:pt x="3707063" y="132293"/>
                </a:lnTo>
                <a:cubicBezTo>
                  <a:pt x="3707063" y="114545"/>
                  <a:pt x="3706380" y="97343"/>
                  <a:pt x="3705015" y="80687"/>
                </a:cubicBezTo>
                <a:close/>
                <a:moveTo>
                  <a:pt x="27851" y="65942"/>
                </a:moveTo>
                <a:cubicBezTo>
                  <a:pt x="63074" y="68126"/>
                  <a:pt x="111677" y="69219"/>
                  <a:pt x="173659" y="69219"/>
                </a:cubicBezTo>
                <a:cubicBezTo>
                  <a:pt x="235642" y="69219"/>
                  <a:pt x="283972" y="68126"/>
                  <a:pt x="318649" y="65942"/>
                </a:cubicBezTo>
                <a:lnTo>
                  <a:pt x="318649" y="93383"/>
                </a:lnTo>
                <a:cubicBezTo>
                  <a:pt x="286429" y="91745"/>
                  <a:pt x="240830" y="90926"/>
                  <a:pt x="181851" y="90926"/>
                </a:cubicBezTo>
                <a:cubicBezTo>
                  <a:pt x="122872" y="90926"/>
                  <a:pt x="71539" y="91745"/>
                  <a:pt x="27851" y="93383"/>
                </a:cubicBezTo>
                <a:close/>
                <a:moveTo>
                  <a:pt x="3308956" y="65123"/>
                </a:moveTo>
                <a:lnTo>
                  <a:pt x="3308956" y="165469"/>
                </a:lnTo>
                <a:lnTo>
                  <a:pt x="3387594" y="165469"/>
                </a:lnTo>
                <a:lnTo>
                  <a:pt x="3387594" y="65123"/>
                </a:lnTo>
                <a:close/>
                <a:moveTo>
                  <a:pt x="4016702" y="40958"/>
                </a:moveTo>
                <a:cubicBezTo>
                  <a:pt x="4014790" y="50788"/>
                  <a:pt x="4013835" y="66215"/>
                  <a:pt x="4013835" y="87240"/>
                </a:cubicBezTo>
                <a:lnTo>
                  <a:pt x="4013835" y="337490"/>
                </a:lnTo>
                <a:cubicBezTo>
                  <a:pt x="4013835" y="351416"/>
                  <a:pt x="4012265" y="361587"/>
                  <a:pt x="4009124" y="368004"/>
                </a:cubicBezTo>
                <a:cubicBezTo>
                  <a:pt x="4005984" y="374420"/>
                  <a:pt x="4000250" y="378789"/>
                  <a:pt x="3991922" y="381110"/>
                </a:cubicBezTo>
                <a:cubicBezTo>
                  <a:pt x="3983594" y="383431"/>
                  <a:pt x="3970283" y="384864"/>
                  <a:pt x="3951989" y="385410"/>
                </a:cubicBezTo>
                <a:cubicBezTo>
                  <a:pt x="3952808" y="374215"/>
                  <a:pt x="3949122" y="363976"/>
                  <a:pt x="3940930" y="354692"/>
                </a:cubicBezTo>
                <a:cubicBezTo>
                  <a:pt x="3953491" y="356877"/>
                  <a:pt x="3963184" y="357969"/>
                  <a:pt x="3970010" y="357969"/>
                </a:cubicBezTo>
                <a:cubicBezTo>
                  <a:pt x="3976837" y="357969"/>
                  <a:pt x="3981819" y="356740"/>
                  <a:pt x="3984960" y="354283"/>
                </a:cubicBezTo>
                <a:cubicBezTo>
                  <a:pt x="3988100" y="351825"/>
                  <a:pt x="3989670" y="346637"/>
                  <a:pt x="3989670" y="338719"/>
                </a:cubicBezTo>
                <a:lnTo>
                  <a:pt x="3989670" y="65123"/>
                </a:lnTo>
                <a:lnTo>
                  <a:pt x="3911441" y="65123"/>
                </a:lnTo>
                <a:cubicBezTo>
                  <a:pt x="3882225" y="65123"/>
                  <a:pt x="3857104" y="65942"/>
                  <a:pt x="3836079" y="67580"/>
                </a:cubicBezTo>
                <a:lnTo>
                  <a:pt x="3836079" y="41367"/>
                </a:lnTo>
                <a:cubicBezTo>
                  <a:pt x="3856558" y="43006"/>
                  <a:pt x="3887822" y="43825"/>
                  <a:pt x="3929872" y="43825"/>
                </a:cubicBezTo>
                <a:cubicBezTo>
                  <a:pt x="3971921" y="43825"/>
                  <a:pt x="4000864" y="42869"/>
                  <a:pt x="4016702" y="40958"/>
                </a:cubicBezTo>
                <a:close/>
                <a:moveTo>
                  <a:pt x="3281514" y="40958"/>
                </a:moveTo>
                <a:cubicBezTo>
                  <a:pt x="3290252" y="43142"/>
                  <a:pt x="3312574" y="44234"/>
                  <a:pt x="3348480" y="44234"/>
                </a:cubicBezTo>
                <a:cubicBezTo>
                  <a:pt x="3384386" y="44234"/>
                  <a:pt x="3406708" y="43142"/>
                  <a:pt x="3415446" y="40958"/>
                </a:cubicBezTo>
                <a:cubicBezTo>
                  <a:pt x="3413807" y="48057"/>
                  <a:pt x="3412988" y="63211"/>
                  <a:pt x="3412988" y="86421"/>
                </a:cubicBezTo>
                <a:lnTo>
                  <a:pt x="3412988" y="285065"/>
                </a:lnTo>
                <a:cubicBezTo>
                  <a:pt x="3412988" y="302540"/>
                  <a:pt x="3413944" y="320561"/>
                  <a:pt x="3415855" y="339128"/>
                </a:cubicBezTo>
                <a:lnTo>
                  <a:pt x="3387594" y="339128"/>
                </a:lnTo>
                <a:lnTo>
                  <a:pt x="3387594" y="301038"/>
                </a:lnTo>
                <a:lnTo>
                  <a:pt x="3308956" y="301038"/>
                </a:lnTo>
                <a:lnTo>
                  <a:pt x="3308956" y="349368"/>
                </a:lnTo>
                <a:lnTo>
                  <a:pt x="3281105" y="349368"/>
                </a:lnTo>
                <a:cubicBezTo>
                  <a:pt x="3283016" y="333804"/>
                  <a:pt x="3283972" y="314281"/>
                  <a:pt x="3283972" y="290799"/>
                </a:cubicBezTo>
                <a:lnTo>
                  <a:pt x="3283972" y="86421"/>
                </a:lnTo>
                <a:cubicBezTo>
                  <a:pt x="3283972" y="64577"/>
                  <a:pt x="3283153" y="49422"/>
                  <a:pt x="3281514" y="40958"/>
                </a:cubicBezTo>
                <a:close/>
                <a:moveTo>
                  <a:pt x="730272" y="32766"/>
                </a:moveTo>
                <a:lnTo>
                  <a:pt x="685219" y="156458"/>
                </a:lnTo>
                <a:lnTo>
                  <a:pt x="721261" y="156458"/>
                </a:lnTo>
                <a:cubicBezTo>
                  <a:pt x="728634" y="156458"/>
                  <a:pt x="737508" y="155639"/>
                  <a:pt x="747884" y="154001"/>
                </a:cubicBezTo>
                <a:cubicBezTo>
                  <a:pt x="739419" y="194139"/>
                  <a:pt x="731432" y="224174"/>
                  <a:pt x="723923" y="244107"/>
                </a:cubicBezTo>
                <a:cubicBezTo>
                  <a:pt x="716415" y="264040"/>
                  <a:pt x="706926" y="281378"/>
                  <a:pt x="695458" y="296123"/>
                </a:cubicBezTo>
                <a:cubicBezTo>
                  <a:pt x="707745" y="309776"/>
                  <a:pt x="719486" y="320629"/>
                  <a:pt x="730681" y="328684"/>
                </a:cubicBezTo>
                <a:cubicBezTo>
                  <a:pt x="741876" y="336739"/>
                  <a:pt x="757577" y="345136"/>
                  <a:pt x="777783" y="353873"/>
                </a:cubicBezTo>
                <a:cubicBezTo>
                  <a:pt x="769045" y="359607"/>
                  <a:pt x="762355" y="367389"/>
                  <a:pt x="757713" y="377219"/>
                </a:cubicBezTo>
                <a:cubicBezTo>
                  <a:pt x="730408" y="362201"/>
                  <a:pt x="704878" y="341040"/>
                  <a:pt x="681123" y="313735"/>
                </a:cubicBezTo>
                <a:cubicBezTo>
                  <a:pt x="653818" y="341040"/>
                  <a:pt x="617366" y="363703"/>
                  <a:pt x="571766" y="381724"/>
                </a:cubicBezTo>
                <a:cubicBezTo>
                  <a:pt x="567671" y="370802"/>
                  <a:pt x="560844" y="362611"/>
                  <a:pt x="551288" y="357150"/>
                </a:cubicBezTo>
                <a:cubicBezTo>
                  <a:pt x="578320" y="350050"/>
                  <a:pt x="600232" y="341995"/>
                  <a:pt x="617024" y="332985"/>
                </a:cubicBezTo>
                <a:cubicBezTo>
                  <a:pt x="633817" y="323974"/>
                  <a:pt x="649995" y="311550"/>
                  <a:pt x="665559" y="295714"/>
                </a:cubicBezTo>
                <a:cubicBezTo>
                  <a:pt x="645626" y="272231"/>
                  <a:pt x="625694" y="242196"/>
                  <a:pt x="605761" y="205607"/>
                </a:cubicBezTo>
                <a:lnTo>
                  <a:pt x="629107" y="194548"/>
                </a:lnTo>
                <a:cubicBezTo>
                  <a:pt x="640848" y="223765"/>
                  <a:pt x="657914" y="251889"/>
                  <a:pt x="680304" y="278921"/>
                </a:cubicBezTo>
                <a:cubicBezTo>
                  <a:pt x="699690" y="252708"/>
                  <a:pt x="712251" y="218440"/>
                  <a:pt x="717985" y="176118"/>
                </a:cubicBezTo>
                <a:lnTo>
                  <a:pt x="678665" y="176118"/>
                </a:lnTo>
                <a:cubicBezTo>
                  <a:pt x="671293" y="176118"/>
                  <a:pt x="662829" y="176937"/>
                  <a:pt x="653272" y="178575"/>
                </a:cubicBezTo>
                <a:lnTo>
                  <a:pt x="695868" y="58979"/>
                </a:lnTo>
                <a:lnTo>
                  <a:pt x="606580" y="58979"/>
                </a:lnTo>
                <a:cubicBezTo>
                  <a:pt x="606034" y="136525"/>
                  <a:pt x="603167" y="190931"/>
                  <a:pt x="597979" y="222195"/>
                </a:cubicBezTo>
                <a:cubicBezTo>
                  <a:pt x="592791" y="253459"/>
                  <a:pt x="584736" y="278443"/>
                  <a:pt x="573814" y="297147"/>
                </a:cubicBezTo>
                <a:cubicBezTo>
                  <a:pt x="562892" y="315851"/>
                  <a:pt x="546373" y="336261"/>
                  <a:pt x="524256" y="358378"/>
                </a:cubicBezTo>
                <a:cubicBezTo>
                  <a:pt x="518795" y="350733"/>
                  <a:pt x="510194" y="344999"/>
                  <a:pt x="498452" y="341176"/>
                </a:cubicBezTo>
                <a:cubicBezTo>
                  <a:pt x="535587" y="314964"/>
                  <a:pt x="559342" y="283290"/>
                  <a:pt x="569719" y="246155"/>
                </a:cubicBezTo>
                <a:cubicBezTo>
                  <a:pt x="580095" y="209020"/>
                  <a:pt x="584463" y="146628"/>
                  <a:pt x="582825" y="58979"/>
                </a:cubicBezTo>
                <a:cubicBezTo>
                  <a:pt x="560708" y="58979"/>
                  <a:pt x="546236" y="59525"/>
                  <a:pt x="539410" y="60617"/>
                </a:cubicBezTo>
                <a:lnTo>
                  <a:pt x="539410" y="36453"/>
                </a:lnTo>
                <a:cubicBezTo>
                  <a:pt x="558797" y="38091"/>
                  <a:pt x="588013" y="38910"/>
                  <a:pt x="627059" y="38910"/>
                </a:cubicBezTo>
                <a:cubicBezTo>
                  <a:pt x="666105" y="38910"/>
                  <a:pt x="700509" y="36862"/>
                  <a:pt x="730272" y="32766"/>
                </a:cubicBezTo>
                <a:close/>
                <a:moveTo>
                  <a:pt x="1942204" y="25804"/>
                </a:moveTo>
                <a:cubicBezTo>
                  <a:pt x="1947119" y="36726"/>
                  <a:pt x="1953809" y="46419"/>
                  <a:pt x="1962274" y="54883"/>
                </a:cubicBezTo>
                <a:cubicBezTo>
                  <a:pt x="1964731" y="57341"/>
                  <a:pt x="1965960" y="59594"/>
                  <a:pt x="1965960" y="61641"/>
                </a:cubicBezTo>
                <a:cubicBezTo>
                  <a:pt x="1965960" y="63689"/>
                  <a:pt x="1964936" y="64713"/>
                  <a:pt x="1962888" y="64713"/>
                </a:cubicBezTo>
                <a:cubicBezTo>
                  <a:pt x="1960840" y="64713"/>
                  <a:pt x="1958997" y="64440"/>
                  <a:pt x="1957359" y="63894"/>
                </a:cubicBezTo>
                <a:cubicBezTo>
                  <a:pt x="1952444" y="62529"/>
                  <a:pt x="1944730" y="61846"/>
                  <a:pt x="1934218" y="61846"/>
                </a:cubicBezTo>
                <a:cubicBezTo>
                  <a:pt x="1923705" y="61846"/>
                  <a:pt x="1906844" y="62734"/>
                  <a:pt x="1883635" y="64508"/>
                </a:cubicBezTo>
                <a:cubicBezTo>
                  <a:pt x="1860426" y="66283"/>
                  <a:pt x="1830390" y="67990"/>
                  <a:pt x="1793529" y="69628"/>
                </a:cubicBezTo>
                <a:cubicBezTo>
                  <a:pt x="1756667" y="71266"/>
                  <a:pt x="1730454" y="71812"/>
                  <a:pt x="1714890" y="71266"/>
                </a:cubicBezTo>
                <a:lnTo>
                  <a:pt x="1714890" y="140075"/>
                </a:lnTo>
                <a:lnTo>
                  <a:pt x="1857832" y="140075"/>
                </a:lnTo>
                <a:cubicBezTo>
                  <a:pt x="1893055" y="140075"/>
                  <a:pt x="1922681" y="139256"/>
                  <a:pt x="1946710" y="137618"/>
                </a:cubicBezTo>
                <a:cubicBezTo>
                  <a:pt x="1925412" y="206426"/>
                  <a:pt x="1894011" y="260080"/>
                  <a:pt x="1852508" y="298581"/>
                </a:cubicBezTo>
                <a:cubicBezTo>
                  <a:pt x="1888823" y="323974"/>
                  <a:pt x="1933330" y="339675"/>
                  <a:pt x="1986029" y="345682"/>
                </a:cubicBezTo>
                <a:cubicBezTo>
                  <a:pt x="1977837" y="352781"/>
                  <a:pt x="1971148" y="363293"/>
                  <a:pt x="1965960" y="377219"/>
                </a:cubicBezTo>
                <a:cubicBezTo>
                  <a:pt x="1910530" y="362474"/>
                  <a:pt x="1866023" y="341995"/>
                  <a:pt x="1832438" y="315783"/>
                </a:cubicBezTo>
                <a:cubicBezTo>
                  <a:pt x="1799945" y="341176"/>
                  <a:pt x="1760763" y="362747"/>
                  <a:pt x="1714890" y="380496"/>
                </a:cubicBezTo>
                <a:cubicBezTo>
                  <a:pt x="1710794" y="368481"/>
                  <a:pt x="1703013" y="359744"/>
                  <a:pt x="1691545" y="354283"/>
                </a:cubicBezTo>
                <a:cubicBezTo>
                  <a:pt x="1742332" y="340630"/>
                  <a:pt x="1783153" y="322472"/>
                  <a:pt x="1814007" y="299809"/>
                </a:cubicBezTo>
                <a:cubicBezTo>
                  <a:pt x="1783972" y="266224"/>
                  <a:pt x="1759397" y="220215"/>
                  <a:pt x="1740284" y="161782"/>
                </a:cubicBezTo>
                <a:lnTo>
                  <a:pt x="1714890" y="161782"/>
                </a:lnTo>
                <a:cubicBezTo>
                  <a:pt x="1714617" y="206563"/>
                  <a:pt x="1710112" y="245268"/>
                  <a:pt x="1701374" y="277897"/>
                </a:cubicBezTo>
                <a:cubicBezTo>
                  <a:pt x="1692637" y="310526"/>
                  <a:pt x="1678575" y="341859"/>
                  <a:pt x="1659188" y="371894"/>
                </a:cubicBezTo>
                <a:cubicBezTo>
                  <a:pt x="1650996" y="364522"/>
                  <a:pt x="1641030" y="359471"/>
                  <a:pt x="1629289" y="356740"/>
                </a:cubicBezTo>
                <a:cubicBezTo>
                  <a:pt x="1669427" y="314690"/>
                  <a:pt x="1689496" y="248612"/>
                  <a:pt x="1689496" y="158506"/>
                </a:cubicBezTo>
                <a:cubicBezTo>
                  <a:pt x="1689496" y="118641"/>
                  <a:pt x="1688541" y="80960"/>
                  <a:pt x="1686629" y="45463"/>
                </a:cubicBezTo>
                <a:cubicBezTo>
                  <a:pt x="1710658" y="46009"/>
                  <a:pt x="1732912" y="46282"/>
                  <a:pt x="1753390" y="46282"/>
                </a:cubicBezTo>
                <a:cubicBezTo>
                  <a:pt x="1848685" y="46282"/>
                  <a:pt x="1911623" y="39456"/>
                  <a:pt x="1942204" y="25804"/>
                </a:cubicBezTo>
                <a:close/>
                <a:moveTo>
                  <a:pt x="4072813" y="24165"/>
                </a:moveTo>
                <a:lnTo>
                  <a:pt x="4234186" y="24165"/>
                </a:lnTo>
                <a:lnTo>
                  <a:pt x="4234186" y="52836"/>
                </a:lnTo>
                <a:lnTo>
                  <a:pt x="4168654" y="52836"/>
                </a:lnTo>
                <a:lnTo>
                  <a:pt x="4168654" y="318240"/>
                </a:lnTo>
                <a:lnTo>
                  <a:pt x="4138755" y="318240"/>
                </a:lnTo>
                <a:lnTo>
                  <a:pt x="4138755" y="52836"/>
                </a:lnTo>
                <a:lnTo>
                  <a:pt x="4072813" y="52836"/>
                </a:lnTo>
                <a:close/>
                <a:moveTo>
                  <a:pt x="1444980" y="13107"/>
                </a:moveTo>
                <a:cubicBezTo>
                  <a:pt x="1455629" y="18295"/>
                  <a:pt x="1465595" y="21435"/>
                  <a:pt x="1474879" y="22527"/>
                </a:cubicBezTo>
                <a:cubicBezTo>
                  <a:pt x="1478702" y="23073"/>
                  <a:pt x="1480613" y="24302"/>
                  <a:pt x="1480613" y="26213"/>
                </a:cubicBezTo>
                <a:cubicBezTo>
                  <a:pt x="1480613" y="28125"/>
                  <a:pt x="1478770" y="30514"/>
                  <a:pt x="1475084" y="33381"/>
                </a:cubicBezTo>
                <a:cubicBezTo>
                  <a:pt x="1471398" y="36248"/>
                  <a:pt x="1464640" y="52972"/>
                  <a:pt x="1454810" y="83554"/>
                </a:cubicBezTo>
                <a:lnTo>
                  <a:pt x="1519933" y="83554"/>
                </a:lnTo>
                <a:cubicBezTo>
                  <a:pt x="1535770" y="83554"/>
                  <a:pt x="1550924" y="82461"/>
                  <a:pt x="1565395" y="80277"/>
                </a:cubicBezTo>
                <a:cubicBezTo>
                  <a:pt x="1563757" y="92291"/>
                  <a:pt x="1562802" y="105807"/>
                  <a:pt x="1562528" y="120825"/>
                </a:cubicBezTo>
                <a:lnTo>
                  <a:pt x="1558433" y="329708"/>
                </a:lnTo>
                <a:cubicBezTo>
                  <a:pt x="1558159" y="349095"/>
                  <a:pt x="1550377" y="362065"/>
                  <a:pt x="1535087" y="368618"/>
                </a:cubicBezTo>
                <a:cubicBezTo>
                  <a:pt x="1519796" y="375171"/>
                  <a:pt x="1497542" y="378448"/>
                  <a:pt x="1468326" y="378448"/>
                </a:cubicBezTo>
                <a:cubicBezTo>
                  <a:pt x="1467507" y="368072"/>
                  <a:pt x="1463411" y="357423"/>
                  <a:pt x="1456039" y="346501"/>
                </a:cubicBezTo>
                <a:cubicBezTo>
                  <a:pt x="1468053" y="347047"/>
                  <a:pt x="1479385" y="347320"/>
                  <a:pt x="1490034" y="347320"/>
                </a:cubicBezTo>
                <a:cubicBezTo>
                  <a:pt x="1500682" y="347320"/>
                  <a:pt x="1509283" y="345886"/>
                  <a:pt x="1515837" y="343019"/>
                </a:cubicBezTo>
                <a:cubicBezTo>
                  <a:pt x="1522390" y="340152"/>
                  <a:pt x="1526690" y="335169"/>
                  <a:pt x="1528738" y="328070"/>
                </a:cubicBezTo>
                <a:cubicBezTo>
                  <a:pt x="1530786" y="320971"/>
                  <a:pt x="1531947" y="309503"/>
                  <a:pt x="1532220" y="293666"/>
                </a:cubicBezTo>
                <a:lnTo>
                  <a:pt x="1534268" y="105671"/>
                </a:lnTo>
                <a:lnTo>
                  <a:pt x="1447438" y="105671"/>
                </a:lnTo>
                <a:cubicBezTo>
                  <a:pt x="1435151" y="134887"/>
                  <a:pt x="1422317" y="160144"/>
                  <a:pt x="1408938" y="181442"/>
                </a:cubicBezTo>
                <a:cubicBezTo>
                  <a:pt x="1400746" y="175981"/>
                  <a:pt x="1392282" y="172022"/>
                  <a:pt x="1383544" y="169564"/>
                </a:cubicBezTo>
                <a:cubicBezTo>
                  <a:pt x="1401565" y="143898"/>
                  <a:pt x="1414603" y="119596"/>
                  <a:pt x="1422658" y="96660"/>
                </a:cubicBezTo>
                <a:cubicBezTo>
                  <a:pt x="1430713" y="73724"/>
                  <a:pt x="1438154" y="45873"/>
                  <a:pt x="1444980" y="13107"/>
                </a:cubicBezTo>
                <a:close/>
                <a:moveTo>
                  <a:pt x="1296304" y="9830"/>
                </a:moveTo>
                <a:cubicBezTo>
                  <a:pt x="1306954" y="13380"/>
                  <a:pt x="1317739" y="16247"/>
                  <a:pt x="1328661" y="18431"/>
                </a:cubicBezTo>
                <a:cubicBezTo>
                  <a:pt x="1331665" y="18977"/>
                  <a:pt x="1333166" y="20138"/>
                  <a:pt x="1333166" y="21913"/>
                </a:cubicBezTo>
                <a:cubicBezTo>
                  <a:pt x="1333166" y="23687"/>
                  <a:pt x="1332074" y="25667"/>
                  <a:pt x="1329890" y="27851"/>
                </a:cubicBezTo>
                <a:cubicBezTo>
                  <a:pt x="1322517" y="35224"/>
                  <a:pt x="1313780" y="55976"/>
                  <a:pt x="1303677" y="90107"/>
                </a:cubicBezTo>
                <a:cubicBezTo>
                  <a:pt x="1333439" y="90107"/>
                  <a:pt x="1358696" y="89015"/>
                  <a:pt x="1379448" y="86830"/>
                </a:cubicBezTo>
                <a:cubicBezTo>
                  <a:pt x="1377537" y="97479"/>
                  <a:pt x="1376581" y="109903"/>
                  <a:pt x="1376581" y="124102"/>
                </a:cubicBezTo>
                <a:lnTo>
                  <a:pt x="1376581" y="319878"/>
                </a:lnTo>
                <a:cubicBezTo>
                  <a:pt x="1376581" y="341995"/>
                  <a:pt x="1377537" y="361928"/>
                  <a:pt x="1379448" y="379676"/>
                </a:cubicBezTo>
                <a:lnTo>
                  <a:pt x="1351597" y="379676"/>
                </a:lnTo>
                <a:lnTo>
                  <a:pt x="1351597" y="341995"/>
                </a:lnTo>
                <a:lnTo>
                  <a:pt x="1264767" y="341995"/>
                </a:lnTo>
                <a:lnTo>
                  <a:pt x="1264767" y="382953"/>
                </a:lnTo>
                <a:lnTo>
                  <a:pt x="1236097" y="382953"/>
                </a:lnTo>
                <a:cubicBezTo>
                  <a:pt x="1238281" y="362201"/>
                  <a:pt x="1239374" y="342269"/>
                  <a:pt x="1239374" y="323155"/>
                </a:cubicBezTo>
                <a:lnTo>
                  <a:pt x="1239374" y="124102"/>
                </a:lnTo>
                <a:cubicBezTo>
                  <a:pt x="1239374" y="111541"/>
                  <a:pt x="1238418" y="99118"/>
                  <a:pt x="1236507" y="86830"/>
                </a:cubicBezTo>
                <a:cubicBezTo>
                  <a:pt x="1248248" y="88742"/>
                  <a:pt x="1262992" y="89834"/>
                  <a:pt x="1280741" y="90107"/>
                </a:cubicBezTo>
                <a:cubicBezTo>
                  <a:pt x="1290024" y="61710"/>
                  <a:pt x="1295212" y="34951"/>
                  <a:pt x="1296304" y="9830"/>
                </a:cubicBezTo>
                <a:close/>
                <a:moveTo>
                  <a:pt x="2494721" y="9011"/>
                </a:moveTo>
                <a:cubicBezTo>
                  <a:pt x="2502639" y="10922"/>
                  <a:pt x="2511036" y="11878"/>
                  <a:pt x="2519910" y="11878"/>
                </a:cubicBezTo>
                <a:cubicBezTo>
                  <a:pt x="2528784" y="11878"/>
                  <a:pt x="2533221" y="12970"/>
                  <a:pt x="2533221" y="15155"/>
                </a:cubicBezTo>
                <a:cubicBezTo>
                  <a:pt x="2533221" y="17339"/>
                  <a:pt x="2531446" y="19592"/>
                  <a:pt x="2527897" y="21913"/>
                </a:cubicBezTo>
                <a:cubicBezTo>
                  <a:pt x="2524347" y="24234"/>
                  <a:pt x="2522572" y="31128"/>
                  <a:pt x="2522572" y="42596"/>
                </a:cubicBezTo>
                <a:lnTo>
                  <a:pt x="2522572" y="314144"/>
                </a:lnTo>
                <a:cubicBezTo>
                  <a:pt x="2522572" y="328616"/>
                  <a:pt x="2523937" y="351279"/>
                  <a:pt x="2526668" y="382134"/>
                </a:cubicBezTo>
                <a:lnTo>
                  <a:pt x="2494721" y="382134"/>
                </a:lnTo>
                <a:cubicBezTo>
                  <a:pt x="2497451" y="355375"/>
                  <a:pt x="2498817" y="332575"/>
                  <a:pt x="2498817" y="313735"/>
                </a:cubicBezTo>
                <a:lnTo>
                  <a:pt x="2498817" y="63075"/>
                </a:lnTo>
                <a:cubicBezTo>
                  <a:pt x="2498817" y="41504"/>
                  <a:pt x="2497451" y="23483"/>
                  <a:pt x="2494721" y="9011"/>
                </a:cubicBezTo>
                <a:close/>
                <a:moveTo>
                  <a:pt x="3732866" y="7782"/>
                </a:moveTo>
                <a:cubicBezTo>
                  <a:pt x="3757987" y="26077"/>
                  <a:pt x="3779012" y="44098"/>
                  <a:pt x="3795941" y="61846"/>
                </a:cubicBezTo>
                <a:lnTo>
                  <a:pt x="3775462" y="81506"/>
                </a:lnTo>
                <a:cubicBezTo>
                  <a:pt x="3762355" y="62119"/>
                  <a:pt x="3742969" y="43552"/>
                  <a:pt x="3717302" y="25804"/>
                </a:cubicBezTo>
                <a:close/>
                <a:moveTo>
                  <a:pt x="2625375" y="7782"/>
                </a:moveTo>
                <a:cubicBezTo>
                  <a:pt x="2636024" y="11059"/>
                  <a:pt x="2645513" y="13107"/>
                  <a:pt x="2653841" y="13926"/>
                </a:cubicBezTo>
                <a:cubicBezTo>
                  <a:pt x="2662169" y="14745"/>
                  <a:pt x="2666333" y="16179"/>
                  <a:pt x="2666333" y="18226"/>
                </a:cubicBezTo>
                <a:cubicBezTo>
                  <a:pt x="2666333" y="20274"/>
                  <a:pt x="2664217" y="22800"/>
                  <a:pt x="2659984" y="25804"/>
                </a:cubicBezTo>
                <a:cubicBezTo>
                  <a:pt x="2655752" y="28807"/>
                  <a:pt x="2650769" y="45736"/>
                  <a:pt x="2645035" y="76591"/>
                </a:cubicBezTo>
                <a:lnTo>
                  <a:pt x="2731455" y="76591"/>
                </a:lnTo>
                <a:cubicBezTo>
                  <a:pt x="2769136" y="76591"/>
                  <a:pt x="2796305" y="75772"/>
                  <a:pt x="2812961" y="74133"/>
                </a:cubicBezTo>
                <a:lnTo>
                  <a:pt x="2812961" y="99118"/>
                </a:lnTo>
                <a:cubicBezTo>
                  <a:pt x="2796305" y="97479"/>
                  <a:pt x="2769136" y="96660"/>
                  <a:pt x="2731455" y="96660"/>
                </a:cubicBezTo>
                <a:lnTo>
                  <a:pt x="2641349" y="96660"/>
                </a:lnTo>
                <a:cubicBezTo>
                  <a:pt x="2627423" y="169564"/>
                  <a:pt x="2602712" y="230455"/>
                  <a:pt x="2567216" y="279331"/>
                </a:cubicBezTo>
                <a:cubicBezTo>
                  <a:pt x="2559297" y="269501"/>
                  <a:pt x="2550150" y="263494"/>
                  <a:pt x="2539774" y="261309"/>
                </a:cubicBezTo>
                <a:cubicBezTo>
                  <a:pt x="2579093" y="224447"/>
                  <a:pt x="2604896" y="169564"/>
                  <a:pt x="2617184" y="96660"/>
                </a:cubicBezTo>
                <a:cubicBezTo>
                  <a:pt x="2599982" y="96933"/>
                  <a:pt x="2585100" y="97752"/>
                  <a:pt x="2572540" y="99118"/>
                </a:cubicBezTo>
                <a:lnTo>
                  <a:pt x="2572540" y="74133"/>
                </a:lnTo>
                <a:cubicBezTo>
                  <a:pt x="2580732" y="75499"/>
                  <a:pt x="2596568" y="76318"/>
                  <a:pt x="2620051" y="76591"/>
                </a:cubicBezTo>
                <a:cubicBezTo>
                  <a:pt x="2623874" y="50105"/>
                  <a:pt x="2625785" y="33176"/>
                  <a:pt x="2625785" y="25804"/>
                </a:cubicBezTo>
                <a:cubicBezTo>
                  <a:pt x="2625785" y="18431"/>
                  <a:pt x="2625648" y="12424"/>
                  <a:pt x="2625375" y="7782"/>
                </a:cubicBezTo>
                <a:close/>
                <a:moveTo>
                  <a:pt x="2949759" y="7373"/>
                </a:moveTo>
                <a:cubicBezTo>
                  <a:pt x="2957131" y="12834"/>
                  <a:pt x="2966142" y="16383"/>
                  <a:pt x="2976791" y="18022"/>
                </a:cubicBezTo>
                <a:cubicBezTo>
                  <a:pt x="2980886" y="18568"/>
                  <a:pt x="2982934" y="19796"/>
                  <a:pt x="2982934" y="21708"/>
                </a:cubicBezTo>
                <a:cubicBezTo>
                  <a:pt x="2982934" y="23619"/>
                  <a:pt x="2980477" y="25599"/>
                  <a:pt x="2975562" y="27647"/>
                </a:cubicBezTo>
                <a:cubicBezTo>
                  <a:pt x="2970647" y="29695"/>
                  <a:pt x="2963821" y="35906"/>
                  <a:pt x="2955083" y="46282"/>
                </a:cubicBezTo>
                <a:lnTo>
                  <a:pt x="3148812" y="46282"/>
                </a:lnTo>
                <a:cubicBezTo>
                  <a:pt x="3176117" y="46282"/>
                  <a:pt x="3195777" y="45327"/>
                  <a:pt x="3207791" y="43415"/>
                </a:cubicBezTo>
                <a:lnTo>
                  <a:pt x="3207791" y="69628"/>
                </a:lnTo>
                <a:cubicBezTo>
                  <a:pt x="3198780" y="67717"/>
                  <a:pt x="3179121" y="66761"/>
                  <a:pt x="3148812" y="66761"/>
                </a:cubicBezTo>
                <a:lnTo>
                  <a:pt x="2939110" y="66761"/>
                </a:lnTo>
                <a:cubicBezTo>
                  <a:pt x="2922454" y="88605"/>
                  <a:pt x="2903750" y="110176"/>
                  <a:pt x="2882998" y="131474"/>
                </a:cubicBezTo>
                <a:cubicBezTo>
                  <a:pt x="2876172" y="124102"/>
                  <a:pt x="2867434" y="118504"/>
                  <a:pt x="2856785" y="114681"/>
                </a:cubicBezTo>
                <a:cubicBezTo>
                  <a:pt x="2897197" y="88196"/>
                  <a:pt x="2928188" y="52426"/>
                  <a:pt x="2949759" y="7373"/>
                </a:cubicBezTo>
                <a:close/>
                <a:moveTo>
                  <a:pt x="3548148" y="6963"/>
                </a:moveTo>
                <a:cubicBezTo>
                  <a:pt x="3555247" y="8874"/>
                  <a:pt x="3565896" y="9830"/>
                  <a:pt x="3580095" y="9830"/>
                </a:cubicBezTo>
                <a:cubicBezTo>
                  <a:pt x="3584736" y="9830"/>
                  <a:pt x="3587057" y="10922"/>
                  <a:pt x="3587057" y="13107"/>
                </a:cubicBezTo>
                <a:cubicBezTo>
                  <a:pt x="3587057" y="15291"/>
                  <a:pt x="3585487" y="17271"/>
                  <a:pt x="3582347" y="19046"/>
                </a:cubicBezTo>
                <a:cubicBezTo>
                  <a:pt x="3579207" y="20820"/>
                  <a:pt x="3577637" y="26213"/>
                  <a:pt x="3577637" y="35224"/>
                </a:cubicBezTo>
                <a:lnTo>
                  <a:pt x="3577637" y="108947"/>
                </a:lnTo>
                <a:cubicBezTo>
                  <a:pt x="3600573" y="108674"/>
                  <a:pt x="3621462" y="107582"/>
                  <a:pt x="3640302" y="105671"/>
                </a:cubicBezTo>
                <a:lnTo>
                  <a:pt x="3640302" y="133112"/>
                </a:lnTo>
                <a:cubicBezTo>
                  <a:pt x="3625557" y="131201"/>
                  <a:pt x="3604669" y="130245"/>
                  <a:pt x="3577637" y="130245"/>
                </a:cubicBezTo>
                <a:lnTo>
                  <a:pt x="3577637" y="333394"/>
                </a:lnTo>
                <a:cubicBezTo>
                  <a:pt x="3577637" y="346228"/>
                  <a:pt x="3575658" y="356058"/>
                  <a:pt x="3571699" y="362884"/>
                </a:cubicBezTo>
                <a:cubicBezTo>
                  <a:pt x="3567739" y="369710"/>
                  <a:pt x="3559616" y="374762"/>
                  <a:pt x="3547329" y="378038"/>
                </a:cubicBezTo>
                <a:cubicBezTo>
                  <a:pt x="3535041" y="381315"/>
                  <a:pt x="3516201" y="382953"/>
                  <a:pt x="3490807" y="382953"/>
                </a:cubicBezTo>
                <a:cubicBezTo>
                  <a:pt x="3490807" y="370120"/>
                  <a:pt x="3485892" y="358515"/>
                  <a:pt x="3476062" y="348139"/>
                </a:cubicBezTo>
                <a:cubicBezTo>
                  <a:pt x="3494357" y="351143"/>
                  <a:pt x="3509033" y="352644"/>
                  <a:pt x="3520092" y="352644"/>
                </a:cubicBezTo>
                <a:cubicBezTo>
                  <a:pt x="3531150" y="352644"/>
                  <a:pt x="3539342" y="350460"/>
                  <a:pt x="3544666" y="346091"/>
                </a:cubicBezTo>
                <a:cubicBezTo>
                  <a:pt x="3549991" y="341722"/>
                  <a:pt x="3552653" y="332848"/>
                  <a:pt x="3552653" y="319469"/>
                </a:cubicBezTo>
                <a:lnTo>
                  <a:pt x="3552653" y="129836"/>
                </a:lnTo>
                <a:lnTo>
                  <a:pt x="3500228" y="129836"/>
                </a:lnTo>
                <a:cubicBezTo>
                  <a:pt x="3470465" y="129836"/>
                  <a:pt x="3444662" y="130928"/>
                  <a:pt x="3422818" y="133112"/>
                </a:cubicBezTo>
                <a:lnTo>
                  <a:pt x="3422818" y="105671"/>
                </a:lnTo>
                <a:cubicBezTo>
                  <a:pt x="3444389" y="107855"/>
                  <a:pt x="3470192" y="108947"/>
                  <a:pt x="3500228" y="108947"/>
                </a:cubicBezTo>
                <a:lnTo>
                  <a:pt x="3552653" y="108947"/>
                </a:lnTo>
                <a:cubicBezTo>
                  <a:pt x="3552653" y="55703"/>
                  <a:pt x="3551151" y="21708"/>
                  <a:pt x="3548148" y="6963"/>
                </a:cubicBezTo>
                <a:close/>
                <a:moveTo>
                  <a:pt x="464458" y="6554"/>
                </a:moveTo>
                <a:cubicBezTo>
                  <a:pt x="471011" y="8465"/>
                  <a:pt x="475858" y="9625"/>
                  <a:pt x="478998" y="10035"/>
                </a:cubicBezTo>
                <a:cubicBezTo>
                  <a:pt x="482138" y="10445"/>
                  <a:pt x="486711" y="10649"/>
                  <a:pt x="492718" y="10649"/>
                </a:cubicBezTo>
                <a:cubicBezTo>
                  <a:pt x="498725" y="10649"/>
                  <a:pt x="501729" y="11537"/>
                  <a:pt x="501729" y="13312"/>
                </a:cubicBezTo>
                <a:cubicBezTo>
                  <a:pt x="501729" y="15086"/>
                  <a:pt x="500364" y="17203"/>
                  <a:pt x="497633" y="19660"/>
                </a:cubicBezTo>
                <a:cubicBezTo>
                  <a:pt x="494903" y="22117"/>
                  <a:pt x="492855" y="24780"/>
                  <a:pt x="491490" y="27647"/>
                </a:cubicBezTo>
                <a:cubicBezTo>
                  <a:pt x="490124" y="30514"/>
                  <a:pt x="489442" y="32903"/>
                  <a:pt x="489442" y="34814"/>
                </a:cubicBezTo>
                <a:lnTo>
                  <a:pt x="489442" y="95431"/>
                </a:lnTo>
                <a:cubicBezTo>
                  <a:pt x="515655" y="95158"/>
                  <a:pt x="534768" y="94066"/>
                  <a:pt x="546782" y="92155"/>
                </a:cubicBezTo>
                <a:lnTo>
                  <a:pt x="546782" y="119596"/>
                </a:lnTo>
                <a:cubicBezTo>
                  <a:pt x="530945" y="117685"/>
                  <a:pt x="511832" y="116593"/>
                  <a:pt x="489442" y="116320"/>
                </a:cubicBezTo>
                <a:lnTo>
                  <a:pt x="489442" y="140894"/>
                </a:lnTo>
                <a:cubicBezTo>
                  <a:pt x="511286" y="166015"/>
                  <a:pt x="531628" y="191818"/>
                  <a:pt x="550468" y="218304"/>
                </a:cubicBezTo>
                <a:lnTo>
                  <a:pt x="527123" y="233868"/>
                </a:lnTo>
                <a:cubicBezTo>
                  <a:pt x="517293" y="213662"/>
                  <a:pt x="504733" y="192091"/>
                  <a:pt x="489442" y="169155"/>
                </a:cubicBezTo>
                <a:lnTo>
                  <a:pt x="489442" y="306772"/>
                </a:lnTo>
                <a:cubicBezTo>
                  <a:pt x="489442" y="327524"/>
                  <a:pt x="490807" y="352371"/>
                  <a:pt x="493538" y="381315"/>
                </a:cubicBezTo>
                <a:lnTo>
                  <a:pt x="462410" y="381315"/>
                </a:lnTo>
                <a:cubicBezTo>
                  <a:pt x="465140" y="352371"/>
                  <a:pt x="466506" y="327524"/>
                  <a:pt x="466506" y="306772"/>
                </a:cubicBezTo>
                <a:lnTo>
                  <a:pt x="466506" y="176118"/>
                </a:lnTo>
                <a:cubicBezTo>
                  <a:pt x="455038" y="215437"/>
                  <a:pt x="437562" y="252981"/>
                  <a:pt x="414080" y="288751"/>
                </a:cubicBezTo>
                <a:cubicBezTo>
                  <a:pt x="409165" y="280286"/>
                  <a:pt x="401793" y="274279"/>
                  <a:pt x="391963" y="270729"/>
                </a:cubicBezTo>
                <a:cubicBezTo>
                  <a:pt x="420906" y="237417"/>
                  <a:pt x="445754" y="186494"/>
                  <a:pt x="466506" y="117958"/>
                </a:cubicBezTo>
                <a:lnTo>
                  <a:pt x="466506" y="116320"/>
                </a:lnTo>
                <a:cubicBezTo>
                  <a:pt x="439747" y="116866"/>
                  <a:pt x="418312" y="117958"/>
                  <a:pt x="402202" y="119596"/>
                </a:cubicBezTo>
                <a:lnTo>
                  <a:pt x="402202" y="92155"/>
                </a:lnTo>
                <a:cubicBezTo>
                  <a:pt x="418585" y="94339"/>
                  <a:pt x="440020" y="95431"/>
                  <a:pt x="466506" y="95431"/>
                </a:cubicBezTo>
                <a:cubicBezTo>
                  <a:pt x="466506" y="40548"/>
                  <a:pt x="465823" y="10922"/>
                  <a:pt x="464458" y="6554"/>
                </a:cubicBezTo>
                <a:close/>
                <a:moveTo>
                  <a:pt x="883862" y="6144"/>
                </a:moveTo>
                <a:cubicBezTo>
                  <a:pt x="893146" y="12970"/>
                  <a:pt x="900109" y="16998"/>
                  <a:pt x="904751" y="18226"/>
                </a:cubicBezTo>
                <a:cubicBezTo>
                  <a:pt x="909393" y="19455"/>
                  <a:pt x="911714" y="20957"/>
                  <a:pt x="911714" y="22732"/>
                </a:cubicBezTo>
                <a:cubicBezTo>
                  <a:pt x="911714" y="24507"/>
                  <a:pt x="910417" y="25940"/>
                  <a:pt x="907823" y="27032"/>
                </a:cubicBezTo>
                <a:cubicBezTo>
                  <a:pt x="905229" y="28125"/>
                  <a:pt x="899290" y="34132"/>
                  <a:pt x="890006" y="45054"/>
                </a:cubicBezTo>
                <a:cubicBezTo>
                  <a:pt x="950896" y="44781"/>
                  <a:pt x="984891" y="43142"/>
                  <a:pt x="991990" y="40139"/>
                </a:cubicBezTo>
                <a:lnTo>
                  <a:pt x="991990" y="66352"/>
                </a:lnTo>
                <a:cubicBezTo>
                  <a:pt x="983253" y="64440"/>
                  <a:pt x="961818" y="63484"/>
                  <a:pt x="927687" y="63484"/>
                </a:cubicBezTo>
                <a:cubicBezTo>
                  <a:pt x="933694" y="75226"/>
                  <a:pt x="940384" y="89697"/>
                  <a:pt x="947756" y="106899"/>
                </a:cubicBezTo>
                <a:lnTo>
                  <a:pt x="919905" y="114272"/>
                </a:lnTo>
                <a:cubicBezTo>
                  <a:pt x="917721" y="97343"/>
                  <a:pt x="913215" y="80414"/>
                  <a:pt x="906389" y="63484"/>
                </a:cubicBezTo>
                <a:lnTo>
                  <a:pt x="874852" y="63484"/>
                </a:lnTo>
                <a:cubicBezTo>
                  <a:pt x="862838" y="77956"/>
                  <a:pt x="848639" y="92837"/>
                  <a:pt x="832256" y="108128"/>
                </a:cubicBezTo>
                <a:cubicBezTo>
                  <a:pt x="826522" y="100483"/>
                  <a:pt x="819559" y="95158"/>
                  <a:pt x="811368" y="92155"/>
                </a:cubicBezTo>
                <a:cubicBezTo>
                  <a:pt x="843041" y="71676"/>
                  <a:pt x="867206" y="43006"/>
                  <a:pt x="883862" y="6144"/>
                </a:cubicBezTo>
                <a:close/>
                <a:moveTo>
                  <a:pt x="1051379" y="4915"/>
                </a:moveTo>
                <a:cubicBezTo>
                  <a:pt x="1060662" y="10103"/>
                  <a:pt x="1067830" y="13721"/>
                  <a:pt x="1072881" y="15769"/>
                </a:cubicBezTo>
                <a:cubicBezTo>
                  <a:pt x="1077933" y="17817"/>
                  <a:pt x="1080458" y="19660"/>
                  <a:pt x="1080458" y="21298"/>
                </a:cubicBezTo>
                <a:cubicBezTo>
                  <a:pt x="1080458" y="22937"/>
                  <a:pt x="1078547" y="24575"/>
                  <a:pt x="1074724" y="26213"/>
                </a:cubicBezTo>
                <a:cubicBezTo>
                  <a:pt x="1070902" y="27851"/>
                  <a:pt x="1065031" y="34678"/>
                  <a:pt x="1057113" y="46692"/>
                </a:cubicBezTo>
                <a:cubicBezTo>
                  <a:pt x="1123464" y="46419"/>
                  <a:pt x="1162237" y="44371"/>
                  <a:pt x="1173432" y="40548"/>
                </a:cubicBezTo>
                <a:lnTo>
                  <a:pt x="1173432" y="66761"/>
                </a:lnTo>
                <a:cubicBezTo>
                  <a:pt x="1165514" y="65123"/>
                  <a:pt x="1140393" y="64304"/>
                  <a:pt x="1098070" y="64304"/>
                </a:cubicBezTo>
                <a:cubicBezTo>
                  <a:pt x="1107627" y="83417"/>
                  <a:pt x="1114180" y="96797"/>
                  <a:pt x="1117730" y="104442"/>
                </a:cubicBezTo>
                <a:lnTo>
                  <a:pt x="1090698" y="112633"/>
                </a:lnTo>
                <a:cubicBezTo>
                  <a:pt x="1088786" y="100619"/>
                  <a:pt x="1083872" y="84509"/>
                  <a:pt x="1075953" y="64304"/>
                </a:cubicBezTo>
                <a:lnTo>
                  <a:pt x="1046054" y="64304"/>
                </a:lnTo>
                <a:cubicBezTo>
                  <a:pt x="1037590" y="77956"/>
                  <a:pt x="1029262" y="90243"/>
                  <a:pt x="1021070" y="101165"/>
                </a:cubicBezTo>
                <a:cubicBezTo>
                  <a:pt x="1015063" y="93793"/>
                  <a:pt x="1007827" y="89151"/>
                  <a:pt x="999363" y="87240"/>
                </a:cubicBezTo>
                <a:cubicBezTo>
                  <a:pt x="1025849" y="60481"/>
                  <a:pt x="1043187" y="33039"/>
                  <a:pt x="1051379" y="4915"/>
                </a:cubicBezTo>
                <a:close/>
                <a:moveTo>
                  <a:pt x="2211295" y="0"/>
                </a:moveTo>
                <a:cubicBezTo>
                  <a:pt x="2224128" y="4915"/>
                  <a:pt x="2234777" y="8055"/>
                  <a:pt x="2243242" y="9421"/>
                </a:cubicBezTo>
                <a:cubicBezTo>
                  <a:pt x="2248157" y="10513"/>
                  <a:pt x="2250614" y="12083"/>
                  <a:pt x="2250614" y="14131"/>
                </a:cubicBezTo>
                <a:cubicBezTo>
                  <a:pt x="2250614" y="16179"/>
                  <a:pt x="2247747" y="18226"/>
                  <a:pt x="2242013" y="20274"/>
                </a:cubicBezTo>
                <a:cubicBezTo>
                  <a:pt x="2236279" y="22322"/>
                  <a:pt x="2223719" y="37681"/>
                  <a:pt x="2204332" y="66352"/>
                </a:cubicBezTo>
                <a:lnTo>
                  <a:pt x="2257167" y="66352"/>
                </a:lnTo>
                <a:cubicBezTo>
                  <a:pt x="2322972" y="66352"/>
                  <a:pt x="2363384" y="64440"/>
                  <a:pt x="2378402" y="60617"/>
                </a:cubicBezTo>
                <a:cubicBezTo>
                  <a:pt x="2376490" y="70993"/>
                  <a:pt x="2375535" y="96660"/>
                  <a:pt x="2375535" y="137618"/>
                </a:cubicBezTo>
                <a:lnTo>
                  <a:pt x="2375535" y="334214"/>
                </a:lnTo>
                <a:cubicBezTo>
                  <a:pt x="2375535" y="343497"/>
                  <a:pt x="2373760" y="350528"/>
                  <a:pt x="2370210" y="355307"/>
                </a:cubicBezTo>
                <a:cubicBezTo>
                  <a:pt x="2366660" y="360085"/>
                  <a:pt x="2358742" y="363771"/>
                  <a:pt x="2346455" y="366365"/>
                </a:cubicBezTo>
                <a:cubicBezTo>
                  <a:pt x="2334167" y="368959"/>
                  <a:pt x="2314918" y="370393"/>
                  <a:pt x="2288705" y="370666"/>
                </a:cubicBezTo>
                <a:cubicBezTo>
                  <a:pt x="2289524" y="358378"/>
                  <a:pt x="2285155" y="347456"/>
                  <a:pt x="2275598" y="337900"/>
                </a:cubicBezTo>
                <a:cubicBezTo>
                  <a:pt x="2296077" y="340903"/>
                  <a:pt x="2311777" y="342405"/>
                  <a:pt x="2322699" y="342405"/>
                </a:cubicBezTo>
                <a:cubicBezTo>
                  <a:pt x="2333621" y="342405"/>
                  <a:pt x="2340721" y="340767"/>
                  <a:pt x="2343997" y="337490"/>
                </a:cubicBezTo>
                <a:cubicBezTo>
                  <a:pt x="2347274" y="334214"/>
                  <a:pt x="2348912" y="328616"/>
                  <a:pt x="2348912" y="320698"/>
                </a:cubicBezTo>
                <a:lnTo>
                  <a:pt x="2348912" y="86421"/>
                </a:lnTo>
                <a:lnTo>
                  <a:pt x="2099071" y="86421"/>
                </a:lnTo>
                <a:lnTo>
                  <a:pt x="2099071" y="371485"/>
                </a:lnTo>
                <a:lnTo>
                  <a:pt x="2068353" y="371485"/>
                </a:lnTo>
                <a:cubicBezTo>
                  <a:pt x="2071357" y="343088"/>
                  <a:pt x="2072859" y="310322"/>
                  <a:pt x="2072859" y="273187"/>
                </a:cubicBezTo>
                <a:lnTo>
                  <a:pt x="2072859" y="137618"/>
                </a:lnTo>
                <a:cubicBezTo>
                  <a:pt x="2072859" y="106217"/>
                  <a:pt x="2071767" y="80550"/>
                  <a:pt x="2069582" y="60617"/>
                </a:cubicBezTo>
                <a:cubicBezTo>
                  <a:pt x="2079958" y="64440"/>
                  <a:pt x="2100027" y="66352"/>
                  <a:pt x="2129790" y="66352"/>
                </a:cubicBezTo>
                <a:lnTo>
                  <a:pt x="2179758" y="66352"/>
                </a:lnTo>
                <a:cubicBezTo>
                  <a:pt x="2195868" y="41777"/>
                  <a:pt x="2206380" y="19660"/>
                  <a:pt x="22112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76E0E8-2B19-4CFA-9A7D-0E07B70165EC}"/>
              </a:ext>
            </a:extLst>
          </p:cNvPr>
          <p:cNvSpPr txBox="1"/>
          <p:nvPr/>
        </p:nvSpPr>
        <p:spPr>
          <a:xfrm>
            <a:off x="6914090" y="2926270"/>
            <a:ext cx="3612860" cy="381314"/>
          </a:xfrm>
          <a:custGeom>
            <a:avLst/>
            <a:gdLst/>
            <a:ahLst/>
            <a:cxnLst/>
            <a:rect l="l" t="t" r="r" b="b"/>
            <a:pathLst>
              <a:path w="3612860" h="381314">
                <a:moveTo>
                  <a:pt x="139255" y="287522"/>
                </a:moveTo>
                <a:cubicBezTo>
                  <a:pt x="138709" y="294621"/>
                  <a:pt x="139665" y="302540"/>
                  <a:pt x="142122" y="311277"/>
                </a:cubicBezTo>
                <a:cubicBezTo>
                  <a:pt x="78228" y="324657"/>
                  <a:pt x="35496" y="335169"/>
                  <a:pt x="13925" y="342814"/>
                </a:cubicBezTo>
                <a:cubicBezTo>
                  <a:pt x="12560" y="331892"/>
                  <a:pt x="8601" y="321380"/>
                  <a:pt x="2047" y="311277"/>
                </a:cubicBezTo>
                <a:cubicBezTo>
                  <a:pt x="43551" y="309366"/>
                  <a:pt x="89287" y="301447"/>
                  <a:pt x="139255" y="287522"/>
                </a:cubicBezTo>
                <a:close/>
                <a:moveTo>
                  <a:pt x="921543" y="257213"/>
                </a:moveTo>
                <a:lnTo>
                  <a:pt x="921543" y="326841"/>
                </a:lnTo>
                <a:lnTo>
                  <a:pt x="1073086" y="326841"/>
                </a:lnTo>
                <a:lnTo>
                  <a:pt x="1073086" y="257213"/>
                </a:lnTo>
                <a:close/>
                <a:moveTo>
                  <a:pt x="185537" y="240421"/>
                </a:moveTo>
                <a:lnTo>
                  <a:pt x="185537" y="321107"/>
                </a:lnTo>
                <a:lnTo>
                  <a:pt x="315372" y="321107"/>
                </a:lnTo>
                <a:lnTo>
                  <a:pt x="315372" y="240421"/>
                </a:lnTo>
                <a:close/>
                <a:moveTo>
                  <a:pt x="1270501" y="223219"/>
                </a:moveTo>
                <a:lnTo>
                  <a:pt x="1270501" y="318240"/>
                </a:lnTo>
                <a:lnTo>
                  <a:pt x="1357331" y="318240"/>
                </a:lnTo>
                <a:lnTo>
                  <a:pt x="1357331" y="223219"/>
                </a:lnTo>
                <a:close/>
                <a:moveTo>
                  <a:pt x="3398652" y="221580"/>
                </a:moveTo>
                <a:lnTo>
                  <a:pt x="3398652" y="282197"/>
                </a:lnTo>
                <a:lnTo>
                  <a:pt x="3509238" y="282197"/>
                </a:lnTo>
                <a:lnTo>
                  <a:pt x="3509238" y="221580"/>
                </a:lnTo>
                <a:close/>
                <a:moveTo>
                  <a:pt x="158915" y="217894"/>
                </a:moveTo>
                <a:cubicBezTo>
                  <a:pt x="173932" y="219805"/>
                  <a:pt x="204651" y="220761"/>
                  <a:pt x="251069" y="220761"/>
                </a:cubicBezTo>
                <a:cubicBezTo>
                  <a:pt x="297488" y="220761"/>
                  <a:pt x="327796" y="219805"/>
                  <a:pt x="341995" y="217894"/>
                </a:cubicBezTo>
                <a:cubicBezTo>
                  <a:pt x="340083" y="230181"/>
                  <a:pt x="339128" y="245609"/>
                  <a:pt x="339128" y="264176"/>
                </a:cubicBezTo>
                <a:lnTo>
                  <a:pt x="339128" y="311277"/>
                </a:lnTo>
                <a:cubicBezTo>
                  <a:pt x="339128" y="327660"/>
                  <a:pt x="340220" y="347320"/>
                  <a:pt x="342404" y="370256"/>
                </a:cubicBezTo>
                <a:lnTo>
                  <a:pt x="315372" y="370256"/>
                </a:lnTo>
                <a:lnTo>
                  <a:pt x="315372" y="341176"/>
                </a:lnTo>
                <a:lnTo>
                  <a:pt x="185537" y="341176"/>
                </a:lnTo>
                <a:lnTo>
                  <a:pt x="185537" y="373123"/>
                </a:lnTo>
                <a:lnTo>
                  <a:pt x="157276" y="373123"/>
                </a:lnTo>
                <a:cubicBezTo>
                  <a:pt x="160007" y="353736"/>
                  <a:pt x="161372" y="331892"/>
                  <a:pt x="161372" y="307591"/>
                </a:cubicBezTo>
                <a:lnTo>
                  <a:pt x="161372" y="264176"/>
                </a:lnTo>
                <a:cubicBezTo>
                  <a:pt x="161372" y="247793"/>
                  <a:pt x="160553" y="232366"/>
                  <a:pt x="158915" y="217894"/>
                </a:cubicBezTo>
                <a:close/>
                <a:moveTo>
                  <a:pt x="2905115" y="180623"/>
                </a:moveTo>
                <a:lnTo>
                  <a:pt x="2905115" y="277692"/>
                </a:lnTo>
                <a:lnTo>
                  <a:pt x="2983753" y="277692"/>
                </a:lnTo>
                <a:lnTo>
                  <a:pt x="2983753" y="180623"/>
                </a:lnTo>
                <a:close/>
                <a:moveTo>
                  <a:pt x="2643806" y="178165"/>
                </a:moveTo>
                <a:lnTo>
                  <a:pt x="2643806" y="240830"/>
                </a:lnTo>
                <a:lnTo>
                  <a:pt x="2743333" y="240830"/>
                </a:lnTo>
                <a:lnTo>
                  <a:pt x="2743333" y="178165"/>
                </a:lnTo>
                <a:close/>
                <a:moveTo>
                  <a:pt x="2516019" y="178165"/>
                </a:moveTo>
                <a:lnTo>
                  <a:pt x="2516019" y="240830"/>
                </a:lnTo>
                <a:lnTo>
                  <a:pt x="2618003" y="240830"/>
                </a:lnTo>
                <a:lnTo>
                  <a:pt x="2618003" y="178165"/>
                </a:lnTo>
                <a:close/>
                <a:moveTo>
                  <a:pt x="595931" y="178165"/>
                </a:moveTo>
                <a:lnTo>
                  <a:pt x="595931" y="240830"/>
                </a:lnTo>
                <a:lnTo>
                  <a:pt x="695458" y="240830"/>
                </a:lnTo>
                <a:lnTo>
                  <a:pt x="695458" y="178165"/>
                </a:lnTo>
                <a:close/>
                <a:moveTo>
                  <a:pt x="468144" y="178165"/>
                </a:moveTo>
                <a:lnTo>
                  <a:pt x="468144" y="240830"/>
                </a:lnTo>
                <a:lnTo>
                  <a:pt x="570128" y="240830"/>
                </a:lnTo>
                <a:lnTo>
                  <a:pt x="570128" y="178165"/>
                </a:lnTo>
                <a:close/>
                <a:moveTo>
                  <a:pt x="3061982" y="165468"/>
                </a:moveTo>
                <a:cubicBezTo>
                  <a:pt x="3087649" y="195504"/>
                  <a:pt x="3107718" y="222126"/>
                  <a:pt x="3122190" y="245336"/>
                </a:cubicBezTo>
                <a:lnTo>
                  <a:pt x="3098434" y="260899"/>
                </a:lnTo>
                <a:cubicBezTo>
                  <a:pt x="3084782" y="232502"/>
                  <a:pt x="3065668" y="205334"/>
                  <a:pt x="3041094" y="179394"/>
                </a:cubicBezTo>
                <a:close/>
                <a:moveTo>
                  <a:pt x="1457267" y="165059"/>
                </a:moveTo>
                <a:cubicBezTo>
                  <a:pt x="1472831" y="190452"/>
                  <a:pt x="1488395" y="221444"/>
                  <a:pt x="1503959" y="258032"/>
                </a:cubicBezTo>
                <a:lnTo>
                  <a:pt x="1481022" y="271548"/>
                </a:lnTo>
                <a:cubicBezTo>
                  <a:pt x="1464913" y="232502"/>
                  <a:pt x="1449485" y="202057"/>
                  <a:pt x="1434741" y="180213"/>
                </a:cubicBezTo>
                <a:close/>
                <a:moveTo>
                  <a:pt x="999363" y="158506"/>
                </a:moveTo>
                <a:cubicBezTo>
                  <a:pt x="961682" y="194275"/>
                  <a:pt x="929325" y="219942"/>
                  <a:pt x="902293" y="235506"/>
                </a:cubicBezTo>
                <a:cubicBezTo>
                  <a:pt x="917038" y="236598"/>
                  <a:pt x="946800" y="237144"/>
                  <a:pt x="991581" y="237144"/>
                </a:cubicBezTo>
                <a:cubicBezTo>
                  <a:pt x="1036361" y="237144"/>
                  <a:pt x="1070492" y="236598"/>
                  <a:pt x="1093974" y="235506"/>
                </a:cubicBezTo>
                <a:cubicBezTo>
                  <a:pt x="1064212" y="218850"/>
                  <a:pt x="1032675" y="193183"/>
                  <a:pt x="999363" y="158506"/>
                </a:cubicBezTo>
                <a:close/>
                <a:moveTo>
                  <a:pt x="3398652" y="141303"/>
                </a:moveTo>
                <a:lnTo>
                  <a:pt x="3398652" y="202330"/>
                </a:lnTo>
                <a:lnTo>
                  <a:pt x="3509238" y="202330"/>
                </a:lnTo>
                <a:lnTo>
                  <a:pt x="3509238" y="141303"/>
                </a:lnTo>
                <a:close/>
                <a:moveTo>
                  <a:pt x="995267" y="120006"/>
                </a:moveTo>
                <a:cubicBezTo>
                  <a:pt x="1003185" y="126286"/>
                  <a:pt x="1011923" y="131610"/>
                  <a:pt x="1021480" y="135979"/>
                </a:cubicBezTo>
                <a:cubicBezTo>
                  <a:pt x="1024756" y="137344"/>
                  <a:pt x="1026394" y="138983"/>
                  <a:pt x="1026394" y="140894"/>
                </a:cubicBezTo>
                <a:cubicBezTo>
                  <a:pt x="1026394" y="142805"/>
                  <a:pt x="1024825" y="143761"/>
                  <a:pt x="1021684" y="143761"/>
                </a:cubicBezTo>
                <a:cubicBezTo>
                  <a:pt x="1018544" y="143761"/>
                  <a:pt x="1015609" y="144717"/>
                  <a:pt x="1012878" y="146628"/>
                </a:cubicBezTo>
                <a:cubicBezTo>
                  <a:pt x="1056567" y="195504"/>
                  <a:pt x="1112132" y="226359"/>
                  <a:pt x="1179576" y="239192"/>
                </a:cubicBezTo>
                <a:cubicBezTo>
                  <a:pt x="1171657" y="246564"/>
                  <a:pt x="1166196" y="255438"/>
                  <a:pt x="1163193" y="265814"/>
                </a:cubicBezTo>
                <a:cubicBezTo>
                  <a:pt x="1138345" y="257077"/>
                  <a:pt x="1117457" y="248203"/>
                  <a:pt x="1100528" y="239192"/>
                </a:cubicBezTo>
                <a:cubicBezTo>
                  <a:pt x="1099708" y="249295"/>
                  <a:pt x="1099299" y="258305"/>
                  <a:pt x="1099299" y="266224"/>
                </a:cubicBezTo>
                <a:lnTo>
                  <a:pt x="1099299" y="346501"/>
                </a:lnTo>
                <a:cubicBezTo>
                  <a:pt x="1099299" y="354146"/>
                  <a:pt x="1099981" y="362747"/>
                  <a:pt x="1101347" y="372304"/>
                </a:cubicBezTo>
                <a:lnTo>
                  <a:pt x="1073086" y="372304"/>
                </a:lnTo>
                <a:lnTo>
                  <a:pt x="1073086" y="345681"/>
                </a:lnTo>
                <a:lnTo>
                  <a:pt x="921543" y="345681"/>
                </a:lnTo>
                <a:lnTo>
                  <a:pt x="921543" y="376400"/>
                </a:lnTo>
                <a:lnTo>
                  <a:pt x="893283" y="376400"/>
                </a:lnTo>
                <a:cubicBezTo>
                  <a:pt x="895194" y="363293"/>
                  <a:pt x="896150" y="353190"/>
                  <a:pt x="896150" y="346091"/>
                </a:cubicBezTo>
                <a:lnTo>
                  <a:pt x="896150" y="264176"/>
                </a:lnTo>
                <a:cubicBezTo>
                  <a:pt x="896150" y="255984"/>
                  <a:pt x="895604" y="248066"/>
                  <a:pt x="894511" y="240421"/>
                </a:cubicBezTo>
                <a:cubicBezTo>
                  <a:pt x="876763" y="250250"/>
                  <a:pt x="856694" y="260353"/>
                  <a:pt x="834304" y="270729"/>
                </a:cubicBezTo>
                <a:cubicBezTo>
                  <a:pt x="831300" y="261445"/>
                  <a:pt x="825020" y="253800"/>
                  <a:pt x="815463" y="247793"/>
                </a:cubicBezTo>
                <a:cubicBezTo>
                  <a:pt x="854783" y="236598"/>
                  <a:pt x="886866" y="221990"/>
                  <a:pt x="911713" y="203968"/>
                </a:cubicBezTo>
                <a:cubicBezTo>
                  <a:pt x="936561" y="185947"/>
                  <a:pt x="955606" y="170861"/>
                  <a:pt x="968849" y="158710"/>
                </a:cubicBezTo>
                <a:cubicBezTo>
                  <a:pt x="982092" y="146560"/>
                  <a:pt x="990898" y="133658"/>
                  <a:pt x="995267" y="120006"/>
                </a:cubicBezTo>
                <a:close/>
                <a:moveTo>
                  <a:pt x="3374488" y="118777"/>
                </a:moveTo>
                <a:cubicBezTo>
                  <a:pt x="3388960" y="120688"/>
                  <a:pt x="3415445" y="121644"/>
                  <a:pt x="3453946" y="121644"/>
                </a:cubicBezTo>
                <a:cubicBezTo>
                  <a:pt x="3492446" y="121644"/>
                  <a:pt x="3519204" y="120688"/>
                  <a:pt x="3534222" y="118777"/>
                </a:cubicBezTo>
                <a:cubicBezTo>
                  <a:pt x="3533403" y="125603"/>
                  <a:pt x="3532993" y="134068"/>
                  <a:pt x="3532993" y="144171"/>
                </a:cubicBezTo>
                <a:lnTo>
                  <a:pt x="3532993" y="278102"/>
                </a:lnTo>
                <a:cubicBezTo>
                  <a:pt x="3532993" y="287931"/>
                  <a:pt x="3533403" y="296396"/>
                  <a:pt x="3534222" y="303495"/>
                </a:cubicBezTo>
                <a:cubicBezTo>
                  <a:pt x="3519204" y="301584"/>
                  <a:pt x="3492514" y="300628"/>
                  <a:pt x="3454150" y="300628"/>
                </a:cubicBezTo>
                <a:cubicBezTo>
                  <a:pt x="3415787" y="300628"/>
                  <a:pt x="3389232" y="301584"/>
                  <a:pt x="3374488" y="303495"/>
                </a:cubicBezTo>
                <a:cubicBezTo>
                  <a:pt x="3375307" y="291208"/>
                  <a:pt x="3375716" y="282743"/>
                  <a:pt x="3375716" y="278102"/>
                </a:cubicBezTo>
                <a:lnTo>
                  <a:pt x="3375716" y="144171"/>
                </a:lnTo>
                <a:cubicBezTo>
                  <a:pt x="3375716" y="135979"/>
                  <a:pt x="3375307" y="127514"/>
                  <a:pt x="3374488" y="118777"/>
                </a:cubicBezTo>
                <a:close/>
                <a:moveTo>
                  <a:pt x="1270501" y="107309"/>
                </a:moveTo>
                <a:lnTo>
                  <a:pt x="1270501" y="202740"/>
                </a:lnTo>
                <a:lnTo>
                  <a:pt x="1357331" y="202740"/>
                </a:lnTo>
                <a:lnTo>
                  <a:pt x="1357331" y="107309"/>
                </a:lnTo>
                <a:close/>
                <a:moveTo>
                  <a:pt x="2643806" y="90926"/>
                </a:moveTo>
                <a:lnTo>
                  <a:pt x="2643806" y="158096"/>
                </a:lnTo>
                <a:lnTo>
                  <a:pt x="2743333" y="158096"/>
                </a:lnTo>
                <a:lnTo>
                  <a:pt x="2743333" y="90926"/>
                </a:lnTo>
                <a:close/>
                <a:moveTo>
                  <a:pt x="2516019" y="90926"/>
                </a:moveTo>
                <a:lnTo>
                  <a:pt x="2516019" y="158096"/>
                </a:lnTo>
                <a:lnTo>
                  <a:pt x="2618003" y="158096"/>
                </a:lnTo>
                <a:lnTo>
                  <a:pt x="2618003" y="90926"/>
                </a:lnTo>
                <a:close/>
                <a:moveTo>
                  <a:pt x="595931" y="90926"/>
                </a:moveTo>
                <a:lnTo>
                  <a:pt x="595931" y="158096"/>
                </a:lnTo>
                <a:lnTo>
                  <a:pt x="695458" y="158096"/>
                </a:lnTo>
                <a:lnTo>
                  <a:pt x="695458" y="90926"/>
                </a:lnTo>
                <a:close/>
                <a:moveTo>
                  <a:pt x="468144" y="90926"/>
                </a:moveTo>
                <a:lnTo>
                  <a:pt x="468144" y="158096"/>
                </a:lnTo>
                <a:lnTo>
                  <a:pt x="570128" y="158096"/>
                </a:lnTo>
                <a:lnTo>
                  <a:pt x="570128" y="90926"/>
                </a:lnTo>
                <a:close/>
                <a:moveTo>
                  <a:pt x="1046464" y="87649"/>
                </a:moveTo>
                <a:cubicBezTo>
                  <a:pt x="1085783" y="108674"/>
                  <a:pt x="1118959" y="130518"/>
                  <a:pt x="1145990" y="153181"/>
                </a:cubicBezTo>
                <a:lnTo>
                  <a:pt x="1129607" y="172431"/>
                </a:lnTo>
                <a:cubicBezTo>
                  <a:pt x="1105033" y="148676"/>
                  <a:pt x="1073222" y="126422"/>
                  <a:pt x="1034176" y="105670"/>
                </a:cubicBezTo>
                <a:close/>
                <a:moveTo>
                  <a:pt x="944479" y="83963"/>
                </a:moveTo>
                <a:cubicBezTo>
                  <a:pt x="950760" y="91608"/>
                  <a:pt x="957586" y="97342"/>
                  <a:pt x="964958" y="101165"/>
                </a:cubicBezTo>
                <a:cubicBezTo>
                  <a:pt x="967689" y="102530"/>
                  <a:pt x="969054" y="104032"/>
                  <a:pt x="969054" y="105670"/>
                </a:cubicBezTo>
                <a:cubicBezTo>
                  <a:pt x="969054" y="107309"/>
                  <a:pt x="967552" y="108264"/>
                  <a:pt x="964549" y="108537"/>
                </a:cubicBezTo>
                <a:cubicBezTo>
                  <a:pt x="959361" y="108811"/>
                  <a:pt x="951579" y="113316"/>
                  <a:pt x="941203" y="122053"/>
                </a:cubicBezTo>
                <a:cubicBezTo>
                  <a:pt x="913898" y="144171"/>
                  <a:pt x="888777" y="163284"/>
                  <a:pt x="865841" y="179394"/>
                </a:cubicBezTo>
                <a:cubicBezTo>
                  <a:pt x="862565" y="170383"/>
                  <a:pt x="856284" y="163557"/>
                  <a:pt x="847001" y="158915"/>
                </a:cubicBezTo>
                <a:cubicBezTo>
                  <a:pt x="892873" y="135979"/>
                  <a:pt x="925366" y="110995"/>
                  <a:pt x="944479" y="83963"/>
                </a:cubicBezTo>
                <a:close/>
                <a:moveTo>
                  <a:pt x="3301174" y="76591"/>
                </a:moveTo>
                <a:cubicBezTo>
                  <a:pt x="3308000" y="79048"/>
                  <a:pt x="3312642" y="80482"/>
                  <a:pt x="3315099" y="80891"/>
                </a:cubicBezTo>
                <a:cubicBezTo>
                  <a:pt x="3317557" y="81301"/>
                  <a:pt x="3321994" y="81506"/>
                  <a:pt x="3328411" y="81506"/>
                </a:cubicBezTo>
                <a:cubicBezTo>
                  <a:pt x="3334827" y="81506"/>
                  <a:pt x="3338036" y="82529"/>
                  <a:pt x="3338036" y="84577"/>
                </a:cubicBezTo>
                <a:cubicBezTo>
                  <a:pt x="3338036" y="86625"/>
                  <a:pt x="3335988" y="89287"/>
                  <a:pt x="3331892" y="92564"/>
                </a:cubicBezTo>
                <a:cubicBezTo>
                  <a:pt x="3330800" y="93383"/>
                  <a:pt x="3329708" y="96523"/>
                  <a:pt x="3328615" y="101984"/>
                </a:cubicBezTo>
                <a:cubicBezTo>
                  <a:pt x="3327523" y="107445"/>
                  <a:pt x="3326977" y="113316"/>
                  <a:pt x="3326977" y="119596"/>
                </a:cubicBezTo>
                <a:lnTo>
                  <a:pt x="3326977" y="380905"/>
                </a:lnTo>
                <a:lnTo>
                  <a:pt x="3299126" y="380905"/>
                </a:lnTo>
                <a:cubicBezTo>
                  <a:pt x="3301856" y="356330"/>
                  <a:pt x="3303222" y="337353"/>
                  <a:pt x="3303222" y="323974"/>
                </a:cubicBezTo>
                <a:lnTo>
                  <a:pt x="3303222" y="128197"/>
                </a:lnTo>
                <a:cubicBezTo>
                  <a:pt x="3303222" y="110449"/>
                  <a:pt x="3302539" y="93247"/>
                  <a:pt x="3301174" y="76591"/>
                </a:cubicBezTo>
                <a:close/>
                <a:moveTo>
                  <a:pt x="2905115" y="61027"/>
                </a:moveTo>
                <a:lnTo>
                  <a:pt x="2905115" y="161373"/>
                </a:lnTo>
                <a:lnTo>
                  <a:pt x="2983753" y="161373"/>
                </a:lnTo>
                <a:lnTo>
                  <a:pt x="2983753" y="61027"/>
                </a:lnTo>
                <a:close/>
                <a:moveTo>
                  <a:pt x="3612860" y="36862"/>
                </a:moveTo>
                <a:cubicBezTo>
                  <a:pt x="3610949" y="46692"/>
                  <a:pt x="3609994" y="62119"/>
                  <a:pt x="3609994" y="83144"/>
                </a:cubicBezTo>
                <a:lnTo>
                  <a:pt x="3609994" y="333394"/>
                </a:lnTo>
                <a:cubicBezTo>
                  <a:pt x="3609994" y="347320"/>
                  <a:pt x="3608424" y="357491"/>
                  <a:pt x="3605283" y="363908"/>
                </a:cubicBezTo>
                <a:cubicBezTo>
                  <a:pt x="3602143" y="370324"/>
                  <a:pt x="3596409" y="374693"/>
                  <a:pt x="3588081" y="377014"/>
                </a:cubicBezTo>
                <a:cubicBezTo>
                  <a:pt x="3579753" y="379335"/>
                  <a:pt x="3566442" y="380768"/>
                  <a:pt x="3548148" y="381314"/>
                </a:cubicBezTo>
                <a:cubicBezTo>
                  <a:pt x="3548967" y="370119"/>
                  <a:pt x="3545280" y="359880"/>
                  <a:pt x="3537089" y="350596"/>
                </a:cubicBezTo>
                <a:cubicBezTo>
                  <a:pt x="3549650" y="352781"/>
                  <a:pt x="3559342" y="353873"/>
                  <a:pt x="3566169" y="353873"/>
                </a:cubicBezTo>
                <a:cubicBezTo>
                  <a:pt x="3572995" y="353873"/>
                  <a:pt x="3577978" y="352644"/>
                  <a:pt x="3581118" y="350187"/>
                </a:cubicBezTo>
                <a:cubicBezTo>
                  <a:pt x="3584258" y="347729"/>
                  <a:pt x="3585828" y="342541"/>
                  <a:pt x="3585828" y="334623"/>
                </a:cubicBezTo>
                <a:lnTo>
                  <a:pt x="3585828" y="61027"/>
                </a:lnTo>
                <a:lnTo>
                  <a:pt x="3507600" y="61027"/>
                </a:lnTo>
                <a:cubicBezTo>
                  <a:pt x="3478384" y="61027"/>
                  <a:pt x="3453263" y="61846"/>
                  <a:pt x="3432238" y="63484"/>
                </a:cubicBezTo>
                <a:lnTo>
                  <a:pt x="3432238" y="37271"/>
                </a:lnTo>
                <a:cubicBezTo>
                  <a:pt x="3452717" y="38910"/>
                  <a:pt x="3483981" y="39729"/>
                  <a:pt x="3526030" y="39729"/>
                </a:cubicBezTo>
                <a:cubicBezTo>
                  <a:pt x="3568080" y="39729"/>
                  <a:pt x="3597024" y="38773"/>
                  <a:pt x="3612860" y="36862"/>
                </a:cubicBezTo>
                <a:close/>
                <a:moveTo>
                  <a:pt x="2877673" y="36862"/>
                </a:moveTo>
                <a:cubicBezTo>
                  <a:pt x="2886411" y="39046"/>
                  <a:pt x="2908733" y="40138"/>
                  <a:pt x="2944639" y="40138"/>
                </a:cubicBezTo>
                <a:cubicBezTo>
                  <a:pt x="2980545" y="40138"/>
                  <a:pt x="3002867" y="39046"/>
                  <a:pt x="3011604" y="36862"/>
                </a:cubicBezTo>
                <a:cubicBezTo>
                  <a:pt x="3009966" y="43961"/>
                  <a:pt x="3009147" y="59115"/>
                  <a:pt x="3009147" y="82325"/>
                </a:cubicBezTo>
                <a:lnTo>
                  <a:pt x="3009147" y="280969"/>
                </a:lnTo>
                <a:cubicBezTo>
                  <a:pt x="3009147" y="298444"/>
                  <a:pt x="3010102" y="316465"/>
                  <a:pt x="3012014" y="335032"/>
                </a:cubicBezTo>
                <a:lnTo>
                  <a:pt x="2983753" y="335032"/>
                </a:lnTo>
                <a:lnTo>
                  <a:pt x="2983753" y="296942"/>
                </a:lnTo>
                <a:lnTo>
                  <a:pt x="2905115" y="296942"/>
                </a:lnTo>
                <a:lnTo>
                  <a:pt x="2905115" y="345272"/>
                </a:lnTo>
                <a:lnTo>
                  <a:pt x="2877264" y="345272"/>
                </a:lnTo>
                <a:cubicBezTo>
                  <a:pt x="2879175" y="329708"/>
                  <a:pt x="2880131" y="310185"/>
                  <a:pt x="2880131" y="286703"/>
                </a:cubicBezTo>
                <a:lnTo>
                  <a:pt x="2880131" y="82325"/>
                </a:lnTo>
                <a:cubicBezTo>
                  <a:pt x="2880131" y="60481"/>
                  <a:pt x="2879312" y="45326"/>
                  <a:pt x="2877673" y="36862"/>
                </a:cubicBezTo>
                <a:close/>
                <a:moveTo>
                  <a:pt x="69627" y="11059"/>
                </a:moveTo>
                <a:cubicBezTo>
                  <a:pt x="77819" y="17339"/>
                  <a:pt x="85669" y="21298"/>
                  <a:pt x="93178" y="22936"/>
                </a:cubicBezTo>
                <a:cubicBezTo>
                  <a:pt x="100687" y="24575"/>
                  <a:pt x="104441" y="26486"/>
                  <a:pt x="104441" y="28670"/>
                </a:cubicBezTo>
                <a:cubicBezTo>
                  <a:pt x="104441" y="30855"/>
                  <a:pt x="102666" y="32493"/>
                  <a:pt x="99117" y="33585"/>
                </a:cubicBezTo>
                <a:cubicBezTo>
                  <a:pt x="95567" y="34677"/>
                  <a:pt x="91949" y="37340"/>
                  <a:pt x="88263" y="41572"/>
                </a:cubicBezTo>
                <a:cubicBezTo>
                  <a:pt x="84577" y="45804"/>
                  <a:pt x="78775" y="54883"/>
                  <a:pt x="70856" y="68809"/>
                </a:cubicBezTo>
                <a:cubicBezTo>
                  <a:pt x="62938" y="82734"/>
                  <a:pt x="50923" y="104715"/>
                  <a:pt x="34813" y="134750"/>
                </a:cubicBezTo>
                <a:lnTo>
                  <a:pt x="95021" y="131883"/>
                </a:lnTo>
                <a:cubicBezTo>
                  <a:pt x="107308" y="111951"/>
                  <a:pt x="114817" y="96796"/>
                  <a:pt x="117548" y="86420"/>
                </a:cubicBezTo>
                <a:cubicBezTo>
                  <a:pt x="127377" y="94612"/>
                  <a:pt x="136252" y="100756"/>
                  <a:pt x="144170" y="104851"/>
                </a:cubicBezTo>
                <a:cubicBezTo>
                  <a:pt x="147174" y="106490"/>
                  <a:pt x="148675" y="108060"/>
                  <a:pt x="148675" y="109561"/>
                </a:cubicBezTo>
                <a:cubicBezTo>
                  <a:pt x="148675" y="111063"/>
                  <a:pt x="146969" y="112292"/>
                  <a:pt x="143556" y="113248"/>
                </a:cubicBezTo>
                <a:cubicBezTo>
                  <a:pt x="140143" y="114203"/>
                  <a:pt x="137071" y="115842"/>
                  <a:pt x="134340" y="118162"/>
                </a:cubicBezTo>
                <a:cubicBezTo>
                  <a:pt x="131610" y="120483"/>
                  <a:pt x="127377" y="125535"/>
                  <a:pt x="121643" y="133317"/>
                </a:cubicBezTo>
                <a:cubicBezTo>
                  <a:pt x="115909" y="141099"/>
                  <a:pt x="106216" y="154683"/>
                  <a:pt x="92564" y="174069"/>
                </a:cubicBezTo>
                <a:lnTo>
                  <a:pt x="49149" y="237554"/>
                </a:lnTo>
                <a:lnTo>
                  <a:pt x="130654" y="226905"/>
                </a:lnTo>
                <a:cubicBezTo>
                  <a:pt x="129289" y="232093"/>
                  <a:pt x="128606" y="236393"/>
                  <a:pt x="128606" y="239806"/>
                </a:cubicBezTo>
                <a:cubicBezTo>
                  <a:pt x="128606" y="243219"/>
                  <a:pt x="128879" y="246428"/>
                  <a:pt x="129425" y="249431"/>
                </a:cubicBezTo>
                <a:lnTo>
                  <a:pt x="53654" y="258032"/>
                </a:lnTo>
                <a:cubicBezTo>
                  <a:pt x="35906" y="260490"/>
                  <a:pt x="23209" y="263630"/>
                  <a:pt x="15563" y="267453"/>
                </a:cubicBezTo>
                <a:cubicBezTo>
                  <a:pt x="14471" y="257623"/>
                  <a:pt x="11604" y="248749"/>
                  <a:pt x="6962" y="240830"/>
                </a:cubicBezTo>
                <a:cubicBezTo>
                  <a:pt x="11331" y="240011"/>
                  <a:pt x="16792" y="237485"/>
                  <a:pt x="23345" y="233253"/>
                </a:cubicBezTo>
                <a:cubicBezTo>
                  <a:pt x="29899" y="229021"/>
                  <a:pt x="36725" y="221717"/>
                  <a:pt x="43824" y="211341"/>
                </a:cubicBezTo>
                <a:lnTo>
                  <a:pt x="82324" y="152362"/>
                </a:lnTo>
                <a:lnTo>
                  <a:pt x="39319" y="155229"/>
                </a:lnTo>
                <a:cubicBezTo>
                  <a:pt x="27578" y="156048"/>
                  <a:pt x="17748" y="158233"/>
                  <a:pt x="9829" y="161782"/>
                </a:cubicBezTo>
                <a:cubicBezTo>
                  <a:pt x="9010" y="150860"/>
                  <a:pt x="5734" y="141030"/>
                  <a:pt x="0" y="132293"/>
                </a:cubicBezTo>
                <a:cubicBezTo>
                  <a:pt x="16656" y="129016"/>
                  <a:pt x="39865" y="88605"/>
                  <a:pt x="69627" y="11059"/>
                </a:cubicBezTo>
                <a:close/>
                <a:moveTo>
                  <a:pt x="1810730" y="9420"/>
                </a:moveTo>
                <a:cubicBezTo>
                  <a:pt x="1821926" y="25803"/>
                  <a:pt x="1832984" y="45190"/>
                  <a:pt x="1843906" y="67580"/>
                </a:cubicBezTo>
                <a:cubicBezTo>
                  <a:pt x="1910803" y="67580"/>
                  <a:pt x="1963502" y="66351"/>
                  <a:pt x="2002002" y="63894"/>
                </a:cubicBezTo>
                <a:lnTo>
                  <a:pt x="2002002" y="92974"/>
                </a:lnTo>
                <a:cubicBezTo>
                  <a:pt x="1962137" y="90243"/>
                  <a:pt x="1902612" y="88878"/>
                  <a:pt x="1823427" y="88878"/>
                </a:cubicBezTo>
                <a:cubicBezTo>
                  <a:pt x="1797214" y="122736"/>
                  <a:pt x="1766223" y="154000"/>
                  <a:pt x="1730454" y="182671"/>
                </a:cubicBezTo>
                <a:lnTo>
                  <a:pt x="1914762" y="178165"/>
                </a:lnTo>
                <a:cubicBezTo>
                  <a:pt x="1898653" y="158779"/>
                  <a:pt x="1882133" y="141440"/>
                  <a:pt x="1865204" y="126149"/>
                </a:cubicBezTo>
                <a:lnTo>
                  <a:pt x="1884454" y="110585"/>
                </a:lnTo>
                <a:cubicBezTo>
                  <a:pt x="1920224" y="145809"/>
                  <a:pt x="1949850" y="179530"/>
                  <a:pt x="1973332" y="211750"/>
                </a:cubicBezTo>
                <a:lnTo>
                  <a:pt x="1950805" y="228543"/>
                </a:lnTo>
                <a:cubicBezTo>
                  <a:pt x="1943979" y="217348"/>
                  <a:pt x="1936880" y="206699"/>
                  <a:pt x="1929507" y="196596"/>
                </a:cubicBezTo>
                <a:lnTo>
                  <a:pt x="1872986" y="199054"/>
                </a:lnTo>
                <a:lnTo>
                  <a:pt x="1872986" y="319469"/>
                </a:lnTo>
                <a:cubicBezTo>
                  <a:pt x="1872986" y="327114"/>
                  <a:pt x="1874010" y="332575"/>
                  <a:pt x="1876058" y="335852"/>
                </a:cubicBezTo>
                <a:cubicBezTo>
                  <a:pt x="1878106" y="339128"/>
                  <a:pt x="1882747" y="341381"/>
                  <a:pt x="1889983" y="342610"/>
                </a:cubicBezTo>
                <a:cubicBezTo>
                  <a:pt x="1897219" y="343838"/>
                  <a:pt x="1910530" y="344453"/>
                  <a:pt x="1929917" y="344453"/>
                </a:cubicBezTo>
                <a:cubicBezTo>
                  <a:pt x="1949303" y="344453"/>
                  <a:pt x="1961727" y="341176"/>
                  <a:pt x="1967188" y="334623"/>
                </a:cubicBezTo>
                <a:cubicBezTo>
                  <a:pt x="1972649" y="328070"/>
                  <a:pt x="1975380" y="314963"/>
                  <a:pt x="1975380" y="295304"/>
                </a:cubicBezTo>
                <a:cubicBezTo>
                  <a:pt x="1985209" y="302949"/>
                  <a:pt x="1995176" y="307591"/>
                  <a:pt x="2005278" y="309229"/>
                </a:cubicBezTo>
                <a:cubicBezTo>
                  <a:pt x="2002548" y="322609"/>
                  <a:pt x="1999340" y="333599"/>
                  <a:pt x="1995654" y="342200"/>
                </a:cubicBezTo>
                <a:cubicBezTo>
                  <a:pt x="1991968" y="350801"/>
                  <a:pt x="1985551" y="357423"/>
                  <a:pt x="1976404" y="362064"/>
                </a:cubicBezTo>
                <a:cubicBezTo>
                  <a:pt x="1967256" y="366706"/>
                  <a:pt x="1950191" y="369027"/>
                  <a:pt x="1925207" y="369027"/>
                </a:cubicBezTo>
                <a:cubicBezTo>
                  <a:pt x="1900222" y="369027"/>
                  <a:pt x="1882679" y="367867"/>
                  <a:pt x="1872576" y="365546"/>
                </a:cubicBezTo>
                <a:cubicBezTo>
                  <a:pt x="1862473" y="363225"/>
                  <a:pt x="1855784" y="359266"/>
                  <a:pt x="1852507" y="353668"/>
                </a:cubicBezTo>
                <a:cubicBezTo>
                  <a:pt x="1849230" y="348071"/>
                  <a:pt x="1847592" y="339401"/>
                  <a:pt x="1847592" y="327660"/>
                </a:cubicBezTo>
                <a:lnTo>
                  <a:pt x="1847592" y="200282"/>
                </a:lnTo>
                <a:lnTo>
                  <a:pt x="1777145" y="203149"/>
                </a:lnTo>
                <a:cubicBezTo>
                  <a:pt x="1777145" y="259398"/>
                  <a:pt x="1768886" y="298853"/>
                  <a:pt x="1752366" y="321517"/>
                </a:cubicBezTo>
                <a:cubicBezTo>
                  <a:pt x="1735846" y="344180"/>
                  <a:pt x="1706835" y="362337"/>
                  <a:pt x="1665331" y="375990"/>
                </a:cubicBezTo>
                <a:cubicBezTo>
                  <a:pt x="1660962" y="363976"/>
                  <a:pt x="1653727" y="355102"/>
                  <a:pt x="1643624" y="349368"/>
                </a:cubicBezTo>
                <a:cubicBezTo>
                  <a:pt x="1685674" y="339811"/>
                  <a:pt x="1714412" y="325749"/>
                  <a:pt x="1729839" y="307181"/>
                </a:cubicBezTo>
                <a:cubicBezTo>
                  <a:pt x="1745267" y="288614"/>
                  <a:pt x="1752980" y="254210"/>
                  <a:pt x="1752980" y="203968"/>
                </a:cubicBezTo>
                <a:cubicBezTo>
                  <a:pt x="1721307" y="205607"/>
                  <a:pt x="1697824" y="208474"/>
                  <a:pt x="1682534" y="212570"/>
                </a:cubicBezTo>
                <a:cubicBezTo>
                  <a:pt x="1681168" y="201374"/>
                  <a:pt x="1678165" y="191545"/>
                  <a:pt x="1673523" y="183080"/>
                </a:cubicBezTo>
                <a:cubicBezTo>
                  <a:pt x="1685264" y="182807"/>
                  <a:pt x="1695981" y="180008"/>
                  <a:pt x="1705674" y="174684"/>
                </a:cubicBezTo>
                <a:cubicBezTo>
                  <a:pt x="1715368" y="169359"/>
                  <a:pt x="1729430" y="157277"/>
                  <a:pt x="1747861" y="138436"/>
                </a:cubicBezTo>
                <a:cubicBezTo>
                  <a:pt x="1766292" y="119596"/>
                  <a:pt x="1780422" y="103076"/>
                  <a:pt x="1790252" y="88878"/>
                </a:cubicBezTo>
                <a:cubicBezTo>
                  <a:pt x="1733184" y="88878"/>
                  <a:pt x="1684308" y="90243"/>
                  <a:pt x="1643624" y="92974"/>
                </a:cubicBezTo>
                <a:lnTo>
                  <a:pt x="1643624" y="63894"/>
                </a:lnTo>
                <a:cubicBezTo>
                  <a:pt x="1685127" y="66351"/>
                  <a:pt x="1742604" y="67580"/>
                  <a:pt x="1816055" y="67580"/>
                </a:cubicBezTo>
                <a:cubicBezTo>
                  <a:pt x="1806771" y="50105"/>
                  <a:pt x="1795713" y="35633"/>
                  <a:pt x="1782879" y="24165"/>
                </a:cubicBezTo>
                <a:close/>
                <a:moveTo>
                  <a:pt x="1450714" y="9011"/>
                </a:moveTo>
                <a:cubicBezTo>
                  <a:pt x="1461363" y="14199"/>
                  <a:pt x="1471329" y="17339"/>
                  <a:pt x="1480613" y="18431"/>
                </a:cubicBezTo>
                <a:cubicBezTo>
                  <a:pt x="1484436" y="18977"/>
                  <a:pt x="1486347" y="20206"/>
                  <a:pt x="1486347" y="22117"/>
                </a:cubicBezTo>
                <a:cubicBezTo>
                  <a:pt x="1486347" y="24029"/>
                  <a:pt x="1484504" y="26418"/>
                  <a:pt x="1480818" y="29285"/>
                </a:cubicBezTo>
                <a:cubicBezTo>
                  <a:pt x="1477132" y="32152"/>
                  <a:pt x="1470374" y="48876"/>
                  <a:pt x="1460544" y="79458"/>
                </a:cubicBezTo>
                <a:lnTo>
                  <a:pt x="1525666" y="79458"/>
                </a:lnTo>
                <a:cubicBezTo>
                  <a:pt x="1541503" y="79458"/>
                  <a:pt x="1556658" y="78365"/>
                  <a:pt x="1571129" y="76181"/>
                </a:cubicBezTo>
                <a:cubicBezTo>
                  <a:pt x="1569491" y="88195"/>
                  <a:pt x="1568535" y="101711"/>
                  <a:pt x="1568262" y="116729"/>
                </a:cubicBezTo>
                <a:lnTo>
                  <a:pt x="1564166" y="325612"/>
                </a:lnTo>
                <a:cubicBezTo>
                  <a:pt x="1563893" y="344999"/>
                  <a:pt x="1556111" y="357969"/>
                  <a:pt x="1540820" y="364522"/>
                </a:cubicBezTo>
                <a:cubicBezTo>
                  <a:pt x="1525530" y="371075"/>
                  <a:pt x="1503276" y="374352"/>
                  <a:pt x="1474060" y="374352"/>
                </a:cubicBezTo>
                <a:cubicBezTo>
                  <a:pt x="1473241" y="363976"/>
                  <a:pt x="1469145" y="353327"/>
                  <a:pt x="1461773" y="342405"/>
                </a:cubicBezTo>
                <a:cubicBezTo>
                  <a:pt x="1473787" y="342951"/>
                  <a:pt x="1485118" y="343224"/>
                  <a:pt x="1495767" y="343224"/>
                </a:cubicBezTo>
                <a:cubicBezTo>
                  <a:pt x="1506416" y="343224"/>
                  <a:pt x="1515017" y="341790"/>
                  <a:pt x="1521570" y="338923"/>
                </a:cubicBezTo>
                <a:cubicBezTo>
                  <a:pt x="1528124" y="336056"/>
                  <a:pt x="1532424" y="331073"/>
                  <a:pt x="1534472" y="323974"/>
                </a:cubicBezTo>
                <a:cubicBezTo>
                  <a:pt x="1536520" y="316875"/>
                  <a:pt x="1537680" y="305407"/>
                  <a:pt x="1537954" y="289570"/>
                </a:cubicBezTo>
                <a:lnTo>
                  <a:pt x="1540001" y="101575"/>
                </a:lnTo>
                <a:lnTo>
                  <a:pt x="1453172" y="101575"/>
                </a:lnTo>
                <a:cubicBezTo>
                  <a:pt x="1440884" y="130791"/>
                  <a:pt x="1428051" y="156048"/>
                  <a:pt x="1414672" y="177346"/>
                </a:cubicBezTo>
                <a:cubicBezTo>
                  <a:pt x="1406480" y="171885"/>
                  <a:pt x="1398016" y="167926"/>
                  <a:pt x="1389278" y="165468"/>
                </a:cubicBezTo>
                <a:cubicBezTo>
                  <a:pt x="1407299" y="139802"/>
                  <a:pt x="1420337" y="115500"/>
                  <a:pt x="1428392" y="92564"/>
                </a:cubicBezTo>
                <a:cubicBezTo>
                  <a:pt x="1436447" y="69628"/>
                  <a:pt x="1443888" y="41777"/>
                  <a:pt x="1450714" y="9011"/>
                </a:cubicBezTo>
                <a:close/>
                <a:moveTo>
                  <a:pt x="2136342" y="7782"/>
                </a:moveTo>
                <a:cubicBezTo>
                  <a:pt x="2150268" y="28534"/>
                  <a:pt x="2162146" y="50514"/>
                  <a:pt x="2171976" y="73724"/>
                </a:cubicBezTo>
                <a:cubicBezTo>
                  <a:pt x="2196550" y="73724"/>
                  <a:pt x="2219077" y="72768"/>
                  <a:pt x="2239556" y="70857"/>
                </a:cubicBezTo>
                <a:lnTo>
                  <a:pt x="2239556" y="96250"/>
                </a:lnTo>
                <a:cubicBezTo>
                  <a:pt x="2211977" y="94339"/>
                  <a:pt x="2175935" y="93383"/>
                  <a:pt x="2131428" y="93383"/>
                </a:cubicBezTo>
                <a:lnTo>
                  <a:pt x="2131428" y="163421"/>
                </a:lnTo>
                <a:lnTo>
                  <a:pt x="2183853" y="163421"/>
                </a:lnTo>
                <a:cubicBezTo>
                  <a:pt x="2197506" y="163421"/>
                  <a:pt x="2208701" y="162874"/>
                  <a:pt x="2217438" y="161782"/>
                </a:cubicBezTo>
                <a:lnTo>
                  <a:pt x="2207199" y="315782"/>
                </a:lnTo>
                <a:cubicBezTo>
                  <a:pt x="2206380" y="326158"/>
                  <a:pt x="2203991" y="334009"/>
                  <a:pt x="2200032" y="339333"/>
                </a:cubicBezTo>
                <a:cubicBezTo>
                  <a:pt x="2196072" y="344657"/>
                  <a:pt x="2189178" y="348617"/>
                  <a:pt x="2179348" y="351211"/>
                </a:cubicBezTo>
                <a:cubicBezTo>
                  <a:pt x="2169518" y="353805"/>
                  <a:pt x="2154500" y="355784"/>
                  <a:pt x="2134295" y="357150"/>
                </a:cubicBezTo>
                <a:cubicBezTo>
                  <a:pt x="2134841" y="346228"/>
                  <a:pt x="2131564" y="335852"/>
                  <a:pt x="2124465" y="326022"/>
                </a:cubicBezTo>
                <a:cubicBezTo>
                  <a:pt x="2137298" y="327660"/>
                  <a:pt x="2148084" y="328479"/>
                  <a:pt x="2156821" y="328479"/>
                </a:cubicBezTo>
                <a:cubicBezTo>
                  <a:pt x="2165559" y="328479"/>
                  <a:pt x="2172180" y="327114"/>
                  <a:pt x="2176686" y="324384"/>
                </a:cubicBezTo>
                <a:cubicBezTo>
                  <a:pt x="2181191" y="321653"/>
                  <a:pt x="2183717" y="315509"/>
                  <a:pt x="2184263" y="305953"/>
                </a:cubicBezTo>
                <a:lnTo>
                  <a:pt x="2191635" y="183080"/>
                </a:lnTo>
                <a:lnTo>
                  <a:pt x="2131428" y="183080"/>
                </a:lnTo>
                <a:cubicBezTo>
                  <a:pt x="2131155" y="219396"/>
                  <a:pt x="2126376" y="251684"/>
                  <a:pt x="2117092" y="279945"/>
                </a:cubicBezTo>
                <a:cubicBezTo>
                  <a:pt x="2107809" y="308205"/>
                  <a:pt x="2090880" y="338309"/>
                  <a:pt x="2066305" y="370256"/>
                </a:cubicBezTo>
                <a:cubicBezTo>
                  <a:pt x="2058387" y="362884"/>
                  <a:pt x="2049513" y="357696"/>
                  <a:pt x="2039683" y="354692"/>
                </a:cubicBezTo>
                <a:cubicBezTo>
                  <a:pt x="2064530" y="329571"/>
                  <a:pt x="2081937" y="304383"/>
                  <a:pt x="2091904" y="279125"/>
                </a:cubicBezTo>
                <a:cubicBezTo>
                  <a:pt x="2101870" y="253868"/>
                  <a:pt x="2106853" y="219259"/>
                  <a:pt x="2106853" y="175298"/>
                </a:cubicBezTo>
                <a:lnTo>
                  <a:pt x="2106853" y="93383"/>
                </a:lnTo>
                <a:cubicBezTo>
                  <a:pt x="2085282" y="93656"/>
                  <a:pt x="2066169" y="94612"/>
                  <a:pt x="2049513" y="96250"/>
                </a:cubicBezTo>
                <a:lnTo>
                  <a:pt x="2049513" y="70857"/>
                </a:lnTo>
                <a:cubicBezTo>
                  <a:pt x="2075179" y="72768"/>
                  <a:pt x="2106990" y="73724"/>
                  <a:pt x="2144944" y="73724"/>
                </a:cubicBezTo>
                <a:cubicBezTo>
                  <a:pt x="2133748" y="52153"/>
                  <a:pt x="2122417" y="34677"/>
                  <a:pt x="2110949" y="21298"/>
                </a:cubicBezTo>
                <a:close/>
                <a:moveTo>
                  <a:pt x="2277236" y="7372"/>
                </a:moveTo>
                <a:cubicBezTo>
                  <a:pt x="2286793" y="12287"/>
                  <a:pt x="2296623" y="15291"/>
                  <a:pt x="2306726" y="16383"/>
                </a:cubicBezTo>
                <a:cubicBezTo>
                  <a:pt x="2311094" y="16929"/>
                  <a:pt x="2313279" y="18158"/>
                  <a:pt x="2313279" y="20069"/>
                </a:cubicBezTo>
                <a:cubicBezTo>
                  <a:pt x="2313279" y="21981"/>
                  <a:pt x="2311094" y="24302"/>
                  <a:pt x="2306726" y="27032"/>
                </a:cubicBezTo>
                <a:cubicBezTo>
                  <a:pt x="2302357" y="29763"/>
                  <a:pt x="2298125" y="37271"/>
                  <a:pt x="2294029" y="49559"/>
                </a:cubicBezTo>
                <a:cubicBezTo>
                  <a:pt x="2289933" y="61846"/>
                  <a:pt x="2285974" y="73041"/>
                  <a:pt x="2282151" y="83144"/>
                </a:cubicBezTo>
                <a:lnTo>
                  <a:pt x="2359152" y="83144"/>
                </a:lnTo>
                <a:cubicBezTo>
                  <a:pt x="2380995" y="83144"/>
                  <a:pt x="2398744" y="82598"/>
                  <a:pt x="2412396" y="81506"/>
                </a:cubicBezTo>
                <a:lnTo>
                  <a:pt x="2412396" y="105261"/>
                </a:lnTo>
                <a:cubicBezTo>
                  <a:pt x="2407208" y="104715"/>
                  <a:pt x="2395604" y="104169"/>
                  <a:pt x="2377582" y="103623"/>
                </a:cubicBezTo>
                <a:cubicBezTo>
                  <a:pt x="2370483" y="190999"/>
                  <a:pt x="2355056" y="252844"/>
                  <a:pt x="2331300" y="289160"/>
                </a:cubicBezTo>
                <a:cubicBezTo>
                  <a:pt x="2353144" y="315100"/>
                  <a:pt x="2382907" y="333940"/>
                  <a:pt x="2420588" y="345681"/>
                </a:cubicBezTo>
                <a:cubicBezTo>
                  <a:pt x="2410758" y="353600"/>
                  <a:pt x="2403522" y="363020"/>
                  <a:pt x="2398880" y="373942"/>
                </a:cubicBezTo>
                <a:cubicBezTo>
                  <a:pt x="2363930" y="356467"/>
                  <a:pt x="2336215" y="335306"/>
                  <a:pt x="2315736" y="310458"/>
                </a:cubicBezTo>
                <a:cubicBezTo>
                  <a:pt x="2297715" y="332575"/>
                  <a:pt x="2267816" y="354965"/>
                  <a:pt x="2226040" y="377628"/>
                </a:cubicBezTo>
                <a:cubicBezTo>
                  <a:pt x="2221124" y="369164"/>
                  <a:pt x="2212933" y="361928"/>
                  <a:pt x="2201465" y="355921"/>
                </a:cubicBezTo>
                <a:cubicBezTo>
                  <a:pt x="2247610" y="337353"/>
                  <a:pt x="2280786" y="315236"/>
                  <a:pt x="2300992" y="289570"/>
                </a:cubicBezTo>
                <a:cubicBezTo>
                  <a:pt x="2280513" y="256804"/>
                  <a:pt x="2266041" y="211614"/>
                  <a:pt x="2257577" y="154000"/>
                </a:cubicBezTo>
                <a:lnTo>
                  <a:pt x="2282561" y="149085"/>
                </a:lnTo>
                <a:cubicBezTo>
                  <a:pt x="2285838" y="197415"/>
                  <a:pt x="2296896" y="237008"/>
                  <a:pt x="2315736" y="267862"/>
                </a:cubicBezTo>
                <a:cubicBezTo>
                  <a:pt x="2335942" y="233185"/>
                  <a:pt x="2348093" y="178438"/>
                  <a:pt x="2352188" y="103623"/>
                </a:cubicBezTo>
                <a:lnTo>
                  <a:pt x="2273960" y="103623"/>
                </a:lnTo>
                <a:cubicBezTo>
                  <a:pt x="2265495" y="123555"/>
                  <a:pt x="2255256" y="143897"/>
                  <a:pt x="2243242" y="164649"/>
                </a:cubicBezTo>
                <a:cubicBezTo>
                  <a:pt x="2235050" y="158369"/>
                  <a:pt x="2226586" y="154683"/>
                  <a:pt x="2217848" y="153591"/>
                </a:cubicBezTo>
                <a:cubicBezTo>
                  <a:pt x="2232047" y="136389"/>
                  <a:pt x="2244470" y="114613"/>
                  <a:pt x="2255119" y="88264"/>
                </a:cubicBezTo>
                <a:cubicBezTo>
                  <a:pt x="2265768" y="61914"/>
                  <a:pt x="2273141" y="34950"/>
                  <a:pt x="2277236" y="7372"/>
                </a:cubicBezTo>
                <a:close/>
                <a:moveTo>
                  <a:pt x="1302038" y="5734"/>
                </a:moveTo>
                <a:cubicBezTo>
                  <a:pt x="1312687" y="9284"/>
                  <a:pt x="1323473" y="12151"/>
                  <a:pt x="1334395" y="14335"/>
                </a:cubicBezTo>
                <a:cubicBezTo>
                  <a:pt x="1337398" y="14881"/>
                  <a:pt x="1338900" y="16042"/>
                  <a:pt x="1338900" y="17817"/>
                </a:cubicBezTo>
                <a:cubicBezTo>
                  <a:pt x="1338900" y="19591"/>
                  <a:pt x="1337808" y="21571"/>
                  <a:pt x="1335624" y="23755"/>
                </a:cubicBezTo>
                <a:cubicBezTo>
                  <a:pt x="1328251" y="31128"/>
                  <a:pt x="1319514" y="51880"/>
                  <a:pt x="1309411" y="86011"/>
                </a:cubicBezTo>
                <a:cubicBezTo>
                  <a:pt x="1339173" y="86011"/>
                  <a:pt x="1364430" y="84919"/>
                  <a:pt x="1385182" y="82734"/>
                </a:cubicBezTo>
                <a:cubicBezTo>
                  <a:pt x="1383271" y="93383"/>
                  <a:pt x="1382315" y="105807"/>
                  <a:pt x="1382315" y="120006"/>
                </a:cubicBezTo>
                <a:lnTo>
                  <a:pt x="1382315" y="315782"/>
                </a:lnTo>
                <a:cubicBezTo>
                  <a:pt x="1382315" y="337899"/>
                  <a:pt x="1383271" y="357832"/>
                  <a:pt x="1385182" y="375580"/>
                </a:cubicBezTo>
                <a:lnTo>
                  <a:pt x="1357331" y="375580"/>
                </a:lnTo>
                <a:lnTo>
                  <a:pt x="1357331" y="337899"/>
                </a:lnTo>
                <a:lnTo>
                  <a:pt x="1270501" y="337899"/>
                </a:lnTo>
                <a:lnTo>
                  <a:pt x="1270501" y="378857"/>
                </a:lnTo>
                <a:lnTo>
                  <a:pt x="1241831" y="378857"/>
                </a:lnTo>
                <a:cubicBezTo>
                  <a:pt x="1244015" y="358105"/>
                  <a:pt x="1245107" y="338173"/>
                  <a:pt x="1245107" y="319059"/>
                </a:cubicBezTo>
                <a:lnTo>
                  <a:pt x="1245107" y="120006"/>
                </a:lnTo>
                <a:cubicBezTo>
                  <a:pt x="1245107" y="107445"/>
                  <a:pt x="1244152" y="95022"/>
                  <a:pt x="1242241" y="82734"/>
                </a:cubicBezTo>
                <a:cubicBezTo>
                  <a:pt x="1253982" y="84646"/>
                  <a:pt x="1268726" y="85738"/>
                  <a:pt x="1286475" y="86011"/>
                </a:cubicBezTo>
                <a:cubicBezTo>
                  <a:pt x="1295758" y="57614"/>
                  <a:pt x="1300946" y="30855"/>
                  <a:pt x="1302038" y="5734"/>
                </a:cubicBezTo>
                <a:close/>
                <a:moveTo>
                  <a:pt x="234277" y="5325"/>
                </a:moveTo>
                <a:cubicBezTo>
                  <a:pt x="244925" y="7236"/>
                  <a:pt x="255574" y="8192"/>
                  <a:pt x="266223" y="8192"/>
                </a:cubicBezTo>
                <a:cubicBezTo>
                  <a:pt x="270046" y="8192"/>
                  <a:pt x="271957" y="8942"/>
                  <a:pt x="271957" y="10444"/>
                </a:cubicBezTo>
                <a:cubicBezTo>
                  <a:pt x="271957" y="11946"/>
                  <a:pt x="271002" y="13038"/>
                  <a:pt x="269090" y="13721"/>
                </a:cubicBezTo>
                <a:cubicBezTo>
                  <a:pt x="267179" y="14404"/>
                  <a:pt x="265609" y="16042"/>
                  <a:pt x="264380" y="18636"/>
                </a:cubicBezTo>
                <a:cubicBezTo>
                  <a:pt x="263152" y="21230"/>
                  <a:pt x="262537" y="23892"/>
                  <a:pt x="262537" y="26622"/>
                </a:cubicBezTo>
                <a:lnTo>
                  <a:pt x="262537" y="72495"/>
                </a:lnTo>
                <a:cubicBezTo>
                  <a:pt x="306771" y="72495"/>
                  <a:pt x="341858" y="71130"/>
                  <a:pt x="367798" y="68399"/>
                </a:cubicBezTo>
                <a:lnTo>
                  <a:pt x="367798" y="96660"/>
                </a:lnTo>
                <a:cubicBezTo>
                  <a:pt x="341858" y="93929"/>
                  <a:pt x="306771" y="92564"/>
                  <a:pt x="262537" y="92564"/>
                </a:cubicBezTo>
                <a:lnTo>
                  <a:pt x="262537" y="156867"/>
                </a:lnTo>
                <a:cubicBezTo>
                  <a:pt x="303222" y="156594"/>
                  <a:pt x="334486" y="155229"/>
                  <a:pt x="356330" y="152772"/>
                </a:cubicBezTo>
                <a:lnTo>
                  <a:pt x="356330" y="180623"/>
                </a:lnTo>
                <a:cubicBezTo>
                  <a:pt x="332301" y="177892"/>
                  <a:pt x="296873" y="176527"/>
                  <a:pt x="250045" y="176527"/>
                </a:cubicBezTo>
                <a:cubicBezTo>
                  <a:pt x="203217" y="176527"/>
                  <a:pt x="167925" y="177892"/>
                  <a:pt x="144170" y="180623"/>
                </a:cubicBezTo>
                <a:lnTo>
                  <a:pt x="144170" y="152772"/>
                </a:lnTo>
                <a:cubicBezTo>
                  <a:pt x="166014" y="155229"/>
                  <a:pt x="197005" y="156594"/>
                  <a:pt x="237144" y="156867"/>
                </a:cubicBezTo>
                <a:lnTo>
                  <a:pt x="237144" y="92564"/>
                </a:lnTo>
                <a:cubicBezTo>
                  <a:pt x="196459" y="92837"/>
                  <a:pt x="162737" y="94202"/>
                  <a:pt x="135979" y="96660"/>
                </a:cubicBezTo>
                <a:lnTo>
                  <a:pt x="135979" y="68399"/>
                </a:lnTo>
                <a:cubicBezTo>
                  <a:pt x="162737" y="70857"/>
                  <a:pt x="196459" y="72222"/>
                  <a:pt x="237144" y="72495"/>
                </a:cubicBezTo>
                <a:lnTo>
                  <a:pt x="237144" y="60208"/>
                </a:lnTo>
                <a:cubicBezTo>
                  <a:pt x="237144" y="35906"/>
                  <a:pt x="236188" y="17612"/>
                  <a:pt x="234277" y="5325"/>
                </a:cubicBezTo>
                <a:close/>
                <a:moveTo>
                  <a:pt x="3329025" y="3686"/>
                </a:moveTo>
                <a:cubicBezTo>
                  <a:pt x="3354146" y="21981"/>
                  <a:pt x="3375170" y="40002"/>
                  <a:pt x="3392100" y="57750"/>
                </a:cubicBezTo>
                <a:lnTo>
                  <a:pt x="3371621" y="77410"/>
                </a:lnTo>
                <a:cubicBezTo>
                  <a:pt x="3358514" y="58023"/>
                  <a:pt x="3339128" y="39456"/>
                  <a:pt x="3313461" y="21708"/>
                </a:cubicBezTo>
                <a:close/>
                <a:moveTo>
                  <a:pt x="2613497" y="3686"/>
                </a:moveTo>
                <a:cubicBezTo>
                  <a:pt x="2625785" y="5325"/>
                  <a:pt x="2637799" y="6144"/>
                  <a:pt x="2649540" y="6144"/>
                </a:cubicBezTo>
                <a:cubicBezTo>
                  <a:pt x="2654455" y="6144"/>
                  <a:pt x="2656912" y="7304"/>
                  <a:pt x="2656912" y="9625"/>
                </a:cubicBezTo>
                <a:cubicBezTo>
                  <a:pt x="2656912" y="11946"/>
                  <a:pt x="2655547" y="13653"/>
                  <a:pt x="2652817" y="14745"/>
                </a:cubicBezTo>
                <a:cubicBezTo>
                  <a:pt x="2650086" y="15837"/>
                  <a:pt x="2647902" y="17885"/>
                  <a:pt x="2646263" y="20888"/>
                </a:cubicBezTo>
                <a:cubicBezTo>
                  <a:pt x="2644625" y="23892"/>
                  <a:pt x="2643806" y="26622"/>
                  <a:pt x="2643806" y="29080"/>
                </a:cubicBezTo>
                <a:lnTo>
                  <a:pt x="2643806" y="70447"/>
                </a:lnTo>
                <a:cubicBezTo>
                  <a:pt x="2702785" y="70174"/>
                  <a:pt x="2745517" y="68536"/>
                  <a:pt x="2772003" y="65532"/>
                </a:cubicBezTo>
                <a:cubicBezTo>
                  <a:pt x="2770092" y="76727"/>
                  <a:pt x="2769136" y="92154"/>
                  <a:pt x="2769136" y="111814"/>
                </a:cubicBezTo>
                <a:lnTo>
                  <a:pt x="2769136" y="232639"/>
                </a:lnTo>
                <a:cubicBezTo>
                  <a:pt x="2769136" y="252025"/>
                  <a:pt x="2770501" y="271548"/>
                  <a:pt x="2773232" y="291208"/>
                </a:cubicBezTo>
                <a:lnTo>
                  <a:pt x="2743333" y="291208"/>
                </a:lnTo>
                <a:lnTo>
                  <a:pt x="2743333" y="261719"/>
                </a:lnTo>
                <a:lnTo>
                  <a:pt x="2643806" y="261719"/>
                </a:lnTo>
                <a:lnTo>
                  <a:pt x="2643806" y="319059"/>
                </a:lnTo>
                <a:cubicBezTo>
                  <a:pt x="2643806" y="328070"/>
                  <a:pt x="2644694" y="334623"/>
                  <a:pt x="2646468" y="338719"/>
                </a:cubicBezTo>
                <a:cubicBezTo>
                  <a:pt x="2648243" y="342814"/>
                  <a:pt x="2652134" y="345750"/>
                  <a:pt x="2658141" y="347525"/>
                </a:cubicBezTo>
                <a:cubicBezTo>
                  <a:pt x="2664148" y="349299"/>
                  <a:pt x="2673841" y="350187"/>
                  <a:pt x="2687221" y="350187"/>
                </a:cubicBezTo>
                <a:lnTo>
                  <a:pt x="2751934" y="349777"/>
                </a:lnTo>
                <a:cubicBezTo>
                  <a:pt x="2768317" y="349777"/>
                  <a:pt x="2779307" y="344862"/>
                  <a:pt x="2784904" y="335032"/>
                </a:cubicBezTo>
                <a:cubicBezTo>
                  <a:pt x="2790502" y="325203"/>
                  <a:pt x="2794530" y="310321"/>
                  <a:pt x="2796987" y="290389"/>
                </a:cubicBezTo>
                <a:cubicBezTo>
                  <a:pt x="2803267" y="297761"/>
                  <a:pt x="2812551" y="303359"/>
                  <a:pt x="2824838" y="307181"/>
                </a:cubicBezTo>
                <a:cubicBezTo>
                  <a:pt x="2818285" y="332575"/>
                  <a:pt x="2810162" y="350050"/>
                  <a:pt x="2800468" y="359607"/>
                </a:cubicBezTo>
                <a:cubicBezTo>
                  <a:pt x="2790775" y="369164"/>
                  <a:pt x="2774734" y="373942"/>
                  <a:pt x="2752344" y="373942"/>
                </a:cubicBezTo>
                <a:lnTo>
                  <a:pt x="2687630" y="373533"/>
                </a:lnTo>
                <a:cubicBezTo>
                  <a:pt x="2666060" y="373533"/>
                  <a:pt x="2650496" y="372031"/>
                  <a:pt x="2640939" y="369027"/>
                </a:cubicBezTo>
                <a:cubicBezTo>
                  <a:pt x="2631382" y="366024"/>
                  <a:pt x="2625170" y="360767"/>
                  <a:pt x="2622303" y="353259"/>
                </a:cubicBezTo>
                <a:cubicBezTo>
                  <a:pt x="2619436" y="345750"/>
                  <a:pt x="2618003" y="333531"/>
                  <a:pt x="2618003" y="316602"/>
                </a:cubicBezTo>
                <a:lnTo>
                  <a:pt x="2618003" y="261719"/>
                </a:lnTo>
                <a:lnTo>
                  <a:pt x="2516019" y="261719"/>
                </a:lnTo>
                <a:lnTo>
                  <a:pt x="2516019" y="299399"/>
                </a:lnTo>
                <a:lnTo>
                  <a:pt x="2487348" y="299399"/>
                </a:lnTo>
                <a:cubicBezTo>
                  <a:pt x="2490352" y="279740"/>
                  <a:pt x="2491854" y="258852"/>
                  <a:pt x="2491854" y="236734"/>
                </a:cubicBezTo>
                <a:lnTo>
                  <a:pt x="2491854" y="111814"/>
                </a:lnTo>
                <a:cubicBezTo>
                  <a:pt x="2491854" y="93793"/>
                  <a:pt x="2490898" y="78365"/>
                  <a:pt x="2488986" y="65532"/>
                </a:cubicBezTo>
                <a:cubicBezTo>
                  <a:pt x="2516838" y="68536"/>
                  <a:pt x="2559843" y="70174"/>
                  <a:pt x="2618003" y="70447"/>
                </a:cubicBezTo>
                <a:cubicBezTo>
                  <a:pt x="2618003" y="40138"/>
                  <a:pt x="2616501" y="17885"/>
                  <a:pt x="2613497" y="3686"/>
                </a:cubicBezTo>
                <a:close/>
                <a:moveTo>
                  <a:pt x="565623" y="3686"/>
                </a:moveTo>
                <a:cubicBezTo>
                  <a:pt x="577910" y="5325"/>
                  <a:pt x="589924" y="6144"/>
                  <a:pt x="601665" y="6144"/>
                </a:cubicBezTo>
                <a:cubicBezTo>
                  <a:pt x="606580" y="6144"/>
                  <a:pt x="609038" y="7304"/>
                  <a:pt x="609038" y="9625"/>
                </a:cubicBezTo>
                <a:cubicBezTo>
                  <a:pt x="609038" y="11946"/>
                  <a:pt x="607672" y="13653"/>
                  <a:pt x="604942" y="14745"/>
                </a:cubicBezTo>
                <a:cubicBezTo>
                  <a:pt x="602211" y="15837"/>
                  <a:pt x="600027" y="17885"/>
                  <a:pt x="598389" y="20888"/>
                </a:cubicBezTo>
                <a:cubicBezTo>
                  <a:pt x="596750" y="23892"/>
                  <a:pt x="595931" y="26622"/>
                  <a:pt x="595931" y="29080"/>
                </a:cubicBezTo>
                <a:lnTo>
                  <a:pt x="595931" y="70447"/>
                </a:lnTo>
                <a:cubicBezTo>
                  <a:pt x="654910" y="70174"/>
                  <a:pt x="697642" y="68536"/>
                  <a:pt x="724128" y="65532"/>
                </a:cubicBezTo>
                <a:cubicBezTo>
                  <a:pt x="722217" y="76727"/>
                  <a:pt x="721261" y="92154"/>
                  <a:pt x="721261" y="111814"/>
                </a:cubicBezTo>
                <a:lnTo>
                  <a:pt x="721261" y="232639"/>
                </a:lnTo>
                <a:cubicBezTo>
                  <a:pt x="721261" y="252025"/>
                  <a:pt x="722626" y="271548"/>
                  <a:pt x="725357" y="291208"/>
                </a:cubicBezTo>
                <a:lnTo>
                  <a:pt x="695458" y="291208"/>
                </a:lnTo>
                <a:lnTo>
                  <a:pt x="695458" y="261719"/>
                </a:lnTo>
                <a:lnTo>
                  <a:pt x="595931" y="261719"/>
                </a:lnTo>
                <a:lnTo>
                  <a:pt x="595931" y="319059"/>
                </a:lnTo>
                <a:cubicBezTo>
                  <a:pt x="595931" y="328070"/>
                  <a:pt x="596819" y="334623"/>
                  <a:pt x="598593" y="338719"/>
                </a:cubicBezTo>
                <a:cubicBezTo>
                  <a:pt x="600368" y="342814"/>
                  <a:pt x="604259" y="345750"/>
                  <a:pt x="610266" y="347525"/>
                </a:cubicBezTo>
                <a:cubicBezTo>
                  <a:pt x="616273" y="349299"/>
                  <a:pt x="625967" y="350187"/>
                  <a:pt x="639346" y="350187"/>
                </a:cubicBezTo>
                <a:lnTo>
                  <a:pt x="704059" y="349777"/>
                </a:lnTo>
                <a:cubicBezTo>
                  <a:pt x="720442" y="349777"/>
                  <a:pt x="731432" y="344862"/>
                  <a:pt x="737030" y="335032"/>
                </a:cubicBezTo>
                <a:cubicBezTo>
                  <a:pt x="742627" y="325203"/>
                  <a:pt x="746655" y="310321"/>
                  <a:pt x="749112" y="290389"/>
                </a:cubicBezTo>
                <a:cubicBezTo>
                  <a:pt x="755392" y="297761"/>
                  <a:pt x="764676" y="303359"/>
                  <a:pt x="776963" y="307181"/>
                </a:cubicBezTo>
                <a:cubicBezTo>
                  <a:pt x="770410" y="332575"/>
                  <a:pt x="762287" y="350050"/>
                  <a:pt x="752594" y="359607"/>
                </a:cubicBezTo>
                <a:cubicBezTo>
                  <a:pt x="742900" y="369164"/>
                  <a:pt x="726859" y="373942"/>
                  <a:pt x="704469" y="373942"/>
                </a:cubicBezTo>
                <a:lnTo>
                  <a:pt x="639756" y="373533"/>
                </a:lnTo>
                <a:cubicBezTo>
                  <a:pt x="618185" y="373533"/>
                  <a:pt x="602621" y="372031"/>
                  <a:pt x="593064" y="369027"/>
                </a:cubicBezTo>
                <a:cubicBezTo>
                  <a:pt x="583507" y="366024"/>
                  <a:pt x="577296" y="360767"/>
                  <a:pt x="574429" y="353259"/>
                </a:cubicBezTo>
                <a:cubicBezTo>
                  <a:pt x="571562" y="345750"/>
                  <a:pt x="570128" y="333531"/>
                  <a:pt x="570128" y="316602"/>
                </a:cubicBezTo>
                <a:lnTo>
                  <a:pt x="570128" y="261719"/>
                </a:lnTo>
                <a:lnTo>
                  <a:pt x="468144" y="261719"/>
                </a:lnTo>
                <a:lnTo>
                  <a:pt x="468144" y="299399"/>
                </a:lnTo>
                <a:lnTo>
                  <a:pt x="439474" y="299399"/>
                </a:lnTo>
                <a:cubicBezTo>
                  <a:pt x="442477" y="279740"/>
                  <a:pt x="443979" y="258852"/>
                  <a:pt x="443979" y="236734"/>
                </a:cubicBezTo>
                <a:lnTo>
                  <a:pt x="443979" y="111814"/>
                </a:lnTo>
                <a:cubicBezTo>
                  <a:pt x="443979" y="93793"/>
                  <a:pt x="443023" y="78365"/>
                  <a:pt x="441112" y="65532"/>
                </a:cubicBezTo>
                <a:cubicBezTo>
                  <a:pt x="468963" y="68536"/>
                  <a:pt x="511968" y="70174"/>
                  <a:pt x="570128" y="70447"/>
                </a:cubicBezTo>
                <a:cubicBezTo>
                  <a:pt x="570128" y="40138"/>
                  <a:pt x="568626" y="17885"/>
                  <a:pt x="565623" y="3686"/>
                </a:cubicBezTo>
                <a:close/>
                <a:moveTo>
                  <a:pt x="3144306" y="2867"/>
                </a:moveTo>
                <a:cubicBezTo>
                  <a:pt x="3151406" y="4778"/>
                  <a:pt x="3162055" y="5734"/>
                  <a:pt x="3176254" y="5734"/>
                </a:cubicBezTo>
                <a:cubicBezTo>
                  <a:pt x="3180895" y="5734"/>
                  <a:pt x="3183216" y="6826"/>
                  <a:pt x="3183216" y="9011"/>
                </a:cubicBezTo>
                <a:cubicBezTo>
                  <a:pt x="3183216" y="11195"/>
                  <a:pt x="3181646" y="13175"/>
                  <a:pt x="3178506" y="14950"/>
                </a:cubicBezTo>
                <a:cubicBezTo>
                  <a:pt x="3175366" y="16724"/>
                  <a:pt x="3173796" y="22117"/>
                  <a:pt x="3173796" y="31128"/>
                </a:cubicBezTo>
                <a:lnTo>
                  <a:pt x="3173796" y="104851"/>
                </a:lnTo>
                <a:cubicBezTo>
                  <a:pt x="3196732" y="104578"/>
                  <a:pt x="3217621" y="103486"/>
                  <a:pt x="3236461" y="101575"/>
                </a:cubicBezTo>
                <a:lnTo>
                  <a:pt x="3236461" y="129016"/>
                </a:lnTo>
                <a:cubicBezTo>
                  <a:pt x="3221716" y="127105"/>
                  <a:pt x="3200828" y="126149"/>
                  <a:pt x="3173796" y="126149"/>
                </a:cubicBezTo>
                <a:lnTo>
                  <a:pt x="3173796" y="329298"/>
                </a:lnTo>
                <a:cubicBezTo>
                  <a:pt x="3173796" y="342132"/>
                  <a:pt x="3171816" y="351962"/>
                  <a:pt x="3167857" y="358788"/>
                </a:cubicBezTo>
                <a:cubicBezTo>
                  <a:pt x="3163898" y="365614"/>
                  <a:pt x="3155775" y="370666"/>
                  <a:pt x="3143487" y="373942"/>
                </a:cubicBezTo>
                <a:cubicBezTo>
                  <a:pt x="3131200" y="377219"/>
                  <a:pt x="3112360" y="378857"/>
                  <a:pt x="3086966" y="378857"/>
                </a:cubicBezTo>
                <a:cubicBezTo>
                  <a:pt x="3086966" y="366024"/>
                  <a:pt x="3082051" y="354419"/>
                  <a:pt x="3072221" y="344043"/>
                </a:cubicBezTo>
                <a:cubicBezTo>
                  <a:pt x="3090516" y="347047"/>
                  <a:pt x="3105192" y="348548"/>
                  <a:pt x="3116251" y="348548"/>
                </a:cubicBezTo>
                <a:cubicBezTo>
                  <a:pt x="3127309" y="348548"/>
                  <a:pt x="3135501" y="346364"/>
                  <a:pt x="3140825" y="341995"/>
                </a:cubicBezTo>
                <a:cubicBezTo>
                  <a:pt x="3146150" y="337626"/>
                  <a:pt x="3148812" y="328752"/>
                  <a:pt x="3148812" y="315373"/>
                </a:cubicBezTo>
                <a:lnTo>
                  <a:pt x="3148812" y="125740"/>
                </a:lnTo>
                <a:lnTo>
                  <a:pt x="3096386" y="125740"/>
                </a:lnTo>
                <a:cubicBezTo>
                  <a:pt x="3066624" y="125740"/>
                  <a:pt x="3040821" y="126832"/>
                  <a:pt x="3018977" y="129016"/>
                </a:cubicBezTo>
                <a:lnTo>
                  <a:pt x="3018977" y="101575"/>
                </a:lnTo>
                <a:cubicBezTo>
                  <a:pt x="3040548" y="103759"/>
                  <a:pt x="3066351" y="104851"/>
                  <a:pt x="3096386" y="104851"/>
                </a:cubicBezTo>
                <a:lnTo>
                  <a:pt x="3148812" y="104851"/>
                </a:lnTo>
                <a:cubicBezTo>
                  <a:pt x="3148812" y="51607"/>
                  <a:pt x="3147310" y="17612"/>
                  <a:pt x="3144306" y="2867"/>
                </a:cubicBezTo>
                <a:close/>
                <a:moveTo>
                  <a:pt x="989123" y="0"/>
                </a:moveTo>
                <a:cubicBezTo>
                  <a:pt x="1000864" y="15837"/>
                  <a:pt x="1011650" y="32220"/>
                  <a:pt x="1021480" y="49149"/>
                </a:cubicBezTo>
                <a:cubicBezTo>
                  <a:pt x="1088377" y="49149"/>
                  <a:pt x="1134659" y="48330"/>
                  <a:pt x="1160326" y="46692"/>
                </a:cubicBezTo>
                <a:lnTo>
                  <a:pt x="1160326" y="123692"/>
                </a:lnTo>
                <a:lnTo>
                  <a:pt x="1134932" y="123692"/>
                </a:lnTo>
                <a:lnTo>
                  <a:pt x="1134932" y="70447"/>
                </a:lnTo>
                <a:lnTo>
                  <a:pt x="864612" y="70447"/>
                </a:lnTo>
                <a:lnTo>
                  <a:pt x="864612" y="125740"/>
                </a:lnTo>
                <a:lnTo>
                  <a:pt x="840038" y="125740"/>
                </a:lnTo>
                <a:lnTo>
                  <a:pt x="840038" y="46692"/>
                </a:lnTo>
                <a:cubicBezTo>
                  <a:pt x="857240" y="48330"/>
                  <a:pt x="908437" y="49149"/>
                  <a:pt x="993628" y="49149"/>
                </a:cubicBezTo>
                <a:cubicBezTo>
                  <a:pt x="986529" y="37135"/>
                  <a:pt x="976972" y="24438"/>
                  <a:pt x="964958" y="1105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2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3E1F92-A883-4CCA-AB20-0995E9273B66}"/>
              </a:ext>
            </a:extLst>
          </p:cNvPr>
          <p:cNvSpPr txBox="1"/>
          <p:nvPr/>
        </p:nvSpPr>
        <p:spPr>
          <a:xfrm>
            <a:off x="2495518" y="-1202867"/>
            <a:ext cx="3323778" cy="283369"/>
          </a:xfrm>
          <a:custGeom>
            <a:avLst/>
            <a:gdLst/>
            <a:ahLst/>
            <a:cxnLst/>
            <a:rect l="l" t="t" r="r" b="b"/>
            <a:pathLst>
              <a:path w="3323778" h="283369">
                <a:moveTo>
                  <a:pt x="1645127" y="220266"/>
                </a:moveTo>
                <a:lnTo>
                  <a:pt x="1645127" y="250161"/>
                </a:lnTo>
                <a:lnTo>
                  <a:pt x="1754721" y="250161"/>
                </a:lnTo>
                <a:lnTo>
                  <a:pt x="1754721" y="220266"/>
                </a:lnTo>
                <a:close/>
                <a:moveTo>
                  <a:pt x="1913018" y="211931"/>
                </a:moveTo>
                <a:cubicBezTo>
                  <a:pt x="1918537" y="211931"/>
                  <a:pt x="1923982" y="213723"/>
                  <a:pt x="1929352" y="217308"/>
                </a:cubicBezTo>
                <a:cubicBezTo>
                  <a:pt x="1934734" y="220879"/>
                  <a:pt x="1937205" y="226839"/>
                  <a:pt x="1936765" y="235186"/>
                </a:cubicBezTo>
                <a:cubicBezTo>
                  <a:pt x="1936325" y="243532"/>
                  <a:pt x="1932995" y="249482"/>
                  <a:pt x="1926775" y="253036"/>
                </a:cubicBezTo>
                <a:cubicBezTo>
                  <a:pt x="1920555" y="256589"/>
                  <a:pt x="1915970" y="258366"/>
                  <a:pt x="1913018" y="258366"/>
                </a:cubicBezTo>
                <a:cubicBezTo>
                  <a:pt x="1910041" y="258366"/>
                  <a:pt x="1905440" y="256589"/>
                  <a:pt x="1899214" y="253036"/>
                </a:cubicBezTo>
                <a:cubicBezTo>
                  <a:pt x="1892988" y="249482"/>
                  <a:pt x="1889667" y="243312"/>
                  <a:pt x="1889252" y="234525"/>
                </a:cubicBezTo>
                <a:cubicBezTo>
                  <a:pt x="1888836" y="225738"/>
                  <a:pt x="1891534" y="219776"/>
                  <a:pt x="1897344" y="216638"/>
                </a:cubicBezTo>
                <a:cubicBezTo>
                  <a:pt x="1903155" y="213500"/>
                  <a:pt x="1908379" y="211931"/>
                  <a:pt x="1913018" y="211931"/>
                </a:cubicBezTo>
                <a:close/>
                <a:moveTo>
                  <a:pt x="1185825" y="205346"/>
                </a:moveTo>
                <a:lnTo>
                  <a:pt x="1217451" y="240506"/>
                </a:lnTo>
                <a:lnTo>
                  <a:pt x="987400" y="240506"/>
                </a:lnTo>
                <a:cubicBezTo>
                  <a:pt x="976833" y="240506"/>
                  <a:pt x="966731" y="241672"/>
                  <a:pt x="957095" y="244004"/>
                </a:cubicBezTo>
                <a:lnTo>
                  <a:pt x="944147" y="227540"/>
                </a:lnTo>
                <a:lnTo>
                  <a:pt x="1162980" y="227540"/>
                </a:lnTo>
                <a:close/>
                <a:moveTo>
                  <a:pt x="735025" y="182166"/>
                </a:moveTo>
                <a:cubicBezTo>
                  <a:pt x="747799" y="196031"/>
                  <a:pt x="761001" y="207659"/>
                  <a:pt x="774631" y="217047"/>
                </a:cubicBezTo>
                <a:cubicBezTo>
                  <a:pt x="787505" y="208390"/>
                  <a:pt x="802270" y="196763"/>
                  <a:pt x="818926" y="182166"/>
                </a:cubicBezTo>
                <a:close/>
                <a:moveTo>
                  <a:pt x="2682627" y="168920"/>
                </a:moveTo>
                <a:lnTo>
                  <a:pt x="2682627" y="223689"/>
                </a:lnTo>
                <a:lnTo>
                  <a:pt x="2710904" y="223689"/>
                </a:lnTo>
                <a:cubicBezTo>
                  <a:pt x="2716361" y="223689"/>
                  <a:pt x="2720950" y="223118"/>
                  <a:pt x="2724671" y="221977"/>
                </a:cubicBezTo>
                <a:cubicBezTo>
                  <a:pt x="2728391" y="220836"/>
                  <a:pt x="2731616" y="219149"/>
                  <a:pt x="2734344" y="216917"/>
                </a:cubicBezTo>
                <a:cubicBezTo>
                  <a:pt x="2737073" y="214684"/>
                  <a:pt x="2739206" y="211906"/>
                  <a:pt x="2740744" y="208583"/>
                </a:cubicBezTo>
                <a:cubicBezTo>
                  <a:pt x="2742282" y="205259"/>
                  <a:pt x="2743051" y="201464"/>
                  <a:pt x="2743051" y="197197"/>
                </a:cubicBezTo>
                <a:cubicBezTo>
                  <a:pt x="2743051" y="192732"/>
                  <a:pt x="2742307" y="188739"/>
                  <a:pt x="2740818" y="185217"/>
                </a:cubicBezTo>
                <a:cubicBezTo>
                  <a:pt x="2739330" y="181694"/>
                  <a:pt x="2737147" y="178742"/>
                  <a:pt x="2734270" y="176361"/>
                </a:cubicBezTo>
                <a:cubicBezTo>
                  <a:pt x="2731393" y="173980"/>
                  <a:pt x="2727722" y="172144"/>
                  <a:pt x="2723257" y="170855"/>
                </a:cubicBezTo>
                <a:cubicBezTo>
                  <a:pt x="2718792" y="169565"/>
                  <a:pt x="2712988" y="168920"/>
                  <a:pt x="2705844" y="168920"/>
                </a:cubicBezTo>
                <a:close/>
                <a:moveTo>
                  <a:pt x="2810470" y="163562"/>
                </a:moveTo>
                <a:lnTo>
                  <a:pt x="2872382" y="163562"/>
                </a:lnTo>
                <a:cubicBezTo>
                  <a:pt x="2873573" y="163562"/>
                  <a:pt x="2874590" y="163810"/>
                  <a:pt x="2875433" y="164306"/>
                </a:cubicBezTo>
                <a:cubicBezTo>
                  <a:pt x="2876277" y="164802"/>
                  <a:pt x="2876996" y="165646"/>
                  <a:pt x="2877591" y="166836"/>
                </a:cubicBezTo>
                <a:cubicBezTo>
                  <a:pt x="2878187" y="168027"/>
                  <a:pt x="2878608" y="169614"/>
                  <a:pt x="2878856" y="171599"/>
                </a:cubicBezTo>
                <a:cubicBezTo>
                  <a:pt x="2879104" y="173583"/>
                  <a:pt x="2879229" y="175964"/>
                  <a:pt x="2879229" y="178742"/>
                </a:cubicBezTo>
                <a:cubicBezTo>
                  <a:pt x="2879229" y="184497"/>
                  <a:pt x="2878683" y="188516"/>
                  <a:pt x="2877591" y="190798"/>
                </a:cubicBezTo>
                <a:cubicBezTo>
                  <a:pt x="2876500" y="193080"/>
                  <a:pt x="2874764" y="194221"/>
                  <a:pt x="2872382" y="194221"/>
                </a:cubicBezTo>
                <a:lnTo>
                  <a:pt x="2810470" y="194221"/>
                </a:lnTo>
                <a:cubicBezTo>
                  <a:pt x="2807989" y="194221"/>
                  <a:pt x="2806203" y="193055"/>
                  <a:pt x="2805112" y="190723"/>
                </a:cubicBezTo>
                <a:cubicBezTo>
                  <a:pt x="2804021" y="188392"/>
                  <a:pt x="2803475" y="184398"/>
                  <a:pt x="2803475" y="178742"/>
                </a:cubicBezTo>
                <a:cubicBezTo>
                  <a:pt x="2803475" y="173186"/>
                  <a:pt x="2804021" y="169267"/>
                  <a:pt x="2805112" y="166985"/>
                </a:cubicBezTo>
                <a:cubicBezTo>
                  <a:pt x="2806203" y="164703"/>
                  <a:pt x="2807989" y="163562"/>
                  <a:pt x="2810470" y="163562"/>
                </a:cubicBezTo>
                <a:close/>
                <a:moveTo>
                  <a:pt x="729183" y="153591"/>
                </a:moveTo>
                <a:lnTo>
                  <a:pt x="750186" y="162055"/>
                </a:lnTo>
                <a:lnTo>
                  <a:pt x="739527" y="168808"/>
                </a:lnTo>
                <a:lnTo>
                  <a:pt x="736178" y="169217"/>
                </a:lnTo>
                <a:lnTo>
                  <a:pt x="821810" y="169217"/>
                </a:lnTo>
                <a:lnTo>
                  <a:pt x="833399" y="158240"/>
                </a:lnTo>
                <a:lnTo>
                  <a:pt x="825940" y="160604"/>
                </a:lnTo>
                <a:lnTo>
                  <a:pt x="825940" y="153591"/>
                </a:lnTo>
                <a:close/>
                <a:moveTo>
                  <a:pt x="1914208" y="141684"/>
                </a:moveTo>
                <a:cubicBezTo>
                  <a:pt x="1917979" y="141684"/>
                  <a:pt x="1922983" y="143247"/>
                  <a:pt x="1929221" y="146372"/>
                </a:cubicBezTo>
                <a:cubicBezTo>
                  <a:pt x="1935472" y="149485"/>
                  <a:pt x="1938598" y="155668"/>
                  <a:pt x="1938598" y="164920"/>
                </a:cubicBezTo>
                <a:cubicBezTo>
                  <a:pt x="1938598" y="174172"/>
                  <a:pt x="1935044" y="180352"/>
                  <a:pt x="1927938" y="183458"/>
                </a:cubicBezTo>
                <a:cubicBezTo>
                  <a:pt x="1920831" y="186565"/>
                  <a:pt x="1915864" y="188119"/>
                  <a:pt x="1913036" y="188119"/>
                </a:cubicBezTo>
                <a:cubicBezTo>
                  <a:pt x="1908398" y="188119"/>
                  <a:pt x="1903170" y="186094"/>
                  <a:pt x="1897354" y="182045"/>
                </a:cubicBezTo>
                <a:cubicBezTo>
                  <a:pt x="1891537" y="177995"/>
                  <a:pt x="1888833" y="171806"/>
                  <a:pt x="1889243" y="163478"/>
                </a:cubicBezTo>
                <a:cubicBezTo>
                  <a:pt x="1889652" y="155150"/>
                  <a:pt x="1892963" y="149436"/>
                  <a:pt x="1899177" y="146335"/>
                </a:cubicBezTo>
                <a:cubicBezTo>
                  <a:pt x="1905390" y="143235"/>
                  <a:pt x="1910401" y="141684"/>
                  <a:pt x="1914208" y="141684"/>
                </a:cubicBezTo>
                <a:close/>
                <a:moveTo>
                  <a:pt x="1645127" y="141684"/>
                </a:moveTo>
                <a:lnTo>
                  <a:pt x="1645127" y="168027"/>
                </a:lnTo>
                <a:lnTo>
                  <a:pt x="1744210" y="168027"/>
                </a:lnTo>
                <a:lnTo>
                  <a:pt x="1744210" y="141684"/>
                </a:lnTo>
                <a:close/>
                <a:moveTo>
                  <a:pt x="721016" y="116681"/>
                </a:moveTo>
                <a:lnTo>
                  <a:pt x="721016" y="140643"/>
                </a:lnTo>
                <a:lnTo>
                  <a:pt x="825940" y="140643"/>
                </a:lnTo>
                <a:lnTo>
                  <a:pt x="825940" y="116681"/>
                </a:lnTo>
                <a:close/>
                <a:moveTo>
                  <a:pt x="1757083" y="115863"/>
                </a:moveTo>
                <a:lnTo>
                  <a:pt x="1775873" y="135359"/>
                </a:lnTo>
                <a:lnTo>
                  <a:pt x="1766534" y="143340"/>
                </a:lnTo>
                <a:lnTo>
                  <a:pt x="1766534" y="164678"/>
                </a:lnTo>
                <a:cubicBezTo>
                  <a:pt x="1766534" y="171748"/>
                  <a:pt x="1766918" y="179146"/>
                  <a:pt x="1767687" y="186872"/>
                </a:cubicBezTo>
                <a:lnTo>
                  <a:pt x="1744210" y="193830"/>
                </a:lnTo>
                <a:lnTo>
                  <a:pt x="1744210" y="180975"/>
                </a:lnTo>
                <a:lnTo>
                  <a:pt x="1645127" y="180975"/>
                </a:lnTo>
                <a:lnTo>
                  <a:pt x="1645127" y="207299"/>
                </a:lnTo>
                <a:lnTo>
                  <a:pt x="1754088" y="207299"/>
                </a:lnTo>
                <a:lnTo>
                  <a:pt x="1767594" y="194444"/>
                </a:lnTo>
                <a:lnTo>
                  <a:pt x="1786365" y="213940"/>
                </a:lnTo>
                <a:lnTo>
                  <a:pt x="1777026" y="221996"/>
                </a:lnTo>
                <a:cubicBezTo>
                  <a:pt x="1777026" y="229363"/>
                  <a:pt x="1777026" y="237558"/>
                  <a:pt x="1777026" y="246580"/>
                </a:cubicBezTo>
                <a:cubicBezTo>
                  <a:pt x="1777026" y="255603"/>
                  <a:pt x="1777417" y="263984"/>
                  <a:pt x="1778198" y="271723"/>
                </a:cubicBezTo>
                <a:lnTo>
                  <a:pt x="1754721" y="278699"/>
                </a:lnTo>
                <a:lnTo>
                  <a:pt x="1754721" y="263128"/>
                </a:lnTo>
                <a:lnTo>
                  <a:pt x="1645127" y="263128"/>
                </a:lnTo>
                <a:lnTo>
                  <a:pt x="1645127" y="277732"/>
                </a:lnTo>
                <a:lnTo>
                  <a:pt x="1621631" y="283369"/>
                </a:lnTo>
                <a:cubicBezTo>
                  <a:pt x="1622412" y="254657"/>
                  <a:pt x="1622803" y="223310"/>
                  <a:pt x="1622803" y="189328"/>
                </a:cubicBezTo>
                <a:cubicBezTo>
                  <a:pt x="1622803" y="155345"/>
                  <a:pt x="1622412" y="131632"/>
                  <a:pt x="1621631" y="118188"/>
                </a:cubicBezTo>
                <a:lnTo>
                  <a:pt x="1642690" y="128718"/>
                </a:lnTo>
                <a:lnTo>
                  <a:pt x="1743577" y="128718"/>
                </a:lnTo>
                <a:close/>
                <a:moveTo>
                  <a:pt x="465367" y="114412"/>
                </a:moveTo>
                <a:lnTo>
                  <a:pt x="476603" y="114412"/>
                </a:lnTo>
                <a:cubicBezTo>
                  <a:pt x="477434" y="137678"/>
                  <a:pt x="476371" y="153801"/>
                  <a:pt x="473413" y="162781"/>
                </a:cubicBezTo>
                <a:cubicBezTo>
                  <a:pt x="470455" y="171760"/>
                  <a:pt x="467053" y="176981"/>
                  <a:pt x="463209" y="178445"/>
                </a:cubicBezTo>
                <a:cubicBezTo>
                  <a:pt x="459364" y="179908"/>
                  <a:pt x="455674" y="180640"/>
                  <a:pt x="452139" y="180640"/>
                </a:cubicBezTo>
                <a:cubicBezTo>
                  <a:pt x="447786" y="180640"/>
                  <a:pt x="444742" y="179471"/>
                  <a:pt x="443005" y="177133"/>
                </a:cubicBezTo>
                <a:cubicBezTo>
                  <a:pt x="441269" y="174795"/>
                  <a:pt x="440401" y="172802"/>
                  <a:pt x="440401" y="171152"/>
                </a:cubicBezTo>
                <a:cubicBezTo>
                  <a:pt x="440401" y="167630"/>
                  <a:pt x="443259" y="162557"/>
                  <a:pt x="448977" y="155935"/>
                </a:cubicBezTo>
                <a:cubicBezTo>
                  <a:pt x="455786" y="149051"/>
                  <a:pt x="461249" y="135210"/>
                  <a:pt x="465367" y="114412"/>
                </a:cubicBezTo>
                <a:close/>
                <a:moveTo>
                  <a:pt x="2216646" y="90934"/>
                </a:moveTo>
                <a:lnTo>
                  <a:pt x="2216646" y="145554"/>
                </a:lnTo>
                <a:lnTo>
                  <a:pt x="2236589" y="145554"/>
                </a:lnTo>
                <a:cubicBezTo>
                  <a:pt x="2242145" y="145554"/>
                  <a:pt x="2247007" y="144884"/>
                  <a:pt x="2251174" y="143545"/>
                </a:cubicBezTo>
                <a:cubicBezTo>
                  <a:pt x="2255341" y="142205"/>
                  <a:pt x="2258814" y="140320"/>
                  <a:pt x="2261592" y="137889"/>
                </a:cubicBezTo>
                <a:cubicBezTo>
                  <a:pt x="2264370" y="135458"/>
                  <a:pt x="2266453" y="132556"/>
                  <a:pt x="2267843" y="129183"/>
                </a:cubicBezTo>
                <a:cubicBezTo>
                  <a:pt x="2269232" y="125809"/>
                  <a:pt x="2269926" y="122039"/>
                  <a:pt x="2269926" y="117872"/>
                </a:cubicBezTo>
                <a:cubicBezTo>
                  <a:pt x="2269926" y="111522"/>
                  <a:pt x="2268487" y="106164"/>
                  <a:pt x="2265610" y="101798"/>
                </a:cubicBezTo>
                <a:cubicBezTo>
                  <a:pt x="2262733" y="97433"/>
                  <a:pt x="2258020" y="94357"/>
                  <a:pt x="2251472" y="92571"/>
                </a:cubicBezTo>
                <a:cubicBezTo>
                  <a:pt x="2249487" y="92075"/>
                  <a:pt x="2247230" y="91678"/>
                  <a:pt x="2244700" y="91380"/>
                </a:cubicBezTo>
                <a:cubicBezTo>
                  <a:pt x="2242170" y="91083"/>
                  <a:pt x="2238672" y="90934"/>
                  <a:pt x="2234207" y="90934"/>
                </a:cubicBezTo>
                <a:close/>
                <a:moveTo>
                  <a:pt x="2682627" y="90339"/>
                </a:moveTo>
                <a:lnTo>
                  <a:pt x="2682627" y="140345"/>
                </a:lnTo>
                <a:lnTo>
                  <a:pt x="2704504" y="140345"/>
                </a:lnTo>
                <a:cubicBezTo>
                  <a:pt x="2710160" y="140345"/>
                  <a:pt x="2714674" y="139675"/>
                  <a:pt x="2718048" y="138336"/>
                </a:cubicBezTo>
                <a:cubicBezTo>
                  <a:pt x="2721421" y="136996"/>
                  <a:pt x="2724224" y="135161"/>
                  <a:pt x="2726456" y="132829"/>
                </a:cubicBezTo>
                <a:cubicBezTo>
                  <a:pt x="2728689" y="130497"/>
                  <a:pt x="2730351" y="127769"/>
                  <a:pt x="2731442" y="124643"/>
                </a:cubicBezTo>
                <a:cubicBezTo>
                  <a:pt x="2732533" y="121518"/>
                  <a:pt x="2733079" y="118219"/>
                  <a:pt x="2733079" y="114746"/>
                </a:cubicBezTo>
                <a:cubicBezTo>
                  <a:pt x="2733079" y="110877"/>
                  <a:pt x="2732484" y="107404"/>
                  <a:pt x="2731293" y="104328"/>
                </a:cubicBezTo>
                <a:cubicBezTo>
                  <a:pt x="2730103" y="101253"/>
                  <a:pt x="2728317" y="98698"/>
                  <a:pt x="2725936" y="96664"/>
                </a:cubicBezTo>
                <a:cubicBezTo>
                  <a:pt x="2723554" y="94630"/>
                  <a:pt x="2720553" y="93067"/>
                  <a:pt x="2716931" y="91976"/>
                </a:cubicBezTo>
                <a:cubicBezTo>
                  <a:pt x="2713310" y="90884"/>
                  <a:pt x="2708473" y="90339"/>
                  <a:pt x="2702421" y="90339"/>
                </a:cubicBezTo>
                <a:close/>
                <a:moveTo>
                  <a:pt x="21301" y="83046"/>
                </a:moveTo>
                <a:lnTo>
                  <a:pt x="32519" y="83046"/>
                </a:lnTo>
                <a:cubicBezTo>
                  <a:pt x="34280" y="98102"/>
                  <a:pt x="35160" y="107931"/>
                  <a:pt x="35160" y="112533"/>
                </a:cubicBezTo>
                <a:cubicBezTo>
                  <a:pt x="35160" y="117481"/>
                  <a:pt x="34295" y="123676"/>
                  <a:pt x="32565" y="131118"/>
                </a:cubicBezTo>
                <a:cubicBezTo>
                  <a:pt x="30835" y="138559"/>
                  <a:pt x="27638" y="143219"/>
                  <a:pt x="22975" y="145098"/>
                </a:cubicBezTo>
                <a:cubicBezTo>
                  <a:pt x="18312" y="146977"/>
                  <a:pt x="14957" y="147916"/>
                  <a:pt x="12910" y="147916"/>
                </a:cubicBezTo>
                <a:cubicBezTo>
                  <a:pt x="10566" y="147916"/>
                  <a:pt x="7829" y="146862"/>
                  <a:pt x="4697" y="144754"/>
                </a:cubicBezTo>
                <a:cubicBezTo>
                  <a:pt x="1565" y="142645"/>
                  <a:pt x="0" y="140153"/>
                  <a:pt x="0" y="137275"/>
                </a:cubicBezTo>
                <a:cubicBezTo>
                  <a:pt x="0" y="133803"/>
                  <a:pt x="2375" y="128866"/>
                  <a:pt x="7125" y="122467"/>
                </a:cubicBezTo>
                <a:cubicBezTo>
                  <a:pt x="14070" y="113884"/>
                  <a:pt x="18795" y="100744"/>
                  <a:pt x="21301" y="83046"/>
                </a:cubicBezTo>
                <a:close/>
                <a:moveTo>
                  <a:pt x="721016" y="82153"/>
                </a:moveTo>
                <a:lnTo>
                  <a:pt x="721016" y="103733"/>
                </a:lnTo>
                <a:lnTo>
                  <a:pt x="825940" y="103733"/>
                </a:lnTo>
                <a:lnTo>
                  <a:pt x="825940" y="82153"/>
                </a:lnTo>
                <a:close/>
                <a:moveTo>
                  <a:pt x="170575" y="73819"/>
                </a:moveTo>
                <a:cubicBezTo>
                  <a:pt x="170575" y="100819"/>
                  <a:pt x="169794" y="125865"/>
                  <a:pt x="168231" y="148958"/>
                </a:cubicBezTo>
                <a:lnTo>
                  <a:pt x="217121" y="148958"/>
                </a:lnTo>
                <a:lnTo>
                  <a:pt x="217121" y="73819"/>
                </a:lnTo>
                <a:close/>
                <a:moveTo>
                  <a:pt x="334472" y="72386"/>
                </a:moveTo>
                <a:lnTo>
                  <a:pt x="345727" y="72386"/>
                </a:lnTo>
                <a:cubicBezTo>
                  <a:pt x="346670" y="82110"/>
                  <a:pt x="347141" y="91976"/>
                  <a:pt x="347141" y="101984"/>
                </a:cubicBezTo>
                <a:cubicBezTo>
                  <a:pt x="347141" y="111782"/>
                  <a:pt x="346028" y="120064"/>
                  <a:pt x="343802" y="126829"/>
                </a:cubicBezTo>
                <a:cubicBezTo>
                  <a:pt x="341576" y="133595"/>
                  <a:pt x="336791" y="137638"/>
                  <a:pt x="329449" y="138959"/>
                </a:cubicBezTo>
                <a:cubicBezTo>
                  <a:pt x="322107" y="140280"/>
                  <a:pt x="317555" y="139536"/>
                  <a:pt x="315794" y="136726"/>
                </a:cubicBezTo>
                <a:cubicBezTo>
                  <a:pt x="314033" y="133917"/>
                  <a:pt x="313153" y="131409"/>
                  <a:pt x="313153" y="129201"/>
                </a:cubicBezTo>
                <a:cubicBezTo>
                  <a:pt x="313153" y="125691"/>
                  <a:pt x="315652" y="120979"/>
                  <a:pt x="320650" y="115063"/>
                </a:cubicBezTo>
                <a:cubicBezTo>
                  <a:pt x="326591" y="109048"/>
                  <a:pt x="331198" y="94822"/>
                  <a:pt x="334472" y="72386"/>
                </a:cubicBezTo>
                <a:close/>
                <a:moveTo>
                  <a:pt x="489421" y="70042"/>
                </a:moveTo>
                <a:lnTo>
                  <a:pt x="524582" y="86302"/>
                </a:lnTo>
                <a:lnTo>
                  <a:pt x="515112" y="96459"/>
                </a:lnTo>
                <a:cubicBezTo>
                  <a:pt x="514405" y="113190"/>
                  <a:pt x="514629" y="127174"/>
                  <a:pt x="515782" y="138410"/>
                </a:cubicBezTo>
                <a:cubicBezTo>
                  <a:pt x="516936" y="149647"/>
                  <a:pt x="518393" y="158489"/>
                  <a:pt x="520154" y="164939"/>
                </a:cubicBezTo>
                <a:cubicBezTo>
                  <a:pt x="534119" y="148704"/>
                  <a:pt x="545659" y="131521"/>
                  <a:pt x="554775" y="113388"/>
                </a:cubicBezTo>
                <a:lnTo>
                  <a:pt x="579462" y="139266"/>
                </a:lnTo>
                <a:cubicBezTo>
                  <a:pt x="571624" y="138497"/>
                  <a:pt x="553330" y="150620"/>
                  <a:pt x="524582" y="175636"/>
                </a:cubicBezTo>
                <a:cubicBezTo>
                  <a:pt x="530646" y="193024"/>
                  <a:pt x="539009" y="208403"/>
                  <a:pt x="549668" y="221772"/>
                </a:cubicBezTo>
                <a:cubicBezTo>
                  <a:pt x="560328" y="235142"/>
                  <a:pt x="574148" y="245070"/>
                  <a:pt x="591126" y="251557"/>
                </a:cubicBezTo>
                <a:lnTo>
                  <a:pt x="591126" y="260896"/>
                </a:lnTo>
                <a:cubicBezTo>
                  <a:pt x="578414" y="261727"/>
                  <a:pt x="569292" y="265702"/>
                  <a:pt x="563761" y="272820"/>
                </a:cubicBezTo>
                <a:cubicBezTo>
                  <a:pt x="533028" y="248313"/>
                  <a:pt x="514157" y="206921"/>
                  <a:pt x="507150" y="148642"/>
                </a:cubicBezTo>
                <a:cubicBezTo>
                  <a:pt x="503839" y="208818"/>
                  <a:pt x="467921" y="253336"/>
                  <a:pt x="399399" y="282197"/>
                </a:cubicBezTo>
                <a:lnTo>
                  <a:pt x="394878" y="274662"/>
                </a:lnTo>
                <a:cubicBezTo>
                  <a:pt x="435558" y="251507"/>
                  <a:pt x="462263" y="222709"/>
                  <a:pt x="474994" y="188267"/>
                </a:cubicBezTo>
                <a:cubicBezTo>
                  <a:pt x="487725" y="153826"/>
                  <a:pt x="492534" y="114418"/>
                  <a:pt x="489421" y="70042"/>
                </a:cubicBezTo>
                <a:close/>
                <a:moveTo>
                  <a:pt x="3227338" y="61019"/>
                </a:moveTo>
                <a:lnTo>
                  <a:pt x="3317974" y="61019"/>
                </a:lnTo>
                <a:cubicBezTo>
                  <a:pt x="3318867" y="61019"/>
                  <a:pt x="3319660" y="61292"/>
                  <a:pt x="3320355" y="61838"/>
                </a:cubicBezTo>
                <a:cubicBezTo>
                  <a:pt x="3321050" y="62384"/>
                  <a:pt x="3321670" y="63277"/>
                  <a:pt x="3322215" y="64517"/>
                </a:cubicBezTo>
                <a:cubicBezTo>
                  <a:pt x="3322761" y="65757"/>
                  <a:pt x="3323158" y="67419"/>
                  <a:pt x="3323406" y="69503"/>
                </a:cubicBezTo>
                <a:cubicBezTo>
                  <a:pt x="3323654" y="71586"/>
                  <a:pt x="3323778" y="74116"/>
                  <a:pt x="3323778" y="77093"/>
                </a:cubicBezTo>
                <a:cubicBezTo>
                  <a:pt x="3323778" y="80069"/>
                  <a:pt x="3323654" y="82575"/>
                  <a:pt x="3323406" y="84609"/>
                </a:cubicBezTo>
                <a:cubicBezTo>
                  <a:pt x="3323158" y="86643"/>
                  <a:pt x="3322761" y="88255"/>
                  <a:pt x="3322215" y="89446"/>
                </a:cubicBezTo>
                <a:cubicBezTo>
                  <a:pt x="3321670" y="90636"/>
                  <a:pt x="3321050" y="91529"/>
                  <a:pt x="3320355" y="92125"/>
                </a:cubicBezTo>
                <a:cubicBezTo>
                  <a:pt x="3319660" y="92720"/>
                  <a:pt x="3318867" y="93017"/>
                  <a:pt x="3317974" y="93017"/>
                </a:cubicBezTo>
                <a:lnTo>
                  <a:pt x="3255020" y="93017"/>
                </a:lnTo>
                <a:lnTo>
                  <a:pt x="3255020" y="144810"/>
                </a:lnTo>
                <a:lnTo>
                  <a:pt x="3314104" y="144810"/>
                </a:lnTo>
                <a:cubicBezTo>
                  <a:pt x="3314997" y="144810"/>
                  <a:pt x="3315791" y="145058"/>
                  <a:pt x="3316486" y="145554"/>
                </a:cubicBezTo>
                <a:cubicBezTo>
                  <a:pt x="3317180" y="146050"/>
                  <a:pt x="3317800" y="146893"/>
                  <a:pt x="3318346" y="148084"/>
                </a:cubicBezTo>
                <a:cubicBezTo>
                  <a:pt x="3318892" y="149275"/>
                  <a:pt x="3319288" y="150862"/>
                  <a:pt x="3319537" y="152846"/>
                </a:cubicBezTo>
                <a:cubicBezTo>
                  <a:pt x="3319785" y="154831"/>
                  <a:pt x="3319909" y="157311"/>
                  <a:pt x="3319909" y="160288"/>
                </a:cubicBezTo>
                <a:cubicBezTo>
                  <a:pt x="3319909" y="163264"/>
                  <a:pt x="3319785" y="165745"/>
                  <a:pt x="3319537" y="167729"/>
                </a:cubicBezTo>
                <a:cubicBezTo>
                  <a:pt x="3319288" y="169714"/>
                  <a:pt x="3318892" y="171351"/>
                  <a:pt x="3318346" y="172641"/>
                </a:cubicBezTo>
                <a:cubicBezTo>
                  <a:pt x="3317800" y="173930"/>
                  <a:pt x="3317180" y="174848"/>
                  <a:pt x="3316486" y="175394"/>
                </a:cubicBezTo>
                <a:cubicBezTo>
                  <a:pt x="3315791" y="175940"/>
                  <a:pt x="3314997" y="176212"/>
                  <a:pt x="3314104" y="176212"/>
                </a:cubicBezTo>
                <a:lnTo>
                  <a:pt x="3255020" y="176212"/>
                </a:lnTo>
                <a:lnTo>
                  <a:pt x="3255020" y="247948"/>
                </a:lnTo>
                <a:cubicBezTo>
                  <a:pt x="3255020" y="249039"/>
                  <a:pt x="3254722" y="249982"/>
                  <a:pt x="3254127" y="250775"/>
                </a:cubicBezTo>
                <a:cubicBezTo>
                  <a:pt x="3253531" y="251569"/>
                  <a:pt x="3252464" y="252239"/>
                  <a:pt x="3250927" y="252784"/>
                </a:cubicBezTo>
                <a:cubicBezTo>
                  <a:pt x="3249389" y="253330"/>
                  <a:pt x="3247380" y="253752"/>
                  <a:pt x="3244899" y="254050"/>
                </a:cubicBezTo>
                <a:cubicBezTo>
                  <a:pt x="3242419" y="254347"/>
                  <a:pt x="3239244" y="254496"/>
                  <a:pt x="3235374" y="254496"/>
                </a:cubicBezTo>
                <a:cubicBezTo>
                  <a:pt x="3231604" y="254496"/>
                  <a:pt x="3228454" y="254347"/>
                  <a:pt x="3225924" y="254050"/>
                </a:cubicBezTo>
                <a:cubicBezTo>
                  <a:pt x="3223394" y="253752"/>
                  <a:pt x="3221384" y="253330"/>
                  <a:pt x="3219896" y="252784"/>
                </a:cubicBezTo>
                <a:cubicBezTo>
                  <a:pt x="3218408" y="252239"/>
                  <a:pt x="3217341" y="251569"/>
                  <a:pt x="3216696" y="250775"/>
                </a:cubicBezTo>
                <a:cubicBezTo>
                  <a:pt x="3216051" y="249982"/>
                  <a:pt x="3215729" y="249039"/>
                  <a:pt x="3215729" y="247948"/>
                </a:cubicBezTo>
                <a:lnTo>
                  <a:pt x="3215729" y="73372"/>
                </a:lnTo>
                <a:cubicBezTo>
                  <a:pt x="3215729" y="69007"/>
                  <a:pt x="3216845" y="65856"/>
                  <a:pt x="3219078" y="63922"/>
                </a:cubicBezTo>
                <a:cubicBezTo>
                  <a:pt x="3221310" y="61987"/>
                  <a:pt x="3224063" y="61019"/>
                  <a:pt x="3227338" y="61019"/>
                </a:cubicBezTo>
                <a:close/>
                <a:moveTo>
                  <a:pt x="2655838" y="61019"/>
                </a:moveTo>
                <a:lnTo>
                  <a:pt x="2704207" y="61019"/>
                </a:lnTo>
                <a:cubicBezTo>
                  <a:pt x="2716014" y="61019"/>
                  <a:pt x="2726010" y="62012"/>
                  <a:pt x="2734196" y="63996"/>
                </a:cubicBezTo>
                <a:cubicBezTo>
                  <a:pt x="2742381" y="65980"/>
                  <a:pt x="2749277" y="68982"/>
                  <a:pt x="2754883" y="73000"/>
                </a:cubicBezTo>
                <a:cubicBezTo>
                  <a:pt x="2760488" y="77018"/>
                  <a:pt x="2764780" y="82103"/>
                  <a:pt x="2767756" y="88255"/>
                </a:cubicBezTo>
                <a:cubicBezTo>
                  <a:pt x="2770733" y="94407"/>
                  <a:pt x="2772221" y="101650"/>
                  <a:pt x="2772221" y="109984"/>
                </a:cubicBezTo>
                <a:cubicBezTo>
                  <a:pt x="2772221" y="114647"/>
                  <a:pt x="2771626" y="119038"/>
                  <a:pt x="2770435" y="123155"/>
                </a:cubicBezTo>
                <a:cubicBezTo>
                  <a:pt x="2769245" y="127273"/>
                  <a:pt x="2767508" y="131018"/>
                  <a:pt x="2765226" y="134392"/>
                </a:cubicBezTo>
                <a:cubicBezTo>
                  <a:pt x="2762944" y="137765"/>
                  <a:pt x="2760141" y="140742"/>
                  <a:pt x="2756817" y="143321"/>
                </a:cubicBezTo>
                <a:cubicBezTo>
                  <a:pt x="2753494" y="145901"/>
                  <a:pt x="2749698" y="147985"/>
                  <a:pt x="2745432" y="149572"/>
                </a:cubicBezTo>
                <a:cubicBezTo>
                  <a:pt x="2750889" y="150564"/>
                  <a:pt x="2755924" y="152301"/>
                  <a:pt x="2760538" y="154781"/>
                </a:cubicBezTo>
                <a:cubicBezTo>
                  <a:pt x="2765152" y="157262"/>
                  <a:pt x="2769170" y="160461"/>
                  <a:pt x="2772593" y="164381"/>
                </a:cubicBezTo>
                <a:cubicBezTo>
                  <a:pt x="2776016" y="168300"/>
                  <a:pt x="2778720" y="172889"/>
                  <a:pt x="2780704" y="178147"/>
                </a:cubicBezTo>
                <a:cubicBezTo>
                  <a:pt x="2782689" y="183406"/>
                  <a:pt x="2783681" y="189309"/>
                  <a:pt x="2783681" y="195858"/>
                </a:cubicBezTo>
                <a:cubicBezTo>
                  <a:pt x="2783681" y="202704"/>
                  <a:pt x="2782738" y="208905"/>
                  <a:pt x="2780853" y="214461"/>
                </a:cubicBezTo>
                <a:cubicBezTo>
                  <a:pt x="2778968" y="220018"/>
                  <a:pt x="2776364" y="224929"/>
                  <a:pt x="2773040" y="229195"/>
                </a:cubicBezTo>
                <a:cubicBezTo>
                  <a:pt x="2769716" y="233462"/>
                  <a:pt x="2765747" y="237133"/>
                  <a:pt x="2761133" y="240209"/>
                </a:cubicBezTo>
                <a:cubicBezTo>
                  <a:pt x="2756520" y="243284"/>
                  <a:pt x="2751435" y="245814"/>
                  <a:pt x="2745879" y="247799"/>
                </a:cubicBezTo>
                <a:cubicBezTo>
                  <a:pt x="2740322" y="249783"/>
                  <a:pt x="2734394" y="251247"/>
                  <a:pt x="2728094" y="252189"/>
                </a:cubicBezTo>
                <a:cubicBezTo>
                  <a:pt x="2721793" y="253132"/>
                  <a:pt x="2714773" y="253603"/>
                  <a:pt x="2707034" y="253603"/>
                </a:cubicBezTo>
                <a:lnTo>
                  <a:pt x="2655838" y="253603"/>
                </a:lnTo>
                <a:cubicBezTo>
                  <a:pt x="2652563" y="253603"/>
                  <a:pt x="2649810" y="252636"/>
                  <a:pt x="2647578" y="250701"/>
                </a:cubicBezTo>
                <a:cubicBezTo>
                  <a:pt x="2645345" y="248766"/>
                  <a:pt x="2644229" y="245616"/>
                  <a:pt x="2644229" y="241250"/>
                </a:cubicBezTo>
                <a:lnTo>
                  <a:pt x="2644229" y="73372"/>
                </a:lnTo>
                <a:cubicBezTo>
                  <a:pt x="2644229" y="69007"/>
                  <a:pt x="2645345" y="65856"/>
                  <a:pt x="2647578" y="63922"/>
                </a:cubicBezTo>
                <a:cubicBezTo>
                  <a:pt x="2649810" y="61987"/>
                  <a:pt x="2652563" y="61019"/>
                  <a:pt x="2655838" y="61019"/>
                </a:cubicBezTo>
                <a:close/>
                <a:moveTo>
                  <a:pt x="2189113" y="61019"/>
                </a:moveTo>
                <a:lnTo>
                  <a:pt x="2238970" y="61019"/>
                </a:lnTo>
                <a:cubicBezTo>
                  <a:pt x="2244030" y="61019"/>
                  <a:pt x="2248197" y="61119"/>
                  <a:pt x="2251472" y="61317"/>
                </a:cubicBezTo>
                <a:cubicBezTo>
                  <a:pt x="2254746" y="61516"/>
                  <a:pt x="2257722" y="61764"/>
                  <a:pt x="2260401" y="62061"/>
                </a:cubicBezTo>
                <a:cubicBezTo>
                  <a:pt x="2268140" y="63153"/>
                  <a:pt x="2275110" y="65038"/>
                  <a:pt x="2281312" y="67717"/>
                </a:cubicBezTo>
                <a:cubicBezTo>
                  <a:pt x="2287513" y="70396"/>
                  <a:pt x="2292771" y="73893"/>
                  <a:pt x="2297087" y="78209"/>
                </a:cubicBezTo>
                <a:cubicBezTo>
                  <a:pt x="2301403" y="82525"/>
                  <a:pt x="2304702" y="87635"/>
                  <a:pt x="2306984" y="93538"/>
                </a:cubicBezTo>
                <a:cubicBezTo>
                  <a:pt x="2309266" y="99442"/>
                  <a:pt x="2310407" y="106214"/>
                  <a:pt x="2310407" y="113853"/>
                </a:cubicBezTo>
                <a:cubicBezTo>
                  <a:pt x="2310407" y="120303"/>
                  <a:pt x="2309589" y="126181"/>
                  <a:pt x="2307952" y="131490"/>
                </a:cubicBezTo>
                <a:cubicBezTo>
                  <a:pt x="2306315" y="136798"/>
                  <a:pt x="2303909" y="141535"/>
                  <a:pt x="2300734" y="145703"/>
                </a:cubicBezTo>
                <a:cubicBezTo>
                  <a:pt x="2297559" y="149870"/>
                  <a:pt x="2293639" y="153491"/>
                  <a:pt x="2288976" y="156567"/>
                </a:cubicBezTo>
                <a:cubicBezTo>
                  <a:pt x="2284313" y="159643"/>
                  <a:pt x="2279005" y="162123"/>
                  <a:pt x="2273052" y="164009"/>
                </a:cubicBezTo>
                <a:cubicBezTo>
                  <a:pt x="2275929" y="165398"/>
                  <a:pt x="2278633" y="167084"/>
                  <a:pt x="2281163" y="169069"/>
                </a:cubicBezTo>
                <a:cubicBezTo>
                  <a:pt x="2283693" y="171053"/>
                  <a:pt x="2286074" y="173459"/>
                  <a:pt x="2288306" y="176287"/>
                </a:cubicBezTo>
                <a:cubicBezTo>
                  <a:pt x="2290539" y="179115"/>
                  <a:pt x="2292647" y="182339"/>
                  <a:pt x="2294632" y="185961"/>
                </a:cubicBezTo>
                <a:cubicBezTo>
                  <a:pt x="2296616" y="189582"/>
                  <a:pt x="2298551" y="193675"/>
                  <a:pt x="2300436" y="198239"/>
                </a:cubicBezTo>
                <a:lnTo>
                  <a:pt x="2316658" y="236190"/>
                </a:lnTo>
                <a:cubicBezTo>
                  <a:pt x="2318147" y="239960"/>
                  <a:pt x="2319139" y="242714"/>
                  <a:pt x="2319635" y="244450"/>
                </a:cubicBezTo>
                <a:cubicBezTo>
                  <a:pt x="2320131" y="246186"/>
                  <a:pt x="2320379" y="247551"/>
                  <a:pt x="2320379" y="248543"/>
                </a:cubicBezTo>
                <a:cubicBezTo>
                  <a:pt x="2320379" y="249634"/>
                  <a:pt x="2320180" y="250552"/>
                  <a:pt x="2319784" y="251296"/>
                </a:cubicBezTo>
                <a:cubicBezTo>
                  <a:pt x="2319387" y="252040"/>
                  <a:pt x="2318444" y="252660"/>
                  <a:pt x="2316956" y="253157"/>
                </a:cubicBezTo>
                <a:cubicBezTo>
                  <a:pt x="2315468" y="253653"/>
                  <a:pt x="2313285" y="254000"/>
                  <a:pt x="2310407" y="254198"/>
                </a:cubicBezTo>
                <a:cubicBezTo>
                  <a:pt x="2307530" y="254397"/>
                  <a:pt x="2303611" y="254496"/>
                  <a:pt x="2298650" y="254496"/>
                </a:cubicBezTo>
                <a:cubicBezTo>
                  <a:pt x="2294483" y="254496"/>
                  <a:pt x="2291159" y="254397"/>
                  <a:pt x="2288679" y="254198"/>
                </a:cubicBezTo>
                <a:cubicBezTo>
                  <a:pt x="2286198" y="254000"/>
                  <a:pt x="2284238" y="253628"/>
                  <a:pt x="2282800" y="253082"/>
                </a:cubicBezTo>
                <a:cubicBezTo>
                  <a:pt x="2281361" y="252536"/>
                  <a:pt x="2280344" y="251842"/>
                  <a:pt x="2279749" y="250999"/>
                </a:cubicBezTo>
                <a:cubicBezTo>
                  <a:pt x="2279154" y="250155"/>
                  <a:pt x="2278657" y="249138"/>
                  <a:pt x="2278261" y="247948"/>
                </a:cubicBezTo>
                <a:lnTo>
                  <a:pt x="2260997" y="204936"/>
                </a:lnTo>
                <a:cubicBezTo>
                  <a:pt x="2258913" y="200075"/>
                  <a:pt x="2256879" y="195759"/>
                  <a:pt x="2254895" y="191988"/>
                </a:cubicBezTo>
                <a:cubicBezTo>
                  <a:pt x="2252910" y="188218"/>
                  <a:pt x="2250703" y="185068"/>
                  <a:pt x="2248272" y="182538"/>
                </a:cubicBezTo>
                <a:cubicBezTo>
                  <a:pt x="2245841" y="180008"/>
                  <a:pt x="2243038" y="178098"/>
                  <a:pt x="2239863" y="176808"/>
                </a:cubicBezTo>
                <a:cubicBezTo>
                  <a:pt x="2236688" y="175518"/>
                  <a:pt x="2233017" y="174873"/>
                  <a:pt x="2228850" y="174873"/>
                </a:cubicBezTo>
                <a:lnTo>
                  <a:pt x="2216646" y="174873"/>
                </a:lnTo>
                <a:lnTo>
                  <a:pt x="2216646" y="248245"/>
                </a:lnTo>
                <a:cubicBezTo>
                  <a:pt x="2216646" y="249237"/>
                  <a:pt x="2216323" y="250130"/>
                  <a:pt x="2215678" y="250924"/>
                </a:cubicBezTo>
                <a:cubicBezTo>
                  <a:pt x="2215033" y="251718"/>
                  <a:pt x="2213967" y="252363"/>
                  <a:pt x="2212479" y="252859"/>
                </a:cubicBezTo>
                <a:cubicBezTo>
                  <a:pt x="2210990" y="253355"/>
                  <a:pt x="2209006" y="253752"/>
                  <a:pt x="2206525" y="254050"/>
                </a:cubicBezTo>
                <a:cubicBezTo>
                  <a:pt x="2204045" y="254347"/>
                  <a:pt x="2200870" y="254496"/>
                  <a:pt x="2197000" y="254496"/>
                </a:cubicBezTo>
                <a:cubicBezTo>
                  <a:pt x="2193230" y="254496"/>
                  <a:pt x="2190080" y="254347"/>
                  <a:pt x="2187550" y="254050"/>
                </a:cubicBezTo>
                <a:cubicBezTo>
                  <a:pt x="2185020" y="253752"/>
                  <a:pt x="2183011" y="253355"/>
                  <a:pt x="2181522" y="252859"/>
                </a:cubicBezTo>
                <a:cubicBezTo>
                  <a:pt x="2180034" y="252363"/>
                  <a:pt x="2178992" y="251718"/>
                  <a:pt x="2178397" y="250924"/>
                </a:cubicBezTo>
                <a:cubicBezTo>
                  <a:pt x="2177802" y="250130"/>
                  <a:pt x="2177504" y="249237"/>
                  <a:pt x="2177504" y="248245"/>
                </a:cubicBezTo>
                <a:lnTo>
                  <a:pt x="2177504" y="73372"/>
                </a:lnTo>
                <a:cubicBezTo>
                  <a:pt x="2177504" y="69007"/>
                  <a:pt x="2178620" y="65856"/>
                  <a:pt x="2180853" y="63922"/>
                </a:cubicBezTo>
                <a:cubicBezTo>
                  <a:pt x="2183085" y="61987"/>
                  <a:pt x="2185838" y="61019"/>
                  <a:pt x="2189113" y="61019"/>
                </a:cubicBezTo>
                <a:close/>
                <a:moveTo>
                  <a:pt x="2975669" y="59680"/>
                </a:moveTo>
                <a:cubicBezTo>
                  <a:pt x="2979439" y="59680"/>
                  <a:pt x="2982490" y="59754"/>
                  <a:pt x="2984822" y="59903"/>
                </a:cubicBezTo>
                <a:cubicBezTo>
                  <a:pt x="2987154" y="60052"/>
                  <a:pt x="2988915" y="60300"/>
                  <a:pt x="2990106" y="60647"/>
                </a:cubicBezTo>
                <a:cubicBezTo>
                  <a:pt x="2991296" y="60995"/>
                  <a:pt x="2992090" y="61466"/>
                  <a:pt x="2992487" y="62061"/>
                </a:cubicBezTo>
                <a:cubicBezTo>
                  <a:pt x="2992884" y="62657"/>
                  <a:pt x="2993082" y="63401"/>
                  <a:pt x="2993082" y="64294"/>
                </a:cubicBezTo>
                <a:lnTo>
                  <a:pt x="2993082" y="223391"/>
                </a:lnTo>
                <a:lnTo>
                  <a:pt x="3024485" y="223391"/>
                </a:lnTo>
                <a:cubicBezTo>
                  <a:pt x="3025378" y="223391"/>
                  <a:pt x="3026196" y="223664"/>
                  <a:pt x="3026940" y="224209"/>
                </a:cubicBezTo>
                <a:cubicBezTo>
                  <a:pt x="3027685" y="224755"/>
                  <a:pt x="3028329" y="225623"/>
                  <a:pt x="3028875" y="226814"/>
                </a:cubicBezTo>
                <a:cubicBezTo>
                  <a:pt x="3029421" y="228005"/>
                  <a:pt x="3029818" y="229567"/>
                  <a:pt x="3030066" y="231502"/>
                </a:cubicBezTo>
                <a:cubicBezTo>
                  <a:pt x="3030314" y="233437"/>
                  <a:pt x="3030438" y="235843"/>
                  <a:pt x="3030438" y="238720"/>
                </a:cubicBezTo>
                <a:cubicBezTo>
                  <a:pt x="3030438" y="241498"/>
                  <a:pt x="3030289" y="243855"/>
                  <a:pt x="3029991" y="245790"/>
                </a:cubicBezTo>
                <a:cubicBezTo>
                  <a:pt x="3029694" y="247724"/>
                  <a:pt x="3029272" y="249262"/>
                  <a:pt x="3028726" y="250403"/>
                </a:cubicBezTo>
                <a:cubicBezTo>
                  <a:pt x="3028181" y="251544"/>
                  <a:pt x="3027560" y="252363"/>
                  <a:pt x="3026866" y="252859"/>
                </a:cubicBezTo>
                <a:cubicBezTo>
                  <a:pt x="3026171" y="253355"/>
                  <a:pt x="3025378" y="253603"/>
                  <a:pt x="3024485" y="253603"/>
                </a:cubicBezTo>
                <a:lnTo>
                  <a:pt x="2918222" y="253603"/>
                </a:lnTo>
                <a:cubicBezTo>
                  <a:pt x="2917428" y="253603"/>
                  <a:pt x="2916684" y="253355"/>
                  <a:pt x="2915989" y="252859"/>
                </a:cubicBezTo>
                <a:cubicBezTo>
                  <a:pt x="2915294" y="252363"/>
                  <a:pt x="2914674" y="251544"/>
                  <a:pt x="2914129" y="250403"/>
                </a:cubicBezTo>
                <a:cubicBezTo>
                  <a:pt x="2913583" y="249262"/>
                  <a:pt x="2913161" y="247724"/>
                  <a:pt x="2912864" y="245790"/>
                </a:cubicBezTo>
                <a:cubicBezTo>
                  <a:pt x="2912566" y="243855"/>
                  <a:pt x="2912417" y="241498"/>
                  <a:pt x="2912417" y="238720"/>
                </a:cubicBezTo>
                <a:cubicBezTo>
                  <a:pt x="2912417" y="235843"/>
                  <a:pt x="2912541" y="233437"/>
                  <a:pt x="2912789" y="231502"/>
                </a:cubicBezTo>
                <a:cubicBezTo>
                  <a:pt x="2913037" y="229567"/>
                  <a:pt x="2913434" y="228005"/>
                  <a:pt x="2913980" y="226814"/>
                </a:cubicBezTo>
                <a:cubicBezTo>
                  <a:pt x="2914526" y="225623"/>
                  <a:pt x="2915146" y="224755"/>
                  <a:pt x="2915840" y="224209"/>
                </a:cubicBezTo>
                <a:cubicBezTo>
                  <a:pt x="2916535" y="223664"/>
                  <a:pt x="2917329" y="223391"/>
                  <a:pt x="2918222" y="223391"/>
                </a:cubicBezTo>
                <a:lnTo>
                  <a:pt x="2954089" y="223391"/>
                </a:lnTo>
                <a:lnTo>
                  <a:pt x="2954089" y="98078"/>
                </a:lnTo>
                <a:lnTo>
                  <a:pt x="2923133" y="115193"/>
                </a:lnTo>
                <a:cubicBezTo>
                  <a:pt x="2920851" y="116284"/>
                  <a:pt x="2918990" y="116954"/>
                  <a:pt x="2917552" y="117202"/>
                </a:cubicBezTo>
                <a:cubicBezTo>
                  <a:pt x="2916113" y="117450"/>
                  <a:pt x="2914972" y="117152"/>
                  <a:pt x="2914129" y="116309"/>
                </a:cubicBezTo>
                <a:cubicBezTo>
                  <a:pt x="2913285" y="115466"/>
                  <a:pt x="2912715" y="114002"/>
                  <a:pt x="2912417" y="111919"/>
                </a:cubicBezTo>
                <a:cubicBezTo>
                  <a:pt x="2912120" y="109835"/>
                  <a:pt x="2911971" y="106908"/>
                  <a:pt x="2911971" y="103138"/>
                </a:cubicBezTo>
                <a:cubicBezTo>
                  <a:pt x="2911971" y="100757"/>
                  <a:pt x="2912020" y="98797"/>
                  <a:pt x="2912120" y="97259"/>
                </a:cubicBezTo>
                <a:cubicBezTo>
                  <a:pt x="2912219" y="95721"/>
                  <a:pt x="2912467" y="94407"/>
                  <a:pt x="2912864" y="93315"/>
                </a:cubicBezTo>
                <a:cubicBezTo>
                  <a:pt x="2913260" y="92224"/>
                  <a:pt x="2913806" y="91331"/>
                  <a:pt x="2914501" y="90636"/>
                </a:cubicBezTo>
                <a:cubicBezTo>
                  <a:pt x="2915195" y="89942"/>
                  <a:pt x="2916138" y="89198"/>
                  <a:pt x="2917329" y="88404"/>
                </a:cubicBezTo>
                <a:lnTo>
                  <a:pt x="2958703" y="61615"/>
                </a:lnTo>
                <a:cubicBezTo>
                  <a:pt x="2959199" y="61218"/>
                  <a:pt x="2959819" y="60895"/>
                  <a:pt x="2960563" y="60647"/>
                </a:cubicBezTo>
                <a:cubicBezTo>
                  <a:pt x="2961307" y="60399"/>
                  <a:pt x="2962275" y="60201"/>
                  <a:pt x="2963465" y="60052"/>
                </a:cubicBezTo>
                <a:cubicBezTo>
                  <a:pt x="2964656" y="59903"/>
                  <a:pt x="2966219" y="59804"/>
                  <a:pt x="2968153" y="59754"/>
                </a:cubicBezTo>
                <a:cubicBezTo>
                  <a:pt x="2970088" y="59705"/>
                  <a:pt x="2972593" y="59680"/>
                  <a:pt x="2975669" y="59680"/>
                </a:cubicBezTo>
                <a:close/>
                <a:moveTo>
                  <a:pt x="2556569" y="59680"/>
                </a:moveTo>
                <a:cubicBezTo>
                  <a:pt x="2560339" y="59680"/>
                  <a:pt x="2563390" y="59754"/>
                  <a:pt x="2565722" y="59903"/>
                </a:cubicBezTo>
                <a:cubicBezTo>
                  <a:pt x="2568054" y="60052"/>
                  <a:pt x="2569815" y="60300"/>
                  <a:pt x="2571006" y="60647"/>
                </a:cubicBezTo>
                <a:cubicBezTo>
                  <a:pt x="2572196" y="60995"/>
                  <a:pt x="2572990" y="61466"/>
                  <a:pt x="2573387" y="62061"/>
                </a:cubicBezTo>
                <a:cubicBezTo>
                  <a:pt x="2573784" y="62657"/>
                  <a:pt x="2573982" y="63401"/>
                  <a:pt x="2573982" y="64294"/>
                </a:cubicBezTo>
                <a:lnTo>
                  <a:pt x="2573982" y="223391"/>
                </a:lnTo>
                <a:lnTo>
                  <a:pt x="2605385" y="223391"/>
                </a:lnTo>
                <a:cubicBezTo>
                  <a:pt x="2606278" y="223391"/>
                  <a:pt x="2607096" y="223664"/>
                  <a:pt x="2607840" y="224209"/>
                </a:cubicBezTo>
                <a:cubicBezTo>
                  <a:pt x="2608585" y="224755"/>
                  <a:pt x="2609229" y="225623"/>
                  <a:pt x="2609775" y="226814"/>
                </a:cubicBezTo>
                <a:cubicBezTo>
                  <a:pt x="2610321" y="228005"/>
                  <a:pt x="2610718" y="229567"/>
                  <a:pt x="2610966" y="231502"/>
                </a:cubicBezTo>
                <a:cubicBezTo>
                  <a:pt x="2611214" y="233437"/>
                  <a:pt x="2611338" y="235843"/>
                  <a:pt x="2611338" y="238720"/>
                </a:cubicBezTo>
                <a:cubicBezTo>
                  <a:pt x="2611338" y="241498"/>
                  <a:pt x="2611189" y="243855"/>
                  <a:pt x="2610891" y="245790"/>
                </a:cubicBezTo>
                <a:cubicBezTo>
                  <a:pt x="2610594" y="247724"/>
                  <a:pt x="2610172" y="249262"/>
                  <a:pt x="2609626" y="250403"/>
                </a:cubicBezTo>
                <a:cubicBezTo>
                  <a:pt x="2609081" y="251544"/>
                  <a:pt x="2608460" y="252363"/>
                  <a:pt x="2607766" y="252859"/>
                </a:cubicBezTo>
                <a:cubicBezTo>
                  <a:pt x="2607071" y="253355"/>
                  <a:pt x="2606278" y="253603"/>
                  <a:pt x="2605385" y="253603"/>
                </a:cubicBezTo>
                <a:lnTo>
                  <a:pt x="2499122" y="253603"/>
                </a:lnTo>
                <a:cubicBezTo>
                  <a:pt x="2498328" y="253603"/>
                  <a:pt x="2497584" y="253355"/>
                  <a:pt x="2496889" y="252859"/>
                </a:cubicBezTo>
                <a:cubicBezTo>
                  <a:pt x="2496194" y="252363"/>
                  <a:pt x="2495574" y="251544"/>
                  <a:pt x="2495029" y="250403"/>
                </a:cubicBezTo>
                <a:cubicBezTo>
                  <a:pt x="2494483" y="249262"/>
                  <a:pt x="2494061" y="247724"/>
                  <a:pt x="2493764" y="245790"/>
                </a:cubicBezTo>
                <a:cubicBezTo>
                  <a:pt x="2493466" y="243855"/>
                  <a:pt x="2493317" y="241498"/>
                  <a:pt x="2493317" y="238720"/>
                </a:cubicBezTo>
                <a:cubicBezTo>
                  <a:pt x="2493317" y="235843"/>
                  <a:pt x="2493441" y="233437"/>
                  <a:pt x="2493689" y="231502"/>
                </a:cubicBezTo>
                <a:cubicBezTo>
                  <a:pt x="2493937" y="229567"/>
                  <a:pt x="2494334" y="228005"/>
                  <a:pt x="2494880" y="226814"/>
                </a:cubicBezTo>
                <a:cubicBezTo>
                  <a:pt x="2495426" y="225623"/>
                  <a:pt x="2496046" y="224755"/>
                  <a:pt x="2496740" y="224209"/>
                </a:cubicBezTo>
                <a:cubicBezTo>
                  <a:pt x="2497435" y="223664"/>
                  <a:pt x="2498229" y="223391"/>
                  <a:pt x="2499122" y="223391"/>
                </a:cubicBezTo>
                <a:lnTo>
                  <a:pt x="2534989" y="223391"/>
                </a:lnTo>
                <a:lnTo>
                  <a:pt x="2534989" y="98078"/>
                </a:lnTo>
                <a:lnTo>
                  <a:pt x="2504033" y="115193"/>
                </a:lnTo>
                <a:cubicBezTo>
                  <a:pt x="2501751" y="116284"/>
                  <a:pt x="2499890" y="116954"/>
                  <a:pt x="2498452" y="117202"/>
                </a:cubicBezTo>
                <a:cubicBezTo>
                  <a:pt x="2497013" y="117450"/>
                  <a:pt x="2495872" y="117152"/>
                  <a:pt x="2495029" y="116309"/>
                </a:cubicBezTo>
                <a:cubicBezTo>
                  <a:pt x="2494185" y="115466"/>
                  <a:pt x="2493615" y="114002"/>
                  <a:pt x="2493317" y="111919"/>
                </a:cubicBezTo>
                <a:cubicBezTo>
                  <a:pt x="2493020" y="109835"/>
                  <a:pt x="2492871" y="106908"/>
                  <a:pt x="2492871" y="103138"/>
                </a:cubicBezTo>
                <a:cubicBezTo>
                  <a:pt x="2492871" y="100757"/>
                  <a:pt x="2492920" y="98797"/>
                  <a:pt x="2493020" y="97259"/>
                </a:cubicBezTo>
                <a:cubicBezTo>
                  <a:pt x="2493119" y="95721"/>
                  <a:pt x="2493367" y="94407"/>
                  <a:pt x="2493764" y="93315"/>
                </a:cubicBezTo>
                <a:cubicBezTo>
                  <a:pt x="2494160" y="92224"/>
                  <a:pt x="2494706" y="91331"/>
                  <a:pt x="2495401" y="90636"/>
                </a:cubicBezTo>
                <a:cubicBezTo>
                  <a:pt x="2496095" y="89942"/>
                  <a:pt x="2497038" y="89198"/>
                  <a:pt x="2498229" y="88404"/>
                </a:cubicBezTo>
                <a:lnTo>
                  <a:pt x="2539603" y="61615"/>
                </a:lnTo>
                <a:cubicBezTo>
                  <a:pt x="2540099" y="61218"/>
                  <a:pt x="2540719" y="60895"/>
                  <a:pt x="2541463" y="60647"/>
                </a:cubicBezTo>
                <a:cubicBezTo>
                  <a:pt x="2542207" y="60399"/>
                  <a:pt x="2543175" y="60201"/>
                  <a:pt x="2544365" y="60052"/>
                </a:cubicBezTo>
                <a:cubicBezTo>
                  <a:pt x="2545556" y="59903"/>
                  <a:pt x="2547119" y="59804"/>
                  <a:pt x="2549053" y="59754"/>
                </a:cubicBezTo>
                <a:cubicBezTo>
                  <a:pt x="2550988" y="59705"/>
                  <a:pt x="2553493" y="59680"/>
                  <a:pt x="2556569" y="59680"/>
                </a:cubicBezTo>
                <a:close/>
                <a:moveTo>
                  <a:pt x="1679302" y="59196"/>
                </a:moveTo>
                <a:cubicBezTo>
                  <a:pt x="1702432" y="69329"/>
                  <a:pt x="1713997" y="78032"/>
                  <a:pt x="1713997" y="85306"/>
                </a:cubicBezTo>
                <a:cubicBezTo>
                  <a:pt x="1713997" y="92580"/>
                  <a:pt x="1711660" y="96335"/>
                  <a:pt x="1706984" y="96571"/>
                </a:cubicBezTo>
                <a:lnTo>
                  <a:pt x="1798271" y="96571"/>
                </a:lnTo>
                <a:lnTo>
                  <a:pt x="1811815" y="81372"/>
                </a:lnTo>
                <a:lnTo>
                  <a:pt x="1836576" y="110393"/>
                </a:lnTo>
                <a:cubicBezTo>
                  <a:pt x="1826642" y="113519"/>
                  <a:pt x="1819873" y="116346"/>
                  <a:pt x="1816270" y="118876"/>
                </a:cubicBezTo>
                <a:cubicBezTo>
                  <a:pt x="1812667" y="121406"/>
                  <a:pt x="1805161" y="128017"/>
                  <a:pt x="1793751" y="138708"/>
                </a:cubicBezTo>
                <a:lnTo>
                  <a:pt x="1786235" y="134224"/>
                </a:lnTo>
                <a:lnTo>
                  <a:pt x="1799071" y="109537"/>
                </a:lnTo>
                <a:lnTo>
                  <a:pt x="1601669" y="109537"/>
                </a:lnTo>
                <a:cubicBezTo>
                  <a:pt x="1600975" y="120451"/>
                  <a:pt x="1599260" y="127961"/>
                  <a:pt x="1596526" y="132066"/>
                </a:cubicBezTo>
                <a:cubicBezTo>
                  <a:pt x="1593791" y="136171"/>
                  <a:pt x="1590783" y="138695"/>
                  <a:pt x="1587503" y="139638"/>
                </a:cubicBezTo>
                <a:cubicBezTo>
                  <a:pt x="1584222" y="140580"/>
                  <a:pt x="1581615" y="141052"/>
                  <a:pt x="1579680" y="141052"/>
                </a:cubicBezTo>
                <a:cubicBezTo>
                  <a:pt x="1576567" y="141052"/>
                  <a:pt x="1573442" y="140007"/>
                  <a:pt x="1570304" y="137917"/>
                </a:cubicBezTo>
                <a:cubicBezTo>
                  <a:pt x="1567166" y="135827"/>
                  <a:pt x="1565597" y="133189"/>
                  <a:pt x="1565597" y="130001"/>
                </a:cubicBezTo>
                <a:lnTo>
                  <a:pt x="1568499" y="125667"/>
                </a:lnTo>
                <a:cubicBezTo>
                  <a:pt x="1569938" y="123496"/>
                  <a:pt x="1572809" y="120259"/>
                  <a:pt x="1577113" y="115956"/>
                </a:cubicBezTo>
                <a:cubicBezTo>
                  <a:pt x="1579754" y="113314"/>
                  <a:pt x="1582192" y="109392"/>
                  <a:pt x="1584424" y="104189"/>
                </a:cubicBezTo>
                <a:cubicBezTo>
                  <a:pt x="1586656" y="98986"/>
                  <a:pt x="1588728" y="92559"/>
                  <a:pt x="1590638" y="84906"/>
                </a:cubicBezTo>
                <a:lnTo>
                  <a:pt x="1601930" y="84906"/>
                </a:lnTo>
                <a:lnTo>
                  <a:pt x="1601930" y="96571"/>
                </a:lnTo>
                <a:lnTo>
                  <a:pt x="1691673" y="96571"/>
                </a:lnTo>
                <a:cubicBezTo>
                  <a:pt x="1690929" y="93334"/>
                  <a:pt x="1689466" y="89160"/>
                  <a:pt x="1687283" y="84051"/>
                </a:cubicBezTo>
                <a:cubicBezTo>
                  <a:pt x="1685100" y="78941"/>
                  <a:pt x="1681503" y="72826"/>
                  <a:pt x="1676493" y="65708"/>
                </a:cubicBezTo>
                <a:close/>
                <a:moveTo>
                  <a:pt x="3117056" y="57596"/>
                </a:moveTo>
                <a:cubicBezTo>
                  <a:pt x="3126382" y="57596"/>
                  <a:pt x="3134642" y="58688"/>
                  <a:pt x="3141836" y="60871"/>
                </a:cubicBezTo>
                <a:cubicBezTo>
                  <a:pt x="3149029" y="63053"/>
                  <a:pt x="3155081" y="66204"/>
                  <a:pt x="3159993" y="70321"/>
                </a:cubicBezTo>
                <a:cubicBezTo>
                  <a:pt x="3164904" y="74439"/>
                  <a:pt x="3168625" y="79499"/>
                  <a:pt x="3171155" y="85502"/>
                </a:cubicBezTo>
                <a:cubicBezTo>
                  <a:pt x="3173685" y="91504"/>
                  <a:pt x="3174950" y="98276"/>
                  <a:pt x="3174950" y="105817"/>
                </a:cubicBezTo>
                <a:cubicBezTo>
                  <a:pt x="3174950" y="111671"/>
                  <a:pt x="3174206" y="117128"/>
                  <a:pt x="3172718" y="122188"/>
                </a:cubicBezTo>
                <a:cubicBezTo>
                  <a:pt x="3171229" y="127248"/>
                  <a:pt x="3169046" y="131762"/>
                  <a:pt x="3166169" y="135731"/>
                </a:cubicBezTo>
                <a:cubicBezTo>
                  <a:pt x="3163292" y="139700"/>
                  <a:pt x="3159695" y="143073"/>
                  <a:pt x="3155379" y="145851"/>
                </a:cubicBezTo>
                <a:cubicBezTo>
                  <a:pt x="3151063" y="148630"/>
                  <a:pt x="3146077" y="150713"/>
                  <a:pt x="3140422" y="152102"/>
                </a:cubicBezTo>
                <a:lnTo>
                  <a:pt x="3140422" y="152549"/>
                </a:lnTo>
                <a:cubicBezTo>
                  <a:pt x="3147169" y="153342"/>
                  <a:pt x="3153221" y="155054"/>
                  <a:pt x="3158579" y="157683"/>
                </a:cubicBezTo>
                <a:cubicBezTo>
                  <a:pt x="3163937" y="160313"/>
                  <a:pt x="3168476" y="163612"/>
                  <a:pt x="3172197" y="167580"/>
                </a:cubicBezTo>
                <a:cubicBezTo>
                  <a:pt x="3175917" y="171549"/>
                  <a:pt x="3178770" y="176039"/>
                  <a:pt x="3180754" y="181049"/>
                </a:cubicBezTo>
                <a:cubicBezTo>
                  <a:pt x="3182739" y="186060"/>
                  <a:pt x="3183731" y="191442"/>
                  <a:pt x="3183731" y="197197"/>
                </a:cubicBezTo>
                <a:cubicBezTo>
                  <a:pt x="3183731" y="206821"/>
                  <a:pt x="3181895" y="215354"/>
                  <a:pt x="3178224" y="222796"/>
                </a:cubicBezTo>
                <a:cubicBezTo>
                  <a:pt x="3174553" y="230237"/>
                  <a:pt x="3169443" y="236488"/>
                  <a:pt x="3162895" y="241548"/>
                </a:cubicBezTo>
                <a:cubicBezTo>
                  <a:pt x="3156347" y="246608"/>
                  <a:pt x="3148508" y="250453"/>
                  <a:pt x="3139380" y="253082"/>
                </a:cubicBezTo>
                <a:cubicBezTo>
                  <a:pt x="3130252" y="255711"/>
                  <a:pt x="3120280" y="257026"/>
                  <a:pt x="3109466" y="257026"/>
                </a:cubicBezTo>
                <a:cubicBezTo>
                  <a:pt x="3102917" y="257026"/>
                  <a:pt x="3096766" y="256555"/>
                  <a:pt x="3091011" y="255612"/>
                </a:cubicBezTo>
                <a:cubicBezTo>
                  <a:pt x="3085256" y="254670"/>
                  <a:pt x="3080171" y="253504"/>
                  <a:pt x="3075756" y="252115"/>
                </a:cubicBezTo>
                <a:cubicBezTo>
                  <a:pt x="3071341" y="250726"/>
                  <a:pt x="3067694" y="249287"/>
                  <a:pt x="3064817" y="247799"/>
                </a:cubicBezTo>
                <a:cubicBezTo>
                  <a:pt x="3061940" y="246310"/>
                  <a:pt x="3060055" y="245169"/>
                  <a:pt x="3059162" y="244376"/>
                </a:cubicBezTo>
                <a:cubicBezTo>
                  <a:pt x="3058269" y="243582"/>
                  <a:pt x="3057599" y="242689"/>
                  <a:pt x="3057153" y="241697"/>
                </a:cubicBezTo>
                <a:cubicBezTo>
                  <a:pt x="3056706" y="240705"/>
                  <a:pt x="3056309" y="239539"/>
                  <a:pt x="3055962" y="238199"/>
                </a:cubicBezTo>
                <a:cubicBezTo>
                  <a:pt x="3055615" y="236860"/>
                  <a:pt x="3055367" y="235173"/>
                  <a:pt x="3055218" y="233139"/>
                </a:cubicBezTo>
                <a:cubicBezTo>
                  <a:pt x="3055069" y="231105"/>
                  <a:pt x="3054995" y="228650"/>
                  <a:pt x="3054995" y="225772"/>
                </a:cubicBezTo>
                <a:cubicBezTo>
                  <a:pt x="3054995" y="221010"/>
                  <a:pt x="3055391" y="217711"/>
                  <a:pt x="3056185" y="215875"/>
                </a:cubicBezTo>
                <a:cubicBezTo>
                  <a:pt x="3056979" y="214040"/>
                  <a:pt x="3058169" y="213122"/>
                  <a:pt x="3059757" y="213122"/>
                </a:cubicBezTo>
                <a:cubicBezTo>
                  <a:pt x="3060749" y="213122"/>
                  <a:pt x="3062461" y="213792"/>
                  <a:pt x="3064892" y="215131"/>
                </a:cubicBezTo>
                <a:cubicBezTo>
                  <a:pt x="3067322" y="216470"/>
                  <a:pt x="3070423" y="217909"/>
                  <a:pt x="3074193" y="219447"/>
                </a:cubicBezTo>
                <a:cubicBezTo>
                  <a:pt x="3077964" y="220985"/>
                  <a:pt x="3082379" y="222424"/>
                  <a:pt x="3087439" y="223763"/>
                </a:cubicBezTo>
                <a:cubicBezTo>
                  <a:pt x="3092499" y="225102"/>
                  <a:pt x="3098254" y="225772"/>
                  <a:pt x="3104703" y="225772"/>
                </a:cubicBezTo>
                <a:cubicBezTo>
                  <a:pt x="3110160" y="225772"/>
                  <a:pt x="3114972" y="225127"/>
                  <a:pt x="3119139" y="223837"/>
                </a:cubicBezTo>
                <a:cubicBezTo>
                  <a:pt x="3123307" y="222548"/>
                  <a:pt x="3126854" y="220737"/>
                  <a:pt x="3129781" y="218405"/>
                </a:cubicBezTo>
                <a:cubicBezTo>
                  <a:pt x="3132708" y="216074"/>
                  <a:pt x="3134890" y="213246"/>
                  <a:pt x="3136329" y="209922"/>
                </a:cubicBezTo>
                <a:cubicBezTo>
                  <a:pt x="3137768" y="206598"/>
                  <a:pt x="3138487" y="202902"/>
                  <a:pt x="3138487" y="198834"/>
                </a:cubicBezTo>
                <a:cubicBezTo>
                  <a:pt x="3138487" y="194369"/>
                  <a:pt x="3137619" y="190351"/>
                  <a:pt x="3135883" y="186779"/>
                </a:cubicBezTo>
                <a:cubicBezTo>
                  <a:pt x="3134146" y="183207"/>
                  <a:pt x="3131567" y="180156"/>
                  <a:pt x="3128144" y="177626"/>
                </a:cubicBezTo>
                <a:cubicBezTo>
                  <a:pt x="3124721" y="175096"/>
                  <a:pt x="3120405" y="173137"/>
                  <a:pt x="3115196" y="171748"/>
                </a:cubicBezTo>
                <a:cubicBezTo>
                  <a:pt x="3109987" y="170359"/>
                  <a:pt x="3103860" y="169664"/>
                  <a:pt x="3096815" y="169664"/>
                </a:cubicBezTo>
                <a:lnTo>
                  <a:pt x="3080147" y="169664"/>
                </a:lnTo>
                <a:cubicBezTo>
                  <a:pt x="3078856" y="169664"/>
                  <a:pt x="3077765" y="169490"/>
                  <a:pt x="3076872" y="169143"/>
                </a:cubicBezTo>
                <a:cubicBezTo>
                  <a:pt x="3075979" y="168796"/>
                  <a:pt x="3075235" y="168076"/>
                  <a:pt x="3074640" y="166985"/>
                </a:cubicBezTo>
                <a:cubicBezTo>
                  <a:pt x="3074045" y="165894"/>
                  <a:pt x="3073623" y="164381"/>
                  <a:pt x="3073375" y="162446"/>
                </a:cubicBezTo>
                <a:cubicBezTo>
                  <a:pt x="3073127" y="160511"/>
                  <a:pt x="3073003" y="158006"/>
                  <a:pt x="3073003" y="154930"/>
                </a:cubicBezTo>
                <a:cubicBezTo>
                  <a:pt x="3073003" y="152053"/>
                  <a:pt x="3073127" y="149696"/>
                  <a:pt x="3073375" y="147861"/>
                </a:cubicBezTo>
                <a:cubicBezTo>
                  <a:pt x="3073623" y="146025"/>
                  <a:pt x="3074020" y="144611"/>
                  <a:pt x="3074565" y="143619"/>
                </a:cubicBezTo>
                <a:cubicBezTo>
                  <a:pt x="3075111" y="142627"/>
                  <a:pt x="3075806" y="141932"/>
                  <a:pt x="3076649" y="141535"/>
                </a:cubicBezTo>
                <a:cubicBezTo>
                  <a:pt x="3077492" y="141139"/>
                  <a:pt x="3078509" y="140940"/>
                  <a:pt x="3079700" y="140940"/>
                </a:cubicBezTo>
                <a:lnTo>
                  <a:pt x="3096518" y="140940"/>
                </a:lnTo>
                <a:cubicBezTo>
                  <a:pt x="3102272" y="140940"/>
                  <a:pt x="3107382" y="140270"/>
                  <a:pt x="3111847" y="138931"/>
                </a:cubicBezTo>
                <a:cubicBezTo>
                  <a:pt x="3116312" y="137592"/>
                  <a:pt x="3120057" y="135682"/>
                  <a:pt x="3123083" y="133201"/>
                </a:cubicBezTo>
                <a:cubicBezTo>
                  <a:pt x="3126109" y="130721"/>
                  <a:pt x="3128416" y="127719"/>
                  <a:pt x="3130004" y="124197"/>
                </a:cubicBezTo>
                <a:cubicBezTo>
                  <a:pt x="3131591" y="120675"/>
                  <a:pt x="3132385" y="116780"/>
                  <a:pt x="3132385" y="112514"/>
                </a:cubicBezTo>
                <a:cubicBezTo>
                  <a:pt x="3132385" y="109240"/>
                  <a:pt x="3131839" y="106139"/>
                  <a:pt x="3130748" y="103212"/>
                </a:cubicBezTo>
                <a:cubicBezTo>
                  <a:pt x="3129657" y="100285"/>
                  <a:pt x="3128044" y="97755"/>
                  <a:pt x="3125911" y="95622"/>
                </a:cubicBezTo>
                <a:cubicBezTo>
                  <a:pt x="3123778" y="93489"/>
                  <a:pt x="3121025" y="91802"/>
                  <a:pt x="3117651" y="90562"/>
                </a:cubicBezTo>
                <a:cubicBezTo>
                  <a:pt x="3114278" y="89322"/>
                  <a:pt x="3110309" y="88701"/>
                  <a:pt x="3105745" y="88701"/>
                </a:cubicBezTo>
                <a:cubicBezTo>
                  <a:pt x="3100585" y="88701"/>
                  <a:pt x="3095724" y="89470"/>
                  <a:pt x="3091160" y="91008"/>
                </a:cubicBezTo>
                <a:cubicBezTo>
                  <a:pt x="3086596" y="92546"/>
                  <a:pt x="3082503" y="94233"/>
                  <a:pt x="3078881" y="96068"/>
                </a:cubicBezTo>
                <a:cubicBezTo>
                  <a:pt x="3075260" y="97904"/>
                  <a:pt x="3072184" y="99616"/>
                  <a:pt x="3069654" y="101203"/>
                </a:cubicBezTo>
                <a:cubicBezTo>
                  <a:pt x="3067124" y="102791"/>
                  <a:pt x="3065264" y="103584"/>
                  <a:pt x="3064073" y="103584"/>
                </a:cubicBezTo>
                <a:cubicBezTo>
                  <a:pt x="3063279" y="103584"/>
                  <a:pt x="3062585" y="103411"/>
                  <a:pt x="3061989" y="103063"/>
                </a:cubicBezTo>
                <a:cubicBezTo>
                  <a:pt x="3061394" y="102716"/>
                  <a:pt x="3060898" y="102046"/>
                  <a:pt x="3060501" y="101054"/>
                </a:cubicBezTo>
                <a:cubicBezTo>
                  <a:pt x="3060104" y="100062"/>
                  <a:pt x="3059806" y="98623"/>
                  <a:pt x="3059608" y="96738"/>
                </a:cubicBezTo>
                <a:cubicBezTo>
                  <a:pt x="3059410" y="94853"/>
                  <a:pt x="3059311" y="92422"/>
                  <a:pt x="3059311" y="89446"/>
                </a:cubicBezTo>
                <a:cubicBezTo>
                  <a:pt x="3059311" y="86965"/>
                  <a:pt x="3059360" y="84906"/>
                  <a:pt x="3059459" y="83269"/>
                </a:cubicBezTo>
                <a:cubicBezTo>
                  <a:pt x="3059559" y="81632"/>
                  <a:pt x="3059757" y="80268"/>
                  <a:pt x="3060055" y="79176"/>
                </a:cubicBezTo>
                <a:cubicBezTo>
                  <a:pt x="3060352" y="78085"/>
                  <a:pt x="3060724" y="77142"/>
                  <a:pt x="3061171" y="76349"/>
                </a:cubicBezTo>
                <a:cubicBezTo>
                  <a:pt x="3061617" y="75555"/>
                  <a:pt x="3062337" y="74687"/>
                  <a:pt x="3063329" y="73744"/>
                </a:cubicBezTo>
                <a:cubicBezTo>
                  <a:pt x="3064321" y="72802"/>
                  <a:pt x="3066355" y="71388"/>
                  <a:pt x="3069431" y="69503"/>
                </a:cubicBezTo>
                <a:cubicBezTo>
                  <a:pt x="3072507" y="67617"/>
                  <a:pt x="3076376" y="65782"/>
                  <a:pt x="3081039" y="63996"/>
                </a:cubicBezTo>
                <a:cubicBezTo>
                  <a:pt x="3085703" y="62210"/>
                  <a:pt x="3091085" y="60697"/>
                  <a:pt x="3097187" y="59457"/>
                </a:cubicBezTo>
                <a:cubicBezTo>
                  <a:pt x="3103289" y="58216"/>
                  <a:pt x="3109912" y="57596"/>
                  <a:pt x="3117056" y="57596"/>
                </a:cubicBezTo>
                <a:close/>
                <a:moveTo>
                  <a:pt x="2405211" y="57596"/>
                </a:moveTo>
                <a:cubicBezTo>
                  <a:pt x="2409775" y="57596"/>
                  <a:pt x="2414339" y="57944"/>
                  <a:pt x="2418903" y="58638"/>
                </a:cubicBezTo>
                <a:cubicBezTo>
                  <a:pt x="2423467" y="59333"/>
                  <a:pt x="2427733" y="60275"/>
                  <a:pt x="2431702" y="61466"/>
                </a:cubicBezTo>
                <a:cubicBezTo>
                  <a:pt x="2435671" y="62657"/>
                  <a:pt x="2439193" y="63996"/>
                  <a:pt x="2442269" y="65484"/>
                </a:cubicBezTo>
                <a:cubicBezTo>
                  <a:pt x="2445345" y="66973"/>
                  <a:pt x="2447379" y="68213"/>
                  <a:pt x="2448371" y="69205"/>
                </a:cubicBezTo>
                <a:cubicBezTo>
                  <a:pt x="2449363" y="70197"/>
                  <a:pt x="2450033" y="71041"/>
                  <a:pt x="2450380" y="71735"/>
                </a:cubicBezTo>
                <a:cubicBezTo>
                  <a:pt x="2450727" y="72430"/>
                  <a:pt x="2451025" y="73347"/>
                  <a:pt x="2451273" y="74488"/>
                </a:cubicBezTo>
                <a:cubicBezTo>
                  <a:pt x="2451521" y="75629"/>
                  <a:pt x="2451695" y="77068"/>
                  <a:pt x="2451794" y="78804"/>
                </a:cubicBezTo>
                <a:cubicBezTo>
                  <a:pt x="2451893" y="80541"/>
                  <a:pt x="2451943" y="82699"/>
                  <a:pt x="2451943" y="85278"/>
                </a:cubicBezTo>
                <a:cubicBezTo>
                  <a:pt x="2451943" y="88156"/>
                  <a:pt x="2451869" y="90587"/>
                  <a:pt x="2451720" y="92571"/>
                </a:cubicBezTo>
                <a:cubicBezTo>
                  <a:pt x="2451571" y="94555"/>
                  <a:pt x="2451323" y="96192"/>
                  <a:pt x="2450976" y="97482"/>
                </a:cubicBezTo>
                <a:cubicBezTo>
                  <a:pt x="2450628" y="98772"/>
                  <a:pt x="2450132" y="99715"/>
                  <a:pt x="2449487" y="100310"/>
                </a:cubicBezTo>
                <a:cubicBezTo>
                  <a:pt x="2448842" y="100905"/>
                  <a:pt x="2447974" y="101203"/>
                  <a:pt x="2446883" y="101203"/>
                </a:cubicBezTo>
                <a:cubicBezTo>
                  <a:pt x="2445791" y="101203"/>
                  <a:pt x="2444055" y="100508"/>
                  <a:pt x="2441674" y="99119"/>
                </a:cubicBezTo>
                <a:cubicBezTo>
                  <a:pt x="2439293" y="97730"/>
                  <a:pt x="2436365" y="96217"/>
                  <a:pt x="2432893" y="94580"/>
                </a:cubicBezTo>
                <a:cubicBezTo>
                  <a:pt x="2429420" y="92943"/>
                  <a:pt x="2425402" y="91455"/>
                  <a:pt x="2420838" y="90115"/>
                </a:cubicBezTo>
                <a:cubicBezTo>
                  <a:pt x="2416274" y="88776"/>
                  <a:pt x="2411263" y="88106"/>
                  <a:pt x="2405806" y="88106"/>
                </a:cubicBezTo>
                <a:cubicBezTo>
                  <a:pt x="2401540" y="88106"/>
                  <a:pt x="2397819" y="88627"/>
                  <a:pt x="2394644" y="89669"/>
                </a:cubicBezTo>
                <a:cubicBezTo>
                  <a:pt x="2391469" y="90711"/>
                  <a:pt x="2388815" y="92149"/>
                  <a:pt x="2386682" y="93985"/>
                </a:cubicBezTo>
                <a:cubicBezTo>
                  <a:pt x="2384549" y="95820"/>
                  <a:pt x="2382961" y="98028"/>
                  <a:pt x="2381919" y="100608"/>
                </a:cubicBezTo>
                <a:cubicBezTo>
                  <a:pt x="2380878" y="103187"/>
                  <a:pt x="2380357" y="105916"/>
                  <a:pt x="2380357" y="108793"/>
                </a:cubicBezTo>
                <a:cubicBezTo>
                  <a:pt x="2380357" y="113060"/>
                  <a:pt x="2381522" y="116756"/>
                  <a:pt x="2383854" y="119881"/>
                </a:cubicBezTo>
                <a:cubicBezTo>
                  <a:pt x="2386186" y="123006"/>
                  <a:pt x="2389311" y="125784"/>
                  <a:pt x="2393230" y="128215"/>
                </a:cubicBezTo>
                <a:cubicBezTo>
                  <a:pt x="2397150" y="130646"/>
                  <a:pt x="2401589" y="132928"/>
                  <a:pt x="2406550" y="135061"/>
                </a:cubicBezTo>
                <a:cubicBezTo>
                  <a:pt x="2411511" y="137195"/>
                  <a:pt x="2416571" y="139452"/>
                  <a:pt x="2421731" y="141833"/>
                </a:cubicBezTo>
                <a:cubicBezTo>
                  <a:pt x="2426890" y="144214"/>
                  <a:pt x="2431950" y="146918"/>
                  <a:pt x="2436911" y="149944"/>
                </a:cubicBezTo>
                <a:cubicBezTo>
                  <a:pt x="2441872" y="152970"/>
                  <a:pt x="2446288" y="156592"/>
                  <a:pt x="2450157" y="160809"/>
                </a:cubicBezTo>
                <a:cubicBezTo>
                  <a:pt x="2454027" y="165025"/>
                  <a:pt x="2457152" y="169986"/>
                  <a:pt x="2459533" y="175692"/>
                </a:cubicBezTo>
                <a:cubicBezTo>
                  <a:pt x="2461914" y="181397"/>
                  <a:pt x="2463105" y="188119"/>
                  <a:pt x="2463105" y="195858"/>
                </a:cubicBezTo>
                <a:cubicBezTo>
                  <a:pt x="2463105" y="205978"/>
                  <a:pt x="2461220" y="214858"/>
                  <a:pt x="2457450" y="222498"/>
                </a:cubicBezTo>
                <a:cubicBezTo>
                  <a:pt x="2453679" y="230138"/>
                  <a:pt x="2448569" y="236513"/>
                  <a:pt x="2442120" y="241622"/>
                </a:cubicBezTo>
                <a:cubicBezTo>
                  <a:pt x="2435671" y="246732"/>
                  <a:pt x="2428131" y="250577"/>
                  <a:pt x="2419498" y="253157"/>
                </a:cubicBezTo>
                <a:cubicBezTo>
                  <a:pt x="2410866" y="255736"/>
                  <a:pt x="2401639" y="257026"/>
                  <a:pt x="2391816" y="257026"/>
                </a:cubicBezTo>
                <a:cubicBezTo>
                  <a:pt x="2385169" y="257026"/>
                  <a:pt x="2378992" y="256480"/>
                  <a:pt x="2373287" y="255389"/>
                </a:cubicBezTo>
                <a:cubicBezTo>
                  <a:pt x="2367582" y="254298"/>
                  <a:pt x="2362547" y="252983"/>
                  <a:pt x="2358181" y="251445"/>
                </a:cubicBezTo>
                <a:cubicBezTo>
                  <a:pt x="2353816" y="249907"/>
                  <a:pt x="2350169" y="248295"/>
                  <a:pt x="2347242" y="246608"/>
                </a:cubicBezTo>
                <a:cubicBezTo>
                  <a:pt x="2344315" y="244921"/>
                  <a:pt x="2342207" y="243433"/>
                  <a:pt x="2340917" y="242143"/>
                </a:cubicBezTo>
                <a:cubicBezTo>
                  <a:pt x="2339627" y="240853"/>
                  <a:pt x="2338710" y="238993"/>
                  <a:pt x="2338164" y="236562"/>
                </a:cubicBezTo>
                <a:cubicBezTo>
                  <a:pt x="2337618" y="234131"/>
                  <a:pt x="2337345" y="230634"/>
                  <a:pt x="2337345" y="226070"/>
                </a:cubicBezTo>
                <a:cubicBezTo>
                  <a:pt x="2337345" y="222994"/>
                  <a:pt x="2337444" y="220414"/>
                  <a:pt x="2337643" y="218331"/>
                </a:cubicBezTo>
                <a:cubicBezTo>
                  <a:pt x="2337842" y="216247"/>
                  <a:pt x="2338164" y="214560"/>
                  <a:pt x="2338610" y="213271"/>
                </a:cubicBezTo>
                <a:cubicBezTo>
                  <a:pt x="2339057" y="211981"/>
                  <a:pt x="2339652" y="211063"/>
                  <a:pt x="2340396" y="210517"/>
                </a:cubicBezTo>
                <a:cubicBezTo>
                  <a:pt x="2341140" y="209972"/>
                  <a:pt x="2342008" y="209699"/>
                  <a:pt x="2343001" y="209699"/>
                </a:cubicBezTo>
                <a:cubicBezTo>
                  <a:pt x="2344390" y="209699"/>
                  <a:pt x="2346349" y="210517"/>
                  <a:pt x="2348880" y="212154"/>
                </a:cubicBezTo>
                <a:cubicBezTo>
                  <a:pt x="2351410" y="213792"/>
                  <a:pt x="2354659" y="215602"/>
                  <a:pt x="2358628" y="217587"/>
                </a:cubicBezTo>
                <a:cubicBezTo>
                  <a:pt x="2362596" y="219571"/>
                  <a:pt x="2367334" y="221382"/>
                  <a:pt x="2372841" y="223019"/>
                </a:cubicBezTo>
                <a:cubicBezTo>
                  <a:pt x="2378348" y="224656"/>
                  <a:pt x="2384722" y="225475"/>
                  <a:pt x="2391965" y="225475"/>
                </a:cubicBezTo>
                <a:cubicBezTo>
                  <a:pt x="2396728" y="225475"/>
                  <a:pt x="2400994" y="224904"/>
                  <a:pt x="2404764" y="223763"/>
                </a:cubicBezTo>
                <a:cubicBezTo>
                  <a:pt x="2408535" y="222622"/>
                  <a:pt x="2411734" y="221010"/>
                  <a:pt x="2414364" y="218926"/>
                </a:cubicBezTo>
                <a:cubicBezTo>
                  <a:pt x="2416993" y="216842"/>
                  <a:pt x="2419002" y="214263"/>
                  <a:pt x="2420391" y="211187"/>
                </a:cubicBezTo>
                <a:cubicBezTo>
                  <a:pt x="2421780" y="208111"/>
                  <a:pt x="2422475" y="204688"/>
                  <a:pt x="2422475" y="200918"/>
                </a:cubicBezTo>
                <a:cubicBezTo>
                  <a:pt x="2422475" y="196552"/>
                  <a:pt x="2421284" y="192807"/>
                  <a:pt x="2418903" y="189681"/>
                </a:cubicBezTo>
                <a:cubicBezTo>
                  <a:pt x="2416522" y="186556"/>
                  <a:pt x="2413421" y="183778"/>
                  <a:pt x="2409601" y="181347"/>
                </a:cubicBezTo>
                <a:cubicBezTo>
                  <a:pt x="2405781" y="178916"/>
                  <a:pt x="2401441" y="176634"/>
                  <a:pt x="2396579" y="174501"/>
                </a:cubicBezTo>
                <a:cubicBezTo>
                  <a:pt x="2391717" y="172368"/>
                  <a:pt x="2386707" y="170110"/>
                  <a:pt x="2381547" y="167729"/>
                </a:cubicBezTo>
                <a:cubicBezTo>
                  <a:pt x="2376388" y="165348"/>
                  <a:pt x="2371377" y="162644"/>
                  <a:pt x="2366516" y="159618"/>
                </a:cubicBezTo>
                <a:cubicBezTo>
                  <a:pt x="2361654" y="156592"/>
                  <a:pt x="2357313" y="152970"/>
                  <a:pt x="2353493" y="148754"/>
                </a:cubicBezTo>
                <a:cubicBezTo>
                  <a:pt x="2349673" y="144537"/>
                  <a:pt x="2346573" y="139551"/>
                  <a:pt x="2344191" y="133796"/>
                </a:cubicBezTo>
                <a:cubicBezTo>
                  <a:pt x="2341810" y="128042"/>
                  <a:pt x="2340620" y="121146"/>
                  <a:pt x="2340620" y="113109"/>
                </a:cubicBezTo>
                <a:cubicBezTo>
                  <a:pt x="2340620" y="103882"/>
                  <a:pt x="2342331" y="95771"/>
                  <a:pt x="2345754" y="88776"/>
                </a:cubicBezTo>
                <a:cubicBezTo>
                  <a:pt x="2349177" y="81781"/>
                  <a:pt x="2353791" y="75977"/>
                  <a:pt x="2359595" y="71363"/>
                </a:cubicBezTo>
                <a:cubicBezTo>
                  <a:pt x="2365399" y="66749"/>
                  <a:pt x="2372246" y="63301"/>
                  <a:pt x="2380133" y="61019"/>
                </a:cubicBezTo>
                <a:cubicBezTo>
                  <a:pt x="2388021" y="58737"/>
                  <a:pt x="2396380" y="57596"/>
                  <a:pt x="2405211" y="57596"/>
                </a:cubicBezTo>
                <a:close/>
                <a:moveTo>
                  <a:pt x="1164803" y="47625"/>
                </a:moveTo>
                <a:lnTo>
                  <a:pt x="1191760" y="78581"/>
                </a:lnTo>
                <a:lnTo>
                  <a:pt x="1014245" y="78581"/>
                </a:lnTo>
                <a:cubicBezTo>
                  <a:pt x="1005228" y="78581"/>
                  <a:pt x="995908" y="79753"/>
                  <a:pt x="986284" y="82097"/>
                </a:cubicBezTo>
                <a:lnTo>
                  <a:pt x="973317" y="65633"/>
                </a:lnTo>
                <a:lnTo>
                  <a:pt x="1146665" y="65633"/>
                </a:lnTo>
                <a:close/>
                <a:moveTo>
                  <a:pt x="1413718" y="40481"/>
                </a:moveTo>
                <a:cubicBezTo>
                  <a:pt x="1413036" y="67506"/>
                  <a:pt x="1412695" y="89421"/>
                  <a:pt x="1412695" y="106226"/>
                </a:cubicBezTo>
                <a:cubicBezTo>
                  <a:pt x="1421166" y="140072"/>
                  <a:pt x="1435143" y="170011"/>
                  <a:pt x="1454627" y="196044"/>
                </a:cubicBezTo>
                <a:cubicBezTo>
                  <a:pt x="1466360" y="180057"/>
                  <a:pt x="1478409" y="155587"/>
                  <a:pt x="1490774" y="122634"/>
                </a:cubicBezTo>
                <a:lnTo>
                  <a:pt x="1459743" y="122634"/>
                </a:lnTo>
                <a:lnTo>
                  <a:pt x="1448935" y="133145"/>
                </a:lnTo>
                <a:lnTo>
                  <a:pt x="1428899" y="112458"/>
                </a:lnTo>
                <a:cubicBezTo>
                  <a:pt x="1437134" y="109544"/>
                  <a:pt x="1444445" y="101426"/>
                  <a:pt x="1450832" y="88106"/>
                </a:cubicBezTo>
                <a:cubicBezTo>
                  <a:pt x="1457219" y="74786"/>
                  <a:pt x="1464698" y="58911"/>
                  <a:pt x="1473268" y="40481"/>
                </a:cubicBezTo>
                <a:close/>
                <a:moveTo>
                  <a:pt x="1485714" y="14659"/>
                </a:moveTo>
                <a:lnTo>
                  <a:pt x="1508429" y="33933"/>
                </a:lnTo>
                <a:lnTo>
                  <a:pt x="1497136" y="43830"/>
                </a:lnTo>
                <a:lnTo>
                  <a:pt x="1464059" y="109668"/>
                </a:lnTo>
                <a:lnTo>
                  <a:pt x="1490141" y="109668"/>
                </a:lnTo>
                <a:lnTo>
                  <a:pt x="1503536" y="96813"/>
                </a:lnTo>
                <a:lnTo>
                  <a:pt x="1525934" y="119137"/>
                </a:lnTo>
                <a:lnTo>
                  <a:pt x="1513545" y="126374"/>
                </a:lnTo>
                <a:cubicBezTo>
                  <a:pt x="1502072" y="160220"/>
                  <a:pt x="1487134" y="188751"/>
                  <a:pt x="1468729" y="211968"/>
                </a:cubicBezTo>
                <a:cubicBezTo>
                  <a:pt x="1488833" y="232395"/>
                  <a:pt x="1511014" y="245045"/>
                  <a:pt x="1535273" y="249920"/>
                </a:cubicBezTo>
                <a:lnTo>
                  <a:pt x="1535273" y="259538"/>
                </a:lnTo>
                <a:cubicBezTo>
                  <a:pt x="1521482" y="261162"/>
                  <a:pt x="1513222" y="265981"/>
                  <a:pt x="1510494" y="273992"/>
                </a:cubicBezTo>
                <a:cubicBezTo>
                  <a:pt x="1488839" y="263339"/>
                  <a:pt x="1470093" y="247693"/>
                  <a:pt x="1454255" y="227056"/>
                </a:cubicBezTo>
                <a:cubicBezTo>
                  <a:pt x="1429314" y="251030"/>
                  <a:pt x="1400950" y="268629"/>
                  <a:pt x="1369163" y="279853"/>
                </a:cubicBezTo>
                <a:lnTo>
                  <a:pt x="1364698" y="272281"/>
                </a:lnTo>
                <a:cubicBezTo>
                  <a:pt x="1394786" y="256059"/>
                  <a:pt x="1420465" y="236054"/>
                  <a:pt x="1441735" y="212266"/>
                </a:cubicBezTo>
                <a:cubicBezTo>
                  <a:pt x="1421581" y="184249"/>
                  <a:pt x="1411157" y="153857"/>
                  <a:pt x="1410462" y="121090"/>
                </a:cubicBezTo>
                <a:cubicBezTo>
                  <a:pt x="1409557" y="189973"/>
                  <a:pt x="1385472" y="242509"/>
                  <a:pt x="1338206" y="278699"/>
                </a:cubicBezTo>
                <a:lnTo>
                  <a:pt x="1333183" y="271816"/>
                </a:lnTo>
                <a:cubicBezTo>
                  <a:pt x="1351204" y="250930"/>
                  <a:pt x="1364075" y="230634"/>
                  <a:pt x="1371795" y="210927"/>
                </a:cubicBezTo>
                <a:cubicBezTo>
                  <a:pt x="1379516" y="191219"/>
                  <a:pt x="1384542" y="171248"/>
                  <a:pt x="1386873" y="151014"/>
                </a:cubicBezTo>
                <a:cubicBezTo>
                  <a:pt x="1389205" y="130780"/>
                  <a:pt x="1390371" y="93935"/>
                  <a:pt x="1390371" y="40481"/>
                </a:cubicBezTo>
                <a:lnTo>
                  <a:pt x="1380399" y="40481"/>
                </a:lnTo>
                <a:lnTo>
                  <a:pt x="1368251" y="42807"/>
                </a:lnTo>
                <a:lnTo>
                  <a:pt x="1356531" y="27514"/>
                </a:lnTo>
                <a:lnTo>
                  <a:pt x="1473733" y="27514"/>
                </a:lnTo>
                <a:close/>
                <a:moveTo>
                  <a:pt x="710952" y="2381"/>
                </a:moveTo>
                <a:lnTo>
                  <a:pt x="739694" y="23329"/>
                </a:lnTo>
                <a:lnTo>
                  <a:pt x="726597" y="29691"/>
                </a:lnTo>
                <a:lnTo>
                  <a:pt x="718672" y="35849"/>
                </a:lnTo>
                <a:lnTo>
                  <a:pt x="847483" y="35849"/>
                </a:lnTo>
                <a:lnTo>
                  <a:pt x="865658" y="18324"/>
                </a:lnTo>
                <a:lnTo>
                  <a:pt x="892615" y="48816"/>
                </a:lnTo>
                <a:lnTo>
                  <a:pt x="713184" y="48816"/>
                </a:lnTo>
                <a:lnTo>
                  <a:pt x="701243" y="61391"/>
                </a:lnTo>
                <a:lnTo>
                  <a:pt x="718486" y="69186"/>
                </a:lnTo>
                <a:lnTo>
                  <a:pt x="825233" y="69186"/>
                </a:lnTo>
                <a:lnTo>
                  <a:pt x="837232" y="56331"/>
                </a:lnTo>
                <a:lnTo>
                  <a:pt x="861101" y="77000"/>
                </a:lnTo>
                <a:lnTo>
                  <a:pt x="850590" y="85204"/>
                </a:lnTo>
                <a:cubicBezTo>
                  <a:pt x="850590" y="93290"/>
                  <a:pt x="850590" y="103854"/>
                  <a:pt x="850590" y="116895"/>
                </a:cubicBezTo>
                <a:cubicBezTo>
                  <a:pt x="850590" y="129936"/>
                  <a:pt x="850980" y="141777"/>
                  <a:pt x="851762" y="152419"/>
                </a:cubicBezTo>
                <a:lnTo>
                  <a:pt x="834509" y="157888"/>
                </a:lnTo>
                <a:lnTo>
                  <a:pt x="856431" y="181403"/>
                </a:lnTo>
                <a:lnTo>
                  <a:pt x="843204" y="187598"/>
                </a:lnTo>
                <a:cubicBezTo>
                  <a:pt x="825543" y="205395"/>
                  <a:pt x="808161" y="219757"/>
                  <a:pt x="791058" y="230684"/>
                </a:cubicBezTo>
                <a:cubicBezTo>
                  <a:pt x="820625" y="246943"/>
                  <a:pt x="858756" y="255073"/>
                  <a:pt x="905451" y="255073"/>
                </a:cubicBezTo>
                <a:lnTo>
                  <a:pt x="905451" y="265472"/>
                </a:lnTo>
                <a:cubicBezTo>
                  <a:pt x="894599" y="266303"/>
                  <a:pt x="887164" y="271487"/>
                  <a:pt x="883146" y="281025"/>
                </a:cubicBezTo>
                <a:cubicBezTo>
                  <a:pt x="841052" y="276299"/>
                  <a:pt x="805197" y="263457"/>
                  <a:pt x="775580" y="242497"/>
                </a:cubicBezTo>
                <a:cubicBezTo>
                  <a:pt x="735186" y="265813"/>
                  <a:pt x="688156" y="279437"/>
                  <a:pt x="634491" y="283369"/>
                </a:cubicBezTo>
                <a:lnTo>
                  <a:pt x="634491" y="273379"/>
                </a:lnTo>
                <a:cubicBezTo>
                  <a:pt x="690165" y="262216"/>
                  <a:pt x="731800" y="247600"/>
                  <a:pt x="759395" y="229530"/>
                </a:cubicBezTo>
                <a:cubicBezTo>
                  <a:pt x="745765" y="216061"/>
                  <a:pt x="734386" y="201253"/>
                  <a:pt x="725258" y="185105"/>
                </a:cubicBezTo>
                <a:cubicBezTo>
                  <a:pt x="709928" y="206437"/>
                  <a:pt x="686804" y="225543"/>
                  <a:pt x="655885" y="242422"/>
                </a:cubicBezTo>
                <a:lnTo>
                  <a:pt x="653169" y="234851"/>
                </a:lnTo>
                <a:cubicBezTo>
                  <a:pt x="669596" y="221419"/>
                  <a:pt x="683451" y="207925"/>
                  <a:pt x="694734" y="194369"/>
                </a:cubicBezTo>
                <a:lnTo>
                  <a:pt x="718919" y="156561"/>
                </a:lnTo>
                <a:lnTo>
                  <a:pt x="695194" y="166390"/>
                </a:lnTo>
                <a:cubicBezTo>
                  <a:pt x="695963" y="146844"/>
                  <a:pt x="696348" y="128724"/>
                  <a:pt x="696348" y="112030"/>
                </a:cubicBezTo>
                <a:lnTo>
                  <a:pt x="695386" y="67512"/>
                </a:lnTo>
                <a:lnTo>
                  <a:pt x="677633" y="83488"/>
                </a:lnTo>
                <a:cubicBezTo>
                  <a:pt x="665398" y="93605"/>
                  <a:pt x="652778" y="102282"/>
                  <a:pt x="639775" y="109519"/>
                </a:cubicBezTo>
                <a:lnTo>
                  <a:pt x="633319" y="102654"/>
                </a:lnTo>
                <a:cubicBezTo>
                  <a:pt x="655470" y="84571"/>
                  <a:pt x="672303" y="67118"/>
                  <a:pt x="683818" y="50295"/>
                </a:cubicBezTo>
                <a:cubicBezTo>
                  <a:pt x="695334" y="33471"/>
                  <a:pt x="704378" y="17500"/>
                  <a:pt x="710952" y="2381"/>
                </a:cubicBezTo>
                <a:close/>
                <a:moveTo>
                  <a:pt x="355178" y="2381"/>
                </a:moveTo>
                <a:lnTo>
                  <a:pt x="388013" y="18715"/>
                </a:lnTo>
                <a:lnTo>
                  <a:pt x="378674" y="28668"/>
                </a:lnTo>
                <a:lnTo>
                  <a:pt x="378674" y="62247"/>
                </a:lnTo>
                <a:cubicBezTo>
                  <a:pt x="393644" y="70507"/>
                  <a:pt x="403417" y="77350"/>
                  <a:pt x="407993" y="82776"/>
                </a:cubicBezTo>
                <a:cubicBezTo>
                  <a:pt x="412570" y="88202"/>
                  <a:pt x="414858" y="92633"/>
                  <a:pt x="414858" y="96068"/>
                </a:cubicBezTo>
                <a:cubicBezTo>
                  <a:pt x="414858" y="99789"/>
                  <a:pt x="413447" y="104238"/>
                  <a:pt x="410626" y="109416"/>
                </a:cubicBezTo>
                <a:cubicBezTo>
                  <a:pt x="407804" y="114594"/>
                  <a:pt x="404911" y="117183"/>
                  <a:pt x="401947" y="117183"/>
                </a:cubicBezTo>
                <a:cubicBezTo>
                  <a:pt x="397718" y="117183"/>
                  <a:pt x="394580" y="113115"/>
                  <a:pt x="392534" y="104980"/>
                </a:cubicBezTo>
                <a:cubicBezTo>
                  <a:pt x="388900" y="95504"/>
                  <a:pt x="384280" y="84751"/>
                  <a:pt x="378674" y="72721"/>
                </a:cubicBezTo>
                <a:lnTo>
                  <a:pt x="378674" y="224786"/>
                </a:lnTo>
                <a:lnTo>
                  <a:pt x="378748" y="227844"/>
                </a:lnTo>
                <a:lnTo>
                  <a:pt x="401021" y="192901"/>
                </a:lnTo>
                <a:cubicBezTo>
                  <a:pt x="422635" y="154533"/>
                  <a:pt x="438094" y="112458"/>
                  <a:pt x="447396" y="66675"/>
                </a:cubicBezTo>
                <a:lnTo>
                  <a:pt x="420011" y="66675"/>
                </a:lnTo>
                <a:lnTo>
                  <a:pt x="404180" y="69000"/>
                </a:lnTo>
                <a:lnTo>
                  <a:pt x="392534" y="53708"/>
                </a:lnTo>
                <a:lnTo>
                  <a:pt x="448995" y="53708"/>
                </a:lnTo>
                <a:cubicBezTo>
                  <a:pt x="451823" y="38900"/>
                  <a:pt x="453696" y="22572"/>
                  <a:pt x="454614" y="4725"/>
                </a:cubicBezTo>
                <a:lnTo>
                  <a:pt x="489570" y="19757"/>
                </a:lnTo>
                <a:lnTo>
                  <a:pt x="478687" y="30175"/>
                </a:lnTo>
                <a:lnTo>
                  <a:pt x="473217" y="53708"/>
                </a:lnTo>
                <a:lnTo>
                  <a:pt x="548338" y="53708"/>
                </a:lnTo>
                <a:lnTo>
                  <a:pt x="565342" y="37356"/>
                </a:lnTo>
                <a:lnTo>
                  <a:pt x="591126" y="66675"/>
                </a:lnTo>
                <a:lnTo>
                  <a:pt x="471357" y="66675"/>
                </a:lnTo>
                <a:cubicBezTo>
                  <a:pt x="457590" y="133201"/>
                  <a:pt x="428786" y="189235"/>
                  <a:pt x="384944" y="234776"/>
                </a:cubicBezTo>
                <a:lnTo>
                  <a:pt x="378823" y="230951"/>
                </a:lnTo>
                <a:lnTo>
                  <a:pt x="379828" y="272579"/>
                </a:lnTo>
                <a:lnTo>
                  <a:pt x="355178" y="283369"/>
                </a:lnTo>
                <a:cubicBezTo>
                  <a:pt x="355959" y="258366"/>
                  <a:pt x="356350" y="236110"/>
                  <a:pt x="356350" y="216601"/>
                </a:cubicBezTo>
                <a:lnTo>
                  <a:pt x="356350" y="60964"/>
                </a:lnTo>
                <a:cubicBezTo>
                  <a:pt x="356350" y="44692"/>
                  <a:pt x="355959" y="25164"/>
                  <a:pt x="355178" y="2381"/>
                </a:cubicBezTo>
                <a:close/>
                <a:moveTo>
                  <a:pt x="1305167" y="1191"/>
                </a:moveTo>
                <a:lnTo>
                  <a:pt x="1339155" y="17524"/>
                </a:lnTo>
                <a:lnTo>
                  <a:pt x="1329816" y="27533"/>
                </a:lnTo>
                <a:lnTo>
                  <a:pt x="1329816" y="72758"/>
                </a:lnTo>
                <a:lnTo>
                  <a:pt x="1338392" y="72758"/>
                </a:lnTo>
                <a:lnTo>
                  <a:pt x="1354243" y="57559"/>
                </a:lnTo>
                <a:lnTo>
                  <a:pt x="1378836" y="85725"/>
                </a:lnTo>
                <a:lnTo>
                  <a:pt x="1329816" y="85725"/>
                </a:lnTo>
                <a:lnTo>
                  <a:pt x="1329816" y="111379"/>
                </a:lnTo>
                <a:cubicBezTo>
                  <a:pt x="1349449" y="120458"/>
                  <a:pt x="1361362" y="127725"/>
                  <a:pt x="1365554" y="133182"/>
                </a:cubicBezTo>
                <a:cubicBezTo>
                  <a:pt x="1369746" y="138640"/>
                  <a:pt x="1371842" y="143458"/>
                  <a:pt x="1371842" y="147637"/>
                </a:cubicBezTo>
                <a:cubicBezTo>
                  <a:pt x="1371842" y="152152"/>
                  <a:pt x="1370431" y="156995"/>
                  <a:pt x="1367609" y="162167"/>
                </a:cubicBezTo>
                <a:cubicBezTo>
                  <a:pt x="1364788" y="167339"/>
                  <a:pt x="1361895" y="169924"/>
                  <a:pt x="1358931" y="169924"/>
                </a:cubicBezTo>
                <a:cubicBezTo>
                  <a:pt x="1354962" y="169924"/>
                  <a:pt x="1351123" y="165286"/>
                  <a:pt x="1347415" y="156009"/>
                </a:cubicBezTo>
                <a:cubicBezTo>
                  <a:pt x="1342901" y="144710"/>
                  <a:pt x="1337034" y="133369"/>
                  <a:pt x="1329816" y="121983"/>
                </a:cubicBezTo>
                <a:cubicBezTo>
                  <a:pt x="1329816" y="208291"/>
                  <a:pt x="1330207" y="258936"/>
                  <a:pt x="1330988" y="273918"/>
                </a:cubicBezTo>
                <a:lnTo>
                  <a:pt x="1305167" y="283369"/>
                </a:lnTo>
                <a:cubicBezTo>
                  <a:pt x="1305936" y="243570"/>
                  <a:pt x="1306320" y="194450"/>
                  <a:pt x="1306320" y="136010"/>
                </a:cubicBezTo>
                <a:cubicBezTo>
                  <a:pt x="1299920" y="165218"/>
                  <a:pt x="1286563" y="192118"/>
                  <a:pt x="1266248" y="216712"/>
                </a:cubicBezTo>
                <a:lnTo>
                  <a:pt x="1258472" y="212136"/>
                </a:lnTo>
                <a:cubicBezTo>
                  <a:pt x="1279531" y="172684"/>
                  <a:pt x="1295096" y="130547"/>
                  <a:pt x="1305167" y="85725"/>
                </a:cubicBezTo>
                <a:lnTo>
                  <a:pt x="1281187" y="85725"/>
                </a:lnTo>
                <a:lnTo>
                  <a:pt x="1269020" y="88050"/>
                </a:lnTo>
                <a:lnTo>
                  <a:pt x="1257300" y="72758"/>
                </a:lnTo>
                <a:lnTo>
                  <a:pt x="1306320" y="72758"/>
                </a:lnTo>
                <a:cubicBezTo>
                  <a:pt x="1306320" y="46304"/>
                  <a:pt x="1305936" y="22448"/>
                  <a:pt x="1305167" y="1191"/>
                </a:cubicBezTo>
                <a:close/>
                <a:moveTo>
                  <a:pt x="145926" y="1191"/>
                </a:moveTo>
                <a:lnTo>
                  <a:pt x="181086" y="16111"/>
                </a:lnTo>
                <a:lnTo>
                  <a:pt x="170575" y="27403"/>
                </a:lnTo>
                <a:lnTo>
                  <a:pt x="170575" y="60871"/>
                </a:lnTo>
                <a:lnTo>
                  <a:pt x="216321" y="60871"/>
                </a:lnTo>
                <a:lnTo>
                  <a:pt x="226981" y="47997"/>
                </a:lnTo>
                <a:lnTo>
                  <a:pt x="251128" y="67252"/>
                </a:lnTo>
                <a:lnTo>
                  <a:pt x="240618" y="76739"/>
                </a:lnTo>
                <a:lnTo>
                  <a:pt x="240618" y="145920"/>
                </a:lnTo>
                <a:lnTo>
                  <a:pt x="254533" y="132476"/>
                </a:lnTo>
                <a:lnTo>
                  <a:pt x="280299" y="161925"/>
                </a:lnTo>
                <a:lnTo>
                  <a:pt x="181086" y="161925"/>
                </a:lnTo>
                <a:cubicBezTo>
                  <a:pt x="194878" y="193935"/>
                  <a:pt x="209906" y="216942"/>
                  <a:pt x="226172" y="230944"/>
                </a:cubicBezTo>
                <a:cubicBezTo>
                  <a:pt x="242438" y="244946"/>
                  <a:pt x="259705" y="253194"/>
                  <a:pt x="277973" y="255687"/>
                </a:cubicBezTo>
                <a:lnTo>
                  <a:pt x="277973" y="265509"/>
                </a:lnTo>
                <a:cubicBezTo>
                  <a:pt x="262532" y="267134"/>
                  <a:pt x="252989" y="272306"/>
                  <a:pt x="249343" y="281025"/>
                </a:cubicBezTo>
                <a:cubicBezTo>
                  <a:pt x="206306" y="253665"/>
                  <a:pt x="179437" y="213978"/>
                  <a:pt x="168734" y="161962"/>
                </a:cubicBezTo>
                <a:lnTo>
                  <a:pt x="166501" y="161962"/>
                </a:lnTo>
                <a:cubicBezTo>
                  <a:pt x="156517" y="218046"/>
                  <a:pt x="123955" y="258514"/>
                  <a:pt x="68814" y="283369"/>
                </a:cubicBezTo>
                <a:lnTo>
                  <a:pt x="64200" y="276020"/>
                </a:lnTo>
                <a:lnTo>
                  <a:pt x="66211" y="274088"/>
                </a:lnTo>
                <a:lnTo>
                  <a:pt x="66675" y="273918"/>
                </a:lnTo>
                <a:lnTo>
                  <a:pt x="66668" y="273649"/>
                </a:lnTo>
                <a:lnTo>
                  <a:pt x="117951" y="224363"/>
                </a:lnTo>
                <a:cubicBezTo>
                  <a:pt x="131181" y="205347"/>
                  <a:pt x="139725" y="184534"/>
                  <a:pt x="143582" y="161925"/>
                </a:cubicBezTo>
                <a:lnTo>
                  <a:pt x="115639" y="161925"/>
                </a:lnTo>
                <a:cubicBezTo>
                  <a:pt x="105841" y="161925"/>
                  <a:pt x="96130" y="163091"/>
                  <a:pt x="86506" y="165422"/>
                </a:cubicBezTo>
                <a:lnTo>
                  <a:pt x="73539" y="148958"/>
                </a:lnTo>
                <a:lnTo>
                  <a:pt x="144902" y="148958"/>
                </a:lnTo>
                <a:cubicBezTo>
                  <a:pt x="146353" y="128432"/>
                  <a:pt x="147079" y="103386"/>
                  <a:pt x="147079" y="73819"/>
                </a:cubicBezTo>
                <a:lnTo>
                  <a:pt x="114951" y="73819"/>
                </a:lnTo>
                <a:lnTo>
                  <a:pt x="102765" y="76163"/>
                </a:lnTo>
                <a:lnTo>
                  <a:pt x="91045" y="60871"/>
                </a:lnTo>
                <a:lnTo>
                  <a:pt x="147079" y="60871"/>
                </a:lnTo>
                <a:cubicBezTo>
                  <a:pt x="147079" y="43073"/>
                  <a:pt x="146695" y="23180"/>
                  <a:pt x="145926" y="1191"/>
                </a:cubicBezTo>
                <a:close/>
                <a:moveTo>
                  <a:pt x="40853" y="1191"/>
                </a:moveTo>
                <a:lnTo>
                  <a:pt x="76014" y="16111"/>
                </a:lnTo>
                <a:lnTo>
                  <a:pt x="65503" y="27403"/>
                </a:lnTo>
                <a:lnTo>
                  <a:pt x="65503" y="70172"/>
                </a:lnTo>
                <a:cubicBezTo>
                  <a:pt x="78624" y="75282"/>
                  <a:pt x="88521" y="80348"/>
                  <a:pt x="95194" y="85371"/>
                </a:cubicBezTo>
                <a:cubicBezTo>
                  <a:pt x="101866" y="90394"/>
                  <a:pt x="105203" y="96196"/>
                  <a:pt x="105203" y="102775"/>
                </a:cubicBezTo>
                <a:cubicBezTo>
                  <a:pt x="105203" y="109354"/>
                  <a:pt x="103522" y="114570"/>
                  <a:pt x="100161" y="118421"/>
                </a:cubicBezTo>
                <a:cubicBezTo>
                  <a:pt x="96800" y="122271"/>
                  <a:pt x="94177" y="124197"/>
                  <a:pt x="92292" y="124197"/>
                </a:cubicBezTo>
                <a:cubicBezTo>
                  <a:pt x="88162" y="124197"/>
                  <a:pt x="84652" y="119385"/>
                  <a:pt x="81762" y="109761"/>
                </a:cubicBezTo>
                <a:cubicBezTo>
                  <a:pt x="78203" y="100446"/>
                  <a:pt x="72783" y="90822"/>
                  <a:pt x="65503" y="80888"/>
                </a:cubicBezTo>
                <a:lnTo>
                  <a:pt x="65503" y="227130"/>
                </a:lnTo>
                <a:lnTo>
                  <a:pt x="66668" y="273649"/>
                </a:lnTo>
                <a:lnTo>
                  <a:pt x="66211" y="274088"/>
                </a:lnTo>
                <a:lnTo>
                  <a:pt x="40853" y="283369"/>
                </a:lnTo>
                <a:cubicBezTo>
                  <a:pt x="41634" y="256021"/>
                  <a:pt x="42025" y="234156"/>
                  <a:pt x="42025" y="217773"/>
                </a:cubicBezTo>
                <a:lnTo>
                  <a:pt x="42025" y="51569"/>
                </a:lnTo>
                <a:cubicBezTo>
                  <a:pt x="42025" y="35334"/>
                  <a:pt x="41634" y="18541"/>
                  <a:pt x="40853" y="1191"/>
                </a:cubicBezTo>
                <a:close/>
                <a:moveTo>
                  <a:pt x="1731615" y="1153"/>
                </a:moveTo>
                <a:lnTo>
                  <a:pt x="1758348" y="20613"/>
                </a:lnTo>
                <a:lnTo>
                  <a:pt x="1746628" y="28407"/>
                </a:lnTo>
                <a:lnTo>
                  <a:pt x="1736173" y="38249"/>
                </a:lnTo>
                <a:lnTo>
                  <a:pt x="1793788" y="38249"/>
                </a:lnTo>
                <a:lnTo>
                  <a:pt x="1808522" y="24203"/>
                </a:lnTo>
                <a:lnTo>
                  <a:pt x="1830734" y="51197"/>
                </a:lnTo>
                <a:lnTo>
                  <a:pt x="1758348" y="51197"/>
                </a:lnTo>
                <a:cubicBezTo>
                  <a:pt x="1767948" y="54099"/>
                  <a:pt x="1774825" y="58083"/>
                  <a:pt x="1778979" y="63150"/>
                </a:cubicBezTo>
                <a:cubicBezTo>
                  <a:pt x="1783134" y="68216"/>
                  <a:pt x="1784536" y="73118"/>
                  <a:pt x="1783184" y="77856"/>
                </a:cubicBezTo>
                <a:cubicBezTo>
                  <a:pt x="1781832" y="82593"/>
                  <a:pt x="1778545" y="86339"/>
                  <a:pt x="1773324" y="89092"/>
                </a:cubicBezTo>
                <a:cubicBezTo>
                  <a:pt x="1768103" y="91845"/>
                  <a:pt x="1763880" y="88088"/>
                  <a:pt x="1760655" y="77818"/>
                </a:cubicBezTo>
                <a:cubicBezTo>
                  <a:pt x="1758385" y="70253"/>
                  <a:pt x="1756156" y="64644"/>
                  <a:pt x="1753967" y="60992"/>
                </a:cubicBezTo>
                <a:cubicBezTo>
                  <a:pt x="1751778" y="57339"/>
                  <a:pt x="1749536" y="54074"/>
                  <a:pt x="1747242" y="51197"/>
                </a:cubicBezTo>
                <a:lnTo>
                  <a:pt x="1729215" y="51197"/>
                </a:lnTo>
                <a:cubicBezTo>
                  <a:pt x="1721265" y="57683"/>
                  <a:pt x="1712701" y="64300"/>
                  <a:pt x="1703524" y="71047"/>
                </a:cubicBezTo>
                <a:lnTo>
                  <a:pt x="1696343" y="66210"/>
                </a:lnTo>
                <a:cubicBezTo>
                  <a:pt x="1706612" y="52518"/>
                  <a:pt x="1714249" y="40698"/>
                  <a:pt x="1719253" y="30752"/>
                </a:cubicBezTo>
                <a:cubicBezTo>
                  <a:pt x="1724257" y="20805"/>
                  <a:pt x="1728378" y="10939"/>
                  <a:pt x="1731615" y="1153"/>
                </a:cubicBezTo>
                <a:close/>
                <a:moveTo>
                  <a:pt x="1617259" y="0"/>
                </a:moveTo>
                <a:lnTo>
                  <a:pt x="1645127" y="19422"/>
                </a:lnTo>
                <a:lnTo>
                  <a:pt x="1633407" y="27198"/>
                </a:lnTo>
                <a:lnTo>
                  <a:pt x="1622933" y="38249"/>
                </a:lnTo>
                <a:lnTo>
                  <a:pt x="1671209" y="38249"/>
                </a:lnTo>
                <a:lnTo>
                  <a:pt x="1684771" y="25375"/>
                </a:lnTo>
                <a:lnTo>
                  <a:pt x="1705830" y="51197"/>
                </a:lnTo>
                <a:lnTo>
                  <a:pt x="1641611" y="51197"/>
                </a:lnTo>
                <a:cubicBezTo>
                  <a:pt x="1649797" y="54223"/>
                  <a:pt x="1655151" y="57848"/>
                  <a:pt x="1657675" y="62071"/>
                </a:cubicBezTo>
                <a:cubicBezTo>
                  <a:pt x="1660199" y="66294"/>
                  <a:pt x="1661461" y="70042"/>
                  <a:pt x="1661461" y="73316"/>
                </a:cubicBezTo>
                <a:cubicBezTo>
                  <a:pt x="1661461" y="76206"/>
                  <a:pt x="1660711" y="79152"/>
                  <a:pt x="1659210" y="82153"/>
                </a:cubicBezTo>
                <a:cubicBezTo>
                  <a:pt x="1657709" y="85154"/>
                  <a:pt x="1654550" y="87362"/>
                  <a:pt x="1649732" y="88776"/>
                </a:cubicBezTo>
                <a:cubicBezTo>
                  <a:pt x="1644913" y="90190"/>
                  <a:pt x="1641760" y="88106"/>
                  <a:pt x="1640272" y="82525"/>
                </a:cubicBezTo>
                <a:cubicBezTo>
                  <a:pt x="1638783" y="76944"/>
                  <a:pt x="1637258" y="70631"/>
                  <a:pt x="1635695" y="63587"/>
                </a:cubicBezTo>
                <a:cubicBezTo>
                  <a:pt x="1634294" y="57286"/>
                  <a:pt x="1632613" y="53156"/>
                  <a:pt x="1630654" y="51197"/>
                </a:cubicBezTo>
                <a:lnTo>
                  <a:pt x="1616385" y="51197"/>
                </a:lnTo>
                <a:cubicBezTo>
                  <a:pt x="1606823" y="62979"/>
                  <a:pt x="1592361" y="76212"/>
                  <a:pt x="1573001" y="90897"/>
                </a:cubicBezTo>
                <a:lnTo>
                  <a:pt x="1567941" y="83939"/>
                </a:lnTo>
                <a:cubicBezTo>
                  <a:pt x="1579004" y="71599"/>
                  <a:pt x="1588603" y="58486"/>
                  <a:pt x="1596739" y="44602"/>
                </a:cubicBezTo>
                <a:cubicBezTo>
                  <a:pt x="1604875" y="30717"/>
                  <a:pt x="1611715" y="15850"/>
                  <a:pt x="161725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12091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B19B5FA5-C82A-4831-8279-AF53ABFCB4F7}"/>
              </a:ext>
            </a:extLst>
          </p:cNvPr>
          <p:cNvSpPr txBox="1"/>
          <p:nvPr/>
        </p:nvSpPr>
        <p:spPr>
          <a:xfrm>
            <a:off x="2495518" y="393176"/>
            <a:ext cx="3323778" cy="283369"/>
          </a:xfrm>
          <a:custGeom>
            <a:avLst/>
            <a:gdLst/>
            <a:ahLst/>
            <a:cxnLst/>
            <a:rect l="l" t="t" r="r" b="b"/>
            <a:pathLst>
              <a:path w="3323778" h="283369">
                <a:moveTo>
                  <a:pt x="1645127" y="220266"/>
                </a:moveTo>
                <a:lnTo>
                  <a:pt x="1645127" y="250161"/>
                </a:lnTo>
                <a:lnTo>
                  <a:pt x="1754721" y="250161"/>
                </a:lnTo>
                <a:lnTo>
                  <a:pt x="1754721" y="220266"/>
                </a:lnTo>
                <a:close/>
                <a:moveTo>
                  <a:pt x="1913018" y="211931"/>
                </a:moveTo>
                <a:cubicBezTo>
                  <a:pt x="1918537" y="211931"/>
                  <a:pt x="1923982" y="213723"/>
                  <a:pt x="1929352" y="217308"/>
                </a:cubicBezTo>
                <a:cubicBezTo>
                  <a:pt x="1934734" y="220879"/>
                  <a:pt x="1937205" y="226839"/>
                  <a:pt x="1936765" y="235186"/>
                </a:cubicBezTo>
                <a:cubicBezTo>
                  <a:pt x="1936325" y="243532"/>
                  <a:pt x="1932995" y="249482"/>
                  <a:pt x="1926775" y="253036"/>
                </a:cubicBezTo>
                <a:cubicBezTo>
                  <a:pt x="1920555" y="256589"/>
                  <a:pt x="1915970" y="258366"/>
                  <a:pt x="1913018" y="258366"/>
                </a:cubicBezTo>
                <a:cubicBezTo>
                  <a:pt x="1910041" y="258366"/>
                  <a:pt x="1905440" y="256589"/>
                  <a:pt x="1899214" y="253036"/>
                </a:cubicBezTo>
                <a:cubicBezTo>
                  <a:pt x="1892988" y="249482"/>
                  <a:pt x="1889667" y="243312"/>
                  <a:pt x="1889252" y="234525"/>
                </a:cubicBezTo>
                <a:cubicBezTo>
                  <a:pt x="1888836" y="225738"/>
                  <a:pt x="1891534" y="219776"/>
                  <a:pt x="1897344" y="216638"/>
                </a:cubicBezTo>
                <a:cubicBezTo>
                  <a:pt x="1903155" y="213500"/>
                  <a:pt x="1908379" y="211931"/>
                  <a:pt x="1913018" y="211931"/>
                </a:cubicBezTo>
                <a:close/>
                <a:moveTo>
                  <a:pt x="1185825" y="205346"/>
                </a:moveTo>
                <a:lnTo>
                  <a:pt x="1217451" y="240506"/>
                </a:lnTo>
                <a:lnTo>
                  <a:pt x="987400" y="240506"/>
                </a:lnTo>
                <a:cubicBezTo>
                  <a:pt x="976833" y="240506"/>
                  <a:pt x="966731" y="241672"/>
                  <a:pt x="957095" y="244004"/>
                </a:cubicBezTo>
                <a:lnTo>
                  <a:pt x="944147" y="227540"/>
                </a:lnTo>
                <a:lnTo>
                  <a:pt x="1162980" y="227540"/>
                </a:lnTo>
                <a:close/>
                <a:moveTo>
                  <a:pt x="735025" y="182166"/>
                </a:moveTo>
                <a:cubicBezTo>
                  <a:pt x="747799" y="196031"/>
                  <a:pt x="761001" y="207659"/>
                  <a:pt x="774631" y="217047"/>
                </a:cubicBezTo>
                <a:cubicBezTo>
                  <a:pt x="787505" y="208390"/>
                  <a:pt x="802270" y="196763"/>
                  <a:pt x="818926" y="182166"/>
                </a:cubicBezTo>
                <a:close/>
                <a:moveTo>
                  <a:pt x="2682627" y="168920"/>
                </a:moveTo>
                <a:lnTo>
                  <a:pt x="2682627" y="223689"/>
                </a:lnTo>
                <a:lnTo>
                  <a:pt x="2710904" y="223689"/>
                </a:lnTo>
                <a:cubicBezTo>
                  <a:pt x="2716361" y="223689"/>
                  <a:pt x="2720950" y="223118"/>
                  <a:pt x="2724671" y="221977"/>
                </a:cubicBezTo>
                <a:cubicBezTo>
                  <a:pt x="2728391" y="220836"/>
                  <a:pt x="2731616" y="219149"/>
                  <a:pt x="2734344" y="216917"/>
                </a:cubicBezTo>
                <a:cubicBezTo>
                  <a:pt x="2737073" y="214684"/>
                  <a:pt x="2739206" y="211906"/>
                  <a:pt x="2740744" y="208583"/>
                </a:cubicBezTo>
                <a:cubicBezTo>
                  <a:pt x="2742282" y="205259"/>
                  <a:pt x="2743051" y="201464"/>
                  <a:pt x="2743051" y="197197"/>
                </a:cubicBezTo>
                <a:cubicBezTo>
                  <a:pt x="2743051" y="192732"/>
                  <a:pt x="2742307" y="188739"/>
                  <a:pt x="2740818" y="185217"/>
                </a:cubicBezTo>
                <a:cubicBezTo>
                  <a:pt x="2739330" y="181694"/>
                  <a:pt x="2737147" y="178742"/>
                  <a:pt x="2734270" y="176361"/>
                </a:cubicBezTo>
                <a:cubicBezTo>
                  <a:pt x="2731393" y="173980"/>
                  <a:pt x="2727722" y="172144"/>
                  <a:pt x="2723257" y="170855"/>
                </a:cubicBezTo>
                <a:cubicBezTo>
                  <a:pt x="2718792" y="169565"/>
                  <a:pt x="2712988" y="168920"/>
                  <a:pt x="2705844" y="168920"/>
                </a:cubicBezTo>
                <a:close/>
                <a:moveTo>
                  <a:pt x="2810470" y="163562"/>
                </a:moveTo>
                <a:lnTo>
                  <a:pt x="2872382" y="163562"/>
                </a:lnTo>
                <a:cubicBezTo>
                  <a:pt x="2873573" y="163562"/>
                  <a:pt x="2874590" y="163810"/>
                  <a:pt x="2875433" y="164306"/>
                </a:cubicBezTo>
                <a:cubicBezTo>
                  <a:pt x="2876277" y="164802"/>
                  <a:pt x="2876996" y="165646"/>
                  <a:pt x="2877591" y="166836"/>
                </a:cubicBezTo>
                <a:cubicBezTo>
                  <a:pt x="2878187" y="168027"/>
                  <a:pt x="2878608" y="169614"/>
                  <a:pt x="2878856" y="171599"/>
                </a:cubicBezTo>
                <a:cubicBezTo>
                  <a:pt x="2879104" y="173583"/>
                  <a:pt x="2879229" y="175964"/>
                  <a:pt x="2879229" y="178742"/>
                </a:cubicBezTo>
                <a:cubicBezTo>
                  <a:pt x="2879229" y="184497"/>
                  <a:pt x="2878683" y="188516"/>
                  <a:pt x="2877591" y="190798"/>
                </a:cubicBezTo>
                <a:cubicBezTo>
                  <a:pt x="2876500" y="193080"/>
                  <a:pt x="2874764" y="194221"/>
                  <a:pt x="2872382" y="194221"/>
                </a:cubicBezTo>
                <a:lnTo>
                  <a:pt x="2810470" y="194221"/>
                </a:lnTo>
                <a:cubicBezTo>
                  <a:pt x="2807989" y="194221"/>
                  <a:pt x="2806203" y="193055"/>
                  <a:pt x="2805112" y="190723"/>
                </a:cubicBezTo>
                <a:cubicBezTo>
                  <a:pt x="2804021" y="188392"/>
                  <a:pt x="2803475" y="184398"/>
                  <a:pt x="2803475" y="178742"/>
                </a:cubicBezTo>
                <a:cubicBezTo>
                  <a:pt x="2803475" y="173186"/>
                  <a:pt x="2804021" y="169267"/>
                  <a:pt x="2805112" y="166985"/>
                </a:cubicBezTo>
                <a:cubicBezTo>
                  <a:pt x="2806203" y="164703"/>
                  <a:pt x="2807989" y="163562"/>
                  <a:pt x="2810470" y="163562"/>
                </a:cubicBezTo>
                <a:close/>
                <a:moveTo>
                  <a:pt x="729183" y="153591"/>
                </a:moveTo>
                <a:lnTo>
                  <a:pt x="750186" y="162055"/>
                </a:lnTo>
                <a:lnTo>
                  <a:pt x="739527" y="168808"/>
                </a:lnTo>
                <a:lnTo>
                  <a:pt x="736178" y="169217"/>
                </a:lnTo>
                <a:lnTo>
                  <a:pt x="821810" y="169217"/>
                </a:lnTo>
                <a:lnTo>
                  <a:pt x="833399" y="158240"/>
                </a:lnTo>
                <a:lnTo>
                  <a:pt x="825940" y="160604"/>
                </a:lnTo>
                <a:lnTo>
                  <a:pt x="825940" y="153591"/>
                </a:lnTo>
                <a:close/>
                <a:moveTo>
                  <a:pt x="1914208" y="141684"/>
                </a:moveTo>
                <a:cubicBezTo>
                  <a:pt x="1917979" y="141684"/>
                  <a:pt x="1922983" y="143247"/>
                  <a:pt x="1929221" y="146372"/>
                </a:cubicBezTo>
                <a:cubicBezTo>
                  <a:pt x="1935472" y="149485"/>
                  <a:pt x="1938598" y="155668"/>
                  <a:pt x="1938598" y="164920"/>
                </a:cubicBezTo>
                <a:cubicBezTo>
                  <a:pt x="1938598" y="174172"/>
                  <a:pt x="1935044" y="180352"/>
                  <a:pt x="1927938" y="183458"/>
                </a:cubicBezTo>
                <a:cubicBezTo>
                  <a:pt x="1920831" y="186565"/>
                  <a:pt x="1915864" y="188119"/>
                  <a:pt x="1913036" y="188119"/>
                </a:cubicBezTo>
                <a:cubicBezTo>
                  <a:pt x="1908398" y="188119"/>
                  <a:pt x="1903170" y="186094"/>
                  <a:pt x="1897354" y="182045"/>
                </a:cubicBezTo>
                <a:cubicBezTo>
                  <a:pt x="1891537" y="177995"/>
                  <a:pt x="1888833" y="171806"/>
                  <a:pt x="1889243" y="163478"/>
                </a:cubicBezTo>
                <a:cubicBezTo>
                  <a:pt x="1889652" y="155150"/>
                  <a:pt x="1892963" y="149436"/>
                  <a:pt x="1899177" y="146335"/>
                </a:cubicBezTo>
                <a:cubicBezTo>
                  <a:pt x="1905390" y="143235"/>
                  <a:pt x="1910401" y="141684"/>
                  <a:pt x="1914208" y="141684"/>
                </a:cubicBezTo>
                <a:close/>
                <a:moveTo>
                  <a:pt x="1645127" y="141684"/>
                </a:moveTo>
                <a:lnTo>
                  <a:pt x="1645127" y="168027"/>
                </a:lnTo>
                <a:lnTo>
                  <a:pt x="1744210" y="168027"/>
                </a:lnTo>
                <a:lnTo>
                  <a:pt x="1744210" y="141684"/>
                </a:lnTo>
                <a:close/>
                <a:moveTo>
                  <a:pt x="721016" y="116681"/>
                </a:moveTo>
                <a:lnTo>
                  <a:pt x="721016" y="140643"/>
                </a:lnTo>
                <a:lnTo>
                  <a:pt x="825940" y="140643"/>
                </a:lnTo>
                <a:lnTo>
                  <a:pt x="825940" y="116681"/>
                </a:lnTo>
                <a:close/>
                <a:moveTo>
                  <a:pt x="1757083" y="115863"/>
                </a:moveTo>
                <a:lnTo>
                  <a:pt x="1775873" y="135359"/>
                </a:lnTo>
                <a:lnTo>
                  <a:pt x="1766534" y="143340"/>
                </a:lnTo>
                <a:lnTo>
                  <a:pt x="1766534" y="164678"/>
                </a:lnTo>
                <a:cubicBezTo>
                  <a:pt x="1766534" y="171748"/>
                  <a:pt x="1766918" y="179146"/>
                  <a:pt x="1767687" y="186872"/>
                </a:cubicBezTo>
                <a:lnTo>
                  <a:pt x="1744210" y="193830"/>
                </a:lnTo>
                <a:lnTo>
                  <a:pt x="1744210" y="180975"/>
                </a:lnTo>
                <a:lnTo>
                  <a:pt x="1645127" y="180975"/>
                </a:lnTo>
                <a:lnTo>
                  <a:pt x="1645127" y="207299"/>
                </a:lnTo>
                <a:lnTo>
                  <a:pt x="1754088" y="207299"/>
                </a:lnTo>
                <a:lnTo>
                  <a:pt x="1767594" y="194444"/>
                </a:lnTo>
                <a:lnTo>
                  <a:pt x="1786365" y="213940"/>
                </a:lnTo>
                <a:lnTo>
                  <a:pt x="1777026" y="221996"/>
                </a:lnTo>
                <a:cubicBezTo>
                  <a:pt x="1777026" y="229363"/>
                  <a:pt x="1777026" y="237558"/>
                  <a:pt x="1777026" y="246580"/>
                </a:cubicBezTo>
                <a:cubicBezTo>
                  <a:pt x="1777026" y="255603"/>
                  <a:pt x="1777417" y="263984"/>
                  <a:pt x="1778198" y="271723"/>
                </a:cubicBezTo>
                <a:lnTo>
                  <a:pt x="1754721" y="278699"/>
                </a:lnTo>
                <a:lnTo>
                  <a:pt x="1754721" y="263128"/>
                </a:lnTo>
                <a:lnTo>
                  <a:pt x="1645127" y="263128"/>
                </a:lnTo>
                <a:lnTo>
                  <a:pt x="1645127" y="277732"/>
                </a:lnTo>
                <a:lnTo>
                  <a:pt x="1621631" y="283369"/>
                </a:lnTo>
                <a:cubicBezTo>
                  <a:pt x="1622412" y="254657"/>
                  <a:pt x="1622803" y="223310"/>
                  <a:pt x="1622803" y="189328"/>
                </a:cubicBezTo>
                <a:cubicBezTo>
                  <a:pt x="1622803" y="155345"/>
                  <a:pt x="1622412" y="131632"/>
                  <a:pt x="1621631" y="118188"/>
                </a:cubicBezTo>
                <a:lnTo>
                  <a:pt x="1642690" y="128718"/>
                </a:lnTo>
                <a:lnTo>
                  <a:pt x="1743577" y="128718"/>
                </a:lnTo>
                <a:close/>
                <a:moveTo>
                  <a:pt x="465367" y="114412"/>
                </a:moveTo>
                <a:lnTo>
                  <a:pt x="476603" y="114412"/>
                </a:lnTo>
                <a:cubicBezTo>
                  <a:pt x="477434" y="137678"/>
                  <a:pt x="476371" y="153801"/>
                  <a:pt x="473413" y="162781"/>
                </a:cubicBezTo>
                <a:cubicBezTo>
                  <a:pt x="470455" y="171760"/>
                  <a:pt x="467053" y="176981"/>
                  <a:pt x="463209" y="178445"/>
                </a:cubicBezTo>
                <a:cubicBezTo>
                  <a:pt x="459364" y="179908"/>
                  <a:pt x="455674" y="180640"/>
                  <a:pt x="452139" y="180640"/>
                </a:cubicBezTo>
                <a:cubicBezTo>
                  <a:pt x="447786" y="180640"/>
                  <a:pt x="444742" y="179471"/>
                  <a:pt x="443005" y="177133"/>
                </a:cubicBezTo>
                <a:cubicBezTo>
                  <a:pt x="441269" y="174795"/>
                  <a:pt x="440401" y="172802"/>
                  <a:pt x="440401" y="171152"/>
                </a:cubicBezTo>
                <a:cubicBezTo>
                  <a:pt x="440401" y="167630"/>
                  <a:pt x="443259" y="162557"/>
                  <a:pt x="448977" y="155935"/>
                </a:cubicBezTo>
                <a:cubicBezTo>
                  <a:pt x="455786" y="149051"/>
                  <a:pt x="461249" y="135210"/>
                  <a:pt x="465367" y="114412"/>
                </a:cubicBezTo>
                <a:close/>
                <a:moveTo>
                  <a:pt x="2216646" y="90934"/>
                </a:moveTo>
                <a:lnTo>
                  <a:pt x="2216646" y="145554"/>
                </a:lnTo>
                <a:lnTo>
                  <a:pt x="2236589" y="145554"/>
                </a:lnTo>
                <a:cubicBezTo>
                  <a:pt x="2242145" y="145554"/>
                  <a:pt x="2247007" y="144884"/>
                  <a:pt x="2251174" y="143545"/>
                </a:cubicBezTo>
                <a:cubicBezTo>
                  <a:pt x="2255341" y="142205"/>
                  <a:pt x="2258814" y="140320"/>
                  <a:pt x="2261592" y="137889"/>
                </a:cubicBezTo>
                <a:cubicBezTo>
                  <a:pt x="2264370" y="135458"/>
                  <a:pt x="2266453" y="132556"/>
                  <a:pt x="2267843" y="129183"/>
                </a:cubicBezTo>
                <a:cubicBezTo>
                  <a:pt x="2269232" y="125809"/>
                  <a:pt x="2269926" y="122039"/>
                  <a:pt x="2269926" y="117872"/>
                </a:cubicBezTo>
                <a:cubicBezTo>
                  <a:pt x="2269926" y="111522"/>
                  <a:pt x="2268487" y="106164"/>
                  <a:pt x="2265610" y="101798"/>
                </a:cubicBezTo>
                <a:cubicBezTo>
                  <a:pt x="2262733" y="97433"/>
                  <a:pt x="2258020" y="94357"/>
                  <a:pt x="2251472" y="92571"/>
                </a:cubicBezTo>
                <a:cubicBezTo>
                  <a:pt x="2249487" y="92075"/>
                  <a:pt x="2247230" y="91678"/>
                  <a:pt x="2244700" y="91380"/>
                </a:cubicBezTo>
                <a:cubicBezTo>
                  <a:pt x="2242170" y="91083"/>
                  <a:pt x="2238672" y="90934"/>
                  <a:pt x="2234207" y="90934"/>
                </a:cubicBezTo>
                <a:close/>
                <a:moveTo>
                  <a:pt x="2682627" y="90339"/>
                </a:moveTo>
                <a:lnTo>
                  <a:pt x="2682627" y="140345"/>
                </a:lnTo>
                <a:lnTo>
                  <a:pt x="2704504" y="140345"/>
                </a:lnTo>
                <a:cubicBezTo>
                  <a:pt x="2710160" y="140345"/>
                  <a:pt x="2714674" y="139675"/>
                  <a:pt x="2718048" y="138336"/>
                </a:cubicBezTo>
                <a:cubicBezTo>
                  <a:pt x="2721421" y="136996"/>
                  <a:pt x="2724224" y="135161"/>
                  <a:pt x="2726456" y="132829"/>
                </a:cubicBezTo>
                <a:cubicBezTo>
                  <a:pt x="2728689" y="130497"/>
                  <a:pt x="2730351" y="127769"/>
                  <a:pt x="2731442" y="124643"/>
                </a:cubicBezTo>
                <a:cubicBezTo>
                  <a:pt x="2732533" y="121518"/>
                  <a:pt x="2733079" y="118219"/>
                  <a:pt x="2733079" y="114746"/>
                </a:cubicBezTo>
                <a:cubicBezTo>
                  <a:pt x="2733079" y="110877"/>
                  <a:pt x="2732484" y="107404"/>
                  <a:pt x="2731293" y="104328"/>
                </a:cubicBezTo>
                <a:cubicBezTo>
                  <a:pt x="2730103" y="101253"/>
                  <a:pt x="2728317" y="98698"/>
                  <a:pt x="2725936" y="96664"/>
                </a:cubicBezTo>
                <a:cubicBezTo>
                  <a:pt x="2723554" y="94630"/>
                  <a:pt x="2720553" y="93067"/>
                  <a:pt x="2716931" y="91976"/>
                </a:cubicBezTo>
                <a:cubicBezTo>
                  <a:pt x="2713310" y="90884"/>
                  <a:pt x="2708473" y="90339"/>
                  <a:pt x="2702421" y="90339"/>
                </a:cubicBezTo>
                <a:close/>
                <a:moveTo>
                  <a:pt x="21301" y="83046"/>
                </a:moveTo>
                <a:lnTo>
                  <a:pt x="32519" y="83046"/>
                </a:lnTo>
                <a:cubicBezTo>
                  <a:pt x="34280" y="98102"/>
                  <a:pt x="35160" y="107931"/>
                  <a:pt x="35160" y="112533"/>
                </a:cubicBezTo>
                <a:cubicBezTo>
                  <a:pt x="35160" y="117481"/>
                  <a:pt x="34295" y="123676"/>
                  <a:pt x="32565" y="131118"/>
                </a:cubicBezTo>
                <a:cubicBezTo>
                  <a:pt x="30835" y="138559"/>
                  <a:pt x="27638" y="143219"/>
                  <a:pt x="22975" y="145098"/>
                </a:cubicBezTo>
                <a:cubicBezTo>
                  <a:pt x="18312" y="146977"/>
                  <a:pt x="14957" y="147916"/>
                  <a:pt x="12910" y="147916"/>
                </a:cubicBezTo>
                <a:cubicBezTo>
                  <a:pt x="10566" y="147916"/>
                  <a:pt x="7829" y="146862"/>
                  <a:pt x="4697" y="144754"/>
                </a:cubicBezTo>
                <a:cubicBezTo>
                  <a:pt x="1565" y="142645"/>
                  <a:pt x="0" y="140153"/>
                  <a:pt x="0" y="137275"/>
                </a:cubicBezTo>
                <a:cubicBezTo>
                  <a:pt x="0" y="133803"/>
                  <a:pt x="2375" y="128866"/>
                  <a:pt x="7125" y="122467"/>
                </a:cubicBezTo>
                <a:cubicBezTo>
                  <a:pt x="14070" y="113884"/>
                  <a:pt x="18795" y="100744"/>
                  <a:pt x="21301" y="83046"/>
                </a:cubicBezTo>
                <a:close/>
                <a:moveTo>
                  <a:pt x="721016" y="82153"/>
                </a:moveTo>
                <a:lnTo>
                  <a:pt x="721016" y="103733"/>
                </a:lnTo>
                <a:lnTo>
                  <a:pt x="825940" y="103733"/>
                </a:lnTo>
                <a:lnTo>
                  <a:pt x="825940" y="82153"/>
                </a:lnTo>
                <a:close/>
                <a:moveTo>
                  <a:pt x="170575" y="73819"/>
                </a:moveTo>
                <a:cubicBezTo>
                  <a:pt x="170575" y="100819"/>
                  <a:pt x="169794" y="125865"/>
                  <a:pt x="168231" y="148958"/>
                </a:cubicBezTo>
                <a:lnTo>
                  <a:pt x="217121" y="148958"/>
                </a:lnTo>
                <a:lnTo>
                  <a:pt x="217121" y="73819"/>
                </a:lnTo>
                <a:close/>
                <a:moveTo>
                  <a:pt x="334472" y="72386"/>
                </a:moveTo>
                <a:lnTo>
                  <a:pt x="345727" y="72386"/>
                </a:lnTo>
                <a:cubicBezTo>
                  <a:pt x="346670" y="82110"/>
                  <a:pt x="347141" y="91976"/>
                  <a:pt x="347141" y="101984"/>
                </a:cubicBezTo>
                <a:cubicBezTo>
                  <a:pt x="347141" y="111782"/>
                  <a:pt x="346028" y="120064"/>
                  <a:pt x="343802" y="126829"/>
                </a:cubicBezTo>
                <a:cubicBezTo>
                  <a:pt x="341576" y="133595"/>
                  <a:pt x="336791" y="137638"/>
                  <a:pt x="329449" y="138959"/>
                </a:cubicBezTo>
                <a:cubicBezTo>
                  <a:pt x="322107" y="140280"/>
                  <a:pt x="317555" y="139536"/>
                  <a:pt x="315794" y="136726"/>
                </a:cubicBezTo>
                <a:cubicBezTo>
                  <a:pt x="314033" y="133917"/>
                  <a:pt x="313153" y="131409"/>
                  <a:pt x="313153" y="129201"/>
                </a:cubicBezTo>
                <a:cubicBezTo>
                  <a:pt x="313153" y="125691"/>
                  <a:pt x="315652" y="120979"/>
                  <a:pt x="320650" y="115063"/>
                </a:cubicBezTo>
                <a:cubicBezTo>
                  <a:pt x="326591" y="109048"/>
                  <a:pt x="331198" y="94822"/>
                  <a:pt x="334472" y="72386"/>
                </a:cubicBezTo>
                <a:close/>
                <a:moveTo>
                  <a:pt x="489421" y="70042"/>
                </a:moveTo>
                <a:lnTo>
                  <a:pt x="524582" y="86302"/>
                </a:lnTo>
                <a:lnTo>
                  <a:pt x="515112" y="96459"/>
                </a:lnTo>
                <a:cubicBezTo>
                  <a:pt x="514405" y="113190"/>
                  <a:pt x="514629" y="127174"/>
                  <a:pt x="515782" y="138410"/>
                </a:cubicBezTo>
                <a:cubicBezTo>
                  <a:pt x="516936" y="149647"/>
                  <a:pt x="518393" y="158489"/>
                  <a:pt x="520154" y="164939"/>
                </a:cubicBezTo>
                <a:cubicBezTo>
                  <a:pt x="534119" y="148704"/>
                  <a:pt x="545659" y="131521"/>
                  <a:pt x="554775" y="113388"/>
                </a:cubicBezTo>
                <a:lnTo>
                  <a:pt x="579462" y="139266"/>
                </a:lnTo>
                <a:cubicBezTo>
                  <a:pt x="571624" y="138497"/>
                  <a:pt x="553330" y="150620"/>
                  <a:pt x="524582" y="175636"/>
                </a:cubicBezTo>
                <a:cubicBezTo>
                  <a:pt x="530646" y="193024"/>
                  <a:pt x="539009" y="208403"/>
                  <a:pt x="549668" y="221772"/>
                </a:cubicBezTo>
                <a:cubicBezTo>
                  <a:pt x="560328" y="235142"/>
                  <a:pt x="574148" y="245070"/>
                  <a:pt x="591126" y="251557"/>
                </a:cubicBezTo>
                <a:lnTo>
                  <a:pt x="591126" y="260896"/>
                </a:lnTo>
                <a:cubicBezTo>
                  <a:pt x="578414" y="261727"/>
                  <a:pt x="569292" y="265702"/>
                  <a:pt x="563761" y="272820"/>
                </a:cubicBezTo>
                <a:cubicBezTo>
                  <a:pt x="533028" y="248313"/>
                  <a:pt x="514157" y="206921"/>
                  <a:pt x="507150" y="148642"/>
                </a:cubicBezTo>
                <a:cubicBezTo>
                  <a:pt x="503839" y="208818"/>
                  <a:pt x="467921" y="253336"/>
                  <a:pt x="399399" y="282197"/>
                </a:cubicBezTo>
                <a:lnTo>
                  <a:pt x="394878" y="274662"/>
                </a:lnTo>
                <a:cubicBezTo>
                  <a:pt x="435558" y="251507"/>
                  <a:pt x="462263" y="222709"/>
                  <a:pt x="474994" y="188267"/>
                </a:cubicBezTo>
                <a:cubicBezTo>
                  <a:pt x="487725" y="153826"/>
                  <a:pt x="492534" y="114418"/>
                  <a:pt x="489421" y="70042"/>
                </a:cubicBezTo>
                <a:close/>
                <a:moveTo>
                  <a:pt x="3227338" y="61019"/>
                </a:moveTo>
                <a:lnTo>
                  <a:pt x="3317974" y="61019"/>
                </a:lnTo>
                <a:cubicBezTo>
                  <a:pt x="3318867" y="61019"/>
                  <a:pt x="3319660" y="61292"/>
                  <a:pt x="3320355" y="61838"/>
                </a:cubicBezTo>
                <a:cubicBezTo>
                  <a:pt x="3321050" y="62384"/>
                  <a:pt x="3321670" y="63277"/>
                  <a:pt x="3322215" y="64517"/>
                </a:cubicBezTo>
                <a:cubicBezTo>
                  <a:pt x="3322761" y="65757"/>
                  <a:pt x="3323158" y="67419"/>
                  <a:pt x="3323406" y="69503"/>
                </a:cubicBezTo>
                <a:cubicBezTo>
                  <a:pt x="3323654" y="71586"/>
                  <a:pt x="3323778" y="74116"/>
                  <a:pt x="3323778" y="77093"/>
                </a:cubicBezTo>
                <a:cubicBezTo>
                  <a:pt x="3323778" y="80069"/>
                  <a:pt x="3323654" y="82575"/>
                  <a:pt x="3323406" y="84609"/>
                </a:cubicBezTo>
                <a:cubicBezTo>
                  <a:pt x="3323158" y="86643"/>
                  <a:pt x="3322761" y="88255"/>
                  <a:pt x="3322215" y="89446"/>
                </a:cubicBezTo>
                <a:cubicBezTo>
                  <a:pt x="3321670" y="90636"/>
                  <a:pt x="3321050" y="91529"/>
                  <a:pt x="3320355" y="92125"/>
                </a:cubicBezTo>
                <a:cubicBezTo>
                  <a:pt x="3319660" y="92720"/>
                  <a:pt x="3318867" y="93017"/>
                  <a:pt x="3317974" y="93017"/>
                </a:cubicBezTo>
                <a:lnTo>
                  <a:pt x="3255020" y="93017"/>
                </a:lnTo>
                <a:lnTo>
                  <a:pt x="3255020" y="144810"/>
                </a:lnTo>
                <a:lnTo>
                  <a:pt x="3314104" y="144810"/>
                </a:lnTo>
                <a:cubicBezTo>
                  <a:pt x="3314997" y="144810"/>
                  <a:pt x="3315791" y="145058"/>
                  <a:pt x="3316486" y="145554"/>
                </a:cubicBezTo>
                <a:cubicBezTo>
                  <a:pt x="3317180" y="146050"/>
                  <a:pt x="3317800" y="146893"/>
                  <a:pt x="3318346" y="148084"/>
                </a:cubicBezTo>
                <a:cubicBezTo>
                  <a:pt x="3318892" y="149275"/>
                  <a:pt x="3319288" y="150862"/>
                  <a:pt x="3319537" y="152846"/>
                </a:cubicBezTo>
                <a:cubicBezTo>
                  <a:pt x="3319785" y="154831"/>
                  <a:pt x="3319909" y="157311"/>
                  <a:pt x="3319909" y="160288"/>
                </a:cubicBezTo>
                <a:cubicBezTo>
                  <a:pt x="3319909" y="163264"/>
                  <a:pt x="3319785" y="165745"/>
                  <a:pt x="3319537" y="167729"/>
                </a:cubicBezTo>
                <a:cubicBezTo>
                  <a:pt x="3319288" y="169714"/>
                  <a:pt x="3318892" y="171351"/>
                  <a:pt x="3318346" y="172641"/>
                </a:cubicBezTo>
                <a:cubicBezTo>
                  <a:pt x="3317800" y="173930"/>
                  <a:pt x="3317180" y="174848"/>
                  <a:pt x="3316486" y="175394"/>
                </a:cubicBezTo>
                <a:cubicBezTo>
                  <a:pt x="3315791" y="175940"/>
                  <a:pt x="3314997" y="176212"/>
                  <a:pt x="3314104" y="176212"/>
                </a:cubicBezTo>
                <a:lnTo>
                  <a:pt x="3255020" y="176212"/>
                </a:lnTo>
                <a:lnTo>
                  <a:pt x="3255020" y="247948"/>
                </a:lnTo>
                <a:cubicBezTo>
                  <a:pt x="3255020" y="249039"/>
                  <a:pt x="3254722" y="249982"/>
                  <a:pt x="3254127" y="250775"/>
                </a:cubicBezTo>
                <a:cubicBezTo>
                  <a:pt x="3253531" y="251569"/>
                  <a:pt x="3252464" y="252239"/>
                  <a:pt x="3250927" y="252784"/>
                </a:cubicBezTo>
                <a:cubicBezTo>
                  <a:pt x="3249389" y="253330"/>
                  <a:pt x="3247380" y="253752"/>
                  <a:pt x="3244899" y="254050"/>
                </a:cubicBezTo>
                <a:cubicBezTo>
                  <a:pt x="3242419" y="254347"/>
                  <a:pt x="3239244" y="254496"/>
                  <a:pt x="3235374" y="254496"/>
                </a:cubicBezTo>
                <a:cubicBezTo>
                  <a:pt x="3231604" y="254496"/>
                  <a:pt x="3228454" y="254347"/>
                  <a:pt x="3225924" y="254050"/>
                </a:cubicBezTo>
                <a:cubicBezTo>
                  <a:pt x="3223394" y="253752"/>
                  <a:pt x="3221384" y="253330"/>
                  <a:pt x="3219896" y="252784"/>
                </a:cubicBezTo>
                <a:cubicBezTo>
                  <a:pt x="3218408" y="252239"/>
                  <a:pt x="3217341" y="251569"/>
                  <a:pt x="3216696" y="250775"/>
                </a:cubicBezTo>
                <a:cubicBezTo>
                  <a:pt x="3216051" y="249982"/>
                  <a:pt x="3215729" y="249039"/>
                  <a:pt x="3215729" y="247948"/>
                </a:cubicBezTo>
                <a:lnTo>
                  <a:pt x="3215729" y="73372"/>
                </a:lnTo>
                <a:cubicBezTo>
                  <a:pt x="3215729" y="69007"/>
                  <a:pt x="3216845" y="65856"/>
                  <a:pt x="3219078" y="63922"/>
                </a:cubicBezTo>
                <a:cubicBezTo>
                  <a:pt x="3221310" y="61987"/>
                  <a:pt x="3224063" y="61019"/>
                  <a:pt x="3227338" y="61019"/>
                </a:cubicBezTo>
                <a:close/>
                <a:moveTo>
                  <a:pt x="2655838" y="61019"/>
                </a:moveTo>
                <a:lnTo>
                  <a:pt x="2704207" y="61019"/>
                </a:lnTo>
                <a:cubicBezTo>
                  <a:pt x="2716014" y="61019"/>
                  <a:pt x="2726010" y="62012"/>
                  <a:pt x="2734196" y="63996"/>
                </a:cubicBezTo>
                <a:cubicBezTo>
                  <a:pt x="2742381" y="65980"/>
                  <a:pt x="2749277" y="68982"/>
                  <a:pt x="2754883" y="73000"/>
                </a:cubicBezTo>
                <a:cubicBezTo>
                  <a:pt x="2760488" y="77018"/>
                  <a:pt x="2764780" y="82103"/>
                  <a:pt x="2767756" y="88255"/>
                </a:cubicBezTo>
                <a:cubicBezTo>
                  <a:pt x="2770733" y="94407"/>
                  <a:pt x="2772221" y="101650"/>
                  <a:pt x="2772221" y="109984"/>
                </a:cubicBezTo>
                <a:cubicBezTo>
                  <a:pt x="2772221" y="114647"/>
                  <a:pt x="2771626" y="119038"/>
                  <a:pt x="2770435" y="123155"/>
                </a:cubicBezTo>
                <a:cubicBezTo>
                  <a:pt x="2769245" y="127273"/>
                  <a:pt x="2767508" y="131018"/>
                  <a:pt x="2765226" y="134392"/>
                </a:cubicBezTo>
                <a:cubicBezTo>
                  <a:pt x="2762944" y="137765"/>
                  <a:pt x="2760141" y="140742"/>
                  <a:pt x="2756817" y="143321"/>
                </a:cubicBezTo>
                <a:cubicBezTo>
                  <a:pt x="2753494" y="145901"/>
                  <a:pt x="2749698" y="147985"/>
                  <a:pt x="2745432" y="149572"/>
                </a:cubicBezTo>
                <a:cubicBezTo>
                  <a:pt x="2750889" y="150564"/>
                  <a:pt x="2755924" y="152301"/>
                  <a:pt x="2760538" y="154781"/>
                </a:cubicBezTo>
                <a:cubicBezTo>
                  <a:pt x="2765152" y="157262"/>
                  <a:pt x="2769170" y="160461"/>
                  <a:pt x="2772593" y="164381"/>
                </a:cubicBezTo>
                <a:cubicBezTo>
                  <a:pt x="2776016" y="168300"/>
                  <a:pt x="2778720" y="172889"/>
                  <a:pt x="2780704" y="178147"/>
                </a:cubicBezTo>
                <a:cubicBezTo>
                  <a:pt x="2782689" y="183406"/>
                  <a:pt x="2783681" y="189309"/>
                  <a:pt x="2783681" y="195858"/>
                </a:cubicBezTo>
                <a:cubicBezTo>
                  <a:pt x="2783681" y="202704"/>
                  <a:pt x="2782738" y="208905"/>
                  <a:pt x="2780853" y="214461"/>
                </a:cubicBezTo>
                <a:cubicBezTo>
                  <a:pt x="2778968" y="220018"/>
                  <a:pt x="2776364" y="224929"/>
                  <a:pt x="2773040" y="229195"/>
                </a:cubicBezTo>
                <a:cubicBezTo>
                  <a:pt x="2769716" y="233462"/>
                  <a:pt x="2765747" y="237133"/>
                  <a:pt x="2761133" y="240209"/>
                </a:cubicBezTo>
                <a:cubicBezTo>
                  <a:pt x="2756520" y="243284"/>
                  <a:pt x="2751435" y="245814"/>
                  <a:pt x="2745879" y="247799"/>
                </a:cubicBezTo>
                <a:cubicBezTo>
                  <a:pt x="2740322" y="249783"/>
                  <a:pt x="2734394" y="251247"/>
                  <a:pt x="2728094" y="252189"/>
                </a:cubicBezTo>
                <a:cubicBezTo>
                  <a:pt x="2721793" y="253132"/>
                  <a:pt x="2714773" y="253603"/>
                  <a:pt x="2707034" y="253603"/>
                </a:cubicBezTo>
                <a:lnTo>
                  <a:pt x="2655838" y="253603"/>
                </a:lnTo>
                <a:cubicBezTo>
                  <a:pt x="2652563" y="253603"/>
                  <a:pt x="2649810" y="252636"/>
                  <a:pt x="2647578" y="250701"/>
                </a:cubicBezTo>
                <a:cubicBezTo>
                  <a:pt x="2645345" y="248766"/>
                  <a:pt x="2644229" y="245616"/>
                  <a:pt x="2644229" y="241250"/>
                </a:cubicBezTo>
                <a:lnTo>
                  <a:pt x="2644229" y="73372"/>
                </a:lnTo>
                <a:cubicBezTo>
                  <a:pt x="2644229" y="69007"/>
                  <a:pt x="2645345" y="65856"/>
                  <a:pt x="2647578" y="63922"/>
                </a:cubicBezTo>
                <a:cubicBezTo>
                  <a:pt x="2649810" y="61987"/>
                  <a:pt x="2652563" y="61019"/>
                  <a:pt x="2655838" y="61019"/>
                </a:cubicBezTo>
                <a:close/>
                <a:moveTo>
                  <a:pt x="2189113" y="61019"/>
                </a:moveTo>
                <a:lnTo>
                  <a:pt x="2238970" y="61019"/>
                </a:lnTo>
                <a:cubicBezTo>
                  <a:pt x="2244030" y="61019"/>
                  <a:pt x="2248197" y="61119"/>
                  <a:pt x="2251472" y="61317"/>
                </a:cubicBezTo>
                <a:cubicBezTo>
                  <a:pt x="2254746" y="61516"/>
                  <a:pt x="2257722" y="61764"/>
                  <a:pt x="2260401" y="62061"/>
                </a:cubicBezTo>
                <a:cubicBezTo>
                  <a:pt x="2268140" y="63153"/>
                  <a:pt x="2275110" y="65038"/>
                  <a:pt x="2281312" y="67717"/>
                </a:cubicBezTo>
                <a:cubicBezTo>
                  <a:pt x="2287513" y="70396"/>
                  <a:pt x="2292771" y="73893"/>
                  <a:pt x="2297087" y="78209"/>
                </a:cubicBezTo>
                <a:cubicBezTo>
                  <a:pt x="2301403" y="82525"/>
                  <a:pt x="2304702" y="87635"/>
                  <a:pt x="2306984" y="93538"/>
                </a:cubicBezTo>
                <a:cubicBezTo>
                  <a:pt x="2309266" y="99442"/>
                  <a:pt x="2310407" y="106214"/>
                  <a:pt x="2310407" y="113853"/>
                </a:cubicBezTo>
                <a:cubicBezTo>
                  <a:pt x="2310407" y="120303"/>
                  <a:pt x="2309589" y="126181"/>
                  <a:pt x="2307952" y="131490"/>
                </a:cubicBezTo>
                <a:cubicBezTo>
                  <a:pt x="2306315" y="136798"/>
                  <a:pt x="2303909" y="141535"/>
                  <a:pt x="2300734" y="145703"/>
                </a:cubicBezTo>
                <a:cubicBezTo>
                  <a:pt x="2297559" y="149870"/>
                  <a:pt x="2293639" y="153491"/>
                  <a:pt x="2288976" y="156567"/>
                </a:cubicBezTo>
                <a:cubicBezTo>
                  <a:pt x="2284313" y="159643"/>
                  <a:pt x="2279005" y="162123"/>
                  <a:pt x="2273052" y="164009"/>
                </a:cubicBezTo>
                <a:cubicBezTo>
                  <a:pt x="2275929" y="165398"/>
                  <a:pt x="2278633" y="167084"/>
                  <a:pt x="2281163" y="169069"/>
                </a:cubicBezTo>
                <a:cubicBezTo>
                  <a:pt x="2283693" y="171053"/>
                  <a:pt x="2286074" y="173459"/>
                  <a:pt x="2288306" y="176287"/>
                </a:cubicBezTo>
                <a:cubicBezTo>
                  <a:pt x="2290539" y="179115"/>
                  <a:pt x="2292647" y="182339"/>
                  <a:pt x="2294632" y="185961"/>
                </a:cubicBezTo>
                <a:cubicBezTo>
                  <a:pt x="2296616" y="189582"/>
                  <a:pt x="2298551" y="193675"/>
                  <a:pt x="2300436" y="198239"/>
                </a:cubicBezTo>
                <a:lnTo>
                  <a:pt x="2316658" y="236190"/>
                </a:lnTo>
                <a:cubicBezTo>
                  <a:pt x="2318147" y="239960"/>
                  <a:pt x="2319139" y="242714"/>
                  <a:pt x="2319635" y="244450"/>
                </a:cubicBezTo>
                <a:cubicBezTo>
                  <a:pt x="2320131" y="246186"/>
                  <a:pt x="2320379" y="247551"/>
                  <a:pt x="2320379" y="248543"/>
                </a:cubicBezTo>
                <a:cubicBezTo>
                  <a:pt x="2320379" y="249634"/>
                  <a:pt x="2320180" y="250552"/>
                  <a:pt x="2319784" y="251296"/>
                </a:cubicBezTo>
                <a:cubicBezTo>
                  <a:pt x="2319387" y="252040"/>
                  <a:pt x="2318444" y="252660"/>
                  <a:pt x="2316956" y="253157"/>
                </a:cubicBezTo>
                <a:cubicBezTo>
                  <a:pt x="2315468" y="253653"/>
                  <a:pt x="2313285" y="254000"/>
                  <a:pt x="2310407" y="254198"/>
                </a:cubicBezTo>
                <a:cubicBezTo>
                  <a:pt x="2307530" y="254397"/>
                  <a:pt x="2303611" y="254496"/>
                  <a:pt x="2298650" y="254496"/>
                </a:cubicBezTo>
                <a:cubicBezTo>
                  <a:pt x="2294483" y="254496"/>
                  <a:pt x="2291159" y="254397"/>
                  <a:pt x="2288679" y="254198"/>
                </a:cubicBezTo>
                <a:cubicBezTo>
                  <a:pt x="2286198" y="254000"/>
                  <a:pt x="2284238" y="253628"/>
                  <a:pt x="2282800" y="253082"/>
                </a:cubicBezTo>
                <a:cubicBezTo>
                  <a:pt x="2281361" y="252536"/>
                  <a:pt x="2280344" y="251842"/>
                  <a:pt x="2279749" y="250999"/>
                </a:cubicBezTo>
                <a:cubicBezTo>
                  <a:pt x="2279154" y="250155"/>
                  <a:pt x="2278657" y="249138"/>
                  <a:pt x="2278261" y="247948"/>
                </a:cubicBezTo>
                <a:lnTo>
                  <a:pt x="2260997" y="204936"/>
                </a:lnTo>
                <a:cubicBezTo>
                  <a:pt x="2258913" y="200075"/>
                  <a:pt x="2256879" y="195759"/>
                  <a:pt x="2254895" y="191988"/>
                </a:cubicBezTo>
                <a:cubicBezTo>
                  <a:pt x="2252910" y="188218"/>
                  <a:pt x="2250703" y="185068"/>
                  <a:pt x="2248272" y="182538"/>
                </a:cubicBezTo>
                <a:cubicBezTo>
                  <a:pt x="2245841" y="180008"/>
                  <a:pt x="2243038" y="178098"/>
                  <a:pt x="2239863" y="176808"/>
                </a:cubicBezTo>
                <a:cubicBezTo>
                  <a:pt x="2236688" y="175518"/>
                  <a:pt x="2233017" y="174873"/>
                  <a:pt x="2228850" y="174873"/>
                </a:cubicBezTo>
                <a:lnTo>
                  <a:pt x="2216646" y="174873"/>
                </a:lnTo>
                <a:lnTo>
                  <a:pt x="2216646" y="248245"/>
                </a:lnTo>
                <a:cubicBezTo>
                  <a:pt x="2216646" y="249237"/>
                  <a:pt x="2216323" y="250130"/>
                  <a:pt x="2215678" y="250924"/>
                </a:cubicBezTo>
                <a:cubicBezTo>
                  <a:pt x="2215033" y="251718"/>
                  <a:pt x="2213967" y="252363"/>
                  <a:pt x="2212479" y="252859"/>
                </a:cubicBezTo>
                <a:cubicBezTo>
                  <a:pt x="2210990" y="253355"/>
                  <a:pt x="2209006" y="253752"/>
                  <a:pt x="2206525" y="254050"/>
                </a:cubicBezTo>
                <a:cubicBezTo>
                  <a:pt x="2204045" y="254347"/>
                  <a:pt x="2200870" y="254496"/>
                  <a:pt x="2197000" y="254496"/>
                </a:cubicBezTo>
                <a:cubicBezTo>
                  <a:pt x="2193230" y="254496"/>
                  <a:pt x="2190080" y="254347"/>
                  <a:pt x="2187550" y="254050"/>
                </a:cubicBezTo>
                <a:cubicBezTo>
                  <a:pt x="2185020" y="253752"/>
                  <a:pt x="2183011" y="253355"/>
                  <a:pt x="2181522" y="252859"/>
                </a:cubicBezTo>
                <a:cubicBezTo>
                  <a:pt x="2180034" y="252363"/>
                  <a:pt x="2178992" y="251718"/>
                  <a:pt x="2178397" y="250924"/>
                </a:cubicBezTo>
                <a:cubicBezTo>
                  <a:pt x="2177802" y="250130"/>
                  <a:pt x="2177504" y="249237"/>
                  <a:pt x="2177504" y="248245"/>
                </a:cubicBezTo>
                <a:lnTo>
                  <a:pt x="2177504" y="73372"/>
                </a:lnTo>
                <a:cubicBezTo>
                  <a:pt x="2177504" y="69007"/>
                  <a:pt x="2178620" y="65856"/>
                  <a:pt x="2180853" y="63922"/>
                </a:cubicBezTo>
                <a:cubicBezTo>
                  <a:pt x="2183085" y="61987"/>
                  <a:pt x="2185838" y="61019"/>
                  <a:pt x="2189113" y="61019"/>
                </a:cubicBezTo>
                <a:close/>
                <a:moveTo>
                  <a:pt x="2975669" y="59680"/>
                </a:moveTo>
                <a:cubicBezTo>
                  <a:pt x="2979439" y="59680"/>
                  <a:pt x="2982490" y="59754"/>
                  <a:pt x="2984822" y="59903"/>
                </a:cubicBezTo>
                <a:cubicBezTo>
                  <a:pt x="2987154" y="60052"/>
                  <a:pt x="2988915" y="60300"/>
                  <a:pt x="2990106" y="60647"/>
                </a:cubicBezTo>
                <a:cubicBezTo>
                  <a:pt x="2991296" y="60995"/>
                  <a:pt x="2992090" y="61466"/>
                  <a:pt x="2992487" y="62061"/>
                </a:cubicBezTo>
                <a:cubicBezTo>
                  <a:pt x="2992884" y="62657"/>
                  <a:pt x="2993082" y="63401"/>
                  <a:pt x="2993082" y="64294"/>
                </a:cubicBezTo>
                <a:lnTo>
                  <a:pt x="2993082" y="223391"/>
                </a:lnTo>
                <a:lnTo>
                  <a:pt x="3024485" y="223391"/>
                </a:lnTo>
                <a:cubicBezTo>
                  <a:pt x="3025378" y="223391"/>
                  <a:pt x="3026196" y="223664"/>
                  <a:pt x="3026940" y="224209"/>
                </a:cubicBezTo>
                <a:cubicBezTo>
                  <a:pt x="3027685" y="224755"/>
                  <a:pt x="3028329" y="225623"/>
                  <a:pt x="3028875" y="226814"/>
                </a:cubicBezTo>
                <a:cubicBezTo>
                  <a:pt x="3029421" y="228005"/>
                  <a:pt x="3029818" y="229567"/>
                  <a:pt x="3030066" y="231502"/>
                </a:cubicBezTo>
                <a:cubicBezTo>
                  <a:pt x="3030314" y="233437"/>
                  <a:pt x="3030438" y="235843"/>
                  <a:pt x="3030438" y="238720"/>
                </a:cubicBezTo>
                <a:cubicBezTo>
                  <a:pt x="3030438" y="241498"/>
                  <a:pt x="3030289" y="243855"/>
                  <a:pt x="3029991" y="245790"/>
                </a:cubicBezTo>
                <a:cubicBezTo>
                  <a:pt x="3029694" y="247724"/>
                  <a:pt x="3029272" y="249262"/>
                  <a:pt x="3028726" y="250403"/>
                </a:cubicBezTo>
                <a:cubicBezTo>
                  <a:pt x="3028181" y="251544"/>
                  <a:pt x="3027560" y="252363"/>
                  <a:pt x="3026866" y="252859"/>
                </a:cubicBezTo>
                <a:cubicBezTo>
                  <a:pt x="3026171" y="253355"/>
                  <a:pt x="3025378" y="253603"/>
                  <a:pt x="3024485" y="253603"/>
                </a:cubicBezTo>
                <a:lnTo>
                  <a:pt x="2918222" y="253603"/>
                </a:lnTo>
                <a:cubicBezTo>
                  <a:pt x="2917428" y="253603"/>
                  <a:pt x="2916684" y="253355"/>
                  <a:pt x="2915989" y="252859"/>
                </a:cubicBezTo>
                <a:cubicBezTo>
                  <a:pt x="2915294" y="252363"/>
                  <a:pt x="2914674" y="251544"/>
                  <a:pt x="2914129" y="250403"/>
                </a:cubicBezTo>
                <a:cubicBezTo>
                  <a:pt x="2913583" y="249262"/>
                  <a:pt x="2913161" y="247724"/>
                  <a:pt x="2912864" y="245790"/>
                </a:cubicBezTo>
                <a:cubicBezTo>
                  <a:pt x="2912566" y="243855"/>
                  <a:pt x="2912417" y="241498"/>
                  <a:pt x="2912417" y="238720"/>
                </a:cubicBezTo>
                <a:cubicBezTo>
                  <a:pt x="2912417" y="235843"/>
                  <a:pt x="2912541" y="233437"/>
                  <a:pt x="2912789" y="231502"/>
                </a:cubicBezTo>
                <a:cubicBezTo>
                  <a:pt x="2913037" y="229567"/>
                  <a:pt x="2913434" y="228005"/>
                  <a:pt x="2913980" y="226814"/>
                </a:cubicBezTo>
                <a:cubicBezTo>
                  <a:pt x="2914526" y="225623"/>
                  <a:pt x="2915146" y="224755"/>
                  <a:pt x="2915840" y="224209"/>
                </a:cubicBezTo>
                <a:cubicBezTo>
                  <a:pt x="2916535" y="223664"/>
                  <a:pt x="2917329" y="223391"/>
                  <a:pt x="2918222" y="223391"/>
                </a:cubicBezTo>
                <a:lnTo>
                  <a:pt x="2954089" y="223391"/>
                </a:lnTo>
                <a:lnTo>
                  <a:pt x="2954089" y="98078"/>
                </a:lnTo>
                <a:lnTo>
                  <a:pt x="2923133" y="115193"/>
                </a:lnTo>
                <a:cubicBezTo>
                  <a:pt x="2920851" y="116284"/>
                  <a:pt x="2918990" y="116954"/>
                  <a:pt x="2917552" y="117202"/>
                </a:cubicBezTo>
                <a:cubicBezTo>
                  <a:pt x="2916113" y="117450"/>
                  <a:pt x="2914972" y="117152"/>
                  <a:pt x="2914129" y="116309"/>
                </a:cubicBezTo>
                <a:cubicBezTo>
                  <a:pt x="2913285" y="115466"/>
                  <a:pt x="2912715" y="114002"/>
                  <a:pt x="2912417" y="111919"/>
                </a:cubicBezTo>
                <a:cubicBezTo>
                  <a:pt x="2912120" y="109835"/>
                  <a:pt x="2911971" y="106908"/>
                  <a:pt x="2911971" y="103138"/>
                </a:cubicBezTo>
                <a:cubicBezTo>
                  <a:pt x="2911971" y="100757"/>
                  <a:pt x="2912020" y="98797"/>
                  <a:pt x="2912120" y="97259"/>
                </a:cubicBezTo>
                <a:cubicBezTo>
                  <a:pt x="2912219" y="95721"/>
                  <a:pt x="2912467" y="94407"/>
                  <a:pt x="2912864" y="93315"/>
                </a:cubicBezTo>
                <a:cubicBezTo>
                  <a:pt x="2913260" y="92224"/>
                  <a:pt x="2913806" y="91331"/>
                  <a:pt x="2914501" y="90636"/>
                </a:cubicBezTo>
                <a:cubicBezTo>
                  <a:pt x="2915195" y="89942"/>
                  <a:pt x="2916138" y="89198"/>
                  <a:pt x="2917329" y="88404"/>
                </a:cubicBezTo>
                <a:lnTo>
                  <a:pt x="2958703" y="61615"/>
                </a:lnTo>
                <a:cubicBezTo>
                  <a:pt x="2959199" y="61218"/>
                  <a:pt x="2959819" y="60895"/>
                  <a:pt x="2960563" y="60647"/>
                </a:cubicBezTo>
                <a:cubicBezTo>
                  <a:pt x="2961307" y="60399"/>
                  <a:pt x="2962275" y="60201"/>
                  <a:pt x="2963465" y="60052"/>
                </a:cubicBezTo>
                <a:cubicBezTo>
                  <a:pt x="2964656" y="59903"/>
                  <a:pt x="2966219" y="59804"/>
                  <a:pt x="2968153" y="59754"/>
                </a:cubicBezTo>
                <a:cubicBezTo>
                  <a:pt x="2970088" y="59705"/>
                  <a:pt x="2972593" y="59680"/>
                  <a:pt x="2975669" y="59680"/>
                </a:cubicBezTo>
                <a:close/>
                <a:moveTo>
                  <a:pt x="2556569" y="59680"/>
                </a:moveTo>
                <a:cubicBezTo>
                  <a:pt x="2560339" y="59680"/>
                  <a:pt x="2563390" y="59754"/>
                  <a:pt x="2565722" y="59903"/>
                </a:cubicBezTo>
                <a:cubicBezTo>
                  <a:pt x="2568054" y="60052"/>
                  <a:pt x="2569815" y="60300"/>
                  <a:pt x="2571006" y="60647"/>
                </a:cubicBezTo>
                <a:cubicBezTo>
                  <a:pt x="2572196" y="60995"/>
                  <a:pt x="2572990" y="61466"/>
                  <a:pt x="2573387" y="62061"/>
                </a:cubicBezTo>
                <a:cubicBezTo>
                  <a:pt x="2573784" y="62657"/>
                  <a:pt x="2573982" y="63401"/>
                  <a:pt x="2573982" y="64294"/>
                </a:cubicBezTo>
                <a:lnTo>
                  <a:pt x="2573982" y="223391"/>
                </a:lnTo>
                <a:lnTo>
                  <a:pt x="2605385" y="223391"/>
                </a:lnTo>
                <a:cubicBezTo>
                  <a:pt x="2606278" y="223391"/>
                  <a:pt x="2607096" y="223664"/>
                  <a:pt x="2607840" y="224209"/>
                </a:cubicBezTo>
                <a:cubicBezTo>
                  <a:pt x="2608585" y="224755"/>
                  <a:pt x="2609229" y="225623"/>
                  <a:pt x="2609775" y="226814"/>
                </a:cubicBezTo>
                <a:cubicBezTo>
                  <a:pt x="2610321" y="228005"/>
                  <a:pt x="2610718" y="229567"/>
                  <a:pt x="2610966" y="231502"/>
                </a:cubicBezTo>
                <a:cubicBezTo>
                  <a:pt x="2611214" y="233437"/>
                  <a:pt x="2611338" y="235843"/>
                  <a:pt x="2611338" y="238720"/>
                </a:cubicBezTo>
                <a:cubicBezTo>
                  <a:pt x="2611338" y="241498"/>
                  <a:pt x="2611189" y="243855"/>
                  <a:pt x="2610891" y="245790"/>
                </a:cubicBezTo>
                <a:cubicBezTo>
                  <a:pt x="2610594" y="247724"/>
                  <a:pt x="2610172" y="249262"/>
                  <a:pt x="2609626" y="250403"/>
                </a:cubicBezTo>
                <a:cubicBezTo>
                  <a:pt x="2609081" y="251544"/>
                  <a:pt x="2608460" y="252363"/>
                  <a:pt x="2607766" y="252859"/>
                </a:cubicBezTo>
                <a:cubicBezTo>
                  <a:pt x="2607071" y="253355"/>
                  <a:pt x="2606278" y="253603"/>
                  <a:pt x="2605385" y="253603"/>
                </a:cubicBezTo>
                <a:lnTo>
                  <a:pt x="2499122" y="253603"/>
                </a:lnTo>
                <a:cubicBezTo>
                  <a:pt x="2498328" y="253603"/>
                  <a:pt x="2497584" y="253355"/>
                  <a:pt x="2496889" y="252859"/>
                </a:cubicBezTo>
                <a:cubicBezTo>
                  <a:pt x="2496194" y="252363"/>
                  <a:pt x="2495574" y="251544"/>
                  <a:pt x="2495029" y="250403"/>
                </a:cubicBezTo>
                <a:cubicBezTo>
                  <a:pt x="2494483" y="249262"/>
                  <a:pt x="2494061" y="247724"/>
                  <a:pt x="2493764" y="245790"/>
                </a:cubicBezTo>
                <a:cubicBezTo>
                  <a:pt x="2493466" y="243855"/>
                  <a:pt x="2493317" y="241498"/>
                  <a:pt x="2493317" y="238720"/>
                </a:cubicBezTo>
                <a:cubicBezTo>
                  <a:pt x="2493317" y="235843"/>
                  <a:pt x="2493441" y="233437"/>
                  <a:pt x="2493689" y="231502"/>
                </a:cubicBezTo>
                <a:cubicBezTo>
                  <a:pt x="2493937" y="229567"/>
                  <a:pt x="2494334" y="228005"/>
                  <a:pt x="2494880" y="226814"/>
                </a:cubicBezTo>
                <a:cubicBezTo>
                  <a:pt x="2495426" y="225623"/>
                  <a:pt x="2496046" y="224755"/>
                  <a:pt x="2496740" y="224209"/>
                </a:cubicBezTo>
                <a:cubicBezTo>
                  <a:pt x="2497435" y="223664"/>
                  <a:pt x="2498229" y="223391"/>
                  <a:pt x="2499122" y="223391"/>
                </a:cubicBezTo>
                <a:lnTo>
                  <a:pt x="2534989" y="223391"/>
                </a:lnTo>
                <a:lnTo>
                  <a:pt x="2534989" y="98078"/>
                </a:lnTo>
                <a:lnTo>
                  <a:pt x="2504033" y="115193"/>
                </a:lnTo>
                <a:cubicBezTo>
                  <a:pt x="2501751" y="116284"/>
                  <a:pt x="2499890" y="116954"/>
                  <a:pt x="2498452" y="117202"/>
                </a:cubicBezTo>
                <a:cubicBezTo>
                  <a:pt x="2497013" y="117450"/>
                  <a:pt x="2495872" y="117152"/>
                  <a:pt x="2495029" y="116309"/>
                </a:cubicBezTo>
                <a:cubicBezTo>
                  <a:pt x="2494185" y="115466"/>
                  <a:pt x="2493615" y="114002"/>
                  <a:pt x="2493317" y="111919"/>
                </a:cubicBezTo>
                <a:cubicBezTo>
                  <a:pt x="2493020" y="109835"/>
                  <a:pt x="2492871" y="106908"/>
                  <a:pt x="2492871" y="103138"/>
                </a:cubicBezTo>
                <a:cubicBezTo>
                  <a:pt x="2492871" y="100757"/>
                  <a:pt x="2492920" y="98797"/>
                  <a:pt x="2493020" y="97259"/>
                </a:cubicBezTo>
                <a:cubicBezTo>
                  <a:pt x="2493119" y="95721"/>
                  <a:pt x="2493367" y="94407"/>
                  <a:pt x="2493764" y="93315"/>
                </a:cubicBezTo>
                <a:cubicBezTo>
                  <a:pt x="2494160" y="92224"/>
                  <a:pt x="2494706" y="91331"/>
                  <a:pt x="2495401" y="90636"/>
                </a:cubicBezTo>
                <a:cubicBezTo>
                  <a:pt x="2496095" y="89942"/>
                  <a:pt x="2497038" y="89198"/>
                  <a:pt x="2498229" y="88404"/>
                </a:cubicBezTo>
                <a:lnTo>
                  <a:pt x="2539603" y="61615"/>
                </a:lnTo>
                <a:cubicBezTo>
                  <a:pt x="2540099" y="61218"/>
                  <a:pt x="2540719" y="60895"/>
                  <a:pt x="2541463" y="60647"/>
                </a:cubicBezTo>
                <a:cubicBezTo>
                  <a:pt x="2542207" y="60399"/>
                  <a:pt x="2543175" y="60201"/>
                  <a:pt x="2544365" y="60052"/>
                </a:cubicBezTo>
                <a:cubicBezTo>
                  <a:pt x="2545556" y="59903"/>
                  <a:pt x="2547119" y="59804"/>
                  <a:pt x="2549053" y="59754"/>
                </a:cubicBezTo>
                <a:cubicBezTo>
                  <a:pt x="2550988" y="59705"/>
                  <a:pt x="2553493" y="59680"/>
                  <a:pt x="2556569" y="59680"/>
                </a:cubicBezTo>
                <a:close/>
                <a:moveTo>
                  <a:pt x="1679302" y="59196"/>
                </a:moveTo>
                <a:cubicBezTo>
                  <a:pt x="1702432" y="69329"/>
                  <a:pt x="1713997" y="78032"/>
                  <a:pt x="1713997" y="85306"/>
                </a:cubicBezTo>
                <a:cubicBezTo>
                  <a:pt x="1713997" y="92580"/>
                  <a:pt x="1711660" y="96335"/>
                  <a:pt x="1706984" y="96571"/>
                </a:cubicBezTo>
                <a:lnTo>
                  <a:pt x="1798271" y="96571"/>
                </a:lnTo>
                <a:lnTo>
                  <a:pt x="1811815" y="81372"/>
                </a:lnTo>
                <a:lnTo>
                  <a:pt x="1836576" y="110393"/>
                </a:lnTo>
                <a:cubicBezTo>
                  <a:pt x="1826642" y="113519"/>
                  <a:pt x="1819873" y="116346"/>
                  <a:pt x="1816270" y="118876"/>
                </a:cubicBezTo>
                <a:cubicBezTo>
                  <a:pt x="1812667" y="121406"/>
                  <a:pt x="1805161" y="128017"/>
                  <a:pt x="1793751" y="138708"/>
                </a:cubicBezTo>
                <a:lnTo>
                  <a:pt x="1786235" y="134224"/>
                </a:lnTo>
                <a:lnTo>
                  <a:pt x="1799071" y="109537"/>
                </a:lnTo>
                <a:lnTo>
                  <a:pt x="1601669" y="109537"/>
                </a:lnTo>
                <a:cubicBezTo>
                  <a:pt x="1600975" y="120451"/>
                  <a:pt x="1599260" y="127961"/>
                  <a:pt x="1596526" y="132066"/>
                </a:cubicBezTo>
                <a:cubicBezTo>
                  <a:pt x="1593791" y="136171"/>
                  <a:pt x="1590783" y="138695"/>
                  <a:pt x="1587503" y="139638"/>
                </a:cubicBezTo>
                <a:cubicBezTo>
                  <a:pt x="1584222" y="140580"/>
                  <a:pt x="1581615" y="141052"/>
                  <a:pt x="1579680" y="141052"/>
                </a:cubicBezTo>
                <a:cubicBezTo>
                  <a:pt x="1576567" y="141052"/>
                  <a:pt x="1573442" y="140007"/>
                  <a:pt x="1570304" y="137917"/>
                </a:cubicBezTo>
                <a:cubicBezTo>
                  <a:pt x="1567166" y="135827"/>
                  <a:pt x="1565597" y="133189"/>
                  <a:pt x="1565597" y="130001"/>
                </a:cubicBezTo>
                <a:lnTo>
                  <a:pt x="1568499" y="125667"/>
                </a:lnTo>
                <a:cubicBezTo>
                  <a:pt x="1569938" y="123496"/>
                  <a:pt x="1572809" y="120259"/>
                  <a:pt x="1577113" y="115956"/>
                </a:cubicBezTo>
                <a:cubicBezTo>
                  <a:pt x="1579754" y="113314"/>
                  <a:pt x="1582192" y="109392"/>
                  <a:pt x="1584424" y="104189"/>
                </a:cubicBezTo>
                <a:cubicBezTo>
                  <a:pt x="1586656" y="98986"/>
                  <a:pt x="1588728" y="92559"/>
                  <a:pt x="1590638" y="84906"/>
                </a:cubicBezTo>
                <a:lnTo>
                  <a:pt x="1601930" y="84906"/>
                </a:lnTo>
                <a:lnTo>
                  <a:pt x="1601930" y="96571"/>
                </a:lnTo>
                <a:lnTo>
                  <a:pt x="1691673" y="96571"/>
                </a:lnTo>
                <a:cubicBezTo>
                  <a:pt x="1690929" y="93334"/>
                  <a:pt x="1689466" y="89160"/>
                  <a:pt x="1687283" y="84051"/>
                </a:cubicBezTo>
                <a:cubicBezTo>
                  <a:pt x="1685100" y="78941"/>
                  <a:pt x="1681503" y="72826"/>
                  <a:pt x="1676493" y="65708"/>
                </a:cubicBezTo>
                <a:close/>
                <a:moveTo>
                  <a:pt x="3117056" y="57596"/>
                </a:moveTo>
                <a:cubicBezTo>
                  <a:pt x="3126382" y="57596"/>
                  <a:pt x="3134642" y="58688"/>
                  <a:pt x="3141836" y="60871"/>
                </a:cubicBezTo>
                <a:cubicBezTo>
                  <a:pt x="3149029" y="63053"/>
                  <a:pt x="3155081" y="66204"/>
                  <a:pt x="3159993" y="70321"/>
                </a:cubicBezTo>
                <a:cubicBezTo>
                  <a:pt x="3164904" y="74439"/>
                  <a:pt x="3168625" y="79499"/>
                  <a:pt x="3171155" y="85502"/>
                </a:cubicBezTo>
                <a:cubicBezTo>
                  <a:pt x="3173685" y="91504"/>
                  <a:pt x="3174950" y="98276"/>
                  <a:pt x="3174950" y="105817"/>
                </a:cubicBezTo>
                <a:cubicBezTo>
                  <a:pt x="3174950" y="111671"/>
                  <a:pt x="3174206" y="117128"/>
                  <a:pt x="3172718" y="122188"/>
                </a:cubicBezTo>
                <a:cubicBezTo>
                  <a:pt x="3171229" y="127248"/>
                  <a:pt x="3169046" y="131762"/>
                  <a:pt x="3166169" y="135731"/>
                </a:cubicBezTo>
                <a:cubicBezTo>
                  <a:pt x="3163292" y="139700"/>
                  <a:pt x="3159695" y="143073"/>
                  <a:pt x="3155379" y="145851"/>
                </a:cubicBezTo>
                <a:cubicBezTo>
                  <a:pt x="3151063" y="148630"/>
                  <a:pt x="3146077" y="150713"/>
                  <a:pt x="3140422" y="152102"/>
                </a:cubicBezTo>
                <a:lnTo>
                  <a:pt x="3140422" y="152549"/>
                </a:lnTo>
                <a:cubicBezTo>
                  <a:pt x="3147169" y="153342"/>
                  <a:pt x="3153221" y="155054"/>
                  <a:pt x="3158579" y="157683"/>
                </a:cubicBezTo>
                <a:cubicBezTo>
                  <a:pt x="3163937" y="160313"/>
                  <a:pt x="3168476" y="163612"/>
                  <a:pt x="3172197" y="167580"/>
                </a:cubicBezTo>
                <a:cubicBezTo>
                  <a:pt x="3175917" y="171549"/>
                  <a:pt x="3178770" y="176039"/>
                  <a:pt x="3180754" y="181049"/>
                </a:cubicBezTo>
                <a:cubicBezTo>
                  <a:pt x="3182739" y="186060"/>
                  <a:pt x="3183731" y="191442"/>
                  <a:pt x="3183731" y="197197"/>
                </a:cubicBezTo>
                <a:cubicBezTo>
                  <a:pt x="3183731" y="206821"/>
                  <a:pt x="3181895" y="215354"/>
                  <a:pt x="3178224" y="222796"/>
                </a:cubicBezTo>
                <a:cubicBezTo>
                  <a:pt x="3174553" y="230237"/>
                  <a:pt x="3169443" y="236488"/>
                  <a:pt x="3162895" y="241548"/>
                </a:cubicBezTo>
                <a:cubicBezTo>
                  <a:pt x="3156347" y="246608"/>
                  <a:pt x="3148508" y="250453"/>
                  <a:pt x="3139380" y="253082"/>
                </a:cubicBezTo>
                <a:cubicBezTo>
                  <a:pt x="3130252" y="255711"/>
                  <a:pt x="3120280" y="257026"/>
                  <a:pt x="3109466" y="257026"/>
                </a:cubicBezTo>
                <a:cubicBezTo>
                  <a:pt x="3102917" y="257026"/>
                  <a:pt x="3096766" y="256555"/>
                  <a:pt x="3091011" y="255612"/>
                </a:cubicBezTo>
                <a:cubicBezTo>
                  <a:pt x="3085256" y="254670"/>
                  <a:pt x="3080171" y="253504"/>
                  <a:pt x="3075756" y="252115"/>
                </a:cubicBezTo>
                <a:cubicBezTo>
                  <a:pt x="3071341" y="250726"/>
                  <a:pt x="3067694" y="249287"/>
                  <a:pt x="3064817" y="247799"/>
                </a:cubicBezTo>
                <a:cubicBezTo>
                  <a:pt x="3061940" y="246310"/>
                  <a:pt x="3060055" y="245169"/>
                  <a:pt x="3059162" y="244376"/>
                </a:cubicBezTo>
                <a:cubicBezTo>
                  <a:pt x="3058269" y="243582"/>
                  <a:pt x="3057599" y="242689"/>
                  <a:pt x="3057153" y="241697"/>
                </a:cubicBezTo>
                <a:cubicBezTo>
                  <a:pt x="3056706" y="240705"/>
                  <a:pt x="3056309" y="239539"/>
                  <a:pt x="3055962" y="238199"/>
                </a:cubicBezTo>
                <a:cubicBezTo>
                  <a:pt x="3055615" y="236860"/>
                  <a:pt x="3055367" y="235173"/>
                  <a:pt x="3055218" y="233139"/>
                </a:cubicBezTo>
                <a:cubicBezTo>
                  <a:pt x="3055069" y="231105"/>
                  <a:pt x="3054995" y="228650"/>
                  <a:pt x="3054995" y="225772"/>
                </a:cubicBezTo>
                <a:cubicBezTo>
                  <a:pt x="3054995" y="221010"/>
                  <a:pt x="3055391" y="217711"/>
                  <a:pt x="3056185" y="215875"/>
                </a:cubicBezTo>
                <a:cubicBezTo>
                  <a:pt x="3056979" y="214040"/>
                  <a:pt x="3058169" y="213122"/>
                  <a:pt x="3059757" y="213122"/>
                </a:cubicBezTo>
                <a:cubicBezTo>
                  <a:pt x="3060749" y="213122"/>
                  <a:pt x="3062461" y="213792"/>
                  <a:pt x="3064892" y="215131"/>
                </a:cubicBezTo>
                <a:cubicBezTo>
                  <a:pt x="3067322" y="216470"/>
                  <a:pt x="3070423" y="217909"/>
                  <a:pt x="3074193" y="219447"/>
                </a:cubicBezTo>
                <a:cubicBezTo>
                  <a:pt x="3077964" y="220985"/>
                  <a:pt x="3082379" y="222424"/>
                  <a:pt x="3087439" y="223763"/>
                </a:cubicBezTo>
                <a:cubicBezTo>
                  <a:pt x="3092499" y="225102"/>
                  <a:pt x="3098254" y="225772"/>
                  <a:pt x="3104703" y="225772"/>
                </a:cubicBezTo>
                <a:cubicBezTo>
                  <a:pt x="3110160" y="225772"/>
                  <a:pt x="3114972" y="225127"/>
                  <a:pt x="3119139" y="223837"/>
                </a:cubicBezTo>
                <a:cubicBezTo>
                  <a:pt x="3123307" y="222548"/>
                  <a:pt x="3126854" y="220737"/>
                  <a:pt x="3129781" y="218405"/>
                </a:cubicBezTo>
                <a:cubicBezTo>
                  <a:pt x="3132708" y="216074"/>
                  <a:pt x="3134890" y="213246"/>
                  <a:pt x="3136329" y="209922"/>
                </a:cubicBezTo>
                <a:cubicBezTo>
                  <a:pt x="3137768" y="206598"/>
                  <a:pt x="3138487" y="202902"/>
                  <a:pt x="3138487" y="198834"/>
                </a:cubicBezTo>
                <a:cubicBezTo>
                  <a:pt x="3138487" y="194369"/>
                  <a:pt x="3137619" y="190351"/>
                  <a:pt x="3135883" y="186779"/>
                </a:cubicBezTo>
                <a:cubicBezTo>
                  <a:pt x="3134146" y="183207"/>
                  <a:pt x="3131567" y="180156"/>
                  <a:pt x="3128144" y="177626"/>
                </a:cubicBezTo>
                <a:cubicBezTo>
                  <a:pt x="3124721" y="175096"/>
                  <a:pt x="3120405" y="173137"/>
                  <a:pt x="3115196" y="171748"/>
                </a:cubicBezTo>
                <a:cubicBezTo>
                  <a:pt x="3109987" y="170359"/>
                  <a:pt x="3103860" y="169664"/>
                  <a:pt x="3096815" y="169664"/>
                </a:cubicBezTo>
                <a:lnTo>
                  <a:pt x="3080147" y="169664"/>
                </a:lnTo>
                <a:cubicBezTo>
                  <a:pt x="3078856" y="169664"/>
                  <a:pt x="3077765" y="169490"/>
                  <a:pt x="3076872" y="169143"/>
                </a:cubicBezTo>
                <a:cubicBezTo>
                  <a:pt x="3075979" y="168796"/>
                  <a:pt x="3075235" y="168076"/>
                  <a:pt x="3074640" y="166985"/>
                </a:cubicBezTo>
                <a:cubicBezTo>
                  <a:pt x="3074045" y="165894"/>
                  <a:pt x="3073623" y="164381"/>
                  <a:pt x="3073375" y="162446"/>
                </a:cubicBezTo>
                <a:cubicBezTo>
                  <a:pt x="3073127" y="160511"/>
                  <a:pt x="3073003" y="158006"/>
                  <a:pt x="3073003" y="154930"/>
                </a:cubicBezTo>
                <a:cubicBezTo>
                  <a:pt x="3073003" y="152053"/>
                  <a:pt x="3073127" y="149696"/>
                  <a:pt x="3073375" y="147861"/>
                </a:cubicBezTo>
                <a:cubicBezTo>
                  <a:pt x="3073623" y="146025"/>
                  <a:pt x="3074020" y="144611"/>
                  <a:pt x="3074565" y="143619"/>
                </a:cubicBezTo>
                <a:cubicBezTo>
                  <a:pt x="3075111" y="142627"/>
                  <a:pt x="3075806" y="141932"/>
                  <a:pt x="3076649" y="141535"/>
                </a:cubicBezTo>
                <a:cubicBezTo>
                  <a:pt x="3077492" y="141139"/>
                  <a:pt x="3078509" y="140940"/>
                  <a:pt x="3079700" y="140940"/>
                </a:cubicBezTo>
                <a:lnTo>
                  <a:pt x="3096518" y="140940"/>
                </a:lnTo>
                <a:cubicBezTo>
                  <a:pt x="3102272" y="140940"/>
                  <a:pt x="3107382" y="140270"/>
                  <a:pt x="3111847" y="138931"/>
                </a:cubicBezTo>
                <a:cubicBezTo>
                  <a:pt x="3116312" y="137592"/>
                  <a:pt x="3120057" y="135682"/>
                  <a:pt x="3123083" y="133201"/>
                </a:cubicBezTo>
                <a:cubicBezTo>
                  <a:pt x="3126109" y="130721"/>
                  <a:pt x="3128416" y="127719"/>
                  <a:pt x="3130004" y="124197"/>
                </a:cubicBezTo>
                <a:cubicBezTo>
                  <a:pt x="3131591" y="120675"/>
                  <a:pt x="3132385" y="116780"/>
                  <a:pt x="3132385" y="112514"/>
                </a:cubicBezTo>
                <a:cubicBezTo>
                  <a:pt x="3132385" y="109240"/>
                  <a:pt x="3131839" y="106139"/>
                  <a:pt x="3130748" y="103212"/>
                </a:cubicBezTo>
                <a:cubicBezTo>
                  <a:pt x="3129657" y="100285"/>
                  <a:pt x="3128044" y="97755"/>
                  <a:pt x="3125911" y="95622"/>
                </a:cubicBezTo>
                <a:cubicBezTo>
                  <a:pt x="3123778" y="93489"/>
                  <a:pt x="3121025" y="91802"/>
                  <a:pt x="3117651" y="90562"/>
                </a:cubicBezTo>
                <a:cubicBezTo>
                  <a:pt x="3114278" y="89322"/>
                  <a:pt x="3110309" y="88701"/>
                  <a:pt x="3105745" y="88701"/>
                </a:cubicBezTo>
                <a:cubicBezTo>
                  <a:pt x="3100585" y="88701"/>
                  <a:pt x="3095724" y="89470"/>
                  <a:pt x="3091160" y="91008"/>
                </a:cubicBezTo>
                <a:cubicBezTo>
                  <a:pt x="3086596" y="92546"/>
                  <a:pt x="3082503" y="94233"/>
                  <a:pt x="3078881" y="96068"/>
                </a:cubicBezTo>
                <a:cubicBezTo>
                  <a:pt x="3075260" y="97904"/>
                  <a:pt x="3072184" y="99616"/>
                  <a:pt x="3069654" y="101203"/>
                </a:cubicBezTo>
                <a:cubicBezTo>
                  <a:pt x="3067124" y="102791"/>
                  <a:pt x="3065264" y="103584"/>
                  <a:pt x="3064073" y="103584"/>
                </a:cubicBezTo>
                <a:cubicBezTo>
                  <a:pt x="3063279" y="103584"/>
                  <a:pt x="3062585" y="103411"/>
                  <a:pt x="3061989" y="103063"/>
                </a:cubicBezTo>
                <a:cubicBezTo>
                  <a:pt x="3061394" y="102716"/>
                  <a:pt x="3060898" y="102046"/>
                  <a:pt x="3060501" y="101054"/>
                </a:cubicBezTo>
                <a:cubicBezTo>
                  <a:pt x="3060104" y="100062"/>
                  <a:pt x="3059806" y="98623"/>
                  <a:pt x="3059608" y="96738"/>
                </a:cubicBezTo>
                <a:cubicBezTo>
                  <a:pt x="3059410" y="94853"/>
                  <a:pt x="3059311" y="92422"/>
                  <a:pt x="3059311" y="89446"/>
                </a:cubicBezTo>
                <a:cubicBezTo>
                  <a:pt x="3059311" y="86965"/>
                  <a:pt x="3059360" y="84906"/>
                  <a:pt x="3059459" y="83269"/>
                </a:cubicBezTo>
                <a:cubicBezTo>
                  <a:pt x="3059559" y="81632"/>
                  <a:pt x="3059757" y="80268"/>
                  <a:pt x="3060055" y="79176"/>
                </a:cubicBezTo>
                <a:cubicBezTo>
                  <a:pt x="3060352" y="78085"/>
                  <a:pt x="3060724" y="77142"/>
                  <a:pt x="3061171" y="76349"/>
                </a:cubicBezTo>
                <a:cubicBezTo>
                  <a:pt x="3061617" y="75555"/>
                  <a:pt x="3062337" y="74687"/>
                  <a:pt x="3063329" y="73744"/>
                </a:cubicBezTo>
                <a:cubicBezTo>
                  <a:pt x="3064321" y="72802"/>
                  <a:pt x="3066355" y="71388"/>
                  <a:pt x="3069431" y="69503"/>
                </a:cubicBezTo>
                <a:cubicBezTo>
                  <a:pt x="3072507" y="67617"/>
                  <a:pt x="3076376" y="65782"/>
                  <a:pt x="3081039" y="63996"/>
                </a:cubicBezTo>
                <a:cubicBezTo>
                  <a:pt x="3085703" y="62210"/>
                  <a:pt x="3091085" y="60697"/>
                  <a:pt x="3097187" y="59457"/>
                </a:cubicBezTo>
                <a:cubicBezTo>
                  <a:pt x="3103289" y="58216"/>
                  <a:pt x="3109912" y="57596"/>
                  <a:pt x="3117056" y="57596"/>
                </a:cubicBezTo>
                <a:close/>
                <a:moveTo>
                  <a:pt x="2405211" y="57596"/>
                </a:moveTo>
                <a:cubicBezTo>
                  <a:pt x="2409775" y="57596"/>
                  <a:pt x="2414339" y="57944"/>
                  <a:pt x="2418903" y="58638"/>
                </a:cubicBezTo>
                <a:cubicBezTo>
                  <a:pt x="2423467" y="59333"/>
                  <a:pt x="2427733" y="60275"/>
                  <a:pt x="2431702" y="61466"/>
                </a:cubicBezTo>
                <a:cubicBezTo>
                  <a:pt x="2435671" y="62657"/>
                  <a:pt x="2439193" y="63996"/>
                  <a:pt x="2442269" y="65484"/>
                </a:cubicBezTo>
                <a:cubicBezTo>
                  <a:pt x="2445345" y="66973"/>
                  <a:pt x="2447379" y="68213"/>
                  <a:pt x="2448371" y="69205"/>
                </a:cubicBezTo>
                <a:cubicBezTo>
                  <a:pt x="2449363" y="70197"/>
                  <a:pt x="2450033" y="71041"/>
                  <a:pt x="2450380" y="71735"/>
                </a:cubicBezTo>
                <a:cubicBezTo>
                  <a:pt x="2450727" y="72430"/>
                  <a:pt x="2451025" y="73347"/>
                  <a:pt x="2451273" y="74488"/>
                </a:cubicBezTo>
                <a:cubicBezTo>
                  <a:pt x="2451521" y="75629"/>
                  <a:pt x="2451695" y="77068"/>
                  <a:pt x="2451794" y="78804"/>
                </a:cubicBezTo>
                <a:cubicBezTo>
                  <a:pt x="2451893" y="80541"/>
                  <a:pt x="2451943" y="82699"/>
                  <a:pt x="2451943" y="85278"/>
                </a:cubicBezTo>
                <a:cubicBezTo>
                  <a:pt x="2451943" y="88156"/>
                  <a:pt x="2451869" y="90587"/>
                  <a:pt x="2451720" y="92571"/>
                </a:cubicBezTo>
                <a:cubicBezTo>
                  <a:pt x="2451571" y="94555"/>
                  <a:pt x="2451323" y="96192"/>
                  <a:pt x="2450976" y="97482"/>
                </a:cubicBezTo>
                <a:cubicBezTo>
                  <a:pt x="2450628" y="98772"/>
                  <a:pt x="2450132" y="99715"/>
                  <a:pt x="2449487" y="100310"/>
                </a:cubicBezTo>
                <a:cubicBezTo>
                  <a:pt x="2448842" y="100905"/>
                  <a:pt x="2447974" y="101203"/>
                  <a:pt x="2446883" y="101203"/>
                </a:cubicBezTo>
                <a:cubicBezTo>
                  <a:pt x="2445791" y="101203"/>
                  <a:pt x="2444055" y="100508"/>
                  <a:pt x="2441674" y="99119"/>
                </a:cubicBezTo>
                <a:cubicBezTo>
                  <a:pt x="2439293" y="97730"/>
                  <a:pt x="2436365" y="96217"/>
                  <a:pt x="2432893" y="94580"/>
                </a:cubicBezTo>
                <a:cubicBezTo>
                  <a:pt x="2429420" y="92943"/>
                  <a:pt x="2425402" y="91455"/>
                  <a:pt x="2420838" y="90115"/>
                </a:cubicBezTo>
                <a:cubicBezTo>
                  <a:pt x="2416274" y="88776"/>
                  <a:pt x="2411263" y="88106"/>
                  <a:pt x="2405806" y="88106"/>
                </a:cubicBezTo>
                <a:cubicBezTo>
                  <a:pt x="2401540" y="88106"/>
                  <a:pt x="2397819" y="88627"/>
                  <a:pt x="2394644" y="89669"/>
                </a:cubicBezTo>
                <a:cubicBezTo>
                  <a:pt x="2391469" y="90711"/>
                  <a:pt x="2388815" y="92149"/>
                  <a:pt x="2386682" y="93985"/>
                </a:cubicBezTo>
                <a:cubicBezTo>
                  <a:pt x="2384549" y="95820"/>
                  <a:pt x="2382961" y="98028"/>
                  <a:pt x="2381919" y="100608"/>
                </a:cubicBezTo>
                <a:cubicBezTo>
                  <a:pt x="2380878" y="103187"/>
                  <a:pt x="2380357" y="105916"/>
                  <a:pt x="2380357" y="108793"/>
                </a:cubicBezTo>
                <a:cubicBezTo>
                  <a:pt x="2380357" y="113060"/>
                  <a:pt x="2381522" y="116756"/>
                  <a:pt x="2383854" y="119881"/>
                </a:cubicBezTo>
                <a:cubicBezTo>
                  <a:pt x="2386186" y="123006"/>
                  <a:pt x="2389311" y="125784"/>
                  <a:pt x="2393230" y="128215"/>
                </a:cubicBezTo>
                <a:cubicBezTo>
                  <a:pt x="2397150" y="130646"/>
                  <a:pt x="2401589" y="132928"/>
                  <a:pt x="2406550" y="135061"/>
                </a:cubicBezTo>
                <a:cubicBezTo>
                  <a:pt x="2411511" y="137195"/>
                  <a:pt x="2416571" y="139452"/>
                  <a:pt x="2421731" y="141833"/>
                </a:cubicBezTo>
                <a:cubicBezTo>
                  <a:pt x="2426890" y="144214"/>
                  <a:pt x="2431950" y="146918"/>
                  <a:pt x="2436911" y="149944"/>
                </a:cubicBezTo>
                <a:cubicBezTo>
                  <a:pt x="2441872" y="152970"/>
                  <a:pt x="2446288" y="156592"/>
                  <a:pt x="2450157" y="160809"/>
                </a:cubicBezTo>
                <a:cubicBezTo>
                  <a:pt x="2454027" y="165025"/>
                  <a:pt x="2457152" y="169986"/>
                  <a:pt x="2459533" y="175692"/>
                </a:cubicBezTo>
                <a:cubicBezTo>
                  <a:pt x="2461914" y="181397"/>
                  <a:pt x="2463105" y="188119"/>
                  <a:pt x="2463105" y="195858"/>
                </a:cubicBezTo>
                <a:cubicBezTo>
                  <a:pt x="2463105" y="205978"/>
                  <a:pt x="2461220" y="214858"/>
                  <a:pt x="2457450" y="222498"/>
                </a:cubicBezTo>
                <a:cubicBezTo>
                  <a:pt x="2453679" y="230138"/>
                  <a:pt x="2448569" y="236513"/>
                  <a:pt x="2442120" y="241622"/>
                </a:cubicBezTo>
                <a:cubicBezTo>
                  <a:pt x="2435671" y="246732"/>
                  <a:pt x="2428131" y="250577"/>
                  <a:pt x="2419498" y="253157"/>
                </a:cubicBezTo>
                <a:cubicBezTo>
                  <a:pt x="2410866" y="255736"/>
                  <a:pt x="2401639" y="257026"/>
                  <a:pt x="2391816" y="257026"/>
                </a:cubicBezTo>
                <a:cubicBezTo>
                  <a:pt x="2385169" y="257026"/>
                  <a:pt x="2378992" y="256480"/>
                  <a:pt x="2373287" y="255389"/>
                </a:cubicBezTo>
                <a:cubicBezTo>
                  <a:pt x="2367582" y="254298"/>
                  <a:pt x="2362547" y="252983"/>
                  <a:pt x="2358181" y="251445"/>
                </a:cubicBezTo>
                <a:cubicBezTo>
                  <a:pt x="2353816" y="249907"/>
                  <a:pt x="2350169" y="248295"/>
                  <a:pt x="2347242" y="246608"/>
                </a:cubicBezTo>
                <a:cubicBezTo>
                  <a:pt x="2344315" y="244921"/>
                  <a:pt x="2342207" y="243433"/>
                  <a:pt x="2340917" y="242143"/>
                </a:cubicBezTo>
                <a:cubicBezTo>
                  <a:pt x="2339627" y="240853"/>
                  <a:pt x="2338710" y="238993"/>
                  <a:pt x="2338164" y="236562"/>
                </a:cubicBezTo>
                <a:cubicBezTo>
                  <a:pt x="2337618" y="234131"/>
                  <a:pt x="2337345" y="230634"/>
                  <a:pt x="2337345" y="226070"/>
                </a:cubicBezTo>
                <a:cubicBezTo>
                  <a:pt x="2337345" y="222994"/>
                  <a:pt x="2337444" y="220414"/>
                  <a:pt x="2337643" y="218331"/>
                </a:cubicBezTo>
                <a:cubicBezTo>
                  <a:pt x="2337842" y="216247"/>
                  <a:pt x="2338164" y="214560"/>
                  <a:pt x="2338610" y="213271"/>
                </a:cubicBezTo>
                <a:cubicBezTo>
                  <a:pt x="2339057" y="211981"/>
                  <a:pt x="2339652" y="211063"/>
                  <a:pt x="2340396" y="210517"/>
                </a:cubicBezTo>
                <a:cubicBezTo>
                  <a:pt x="2341140" y="209972"/>
                  <a:pt x="2342008" y="209699"/>
                  <a:pt x="2343001" y="209699"/>
                </a:cubicBezTo>
                <a:cubicBezTo>
                  <a:pt x="2344390" y="209699"/>
                  <a:pt x="2346349" y="210517"/>
                  <a:pt x="2348880" y="212154"/>
                </a:cubicBezTo>
                <a:cubicBezTo>
                  <a:pt x="2351410" y="213792"/>
                  <a:pt x="2354659" y="215602"/>
                  <a:pt x="2358628" y="217587"/>
                </a:cubicBezTo>
                <a:cubicBezTo>
                  <a:pt x="2362596" y="219571"/>
                  <a:pt x="2367334" y="221382"/>
                  <a:pt x="2372841" y="223019"/>
                </a:cubicBezTo>
                <a:cubicBezTo>
                  <a:pt x="2378348" y="224656"/>
                  <a:pt x="2384722" y="225475"/>
                  <a:pt x="2391965" y="225475"/>
                </a:cubicBezTo>
                <a:cubicBezTo>
                  <a:pt x="2396728" y="225475"/>
                  <a:pt x="2400994" y="224904"/>
                  <a:pt x="2404764" y="223763"/>
                </a:cubicBezTo>
                <a:cubicBezTo>
                  <a:pt x="2408535" y="222622"/>
                  <a:pt x="2411734" y="221010"/>
                  <a:pt x="2414364" y="218926"/>
                </a:cubicBezTo>
                <a:cubicBezTo>
                  <a:pt x="2416993" y="216842"/>
                  <a:pt x="2419002" y="214263"/>
                  <a:pt x="2420391" y="211187"/>
                </a:cubicBezTo>
                <a:cubicBezTo>
                  <a:pt x="2421780" y="208111"/>
                  <a:pt x="2422475" y="204688"/>
                  <a:pt x="2422475" y="200918"/>
                </a:cubicBezTo>
                <a:cubicBezTo>
                  <a:pt x="2422475" y="196552"/>
                  <a:pt x="2421284" y="192807"/>
                  <a:pt x="2418903" y="189681"/>
                </a:cubicBezTo>
                <a:cubicBezTo>
                  <a:pt x="2416522" y="186556"/>
                  <a:pt x="2413421" y="183778"/>
                  <a:pt x="2409601" y="181347"/>
                </a:cubicBezTo>
                <a:cubicBezTo>
                  <a:pt x="2405781" y="178916"/>
                  <a:pt x="2401441" y="176634"/>
                  <a:pt x="2396579" y="174501"/>
                </a:cubicBezTo>
                <a:cubicBezTo>
                  <a:pt x="2391717" y="172368"/>
                  <a:pt x="2386707" y="170110"/>
                  <a:pt x="2381547" y="167729"/>
                </a:cubicBezTo>
                <a:cubicBezTo>
                  <a:pt x="2376388" y="165348"/>
                  <a:pt x="2371377" y="162644"/>
                  <a:pt x="2366516" y="159618"/>
                </a:cubicBezTo>
                <a:cubicBezTo>
                  <a:pt x="2361654" y="156592"/>
                  <a:pt x="2357313" y="152970"/>
                  <a:pt x="2353493" y="148754"/>
                </a:cubicBezTo>
                <a:cubicBezTo>
                  <a:pt x="2349673" y="144537"/>
                  <a:pt x="2346573" y="139551"/>
                  <a:pt x="2344191" y="133796"/>
                </a:cubicBezTo>
                <a:cubicBezTo>
                  <a:pt x="2341810" y="128042"/>
                  <a:pt x="2340620" y="121146"/>
                  <a:pt x="2340620" y="113109"/>
                </a:cubicBezTo>
                <a:cubicBezTo>
                  <a:pt x="2340620" y="103882"/>
                  <a:pt x="2342331" y="95771"/>
                  <a:pt x="2345754" y="88776"/>
                </a:cubicBezTo>
                <a:cubicBezTo>
                  <a:pt x="2349177" y="81781"/>
                  <a:pt x="2353791" y="75977"/>
                  <a:pt x="2359595" y="71363"/>
                </a:cubicBezTo>
                <a:cubicBezTo>
                  <a:pt x="2365399" y="66749"/>
                  <a:pt x="2372246" y="63301"/>
                  <a:pt x="2380133" y="61019"/>
                </a:cubicBezTo>
                <a:cubicBezTo>
                  <a:pt x="2388021" y="58737"/>
                  <a:pt x="2396380" y="57596"/>
                  <a:pt x="2405211" y="57596"/>
                </a:cubicBezTo>
                <a:close/>
                <a:moveTo>
                  <a:pt x="1164803" y="47625"/>
                </a:moveTo>
                <a:lnTo>
                  <a:pt x="1191760" y="78581"/>
                </a:lnTo>
                <a:lnTo>
                  <a:pt x="1014245" y="78581"/>
                </a:lnTo>
                <a:cubicBezTo>
                  <a:pt x="1005228" y="78581"/>
                  <a:pt x="995908" y="79753"/>
                  <a:pt x="986284" y="82097"/>
                </a:cubicBezTo>
                <a:lnTo>
                  <a:pt x="973317" y="65633"/>
                </a:lnTo>
                <a:lnTo>
                  <a:pt x="1146665" y="65633"/>
                </a:lnTo>
                <a:close/>
                <a:moveTo>
                  <a:pt x="1413718" y="40481"/>
                </a:moveTo>
                <a:cubicBezTo>
                  <a:pt x="1413036" y="67506"/>
                  <a:pt x="1412695" y="89421"/>
                  <a:pt x="1412695" y="106226"/>
                </a:cubicBezTo>
                <a:cubicBezTo>
                  <a:pt x="1421166" y="140072"/>
                  <a:pt x="1435143" y="170011"/>
                  <a:pt x="1454627" y="196044"/>
                </a:cubicBezTo>
                <a:cubicBezTo>
                  <a:pt x="1466360" y="180057"/>
                  <a:pt x="1478409" y="155587"/>
                  <a:pt x="1490774" y="122634"/>
                </a:cubicBezTo>
                <a:lnTo>
                  <a:pt x="1459743" y="122634"/>
                </a:lnTo>
                <a:lnTo>
                  <a:pt x="1448935" y="133145"/>
                </a:lnTo>
                <a:lnTo>
                  <a:pt x="1428899" y="112458"/>
                </a:lnTo>
                <a:cubicBezTo>
                  <a:pt x="1437134" y="109544"/>
                  <a:pt x="1444445" y="101426"/>
                  <a:pt x="1450832" y="88106"/>
                </a:cubicBezTo>
                <a:cubicBezTo>
                  <a:pt x="1457219" y="74786"/>
                  <a:pt x="1464698" y="58911"/>
                  <a:pt x="1473268" y="40481"/>
                </a:cubicBezTo>
                <a:close/>
                <a:moveTo>
                  <a:pt x="1485714" y="14659"/>
                </a:moveTo>
                <a:lnTo>
                  <a:pt x="1508429" y="33933"/>
                </a:lnTo>
                <a:lnTo>
                  <a:pt x="1497136" y="43830"/>
                </a:lnTo>
                <a:lnTo>
                  <a:pt x="1464059" y="109668"/>
                </a:lnTo>
                <a:lnTo>
                  <a:pt x="1490141" y="109668"/>
                </a:lnTo>
                <a:lnTo>
                  <a:pt x="1503536" y="96813"/>
                </a:lnTo>
                <a:lnTo>
                  <a:pt x="1525934" y="119137"/>
                </a:lnTo>
                <a:lnTo>
                  <a:pt x="1513545" y="126374"/>
                </a:lnTo>
                <a:cubicBezTo>
                  <a:pt x="1502072" y="160220"/>
                  <a:pt x="1487134" y="188751"/>
                  <a:pt x="1468729" y="211968"/>
                </a:cubicBezTo>
                <a:cubicBezTo>
                  <a:pt x="1488833" y="232395"/>
                  <a:pt x="1511014" y="245045"/>
                  <a:pt x="1535273" y="249920"/>
                </a:cubicBezTo>
                <a:lnTo>
                  <a:pt x="1535273" y="259538"/>
                </a:lnTo>
                <a:cubicBezTo>
                  <a:pt x="1521482" y="261162"/>
                  <a:pt x="1513222" y="265981"/>
                  <a:pt x="1510494" y="273992"/>
                </a:cubicBezTo>
                <a:cubicBezTo>
                  <a:pt x="1488839" y="263339"/>
                  <a:pt x="1470093" y="247693"/>
                  <a:pt x="1454255" y="227056"/>
                </a:cubicBezTo>
                <a:cubicBezTo>
                  <a:pt x="1429314" y="251030"/>
                  <a:pt x="1400950" y="268629"/>
                  <a:pt x="1369163" y="279853"/>
                </a:cubicBezTo>
                <a:lnTo>
                  <a:pt x="1364698" y="272281"/>
                </a:lnTo>
                <a:cubicBezTo>
                  <a:pt x="1394786" y="256059"/>
                  <a:pt x="1420465" y="236054"/>
                  <a:pt x="1441735" y="212266"/>
                </a:cubicBezTo>
                <a:cubicBezTo>
                  <a:pt x="1421581" y="184249"/>
                  <a:pt x="1411157" y="153857"/>
                  <a:pt x="1410462" y="121090"/>
                </a:cubicBezTo>
                <a:cubicBezTo>
                  <a:pt x="1409557" y="189973"/>
                  <a:pt x="1385472" y="242509"/>
                  <a:pt x="1338206" y="278699"/>
                </a:cubicBezTo>
                <a:lnTo>
                  <a:pt x="1333183" y="271816"/>
                </a:lnTo>
                <a:cubicBezTo>
                  <a:pt x="1351204" y="250930"/>
                  <a:pt x="1364075" y="230634"/>
                  <a:pt x="1371795" y="210927"/>
                </a:cubicBezTo>
                <a:cubicBezTo>
                  <a:pt x="1379516" y="191219"/>
                  <a:pt x="1384542" y="171248"/>
                  <a:pt x="1386873" y="151014"/>
                </a:cubicBezTo>
                <a:cubicBezTo>
                  <a:pt x="1389205" y="130780"/>
                  <a:pt x="1390371" y="93935"/>
                  <a:pt x="1390371" y="40481"/>
                </a:cubicBezTo>
                <a:lnTo>
                  <a:pt x="1380399" y="40481"/>
                </a:lnTo>
                <a:lnTo>
                  <a:pt x="1368251" y="42807"/>
                </a:lnTo>
                <a:lnTo>
                  <a:pt x="1356531" y="27514"/>
                </a:lnTo>
                <a:lnTo>
                  <a:pt x="1473733" y="27514"/>
                </a:lnTo>
                <a:close/>
                <a:moveTo>
                  <a:pt x="710952" y="2381"/>
                </a:moveTo>
                <a:lnTo>
                  <a:pt x="739694" y="23329"/>
                </a:lnTo>
                <a:lnTo>
                  <a:pt x="726597" y="29691"/>
                </a:lnTo>
                <a:lnTo>
                  <a:pt x="718672" y="35849"/>
                </a:lnTo>
                <a:lnTo>
                  <a:pt x="847483" y="35849"/>
                </a:lnTo>
                <a:lnTo>
                  <a:pt x="865658" y="18324"/>
                </a:lnTo>
                <a:lnTo>
                  <a:pt x="892615" y="48816"/>
                </a:lnTo>
                <a:lnTo>
                  <a:pt x="713184" y="48816"/>
                </a:lnTo>
                <a:lnTo>
                  <a:pt x="701243" y="61391"/>
                </a:lnTo>
                <a:lnTo>
                  <a:pt x="718486" y="69186"/>
                </a:lnTo>
                <a:lnTo>
                  <a:pt x="825233" y="69186"/>
                </a:lnTo>
                <a:lnTo>
                  <a:pt x="837232" y="56331"/>
                </a:lnTo>
                <a:lnTo>
                  <a:pt x="861101" y="77000"/>
                </a:lnTo>
                <a:lnTo>
                  <a:pt x="850590" y="85204"/>
                </a:lnTo>
                <a:cubicBezTo>
                  <a:pt x="850590" y="93290"/>
                  <a:pt x="850590" y="103854"/>
                  <a:pt x="850590" y="116895"/>
                </a:cubicBezTo>
                <a:cubicBezTo>
                  <a:pt x="850590" y="129936"/>
                  <a:pt x="850980" y="141777"/>
                  <a:pt x="851762" y="152419"/>
                </a:cubicBezTo>
                <a:lnTo>
                  <a:pt x="834509" y="157888"/>
                </a:lnTo>
                <a:lnTo>
                  <a:pt x="856431" y="181403"/>
                </a:lnTo>
                <a:lnTo>
                  <a:pt x="843204" y="187598"/>
                </a:lnTo>
                <a:cubicBezTo>
                  <a:pt x="825543" y="205395"/>
                  <a:pt x="808161" y="219757"/>
                  <a:pt x="791058" y="230684"/>
                </a:cubicBezTo>
                <a:cubicBezTo>
                  <a:pt x="820625" y="246943"/>
                  <a:pt x="858756" y="255073"/>
                  <a:pt x="905451" y="255073"/>
                </a:cubicBezTo>
                <a:lnTo>
                  <a:pt x="905451" y="265472"/>
                </a:lnTo>
                <a:cubicBezTo>
                  <a:pt x="894599" y="266303"/>
                  <a:pt x="887164" y="271487"/>
                  <a:pt x="883146" y="281025"/>
                </a:cubicBezTo>
                <a:cubicBezTo>
                  <a:pt x="841052" y="276299"/>
                  <a:pt x="805197" y="263457"/>
                  <a:pt x="775580" y="242497"/>
                </a:cubicBezTo>
                <a:cubicBezTo>
                  <a:pt x="735186" y="265813"/>
                  <a:pt x="688156" y="279437"/>
                  <a:pt x="634491" y="283369"/>
                </a:cubicBezTo>
                <a:lnTo>
                  <a:pt x="634491" y="273379"/>
                </a:lnTo>
                <a:cubicBezTo>
                  <a:pt x="690165" y="262216"/>
                  <a:pt x="731800" y="247600"/>
                  <a:pt x="759395" y="229530"/>
                </a:cubicBezTo>
                <a:cubicBezTo>
                  <a:pt x="745765" y="216061"/>
                  <a:pt x="734386" y="201253"/>
                  <a:pt x="725258" y="185105"/>
                </a:cubicBezTo>
                <a:cubicBezTo>
                  <a:pt x="709928" y="206437"/>
                  <a:pt x="686804" y="225543"/>
                  <a:pt x="655885" y="242422"/>
                </a:cubicBezTo>
                <a:lnTo>
                  <a:pt x="653169" y="234851"/>
                </a:lnTo>
                <a:cubicBezTo>
                  <a:pt x="669596" y="221419"/>
                  <a:pt x="683451" y="207925"/>
                  <a:pt x="694734" y="194369"/>
                </a:cubicBezTo>
                <a:lnTo>
                  <a:pt x="718919" y="156561"/>
                </a:lnTo>
                <a:lnTo>
                  <a:pt x="695194" y="166390"/>
                </a:lnTo>
                <a:cubicBezTo>
                  <a:pt x="695963" y="146844"/>
                  <a:pt x="696348" y="128724"/>
                  <a:pt x="696348" y="112030"/>
                </a:cubicBezTo>
                <a:lnTo>
                  <a:pt x="695386" y="67512"/>
                </a:lnTo>
                <a:lnTo>
                  <a:pt x="677633" y="83488"/>
                </a:lnTo>
                <a:cubicBezTo>
                  <a:pt x="665398" y="93605"/>
                  <a:pt x="652778" y="102282"/>
                  <a:pt x="639775" y="109519"/>
                </a:cubicBezTo>
                <a:lnTo>
                  <a:pt x="633319" y="102654"/>
                </a:lnTo>
                <a:cubicBezTo>
                  <a:pt x="655470" y="84571"/>
                  <a:pt x="672303" y="67118"/>
                  <a:pt x="683818" y="50295"/>
                </a:cubicBezTo>
                <a:cubicBezTo>
                  <a:pt x="695334" y="33471"/>
                  <a:pt x="704378" y="17500"/>
                  <a:pt x="710952" y="2381"/>
                </a:cubicBezTo>
                <a:close/>
                <a:moveTo>
                  <a:pt x="355178" y="2381"/>
                </a:moveTo>
                <a:lnTo>
                  <a:pt x="388013" y="18715"/>
                </a:lnTo>
                <a:lnTo>
                  <a:pt x="378674" y="28668"/>
                </a:lnTo>
                <a:lnTo>
                  <a:pt x="378674" y="62247"/>
                </a:lnTo>
                <a:cubicBezTo>
                  <a:pt x="393644" y="70507"/>
                  <a:pt x="403417" y="77350"/>
                  <a:pt x="407993" y="82776"/>
                </a:cubicBezTo>
                <a:cubicBezTo>
                  <a:pt x="412570" y="88202"/>
                  <a:pt x="414858" y="92633"/>
                  <a:pt x="414858" y="96068"/>
                </a:cubicBezTo>
                <a:cubicBezTo>
                  <a:pt x="414858" y="99789"/>
                  <a:pt x="413447" y="104238"/>
                  <a:pt x="410626" y="109416"/>
                </a:cubicBezTo>
                <a:cubicBezTo>
                  <a:pt x="407804" y="114594"/>
                  <a:pt x="404911" y="117183"/>
                  <a:pt x="401947" y="117183"/>
                </a:cubicBezTo>
                <a:cubicBezTo>
                  <a:pt x="397718" y="117183"/>
                  <a:pt x="394580" y="113115"/>
                  <a:pt x="392534" y="104980"/>
                </a:cubicBezTo>
                <a:cubicBezTo>
                  <a:pt x="388900" y="95504"/>
                  <a:pt x="384280" y="84751"/>
                  <a:pt x="378674" y="72721"/>
                </a:cubicBezTo>
                <a:lnTo>
                  <a:pt x="378674" y="224786"/>
                </a:lnTo>
                <a:lnTo>
                  <a:pt x="378748" y="227844"/>
                </a:lnTo>
                <a:lnTo>
                  <a:pt x="401021" y="192901"/>
                </a:lnTo>
                <a:cubicBezTo>
                  <a:pt x="422635" y="154533"/>
                  <a:pt x="438094" y="112458"/>
                  <a:pt x="447396" y="66675"/>
                </a:cubicBezTo>
                <a:lnTo>
                  <a:pt x="420011" y="66675"/>
                </a:lnTo>
                <a:lnTo>
                  <a:pt x="404180" y="69000"/>
                </a:lnTo>
                <a:lnTo>
                  <a:pt x="392534" y="53708"/>
                </a:lnTo>
                <a:lnTo>
                  <a:pt x="448995" y="53708"/>
                </a:lnTo>
                <a:cubicBezTo>
                  <a:pt x="451823" y="38900"/>
                  <a:pt x="453696" y="22572"/>
                  <a:pt x="454614" y="4725"/>
                </a:cubicBezTo>
                <a:lnTo>
                  <a:pt x="489570" y="19757"/>
                </a:lnTo>
                <a:lnTo>
                  <a:pt x="478687" y="30175"/>
                </a:lnTo>
                <a:lnTo>
                  <a:pt x="473217" y="53708"/>
                </a:lnTo>
                <a:lnTo>
                  <a:pt x="548338" y="53708"/>
                </a:lnTo>
                <a:lnTo>
                  <a:pt x="565342" y="37356"/>
                </a:lnTo>
                <a:lnTo>
                  <a:pt x="591126" y="66675"/>
                </a:lnTo>
                <a:lnTo>
                  <a:pt x="471357" y="66675"/>
                </a:lnTo>
                <a:cubicBezTo>
                  <a:pt x="457590" y="133201"/>
                  <a:pt x="428786" y="189235"/>
                  <a:pt x="384944" y="234776"/>
                </a:cubicBezTo>
                <a:lnTo>
                  <a:pt x="378823" y="230951"/>
                </a:lnTo>
                <a:lnTo>
                  <a:pt x="379828" y="272579"/>
                </a:lnTo>
                <a:lnTo>
                  <a:pt x="355178" y="283369"/>
                </a:lnTo>
                <a:cubicBezTo>
                  <a:pt x="355959" y="258366"/>
                  <a:pt x="356350" y="236110"/>
                  <a:pt x="356350" y="216601"/>
                </a:cubicBezTo>
                <a:lnTo>
                  <a:pt x="356350" y="60964"/>
                </a:lnTo>
                <a:cubicBezTo>
                  <a:pt x="356350" y="44692"/>
                  <a:pt x="355959" y="25164"/>
                  <a:pt x="355178" y="2381"/>
                </a:cubicBezTo>
                <a:close/>
                <a:moveTo>
                  <a:pt x="1305167" y="1191"/>
                </a:moveTo>
                <a:lnTo>
                  <a:pt x="1339155" y="17524"/>
                </a:lnTo>
                <a:lnTo>
                  <a:pt x="1329816" y="27533"/>
                </a:lnTo>
                <a:lnTo>
                  <a:pt x="1329816" y="72758"/>
                </a:lnTo>
                <a:lnTo>
                  <a:pt x="1338392" y="72758"/>
                </a:lnTo>
                <a:lnTo>
                  <a:pt x="1354243" y="57559"/>
                </a:lnTo>
                <a:lnTo>
                  <a:pt x="1378836" y="85725"/>
                </a:lnTo>
                <a:lnTo>
                  <a:pt x="1329816" y="85725"/>
                </a:lnTo>
                <a:lnTo>
                  <a:pt x="1329816" y="111379"/>
                </a:lnTo>
                <a:cubicBezTo>
                  <a:pt x="1349449" y="120458"/>
                  <a:pt x="1361362" y="127725"/>
                  <a:pt x="1365554" y="133182"/>
                </a:cubicBezTo>
                <a:cubicBezTo>
                  <a:pt x="1369746" y="138640"/>
                  <a:pt x="1371842" y="143458"/>
                  <a:pt x="1371842" y="147637"/>
                </a:cubicBezTo>
                <a:cubicBezTo>
                  <a:pt x="1371842" y="152152"/>
                  <a:pt x="1370431" y="156995"/>
                  <a:pt x="1367609" y="162167"/>
                </a:cubicBezTo>
                <a:cubicBezTo>
                  <a:pt x="1364788" y="167339"/>
                  <a:pt x="1361895" y="169924"/>
                  <a:pt x="1358931" y="169924"/>
                </a:cubicBezTo>
                <a:cubicBezTo>
                  <a:pt x="1354962" y="169924"/>
                  <a:pt x="1351123" y="165286"/>
                  <a:pt x="1347415" y="156009"/>
                </a:cubicBezTo>
                <a:cubicBezTo>
                  <a:pt x="1342901" y="144710"/>
                  <a:pt x="1337034" y="133369"/>
                  <a:pt x="1329816" y="121983"/>
                </a:cubicBezTo>
                <a:cubicBezTo>
                  <a:pt x="1329816" y="208291"/>
                  <a:pt x="1330207" y="258936"/>
                  <a:pt x="1330988" y="273918"/>
                </a:cubicBezTo>
                <a:lnTo>
                  <a:pt x="1305167" y="283369"/>
                </a:lnTo>
                <a:cubicBezTo>
                  <a:pt x="1305936" y="243570"/>
                  <a:pt x="1306320" y="194450"/>
                  <a:pt x="1306320" y="136010"/>
                </a:cubicBezTo>
                <a:cubicBezTo>
                  <a:pt x="1299920" y="165218"/>
                  <a:pt x="1286563" y="192118"/>
                  <a:pt x="1266248" y="216712"/>
                </a:cubicBezTo>
                <a:lnTo>
                  <a:pt x="1258472" y="212136"/>
                </a:lnTo>
                <a:cubicBezTo>
                  <a:pt x="1279531" y="172684"/>
                  <a:pt x="1295096" y="130547"/>
                  <a:pt x="1305167" y="85725"/>
                </a:cubicBezTo>
                <a:lnTo>
                  <a:pt x="1281187" y="85725"/>
                </a:lnTo>
                <a:lnTo>
                  <a:pt x="1269020" y="88050"/>
                </a:lnTo>
                <a:lnTo>
                  <a:pt x="1257300" y="72758"/>
                </a:lnTo>
                <a:lnTo>
                  <a:pt x="1306320" y="72758"/>
                </a:lnTo>
                <a:cubicBezTo>
                  <a:pt x="1306320" y="46304"/>
                  <a:pt x="1305936" y="22448"/>
                  <a:pt x="1305167" y="1191"/>
                </a:cubicBezTo>
                <a:close/>
                <a:moveTo>
                  <a:pt x="145926" y="1191"/>
                </a:moveTo>
                <a:lnTo>
                  <a:pt x="181086" y="16111"/>
                </a:lnTo>
                <a:lnTo>
                  <a:pt x="170575" y="27403"/>
                </a:lnTo>
                <a:lnTo>
                  <a:pt x="170575" y="60871"/>
                </a:lnTo>
                <a:lnTo>
                  <a:pt x="216321" y="60871"/>
                </a:lnTo>
                <a:lnTo>
                  <a:pt x="226981" y="47997"/>
                </a:lnTo>
                <a:lnTo>
                  <a:pt x="251128" y="67252"/>
                </a:lnTo>
                <a:lnTo>
                  <a:pt x="240618" y="76739"/>
                </a:lnTo>
                <a:lnTo>
                  <a:pt x="240618" y="145920"/>
                </a:lnTo>
                <a:lnTo>
                  <a:pt x="254533" y="132476"/>
                </a:lnTo>
                <a:lnTo>
                  <a:pt x="280299" y="161925"/>
                </a:lnTo>
                <a:lnTo>
                  <a:pt x="181086" y="161925"/>
                </a:lnTo>
                <a:cubicBezTo>
                  <a:pt x="194878" y="193935"/>
                  <a:pt x="209906" y="216942"/>
                  <a:pt x="226172" y="230944"/>
                </a:cubicBezTo>
                <a:cubicBezTo>
                  <a:pt x="242438" y="244946"/>
                  <a:pt x="259705" y="253194"/>
                  <a:pt x="277973" y="255687"/>
                </a:cubicBezTo>
                <a:lnTo>
                  <a:pt x="277973" y="265509"/>
                </a:lnTo>
                <a:cubicBezTo>
                  <a:pt x="262532" y="267134"/>
                  <a:pt x="252989" y="272306"/>
                  <a:pt x="249343" y="281025"/>
                </a:cubicBezTo>
                <a:cubicBezTo>
                  <a:pt x="206306" y="253665"/>
                  <a:pt x="179437" y="213978"/>
                  <a:pt x="168734" y="161962"/>
                </a:cubicBezTo>
                <a:lnTo>
                  <a:pt x="166501" y="161962"/>
                </a:lnTo>
                <a:cubicBezTo>
                  <a:pt x="156517" y="218046"/>
                  <a:pt x="123955" y="258514"/>
                  <a:pt x="68814" y="283369"/>
                </a:cubicBezTo>
                <a:lnTo>
                  <a:pt x="64200" y="276020"/>
                </a:lnTo>
                <a:lnTo>
                  <a:pt x="66211" y="274088"/>
                </a:lnTo>
                <a:lnTo>
                  <a:pt x="66675" y="273918"/>
                </a:lnTo>
                <a:lnTo>
                  <a:pt x="66668" y="273649"/>
                </a:lnTo>
                <a:lnTo>
                  <a:pt x="117951" y="224363"/>
                </a:lnTo>
                <a:cubicBezTo>
                  <a:pt x="131181" y="205347"/>
                  <a:pt x="139725" y="184534"/>
                  <a:pt x="143582" y="161925"/>
                </a:cubicBezTo>
                <a:lnTo>
                  <a:pt x="115639" y="161925"/>
                </a:lnTo>
                <a:cubicBezTo>
                  <a:pt x="105841" y="161925"/>
                  <a:pt x="96130" y="163091"/>
                  <a:pt x="86506" y="165422"/>
                </a:cubicBezTo>
                <a:lnTo>
                  <a:pt x="73539" y="148958"/>
                </a:lnTo>
                <a:lnTo>
                  <a:pt x="144902" y="148958"/>
                </a:lnTo>
                <a:cubicBezTo>
                  <a:pt x="146353" y="128432"/>
                  <a:pt x="147079" y="103386"/>
                  <a:pt x="147079" y="73819"/>
                </a:cubicBezTo>
                <a:lnTo>
                  <a:pt x="114951" y="73819"/>
                </a:lnTo>
                <a:lnTo>
                  <a:pt x="102765" y="76163"/>
                </a:lnTo>
                <a:lnTo>
                  <a:pt x="91045" y="60871"/>
                </a:lnTo>
                <a:lnTo>
                  <a:pt x="147079" y="60871"/>
                </a:lnTo>
                <a:cubicBezTo>
                  <a:pt x="147079" y="43073"/>
                  <a:pt x="146695" y="23180"/>
                  <a:pt x="145926" y="1191"/>
                </a:cubicBezTo>
                <a:close/>
                <a:moveTo>
                  <a:pt x="40853" y="1191"/>
                </a:moveTo>
                <a:lnTo>
                  <a:pt x="76014" y="16111"/>
                </a:lnTo>
                <a:lnTo>
                  <a:pt x="65503" y="27403"/>
                </a:lnTo>
                <a:lnTo>
                  <a:pt x="65503" y="70172"/>
                </a:lnTo>
                <a:cubicBezTo>
                  <a:pt x="78624" y="75282"/>
                  <a:pt x="88521" y="80348"/>
                  <a:pt x="95194" y="85371"/>
                </a:cubicBezTo>
                <a:cubicBezTo>
                  <a:pt x="101866" y="90394"/>
                  <a:pt x="105203" y="96196"/>
                  <a:pt x="105203" y="102775"/>
                </a:cubicBezTo>
                <a:cubicBezTo>
                  <a:pt x="105203" y="109354"/>
                  <a:pt x="103522" y="114570"/>
                  <a:pt x="100161" y="118421"/>
                </a:cubicBezTo>
                <a:cubicBezTo>
                  <a:pt x="96800" y="122271"/>
                  <a:pt x="94177" y="124197"/>
                  <a:pt x="92292" y="124197"/>
                </a:cubicBezTo>
                <a:cubicBezTo>
                  <a:pt x="88162" y="124197"/>
                  <a:pt x="84652" y="119385"/>
                  <a:pt x="81762" y="109761"/>
                </a:cubicBezTo>
                <a:cubicBezTo>
                  <a:pt x="78203" y="100446"/>
                  <a:pt x="72783" y="90822"/>
                  <a:pt x="65503" y="80888"/>
                </a:cubicBezTo>
                <a:lnTo>
                  <a:pt x="65503" y="227130"/>
                </a:lnTo>
                <a:lnTo>
                  <a:pt x="66668" y="273649"/>
                </a:lnTo>
                <a:lnTo>
                  <a:pt x="66211" y="274088"/>
                </a:lnTo>
                <a:lnTo>
                  <a:pt x="40853" y="283369"/>
                </a:lnTo>
                <a:cubicBezTo>
                  <a:pt x="41634" y="256021"/>
                  <a:pt x="42025" y="234156"/>
                  <a:pt x="42025" y="217773"/>
                </a:cubicBezTo>
                <a:lnTo>
                  <a:pt x="42025" y="51569"/>
                </a:lnTo>
                <a:cubicBezTo>
                  <a:pt x="42025" y="35334"/>
                  <a:pt x="41634" y="18541"/>
                  <a:pt x="40853" y="1191"/>
                </a:cubicBezTo>
                <a:close/>
                <a:moveTo>
                  <a:pt x="1731615" y="1153"/>
                </a:moveTo>
                <a:lnTo>
                  <a:pt x="1758348" y="20613"/>
                </a:lnTo>
                <a:lnTo>
                  <a:pt x="1746628" y="28407"/>
                </a:lnTo>
                <a:lnTo>
                  <a:pt x="1736173" y="38249"/>
                </a:lnTo>
                <a:lnTo>
                  <a:pt x="1793788" y="38249"/>
                </a:lnTo>
                <a:lnTo>
                  <a:pt x="1808522" y="24203"/>
                </a:lnTo>
                <a:lnTo>
                  <a:pt x="1830734" y="51197"/>
                </a:lnTo>
                <a:lnTo>
                  <a:pt x="1758348" y="51197"/>
                </a:lnTo>
                <a:cubicBezTo>
                  <a:pt x="1767948" y="54099"/>
                  <a:pt x="1774825" y="58083"/>
                  <a:pt x="1778979" y="63150"/>
                </a:cubicBezTo>
                <a:cubicBezTo>
                  <a:pt x="1783134" y="68216"/>
                  <a:pt x="1784536" y="73118"/>
                  <a:pt x="1783184" y="77856"/>
                </a:cubicBezTo>
                <a:cubicBezTo>
                  <a:pt x="1781832" y="82593"/>
                  <a:pt x="1778545" y="86339"/>
                  <a:pt x="1773324" y="89092"/>
                </a:cubicBezTo>
                <a:cubicBezTo>
                  <a:pt x="1768103" y="91845"/>
                  <a:pt x="1763880" y="88088"/>
                  <a:pt x="1760655" y="77818"/>
                </a:cubicBezTo>
                <a:cubicBezTo>
                  <a:pt x="1758385" y="70253"/>
                  <a:pt x="1756156" y="64644"/>
                  <a:pt x="1753967" y="60992"/>
                </a:cubicBezTo>
                <a:cubicBezTo>
                  <a:pt x="1751778" y="57339"/>
                  <a:pt x="1749536" y="54074"/>
                  <a:pt x="1747242" y="51197"/>
                </a:cubicBezTo>
                <a:lnTo>
                  <a:pt x="1729215" y="51197"/>
                </a:lnTo>
                <a:cubicBezTo>
                  <a:pt x="1721265" y="57683"/>
                  <a:pt x="1712701" y="64300"/>
                  <a:pt x="1703524" y="71047"/>
                </a:cubicBezTo>
                <a:lnTo>
                  <a:pt x="1696343" y="66210"/>
                </a:lnTo>
                <a:cubicBezTo>
                  <a:pt x="1706612" y="52518"/>
                  <a:pt x="1714249" y="40698"/>
                  <a:pt x="1719253" y="30752"/>
                </a:cubicBezTo>
                <a:cubicBezTo>
                  <a:pt x="1724257" y="20805"/>
                  <a:pt x="1728378" y="10939"/>
                  <a:pt x="1731615" y="1153"/>
                </a:cubicBezTo>
                <a:close/>
                <a:moveTo>
                  <a:pt x="1617259" y="0"/>
                </a:moveTo>
                <a:lnTo>
                  <a:pt x="1645127" y="19422"/>
                </a:lnTo>
                <a:lnTo>
                  <a:pt x="1633407" y="27198"/>
                </a:lnTo>
                <a:lnTo>
                  <a:pt x="1622933" y="38249"/>
                </a:lnTo>
                <a:lnTo>
                  <a:pt x="1671209" y="38249"/>
                </a:lnTo>
                <a:lnTo>
                  <a:pt x="1684771" y="25375"/>
                </a:lnTo>
                <a:lnTo>
                  <a:pt x="1705830" y="51197"/>
                </a:lnTo>
                <a:lnTo>
                  <a:pt x="1641611" y="51197"/>
                </a:lnTo>
                <a:cubicBezTo>
                  <a:pt x="1649797" y="54223"/>
                  <a:pt x="1655151" y="57848"/>
                  <a:pt x="1657675" y="62071"/>
                </a:cubicBezTo>
                <a:cubicBezTo>
                  <a:pt x="1660199" y="66294"/>
                  <a:pt x="1661461" y="70042"/>
                  <a:pt x="1661461" y="73316"/>
                </a:cubicBezTo>
                <a:cubicBezTo>
                  <a:pt x="1661461" y="76206"/>
                  <a:pt x="1660711" y="79152"/>
                  <a:pt x="1659210" y="82153"/>
                </a:cubicBezTo>
                <a:cubicBezTo>
                  <a:pt x="1657709" y="85154"/>
                  <a:pt x="1654550" y="87362"/>
                  <a:pt x="1649732" y="88776"/>
                </a:cubicBezTo>
                <a:cubicBezTo>
                  <a:pt x="1644913" y="90190"/>
                  <a:pt x="1641760" y="88106"/>
                  <a:pt x="1640272" y="82525"/>
                </a:cubicBezTo>
                <a:cubicBezTo>
                  <a:pt x="1638783" y="76944"/>
                  <a:pt x="1637258" y="70631"/>
                  <a:pt x="1635695" y="63587"/>
                </a:cubicBezTo>
                <a:cubicBezTo>
                  <a:pt x="1634294" y="57286"/>
                  <a:pt x="1632613" y="53156"/>
                  <a:pt x="1630654" y="51197"/>
                </a:cubicBezTo>
                <a:lnTo>
                  <a:pt x="1616385" y="51197"/>
                </a:lnTo>
                <a:cubicBezTo>
                  <a:pt x="1606823" y="62979"/>
                  <a:pt x="1592361" y="76212"/>
                  <a:pt x="1573001" y="90897"/>
                </a:cubicBezTo>
                <a:lnTo>
                  <a:pt x="1567941" y="83939"/>
                </a:lnTo>
                <a:cubicBezTo>
                  <a:pt x="1579004" y="71599"/>
                  <a:pt x="1588603" y="58486"/>
                  <a:pt x="1596739" y="44602"/>
                </a:cubicBezTo>
                <a:cubicBezTo>
                  <a:pt x="1604875" y="30717"/>
                  <a:pt x="1611715" y="15850"/>
                  <a:pt x="161725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0770AC-1E2E-44DC-BE4C-F6985EBB3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30" y="2299049"/>
            <a:ext cx="7207647" cy="993529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D0C469-88D8-4CDA-9230-B693DE80D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31" y="936982"/>
            <a:ext cx="7207647" cy="1236926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6DE1B172-B120-4AEA-A864-D5F0103D3252}"/>
              </a:ext>
            </a:extLst>
          </p:cNvPr>
          <p:cNvGrpSpPr/>
          <p:nvPr/>
        </p:nvGrpSpPr>
        <p:grpSpPr>
          <a:xfrm>
            <a:off x="9043286" y="936982"/>
            <a:ext cx="2578483" cy="3399992"/>
            <a:chOff x="7839358" y="575602"/>
            <a:chExt cx="3999248" cy="527341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457B79D-BAEE-4515-935E-CD8A65A6D494}"/>
                </a:ext>
              </a:extLst>
            </p:cNvPr>
            <p:cNvSpPr txBox="1"/>
            <p:nvPr/>
          </p:nvSpPr>
          <p:spPr>
            <a:xfrm>
              <a:off x="7850027" y="4629359"/>
              <a:ext cx="2279628" cy="303382"/>
            </a:xfrm>
            <a:custGeom>
              <a:avLst/>
              <a:gdLst/>
              <a:ahLst/>
              <a:cxnLst/>
              <a:rect l="l" t="t" r="r" b="b"/>
              <a:pathLst>
                <a:path w="2279628" h="303382">
                  <a:moveTo>
                    <a:pt x="1262462" y="161242"/>
                  </a:moveTo>
                  <a:lnTo>
                    <a:pt x="1474468" y="161242"/>
                  </a:lnTo>
                  <a:lnTo>
                    <a:pt x="1474468" y="184129"/>
                  </a:lnTo>
                  <a:lnTo>
                    <a:pt x="1262462" y="184129"/>
                  </a:lnTo>
                  <a:close/>
                  <a:moveTo>
                    <a:pt x="338538" y="161242"/>
                  </a:moveTo>
                  <a:lnTo>
                    <a:pt x="550543" y="161242"/>
                  </a:lnTo>
                  <a:lnTo>
                    <a:pt x="550543" y="184129"/>
                  </a:lnTo>
                  <a:lnTo>
                    <a:pt x="338538" y="184129"/>
                  </a:lnTo>
                  <a:close/>
                  <a:moveTo>
                    <a:pt x="1262462" y="89827"/>
                  </a:moveTo>
                  <a:lnTo>
                    <a:pt x="1474468" y="89827"/>
                  </a:lnTo>
                  <a:lnTo>
                    <a:pt x="1474468" y="112714"/>
                  </a:lnTo>
                  <a:lnTo>
                    <a:pt x="1262462" y="112714"/>
                  </a:lnTo>
                  <a:close/>
                  <a:moveTo>
                    <a:pt x="338538" y="89827"/>
                  </a:moveTo>
                  <a:lnTo>
                    <a:pt x="550543" y="89827"/>
                  </a:lnTo>
                  <a:lnTo>
                    <a:pt x="550543" y="112714"/>
                  </a:lnTo>
                  <a:lnTo>
                    <a:pt x="338538" y="112714"/>
                  </a:lnTo>
                  <a:close/>
                  <a:moveTo>
                    <a:pt x="1901195" y="71931"/>
                  </a:moveTo>
                  <a:lnTo>
                    <a:pt x="1923910" y="71931"/>
                  </a:lnTo>
                  <a:lnTo>
                    <a:pt x="1918920" y="125793"/>
                  </a:lnTo>
                  <a:lnTo>
                    <a:pt x="1963145" y="94646"/>
                  </a:lnTo>
                  <a:lnTo>
                    <a:pt x="1974331" y="113919"/>
                  </a:lnTo>
                  <a:lnTo>
                    <a:pt x="1925287" y="136806"/>
                  </a:lnTo>
                  <a:lnTo>
                    <a:pt x="1974331" y="159865"/>
                  </a:lnTo>
                  <a:lnTo>
                    <a:pt x="1963145" y="178966"/>
                  </a:lnTo>
                  <a:lnTo>
                    <a:pt x="1918920" y="147819"/>
                  </a:lnTo>
                  <a:lnTo>
                    <a:pt x="1923910" y="201681"/>
                  </a:lnTo>
                  <a:lnTo>
                    <a:pt x="1901195" y="201681"/>
                  </a:lnTo>
                  <a:lnTo>
                    <a:pt x="1906358" y="147819"/>
                  </a:lnTo>
                  <a:lnTo>
                    <a:pt x="1861961" y="178966"/>
                  </a:lnTo>
                  <a:lnTo>
                    <a:pt x="1850603" y="159865"/>
                  </a:lnTo>
                  <a:lnTo>
                    <a:pt x="1899819" y="136806"/>
                  </a:lnTo>
                  <a:lnTo>
                    <a:pt x="1850603" y="113919"/>
                  </a:lnTo>
                  <a:lnTo>
                    <a:pt x="1861961" y="94646"/>
                  </a:lnTo>
                  <a:lnTo>
                    <a:pt x="1906358" y="125793"/>
                  </a:lnTo>
                  <a:close/>
                  <a:moveTo>
                    <a:pt x="94473" y="15144"/>
                  </a:moveTo>
                  <a:cubicBezTo>
                    <a:pt x="84148" y="15144"/>
                    <a:pt x="75286" y="17553"/>
                    <a:pt x="67887" y="22371"/>
                  </a:cubicBezTo>
                  <a:cubicBezTo>
                    <a:pt x="60487" y="27189"/>
                    <a:pt x="54349" y="34044"/>
                    <a:pt x="49474" y="42935"/>
                  </a:cubicBezTo>
                  <a:cubicBezTo>
                    <a:pt x="44598" y="51826"/>
                    <a:pt x="41042" y="62581"/>
                    <a:pt x="38805" y="75200"/>
                  </a:cubicBezTo>
                  <a:cubicBezTo>
                    <a:pt x="36568" y="87820"/>
                    <a:pt x="35449" y="101873"/>
                    <a:pt x="35449" y="117361"/>
                  </a:cubicBezTo>
                  <a:cubicBezTo>
                    <a:pt x="35449" y="152580"/>
                    <a:pt x="40583" y="179368"/>
                    <a:pt x="50850" y="197723"/>
                  </a:cubicBezTo>
                  <a:cubicBezTo>
                    <a:pt x="61118" y="216079"/>
                    <a:pt x="76118" y="225256"/>
                    <a:pt x="95850" y="225256"/>
                  </a:cubicBezTo>
                  <a:cubicBezTo>
                    <a:pt x="108355" y="225256"/>
                    <a:pt x="118966" y="221270"/>
                    <a:pt x="127685" y="213297"/>
                  </a:cubicBezTo>
                  <a:cubicBezTo>
                    <a:pt x="136404" y="205323"/>
                    <a:pt x="142943" y="193650"/>
                    <a:pt x="147303" y="178278"/>
                  </a:cubicBezTo>
                  <a:cubicBezTo>
                    <a:pt x="151662" y="162905"/>
                    <a:pt x="153842" y="144951"/>
                    <a:pt x="153842" y="124416"/>
                  </a:cubicBezTo>
                  <a:cubicBezTo>
                    <a:pt x="153842" y="99407"/>
                    <a:pt x="151289" y="78671"/>
                    <a:pt x="146184" y="62208"/>
                  </a:cubicBezTo>
                  <a:cubicBezTo>
                    <a:pt x="141079" y="45746"/>
                    <a:pt x="134110" y="33786"/>
                    <a:pt x="125276" y="26329"/>
                  </a:cubicBezTo>
                  <a:cubicBezTo>
                    <a:pt x="116443" y="18872"/>
                    <a:pt x="106175" y="15144"/>
                    <a:pt x="94473" y="15144"/>
                  </a:cubicBezTo>
                  <a:close/>
                  <a:moveTo>
                    <a:pt x="2099974" y="2754"/>
                  </a:moveTo>
                  <a:lnTo>
                    <a:pt x="2279628" y="2754"/>
                  </a:lnTo>
                  <a:lnTo>
                    <a:pt x="2266206" y="63327"/>
                  </a:lnTo>
                  <a:lnTo>
                    <a:pt x="2249686" y="63327"/>
                  </a:lnTo>
                  <a:cubicBezTo>
                    <a:pt x="2249686" y="52199"/>
                    <a:pt x="2249399" y="43853"/>
                    <a:pt x="2248825" y="38289"/>
                  </a:cubicBezTo>
                  <a:cubicBezTo>
                    <a:pt x="2248252" y="32725"/>
                    <a:pt x="2247162" y="28480"/>
                    <a:pt x="2245556" y="25555"/>
                  </a:cubicBezTo>
                  <a:cubicBezTo>
                    <a:pt x="2243949" y="22629"/>
                    <a:pt x="2241971" y="20622"/>
                    <a:pt x="2239619" y="19532"/>
                  </a:cubicBezTo>
                  <a:cubicBezTo>
                    <a:pt x="2237267" y="18442"/>
                    <a:pt x="2233109" y="17897"/>
                    <a:pt x="2227143" y="17897"/>
                  </a:cubicBezTo>
                  <a:lnTo>
                    <a:pt x="2201675" y="17897"/>
                  </a:lnTo>
                  <a:lnTo>
                    <a:pt x="2164333" y="187570"/>
                  </a:lnTo>
                  <a:cubicBezTo>
                    <a:pt x="2163300" y="192044"/>
                    <a:pt x="2162583" y="195601"/>
                    <a:pt x="2162182" y="198239"/>
                  </a:cubicBezTo>
                  <a:cubicBezTo>
                    <a:pt x="2161780" y="200878"/>
                    <a:pt x="2161436" y="203660"/>
                    <a:pt x="2161149" y="206585"/>
                  </a:cubicBezTo>
                  <a:cubicBezTo>
                    <a:pt x="2160863" y="209511"/>
                    <a:pt x="2160719" y="212121"/>
                    <a:pt x="2160719" y="214415"/>
                  </a:cubicBezTo>
                  <a:cubicBezTo>
                    <a:pt x="2160719" y="217971"/>
                    <a:pt x="2161293" y="220753"/>
                    <a:pt x="2162440" y="222761"/>
                  </a:cubicBezTo>
                  <a:cubicBezTo>
                    <a:pt x="2163587" y="224769"/>
                    <a:pt x="2165308" y="226231"/>
                    <a:pt x="2167603" y="227149"/>
                  </a:cubicBezTo>
                  <a:cubicBezTo>
                    <a:pt x="2169897" y="228067"/>
                    <a:pt x="2173855" y="228755"/>
                    <a:pt x="2179476" y="229214"/>
                  </a:cubicBezTo>
                  <a:lnTo>
                    <a:pt x="2177583" y="237646"/>
                  </a:lnTo>
                  <a:lnTo>
                    <a:pt x="2105137" y="237646"/>
                  </a:lnTo>
                  <a:lnTo>
                    <a:pt x="2107029" y="229214"/>
                  </a:lnTo>
                  <a:cubicBezTo>
                    <a:pt x="2111618" y="228526"/>
                    <a:pt x="2115003" y="227608"/>
                    <a:pt x="2117182" y="226461"/>
                  </a:cubicBezTo>
                  <a:cubicBezTo>
                    <a:pt x="2119362" y="225314"/>
                    <a:pt x="2121283" y="223535"/>
                    <a:pt x="2122947" y="221126"/>
                  </a:cubicBezTo>
                  <a:cubicBezTo>
                    <a:pt x="2124611" y="218717"/>
                    <a:pt x="2126274" y="214931"/>
                    <a:pt x="2127937" y="209769"/>
                  </a:cubicBezTo>
                  <a:cubicBezTo>
                    <a:pt x="2129601" y="204606"/>
                    <a:pt x="2131580" y="196805"/>
                    <a:pt x="2133874" y="186366"/>
                  </a:cubicBezTo>
                  <a:lnTo>
                    <a:pt x="2170700" y="17897"/>
                  </a:lnTo>
                  <a:lnTo>
                    <a:pt x="2148845" y="17897"/>
                  </a:lnTo>
                  <a:cubicBezTo>
                    <a:pt x="2141733" y="17897"/>
                    <a:pt x="2136054" y="18929"/>
                    <a:pt x="2131809" y="20994"/>
                  </a:cubicBezTo>
                  <a:cubicBezTo>
                    <a:pt x="2127565" y="23059"/>
                    <a:pt x="2123320" y="26903"/>
                    <a:pt x="2119075" y="32524"/>
                  </a:cubicBezTo>
                  <a:cubicBezTo>
                    <a:pt x="2114831" y="38145"/>
                    <a:pt x="2109668" y="47552"/>
                    <a:pt x="2103588" y="60745"/>
                  </a:cubicBezTo>
                  <a:lnTo>
                    <a:pt x="2087068" y="60745"/>
                  </a:lnTo>
                  <a:close/>
                  <a:moveTo>
                    <a:pt x="1653666" y="2754"/>
                  </a:moveTo>
                  <a:lnTo>
                    <a:pt x="1722499" y="2754"/>
                  </a:lnTo>
                  <a:lnTo>
                    <a:pt x="1720606" y="11186"/>
                  </a:lnTo>
                  <a:cubicBezTo>
                    <a:pt x="1716247" y="12103"/>
                    <a:pt x="1713121" y="13136"/>
                    <a:pt x="1711228" y="14283"/>
                  </a:cubicBezTo>
                  <a:cubicBezTo>
                    <a:pt x="1709335" y="15430"/>
                    <a:pt x="1707643" y="17151"/>
                    <a:pt x="1706151" y="19446"/>
                  </a:cubicBezTo>
                  <a:cubicBezTo>
                    <a:pt x="1704660" y="21740"/>
                    <a:pt x="1703111" y="25325"/>
                    <a:pt x="1701505" y="30201"/>
                  </a:cubicBezTo>
                  <a:cubicBezTo>
                    <a:pt x="1699899" y="35076"/>
                    <a:pt x="1697891" y="43021"/>
                    <a:pt x="1695482" y="54034"/>
                  </a:cubicBezTo>
                  <a:lnTo>
                    <a:pt x="1666056" y="187570"/>
                  </a:lnTo>
                  <a:cubicBezTo>
                    <a:pt x="1664565" y="194339"/>
                    <a:pt x="1663590" y="199702"/>
                    <a:pt x="1663131" y="203660"/>
                  </a:cubicBezTo>
                  <a:cubicBezTo>
                    <a:pt x="1662672" y="207618"/>
                    <a:pt x="1662443" y="211203"/>
                    <a:pt x="1662443" y="214415"/>
                  </a:cubicBezTo>
                  <a:cubicBezTo>
                    <a:pt x="1662443" y="219578"/>
                    <a:pt x="1663733" y="223220"/>
                    <a:pt x="1666314" y="225342"/>
                  </a:cubicBezTo>
                  <a:cubicBezTo>
                    <a:pt x="1668896" y="227465"/>
                    <a:pt x="1673226" y="228755"/>
                    <a:pt x="1679307" y="229214"/>
                  </a:cubicBezTo>
                  <a:lnTo>
                    <a:pt x="1677414" y="237646"/>
                  </a:lnTo>
                  <a:lnTo>
                    <a:pt x="1608581" y="237646"/>
                  </a:lnTo>
                  <a:lnTo>
                    <a:pt x="1610474" y="229214"/>
                  </a:lnTo>
                  <a:cubicBezTo>
                    <a:pt x="1614833" y="228526"/>
                    <a:pt x="1618103" y="227407"/>
                    <a:pt x="1620282" y="225859"/>
                  </a:cubicBezTo>
                  <a:cubicBezTo>
                    <a:pt x="1622462" y="224310"/>
                    <a:pt x="1624298" y="222159"/>
                    <a:pt x="1625789" y="219405"/>
                  </a:cubicBezTo>
                  <a:cubicBezTo>
                    <a:pt x="1627280" y="216652"/>
                    <a:pt x="1628657" y="213297"/>
                    <a:pt x="1629919" y="209339"/>
                  </a:cubicBezTo>
                  <a:cubicBezTo>
                    <a:pt x="1631181" y="205381"/>
                    <a:pt x="1633074" y="197723"/>
                    <a:pt x="1635598" y="186366"/>
                  </a:cubicBezTo>
                  <a:lnTo>
                    <a:pt x="1664852" y="53862"/>
                  </a:lnTo>
                  <a:cubicBezTo>
                    <a:pt x="1667375" y="42390"/>
                    <a:pt x="1668637" y="33155"/>
                    <a:pt x="1668637" y="26157"/>
                  </a:cubicBezTo>
                  <a:cubicBezTo>
                    <a:pt x="1668637" y="20765"/>
                    <a:pt x="1667289" y="17008"/>
                    <a:pt x="1664594" y="14885"/>
                  </a:cubicBezTo>
                  <a:cubicBezTo>
                    <a:pt x="1661898" y="12763"/>
                    <a:pt x="1657624" y="11530"/>
                    <a:pt x="1651773" y="11186"/>
                  </a:cubicBezTo>
                  <a:close/>
                  <a:moveTo>
                    <a:pt x="927246" y="2754"/>
                  </a:moveTo>
                  <a:lnTo>
                    <a:pt x="996423" y="2754"/>
                  </a:lnTo>
                  <a:lnTo>
                    <a:pt x="994530" y="11186"/>
                  </a:lnTo>
                  <a:cubicBezTo>
                    <a:pt x="990170" y="12103"/>
                    <a:pt x="987044" y="13136"/>
                    <a:pt x="985151" y="14283"/>
                  </a:cubicBezTo>
                  <a:cubicBezTo>
                    <a:pt x="983258" y="15430"/>
                    <a:pt x="981538" y="17151"/>
                    <a:pt x="979989" y="19446"/>
                  </a:cubicBezTo>
                  <a:cubicBezTo>
                    <a:pt x="978440" y="21740"/>
                    <a:pt x="976891" y="25325"/>
                    <a:pt x="975343" y="30201"/>
                  </a:cubicBezTo>
                  <a:cubicBezTo>
                    <a:pt x="973794" y="35076"/>
                    <a:pt x="971815" y="43021"/>
                    <a:pt x="969406" y="54034"/>
                  </a:cubicBezTo>
                  <a:lnTo>
                    <a:pt x="947895" y="150400"/>
                  </a:lnTo>
                  <a:cubicBezTo>
                    <a:pt x="946404" y="156940"/>
                    <a:pt x="945228" y="163163"/>
                    <a:pt x="944368" y="169071"/>
                  </a:cubicBezTo>
                  <a:cubicBezTo>
                    <a:pt x="943507" y="174980"/>
                    <a:pt x="943077" y="181088"/>
                    <a:pt x="943077" y="187398"/>
                  </a:cubicBezTo>
                  <a:cubicBezTo>
                    <a:pt x="943077" y="199903"/>
                    <a:pt x="946146" y="209367"/>
                    <a:pt x="952284" y="215792"/>
                  </a:cubicBezTo>
                  <a:cubicBezTo>
                    <a:pt x="958421" y="222216"/>
                    <a:pt x="967685" y="225428"/>
                    <a:pt x="980075" y="225428"/>
                  </a:cubicBezTo>
                  <a:cubicBezTo>
                    <a:pt x="991777" y="225428"/>
                    <a:pt x="1001528" y="223019"/>
                    <a:pt x="1009329" y="218201"/>
                  </a:cubicBezTo>
                  <a:cubicBezTo>
                    <a:pt x="1017130" y="213383"/>
                    <a:pt x="1023382" y="206442"/>
                    <a:pt x="1028086" y="197379"/>
                  </a:cubicBezTo>
                  <a:cubicBezTo>
                    <a:pt x="1032789" y="188316"/>
                    <a:pt x="1036747" y="176557"/>
                    <a:pt x="1039960" y="162102"/>
                  </a:cubicBezTo>
                  <a:lnTo>
                    <a:pt x="1063879" y="53862"/>
                  </a:lnTo>
                  <a:cubicBezTo>
                    <a:pt x="1066403" y="42390"/>
                    <a:pt x="1067665" y="33155"/>
                    <a:pt x="1067665" y="26157"/>
                  </a:cubicBezTo>
                  <a:cubicBezTo>
                    <a:pt x="1067665" y="20765"/>
                    <a:pt x="1066317" y="17008"/>
                    <a:pt x="1063621" y="14885"/>
                  </a:cubicBezTo>
                  <a:cubicBezTo>
                    <a:pt x="1060925" y="12763"/>
                    <a:pt x="1056652" y="11530"/>
                    <a:pt x="1050801" y="11186"/>
                  </a:cubicBezTo>
                  <a:lnTo>
                    <a:pt x="1052694" y="2754"/>
                  </a:lnTo>
                  <a:lnTo>
                    <a:pt x="1118085" y="2754"/>
                  </a:lnTo>
                  <a:lnTo>
                    <a:pt x="1116192" y="11186"/>
                  </a:lnTo>
                  <a:cubicBezTo>
                    <a:pt x="1111947" y="12103"/>
                    <a:pt x="1108821" y="13165"/>
                    <a:pt x="1106814" y="14369"/>
                  </a:cubicBezTo>
                  <a:cubicBezTo>
                    <a:pt x="1104806" y="15574"/>
                    <a:pt x="1103028" y="17323"/>
                    <a:pt x="1101479" y="19618"/>
                  </a:cubicBezTo>
                  <a:cubicBezTo>
                    <a:pt x="1099930" y="21912"/>
                    <a:pt x="1098410" y="25526"/>
                    <a:pt x="1096919" y="30459"/>
                  </a:cubicBezTo>
                  <a:cubicBezTo>
                    <a:pt x="1095427" y="35392"/>
                    <a:pt x="1093477" y="43250"/>
                    <a:pt x="1091068" y="54034"/>
                  </a:cubicBezTo>
                  <a:lnTo>
                    <a:pt x="1068697" y="157112"/>
                  </a:lnTo>
                  <a:cubicBezTo>
                    <a:pt x="1064223" y="177647"/>
                    <a:pt x="1057913" y="193995"/>
                    <a:pt x="1049768" y="206155"/>
                  </a:cubicBezTo>
                  <a:cubicBezTo>
                    <a:pt x="1041623" y="218316"/>
                    <a:pt x="1031441" y="227092"/>
                    <a:pt x="1019224" y="232484"/>
                  </a:cubicBezTo>
                  <a:cubicBezTo>
                    <a:pt x="1007006" y="237876"/>
                    <a:pt x="992063" y="240572"/>
                    <a:pt x="974396" y="240572"/>
                  </a:cubicBezTo>
                  <a:cubicBezTo>
                    <a:pt x="954549" y="240572"/>
                    <a:pt x="939349" y="235782"/>
                    <a:pt x="928794" y="226203"/>
                  </a:cubicBezTo>
                  <a:cubicBezTo>
                    <a:pt x="918240" y="216623"/>
                    <a:pt x="912963" y="202656"/>
                    <a:pt x="912963" y="184301"/>
                  </a:cubicBezTo>
                  <a:cubicBezTo>
                    <a:pt x="912963" y="177876"/>
                    <a:pt x="913622" y="170505"/>
                    <a:pt x="914942" y="162188"/>
                  </a:cubicBezTo>
                  <a:cubicBezTo>
                    <a:pt x="916261" y="153871"/>
                    <a:pt x="918125" y="144492"/>
                    <a:pt x="920534" y="134053"/>
                  </a:cubicBezTo>
                  <a:lnTo>
                    <a:pt x="938431" y="53862"/>
                  </a:lnTo>
                  <a:cubicBezTo>
                    <a:pt x="941070" y="42046"/>
                    <a:pt x="942389" y="32811"/>
                    <a:pt x="942389" y="26157"/>
                  </a:cubicBezTo>
                  <a:cubicBezTo>
                    <a:pt x="942389" y="20994"/>
                    <a:pt x="941070" y="17295"/>
                    <a:pt x="938431" y="15058"/>
                  </a:cubicBezTo>
                  <a:cubicBezTo>
                    <a:pt x="935792" y="12820"/>
                    <a:pt x="931433" y="11530"/>
                    <a:pt x="925353" y="11186"/>
                  </a:cubicBezTo>
                  <a:close/>
                  <a:moveTo>
                    <a:pt x="821289" y="0"/>
                  </a:moveTo>
                  <a:cubicBezTo>
                    <a:pt x="831729" y="0"/>
                    <a:pt x="841394" y="631"/>
                    <a:pt x="850285" y="1893"/>
                  </a:cubicBezTo>
                  <a:cubicBezTo>
                    <a:pt x="859176" y="3155"/>
                    <a:pt x="869071" y="5450"/>
                    <a:pt x="879969" y="8776"/>
                  </a:cubicBezTo>
                  <a:lnTo>
                    <a:pt x="869644" y="55411"/>
                  </a:lnTo>
                  <a:lnTo>
                    <a:pt x="853125" y="55411"/>
                  </a:lnTo>
                  <a:cubicBezTo>
                    <a:pt x="852207" y="41300"/>
                    <a:pt x="849138" y="31119"/>
                    <a:pt x="843918" y="24866"/>
                  </a:cubicBezTo>
                  <a:cubicBezTo>
                    <a:pt x="838698" y="18614"/>
                    <a:pt x="830295" y="15488"/>
                    <a:pt x="818708" y="15488"/>
                  </a:cubicBezTo>
                  <a:cubicBezTo>
                    <a:pt x="802876" y="15488"/>
                    <a:pt x="788163" y="23404"/>
                    <a:pt x="774569" y="39235"/>
                  </a:cubicBezTo>
                  <a:cubicBezTo>
                    <a:pt x="760974" y="55067"/>
                    <a:pt x="750219" y="75975"/>
                    <a:pt x="742303" y="101959"/>
                  </a:cubicBezTo>
                  <a:cubicBezTo>
                    <a:pt x="734388" y="127944"/>
                    <a:pt x="730430" y="152064"/>
                    <a:pt x="730430" y="174320"/>
                  </a:cubicBezTo>
                  <a:cubicBezTo>
                    <a:pt x="730430" y="191758"/>
                    <a:pt x="733527" y="204606"/>
                    <a:pt x="739722" y="212866"/>
                  </a:cubicBezTo>
                  <a:cubicBezTo>
                    <a:pt x="745917" y="221126"/>
                    <a:pt x="755439" y="225256"/>
                    <a:pt x="768288" y="225256"/>
                  </a:cubicBezTo>
                  <a:cubicBezTo>
                    <a:pt x="776892" y="225256"/>
                    <a:pt x="784406" y="223966"/>
                    <a:pt x="790831" y="221384"/>
                  </a:cubicBezTo>
                  <a:cubicBezTo>
                    <a:pt x="797255" y="218803"/>
                    <a:pt x="803278" y="214444"/>
                    <a:pt x="808899" y="208306"/>
                  </a:cubicBezTo>
                  <a:cubicBezTo>
                    <a:pt x="814521" y="202169"/>
                    <a:pt x="820085" y="193593"/>
                    <a:pt x="825591" y="182580"/>
                  </a:cubicBezTo>
                  <a:lnTo>
                    <a:pt x="842111" y="182580"/>
                  </a:lnTo>
                  <a:lnTo>
                    <a:pt x="831614" y="231451"/>
                  </a:lnTo>
                  <a:cubicBezTo>
                    <a:pt x="810161" y="237417"/>
                    <a:pt x="787676" y="240400"/>
                    <a:pt x="764158" y="240400"/>
                  </a:cubicBezTo>
                  <a:cubicBezTo>
                    <a:pt x="742590" y="240400"/>
                    <a:pt x="726185" y="234205"/>
                    <a:pt x="714942" y="221815"/>
                  </a:cubicBezTo>
                  <a:cubicBezTo>
                    <a:pt x="703699" y="209425"/>
                    <a:pt x="698078" y="191299"/>
                    <a:pt x="698078" y="167437"/>
                  </a:cubicBezTo>
                  <a:cubicBezTo>
                    <a:pt x="698078" y="150572"/>
                    <a:pt x="701090" y="131127"/>
                    <a:pt x="707113" y="109101"/>
                  </a:cubicBezTo>
                  <a:cubicBezTo>
                    <a:pt x="713135" y="87074"/>
                    <a:pt x="721653" y="67743"/>
                    <a:pt x="732667" y="51109"/>
                  </a:cubicBezTo>
                  <a:cubicBezTo>
                    <a:pt x="743680" y="34474"/>
                    <a:pt x="756701" y="21797"/>
                    <a:pt x="771729" y="13079"/>
                  </a:cubicBezTo>
                  <a:cubicBezTo>
                    <a:pt x="786758" y="4360"/>
                    <a:pt x="803278" y="0"/>
                    <a:pt x="821289" y="0"/>
                  </a:cubicBezTo>
                  <a:close/>
                  <a:moveTo>
                    <a:pt x="95678" y="0"/>
                  </a:moveTo>
                  <a:cubicBezTo>
                    <a:pt x="116098" y="0"/>
                    <a:pt x="133278" y="4503"/>
                    <a:pt x="147217" y="13509"/>
                  </a:cubicBezTo>
                  <a:cubicBezTo>
                    <a:pt x="161155" y="22514"/>
                    <a:pt x="171652" y="35765"/>
                    <a:pt x="178708" y="53260"/>
                  </a:cubicBezTo>
                  <a:cubicBezTo>
                    <a:pt x="185763" y="70755"/>
                    <a:pt x="189291" y="92064"/>
                    <a:pt x="189291" y="117188"/>
                  </a:cubicBezTo>
                  <a:cubicBezTo>
                    <a:pt x="189291" y="149081"/>
                    <a:pt x="183612" y="175209"/>
                    <a:pt x="172255" y="195572"/>
                  </a:cubicBezTo>
                  <a:cubicBezTo>
                    <a:pt x="160897" y="215935"/>
                    <a:pt x="144377" y="229444"/>
                    <a:pt x="122695" y="236097"/>
                  </a:cubicBezTo>
                  <a:lnTo>
                    <a:pt x="128718" y="244874"/>
                  </a:lnTo>
                  <a:cubicBezTo>
                    <a:pt x="131815" y="249348"/>
                    <a:pt x="134741" y="253392"/>
                    <a:pt x="137494" y="257006"/>
                  </a:cubicBezTo>
                  <a:cubicBezTo>
                    <a:pt x="140247" y="260619"/>
                    <a:pt x="143201" y="264061"/>
                    <a:pt x="146356" y="267330"/>
                  </a:cubicBezTo>
                  <a:cubicBezTo>
                    <a:pt x="149511" y="270600"/>
                    <a:pt x="152494" y="273239"/>
                    <a:pt x="155305" y="275246"/>
                  </a:cubicBezTo>
                  <a:cubicBezTo>
                    <a:pt x="158115" y="277254"/>
                    <a:pt x="160783" y="278688"/>
                    <a:pt x="163306" y="279548"/>
                  </a:cubicBezTo>
                  <a:cubicBezTo>
                    <a:pt x="165830" y="280409"/>
                    <a:pt x="168239" y="280839"/>
                    <a:pt x="170534" y="280839"/>
                  </a:cubicBezTo>
                  <a:cubicBezTo>
                    <a:pt x="176844" y="280839"/>
                    <a:pt x="182293" y="279663"/>
                    <a:pt x="186882" y="277311"/>
                  </a:cubicBezTo>
                  <a:cubicBezTo>
                    <a:pt x="191471" y="274959"/>
                    <a:pt x="195887" y="271719"/>
                    <a:pt x="200132" y="267589"/>
                  </a:cubicBezTo>
                  <a:lnTo>
                    <a:pt x="208392" y="278258"/>
                  </a:lnTo>
                  <a:cubicBezTo>
                    <a:pt x="199444" y="287206"/>
                    <a:pt x="191126" y="293630"/>
                    <a:pt x="183440" y="297531"/>
                  </a:cubicBezTo>
                  <a:cubicBezTo>
                    <a:pt x="175754" y="301431"/>
                    <a:pt x="167838" y="303382"/>
                    <a:pt x="159693" y="303382"/>
                  </a:cubicBezTo>
                  <a:cubicBezTo>
                    <a:pt x="153154" y="303382"/>
                    <a:pt x="147762" y="302751"/>
                    <a:pt x="143517" y="301489"/>
                  </a:cubicBezTo>
                  <a:cubicBezTo>
                    <a:pt x="139272" y="300227"/>
                    <a:pt x="135056" y="298162"/>
                    <a:pt x="130869" y="295294"/>
                  </a:cubicBezTo>
                  <a:cubicBezTo>
                    <a:pt x="126681" y="292426"/>
                    <a:pt x="122007" y="288066"/>
                    <a:pt x="116844" y="282216"/>
                  </a:cubicBezTo>
                  <a:cubicBezTo>
                    <a:pt x="111682" y="276365"/>
                    <a:pt x="105716" y="268392"/>
                    <a:pt x="98948" y="258296"/>
                  </a:cubicBezTo>
                  <a:lnTo>
                    <a:pt x="86730" y="240227"/>
                  </a:lnTo>
                  <a:cubicBezTo>
                    <a:pt x="58164" y="238851"/>
                    <a:pt x="36568" y="228124"/>
                    <a:pt x="21941" y="208048"/>
                  </a:cubicBezTo>
                  <a:cubicBezTo>
                    <a:pt x="7314" y="187972"/>
                    <a:pt x="0" y="159349"/>
                    <a:pt x="0" y="122179"/>
                  </a:cubicBezTo>
                  <a:cubicBezTo>
                    <a:pt x="0" y="96596"/>
                    <a:pt x="3901" y="74627"/>
                    <a:pt x="11702" y="56271"/>
                  </a:cubicBezTo>
                  <a:cubicBezTo>
                    <a:pt x="19503" y="37916"/>
                    <a:pt x="30659" y="23948"/>
                    <a:pt x="45172" y="14369"/>
                  </a:cubicBezTo>
                  <a:cubicBezTo>
                    <a:pt x="59684" y="4790"/>
                    <a:pt x="76519" y="0"/>
                    <a:pt x="9567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4AA4E00-66C2-4B5C-851A-58CC56660B59}"/>
                </a:ext>
              </a:extLst>
            </p:cNvPr>
            <p:cNvSpPr txBox="1"/>
            <p:nvPr/>
          </p:nvSpPr>
          <p:spPr>
            <a:xfrm>
              <a:off x="7843255" y="1099102"/>
              <a:ext cx="1463232" cy="320246"/>
            </a:xfrm>
            <a:custGeom>
              <a:avLst/>
              <a:gdLst/>
              <a:ahLst/>
              <a:cxnLst/>
              <a:rect l="l" t="t" r="r" b="b"/>
              <a:pathLst>
                <a:path w="1463232" h="320246">
                  <a:moveTo>
                    <a:pt x="335785" y="169845"/>
                  </a:moveTo>
                  <a:lnTo>
                    <a:pt x="547790" y="169845"/>
                  </a:lnTo>
                  <a:lnTo>
                    <a:pt x="547790" y="192732"/>
                  </a:lnTo>
                  <a:lnTo>
                    <a:pt x="335785" y="192732"/>
                  </a:lnTo>
                  <a:close/>
                  <a:moveTo>
                    <a:pt x="1179747" y="99120"/>
                  </a:moveTo>
                  <a:cubicBezTo>
                    <a:pt x="1173896" y="99120"/>
                    <a:pt x="1168131" y="101098"/>
                    <a:pt x="1162453" y="105056"/>
                  </a:cubicBezTo>
                  <a:cubicBezTo>
                    <a:pt x="1156774" y="109014"/>
                    <a:pt x="1150550" y="115353"/>
                    <a:pt x="1143781" y="124071"/>
                  </a:cubicBezTo>
                  <a:cubicBezTo>
                    <a:pt x="1137013" y="132790"/>
                    <a:pt x="1131736" y="141394"/>
                    <a:pt x="1127950" y="149884"/>
                  </a:cubicBezTo>
                  <a:cubicBezTo>
                    <a:pt x="1124164" y="158373"/>
                    <a:pt x="1121181" y="168125"/>
                    <a:pt x="1119002" y="179138"/>
                  </a:cubicBezTo>
                  <a:lnTo>
                    <a:pt x="1117625" y="186365"/>
                  </a:lnTo>
                  <a:cubicBezTo>
                    <a:pt x="1116478" y="192446"/>
                    <a:pt x="1115761" y="197092"/>
                    <a:pt x="1115474" y="200304"/>
                  </a:cubicBezTo>
                  <a:cubicBezTo>
                    <a:pt x="1115187" y="203516"/>
                    <a:pt x="1115044" y="206671"/>
                    <a:pt x="1115044" y="209769"/>
                  </a:cubicBezTo>
                  <a:cubicBezTo>
                    <a:pt x="1115044" y="218717"/>
                    <a:pt x="1116965" y="225227"/>
                    <a:pt x="1120809" y="229300"/>
                  </a:cubicBezTo>
                  <a:cubicBezTo>
                    <a:pt x="1124652" y="233373"/>
                    <a:pt x="1131277" y="235409"/>
                    <a:pt x="1140684" y="235409"/>
                  </a:cubicBezTo>
                  <a:cubicBezTo>
                    <a:pt x="1146535" y="235409"/>
                    <a:pt x="1151927" y="234262"/>
                    <a:pt x="1156860" y="231967"/>
                  </a:cubicBezTo>
                  <a:cubicBezTo>
                    <a:pt x="1161793" y="229673"/>
                    <a:pt x="1166468" y="226346"/>
                    <a:pt x="1170885" y="221986"/>
                  </a:cubicBezTo>
                  <a:cubicBezTo>
                    <a:pt x="1175301" y="217627"/>
                    <a:pt x="1179288" y="212350"/>
                    <a:pt x="1182844" y="206155"/>
                  </a:cubicBezTo>
                  <a:cubicBezTo>
                    <a:pt x="1186401" y="199960"/>
                    <a:pt x="1189584" y="192761"/>
                    <a:pt x="1192395" y="184558"/>
                  </a:cubicBezTo>
                  <a:cubicBezTo>
                    <a:pt x="1195205" y="176356"/>
                    <a:pt x="1197328" y="167924"/>
                    <a:pt x="1198762" y="159262"/>
                  </a:cubicBezTo>
                  <a:cubicBezTo>
                    <a:pt x="1200196" y="150601"/>
                    <a:pt x="1200913" y="142484"/>
                    <a:pt x="1200913" y="134913"/>
                  </a:cubicBezTo>
                  <a:cubicBezTo>
                    <a:pt x="1200913" y="122867"/>
                    <a:pt x="1199221" y="113890"/>
                    <a:pt x="1195837" y="107982"/>
                  </a:cubicBezTo>
                  <a:cubicBezTo>
                    <a:pt x="1192452" y="102074"/>
                    <a:pt x="1187089" y="99120"/>
                    <a:pt x="1179747" y="99120"/>
                  </a:cubicBezTo>
                  <a:close/>
                  <a:moveTo>
                    <a:pt x="335785" y="98431"/>
                  </a:moveTo>
                  <a:lnTo>
                    <a:pt x="547790" y="98431"/>
                  </a:lnTo>
                  <a:lnTo>
                    <a:pt x="547790" y="121318"/>
                  </a:lnTo>
                  <a:lnTo>
                    <a:pt x="335785" y="121318"/>
                  </a:lnTo>
                  <a:close/>
                  <a:moveTo>
                    <a:pt x="1107300" y="78814"/>
                  </a:moveTo>
                  <a:cubicBezTo>
                    <a:pt x="1114413" y="78814"/>
                    <a:pt x="1120063" y="81166"/>
                    <a:pt x="1124250" y="85869"/>
                  </a:cubicBezTo>
                  <a:cubicBezTo>
                    <a:pt x="1128437" y="90573"/>
                    <a:pt x="1130531" y="96825"/>
                    <a:pt x="1130531" y="104626"/>
                  </a:cubicBezTo>
                  <a:cubicBezTo>
                    <a:pt x="1130531" y="111051"/>
                    <a:pt x="1129212" y="117819"/>
                    <a:pt x="1126573" y="124932"/>
                  </a:cubicBezTo>
                  <a:lnTo>
                    <a:pt x="1128638" y="125620"/>
                  </a:lnTo>
                  <a:cubicBezTo>
                    <a:pt x="1149862" y="94531"/>
                    <a:pt x="1170971" y="78986"/>
                    <a:pt x="1191965" y="78986"/>
                  </a:cubicBezTo>
                  <a:cubicBezTo>
                    <a:pt x="1204469" y="78986"/>
                    <a:pt x="1214192" y="83747"/>
                    <a:pt x="1221133" y="93269"/>
                  </a:cubicBezTo>
                  <a:cubicBezTo>
                    <a:pt x="1228073" y="102791"/>
                    <a:pt x="1231544" y="116213"/>
                    <a:pt x="1231544" y="133536"/>
                  </a:cubicBezTo>
                  <a:cubicBezTo>
                    <a:pt x="1231544" y="152465"/>
                    <a:pt x="1227729" y="171079"/>
                    <a:pt x="1220100" y="189377"/>
                  </a:cubicBezTo>
                  <a:cubicBezTo>
                    <a:pt x="1212471" y="207675"/>
                    <a:pt x="1201888" y="222187"/>
                    <a:pt x="1188351" y="232914"/>
                  </a:cubicBezTo>
                  <a:cubicBezTo>
                    <a:pt x="1174814" y="243640"/>
                    <a:pt x="1159671" y="249003"/>
                    <a:pt x="1142921" y="249003"/>
                  </a:cubicBezTo>
                  <a:cubicBezTo>
                    <a:pt x="1127663" y="249003"/>
                    <a:pt x="1114986" y="245676"/>
                    <a:pt x="1104891" y="239023"/>
                  </a:cubicBezTo>
                  <a:lnTo>
                    <a:pt x="1096975" y="276709"/>
                  </a:lnTo>
                  <a:cubicBezTo>
                    <a:pt x="1095254" y="284854"/>
                    <a:pt x="1094394" y="291565"/>
                    <a:pt x="1094394" y="296842"/>
                  </a:cubicBezTo>
                  <a:cubicBezTo>
                    <a:pt x="1094394" y="301890"/>
                    <a:pt x="1095684" y="305475"/>
                    <a:pt x="1098266" y="307597"/>
                  </a:cubicBezTo>
                  <a:cubicBezTo>
                    <a:pt x="1100847" y="309720"/>
                    <a:pt x="1105866" y="311125"/>
                    <a:pt x="1113323" y="311814"/>
                  </a:cubicBezTo>
                  <a:lnTo>
                    <a:pt x="1111946" y="320246"/>
                  </a:lnTo>
                  <a:lnTo>
                    <a:pt x="1058773" y="320246"/>
                  </a:lnTo>
                  <a:lnTo>
                    <a:pt x="1100245" y="137666"/>
                  </a:lnTo>
                  <a:cubicBezTo>
                    <a:pt x="1102654" y="127112"/>
                    <a:pt x="1103858" y="118450"/>
                    <a:pt x="1103858" y="111682"/>
                  </a:cubicBezTo>
                  <a:cubicBezTo>
                    <a:pt x="1103858" y="107093"/>
                    <a:pt x="1103113" y="103766"/>
                    <a:pt x="1101621" y="101701"/>
                  </a:cubicBezTo>
                  <a:cubicBezTo>
                    <a:pt x="1100130" y="99636"/>
                    <a:pt x="1097778" y="98603"/>
                    <a:pt x="1094566" y="98603"/>
                  </a:cubicBezTo>
                  <a:cubicBezTo>
                    <a:pt x="1091010" y="98603"/>
                    <a:pt x="1087252" y="100066"/>
                    <a:pt x="1083295" y="102991"/>
                  </a:cubicBezTo>
                  <a:cubicBezTo>
                    <a:pt x="1079337" y="105917"/>
                    <a:pt x="1073916" y="111223"/>
                    <a:pt x="1067033" y="118909"/>
                  </a:cubicBezTo>
                  <a:lnTo>
                    <a:pt x="1057224" y="109272"/>
                  </a:lnTo>
                  <a:cubicBezTo>
                    <a:pt x="1067549" y="98489"/>
                    <a:pt x="1076297" y="90716"/>
                    <a:pt x="1083467" y="85955"/>
                  </a:cubicBezTo>
                  <a:cubicBezTo>
                    <a:pt x="1090637" y="81194"/>
                    <a:pt x="1098581" y="78814"/>
                    <a:pt x="1107300" y="78814"/>
                  </a:cubicBezTo>
                  <a:close/>
                  <a:moveTo>
                    <a:pt x="1308013" y="11357"/>
                  </a:moveTo>
                  <a:lnTo>
                    <a:pt x="1463232" y="11357"/>
                  </a:lnTo>
                  <a:lnTo>
                    <a:pt x="1451358" y="64187"/>
                  </a:lnTo>
                  <a:lnTo>
                    <a:pt x="1434838" y="64187"/>
                  </a:lnTo>
                  <a:cubicBezTo>
                    <a:pt x="1434379" y="55353"/>
                    <a:pt x="1433662" y="48384"/>
                    <a:pt x="1432687" y="43279"/>
                  </a:cubicBezTo>
                  <a:cubicBezTo>
                    <a:pt x="1431712" y="38174"/>
                    <a:pt x="1430335" y="34503"/>
                    <a:pt x="1428557" y="32265"/>
                  </a:cubicBezTo>
                  <a:cubicBezTo>
                    <a:pt x="1426779" y="30028"/>
                    <a:pt x="1424628" y="28508"/>
                    <a:pt x="1422104" y="27705"/>
                  </a:cubicBezTo>
                  <a:cubicBezTo>
                    <a:pt x="1419580" y="26902"/>
                    <a:pt x="1415794" y="26501"/>
                    <a:pt x="1410747" y="26501"/>
                  </a:cubicBezTo>
                  <a:lnTo>
                    <a:pt x="1357745" y="26501"/>
                  </a:lnTo>
                  <a:lnTo>
                    <a:pt x="1337267" y="120114"/>
                  </a:lnTo>
                  <a:lnTo>
                    <a:pt x="1369447" y="120114"/>
                  </a:lnTo>
                  <a:cubicBezTo>
                    <a:pt x="1374495" y="120114"/>
                    <a:pt x="1378682" y="119425"/>
                    <a:pt x="1382009" y="118049"/>
                  </a:cubicBezTo>
                  <a:cubicBezTo>
                    <a:pt x="1385336" y="116672"/>
                    <a:pt x="1388433" y="114177"/>
                    <a:pt x="1391301" y="110563"/>
                  </a:cubicBezTo>
                  <a:cubicBezTo>
                    <a:pt x="1394169" y="106949"/>
                    <a:pt x="1397726" y="100783"/>
                    <a:pt x="1401970" y="92064"/>
                  </a:cubicBezTo>
                  <a:lnTo>
                    <a:pt x="1417630" y="92064"/>
                  </a:lnTo>
                  <a:lnTo>
                    <a:pt x="1400938" y="164683"/>
                  </a:lnTo>
                  <a:lnTo>
                    <a:pt x="1385795" y="164683"/>
                  </a:lnTo>
                  <a:cubicBezTo>
                    <a:pt x="1385795" y="153096"/>
                    <a:pt x="1385422" y="145840"/>
                    <a:pt x="1384676" y="142915"/>
                  </a:cubicBezTo>
                  <a:cubicBezTo>
                    <a:pt x="1383931" y="139989"/>
                    <a:pt x="1382496" y="137981"/>
                    <a:pt x="1380374" y="136892"/>
                  </a:cubicBezTo>
                  <a:cubicBezTo>
                    <a:pt x="1378252" y="135802"/>
                    <a:pt x="1374036" y="135257"/>
                    <a:pt x="1367726" y="135257"/>
                  </a:cubicBezTo>
                  <a:lnTo>
                    <a:pt x="1333998" y="135257"/>
                  </a:lnTo>
                  <a:lnTo>
                    <a:pt x="1320403" y="196174"/>
                  </a:lnTo>
                  <a:cubicBezTo>
                    <a:pt x="1317994" y="206958"/>
                    <a:pt x="1316789" y="215906"/>
                    <a:pt x="1316789" y="223019"/>
                  </a:cubicBezTo>
                  <a:cubicBezTo>
                    <a:pt x="1316789" y="226575"/>
                    <a:pt x="1317363" y="229357"/>
                    <a:pt x="1318510" y="231365"/>
                  </a:cubicBezTo>
                  <a:cubicBezTo>
                    <a:pt x="1319658" y="233373"/>
                    <a:pt x="1321379" y="234835"/>
                    <a:pt x="1323673" y="235753"/>
                  </a:cubicBezTo>
                  <a:cubicBezTo>
                    <a:pt x="1325967" y="236671"/>
                    <a:pt x="1329925" y="237359"/>
                    <a:pt x="1335547" y="237818"/>
                  </a:cubicBezTo>
                  <a:lnTo>
                    <a:pt x="1333654" y="246250"/>
                  </a:lnTo>
                  <a:lnTo>
                    <a:pt x="1262928" y="246250"/>
                  </a:lnTo>
                  <a:lnTo>
                    <a:pt x="1264821" y="237818"/>
                  </a:lnTo>
                  <a:cubicBezTo>
                    <a:pt x="1269180" y="237130"/>
                    <a:pt x="1272450" y="236011"/>
                    <a:pt x="1274629" y="234462"/>
                  </a:cubicBezTo>
                  <a:cubicBezTo>
                    <a:pt x="1276809" y="232914"/>
                    <a:pt x="1278645" y="230763"/>
                    <a:pt x="1280136" y="228009"/>
                  </a:cubicBezTo>
                  <a:cubicBezTo>
                    <a:pt x="1281627" y="225256"/>
                    <a:pt x="1283004" y="221900"/>
                    <a:pt x="1284266" y="217943"/>
                  </a:cubicBezTo>
                  <a:cubicBezTo>
                    <a:pt x="1285528" y="213985"/>
                    <a:pt x="1287421" y="206327"/>
                    <a:pt x="1289945" y="194969"/>
                  </a:cubicBezTo>
                  <a:lnTo>
                    <a:pt x="1319199" y="62466"/>
                  </a:lnTo>
                  <a:cubicBezTo>
                    <a:pt x="1321723" y="50994"/>
                    <a:pt x="1322985" y="41931"/>
                    <a:pt x="1322985" y="35277"/>
                  </a:cubicBezTo>
                  <a:cubicBezTo>
                    <a:pt x="1322985" y="29656"/>
                    <a:pt x="1321665" y="25755"/>
                    <a:pt x="1319027" y="23575"/>
                  </a:cubicBezTo>
                  <a:cubicBezTo>
                    <a:pt x="1316388" y="21396"/>
                    <a:pt x="1312086" y="20134"/>
                    <a:pt x="1306120" y="19789"/>
                  </a:cubicBezTo>
                  <a:close/>
                  <a:moveTo>
                    <a:pt x="783259" y="8604"/>
                  </a:moveTo>
                  <a:lnTo>
                    <a:pt x="792724" y="8604"/>
                  </a:lnTo>
                  <a:cubicBezTo>
                    <a:pt x="792035" y="19617"/>
                    <a:pt x="791691" y="34875"/>
                    <a:pt x="791691" y="54378"/>
                  </a:cubicBezTo>
                  <a:lnTo>
                    <a:pt x="791691" y="201337"/>
                  </a:lnTo>
                  <a:cubicBezTo>
                    <a:pt x="791691" y="207990"/>
                    <a:pt x="792064" y="213009"/>
                    <a:pt x="792810" y="216394"/>
                  </a:cubicBezTo>
                  <a:cubicBezTo>
                    <a:pt x="793556" y="219778"/>
                    <a:pt x="794875" y="222531"/>
                    <a:pt x="796768" y="224654"/>
                  </a:cubicBezTo>
                  <a:cubicBezTo>
                    <a:pt x="798661" y="226776"/>
                    <a:pt x="801385" y="228440"/>
                    <a:pt x="804942" y="229644"/>
                  </a:cubicBezTo>
                  <a:cubicBezTo>
                    <a:pt x="808498" y="230849"/>
                    <a:pt x="812972" y="231766"/>
                    <a:pt x="818364" y="232397"/>
                  </a:cubicBezTo>
                  <a:cubicBezTo>
                    <a:pt x="823756" y="233028"/>
                    <a:pt x="830869" y="233459"/>
                    <a:pt x="839702" y="233688"/>
                  </a:cubicBezTo>
                  <a:lnTo>
                    <a:pt x="839702" y="246250"/>
                  </a:lnTo>
                  <a:lnTo>
                    <a:pt x="712533" y="246250"/>
                  </a:lnTo>
                  <a:lnTo>
                    <a:pt x="712533" y="233688"/>
                  </a:lnTo>
                  <a:cubicBezTo>
                    <a:pt x="725267" y="233114"/>
                    <a:pt x="734359" y="232340"/>
                    <a:pt x="739809" y="231365"/>
                  </a:cubicBezTo>
                  <a:cubicBezTo>
                    <a:pt x="745258" y="230390"/>
                    <a:pt x="749416" y="228927"/>
                    <a:pt x="752284" y="226977"/>
                  </a:cubicBezTo>
                  <a:cubicBezTo>
                    <a:pt x="755153" y="225027"/>
                    <a:pt x="757246" y="222273"/>
                    <a:pt x="758565" y="218717"/>
                  </a:cubicBezTo>
                  <a:cubicBezTo>
                    <a:pt x="759885" y="215161"/>
                    <a:pt x="760544" y="209367"/>
                    <a:pt x="760544" y="201337"/>
                  </a:cubicBezTo>
                  <a:lnTo>
                    <a:pt x="760544" y="61778"/>
                  </a:lnTo>
                  <a:cubicBezTo>
                    <a:pt x="760544" y="57189"/>
                    <a:pt x="759741" y="53833"/>
                    <a:pt x="758135" y="51711"/>
                  </a:cubicBezTo>
                  <a:cubicBezTo>
                    <a:pt x="756529" y="49588"/>
                    <a:pt x="754177" y="48527"/>
                    <a:pt x="751080" y="48527"/>
                  </a:cubicBezTo>
                  <a:cubicBezTo>
                    <a:pt x="747409" y="48527"/>
                    <a:pt x="742189" y="50420"/>
                    <a:pt x="735420" y="54206"/>
                  </a:cubicBezTo>
                  <a:cubicBezTo>
                    <a:pt x="728652" y="57992"/>
                    <a:pt x="720277" y="63212"/>
                    <a:pt x="710296" y="69865"/>
                  </a:cubicBezTo>
                  <a:lnTo>
                    <a:pt x="702725" y="56615"/>
                  </a:lnTo>
                  <a:close/>
                  <a:moveTo>
                    <a:pt x="123211" y="8604"/>
                  </a:moveTo>
                  <a:cubicBezTo>
                    <a:pt x="133651" y="8604"/>
                    <a:pt x="143316" y="9235"/>
                    <a:pt x="152207" y="10497"/>
                  </a:cubicBezTo>
                  <a:cubicBezTo>
                    <a:pt x="161098" y="11759"/>
                    <a:pt x="170993" y="14053"/>
                    <a:pt x="181892" y="17380"/>
                  </a:cubicBezTo>
                  <a:lnTo>
                    <a:pt x="171567" y="64015"/>
                  </a:lnTo>
                  <a:lnTo>
                    <a:pt x="155047" y="64015"/>
                  </a:lnTo>
                  <a:cubicBezTo>
                    <a:pt x="154129" y="49904"/>
                    <a:pt x="151060" y="39722"/>
                    <a:pt x="145840" y="33470"/>
                  </a:cubicBezTo>
                  <a:cubicBezTo>
                    <a:pt x="140620" y="27218"/>
                    <a:pt x="132217" y="24092"/>
                    <a:pt x="120630" y="24092"/>
                  </a:cubicBezTo>
                  <a:cubicBezTo>
                    <a:pt x="104799" y="24092"/>
                    <a:pt x="90086" y="32007"/>
                    <a:pt x="76491" y="47839"/>
                  </a:cubicBezTo>
                  <a:cubicBezTo>
                    <a:pt x="62897" y="63671"/>
                    <a:pt x="52141" y="84579"/>
                    <a:pt x="44226" y="110563"/>
                  </a:cubicBezTo>
                  <a:cubicBezTo>
                    <a:pt x="36310" y="136547"/>
                    <a:pt x="32352" y="160668"/>
                    <a:pt x="32352" y="182924"/>
                  </a:cubicBezTo>
                  <a:cubicBezTo>
                    <a:pt x="32352" y="200361"/>
                    <a:pt x="35449" y="213210"/>
                    <a:pt x="41644" y="221470"/>
                  </a:cubicBezTo>
                  <a:cubicBezTo>
                    <a:pt x="47839" y="229730"/>
                    <a:pt x="57361" y="233860"/>
                    <a:pt x="70210" y="233860"/>
                  </a:cubicBezTo>
                  <a:cubicBezTo>
                    <a:pt x="78814" y="233860"/>
                    <a:pt x="86328" y="232570"/>
                    <a:pt x="92753" y="229988"/>
                  </a:cubicBezTo>
                  <a:cubicBezTo>
                    <a:pt x="99177" y="227407"/>
                    <a:pt x="105200" y="223048"/>
                    <a:pt x="110822" y="216910"/>
                  </a:cubicBezTo>
                  <a:cubicBezTo>
                    <a:pt x="116443" y="210772"/>
                    <a:pt x="122007" y="202197"/>
                    <a:pt x="127514" y="191184"/>
                  </a:cubicBezTo>
                  <a:lnTo>
                    <a:pt x="144033" y="191184"/>
                  </a:lnTo>
                  <a:lnTo>
                    <a:pt x="133536" y="240055"/>
                  </a:lnTo>
                  <a:cubicBezTo>
                    <a:pt x="112083" y="246021"/>
                    <a:pt x="89598" y="249003"/>
                    <a:pt x="66080" y="249003"/>
                  </a:cubicBezTo>
                  <a:cubicBezTo>
                    <a:pt x="44512" y="249003"/>
                    <a:pt x="28107" y="242808"/>
                    <a:pt x="16864" y="230418"/>
                  </a:cubicBezTo>
                  <a:cubicBezTo>
                    <a:pt x="5622" y="218029"/>
                    <a:pt x="0" y="199903"/>
                    <a:pt x="0" y="176040"/>
                  </a:cubicBezTo>
                  <a:cubicBezTo>
                    <a:pt x="0" y="159176"/>
                    <a:pt x="3012" y="139731"/>
                    <a:pt x="9035" y="117704"/>
                  </a:cubicBezTo>
                  <a:cubicBezTo>
                    <a:pt x="15058" y="95678"/>
                    <a:pt x="23576" y="76347"/>
                    <a:pt x="34589" y="59713"/>
                  </a:cubicBezTo>
                  <a:cubicBezTo>
                    <a:pt x="45602" y="43078"/>
                    <a:pt x="58623" y="30401"/>
                    <a:pt x="73652" y="21682"/>
                  </a:cubicBezTo>
                  <a:cubicBezTo>
                    <a:pt x="88680" y="12964"/>
                    <a:pt x="105200" y="8604"/>
                    <a:pt x="123211" y="8604"/>
                  </a:cubicBezTo>
                  <a:close/>
                  <a:moveTo>
                    <a:pt x="1009725" y="0"/>
                  </a:moveTo>
                  <a:lnTo>
                    <a:pt x="1023147" y="0"/>
                  </a:lnTo>
                  <a:lnTo>
                    <a:pt x="1020566" y="39923"/>
                  </a:lnTo>
                  <a:lnTo>
                    <a:pt x="921618" y="39923"/>
                  </a:lnTo>
                  <a:lnTo>
                    <a:pt x="921618" y="115467"/>
                  </a:lnTo>
                  <a:cubicBezTo>
                    <a:pt x="927584" y="112943"/>
                    <a:pt x="934066" y="111051"/>
                    <a:pt x="941064" y="109789"/>
                  </a:cubicBezTo>
                  <a:cubicBezTo>
                    <a:pt x="948062" y="108527"/>
                    <a:pt x="955060" y="107896"/>
                    <a:pt x="962058" y="107896"/>
                  </a:cubicBezTo>
                  <a:cubicBezTo>
                    <a:pt x="975710" y="107896"/>
                    <a:pt x="987813" y="110678"/>
                    <a:pt x="998367" y="116242"/>
                  </a:cubicBezTo>
                  <a:cubicBezTo>
                    <a:pt x="1008921" y="121806"/>
                    <a:pt x="1017067" y="129722"/>
                    <a:pt x="1022803" y="139989"/>
                  </a:cubicBezTo>
                  <a:cubicBezTo>
                    <a:pt x="1028539" y="150257"/>
                    <a:pt x="1031407" y="162159"/>
                    <a:pt x="1031407" y="175696"/>
                  </a:cubicBezTo>
                  <a:cubicBezTo>
                    <a:pt x="1031407" y="191069"/>
                    <a:pt x="1028195" y="204262"/>
                    <a:pt x="1021770" y="215275"/>
                  </a:cubicBezTo>
                  <a:cubicBezTo>
                    <a:pt x="1015346" y="226289"/>
                    <a:pt x="1006053" y="234663"/>
                    <a:pt x="993893" y="240399"/>
                  </a:cubicBezTo>
                  <a:cubicBezTo>
                    <a:pt x="981733" y="246135"/>
                    <a:pt x="967335" y="249003"/>
                    <a:pt x="950700" y="249003"/>
                  </a:cubicBezTo>
                  <a:cubicBezTo>
                    <a:pt x="930853" y="249003"/>
                    <a:pt x="910089" y="244931"/>
                    <a:pt x="888406" y="236786"/>
                  </a:cubicBezTo>
                  <a:lnTo>
                    <a:pt x="888406" y="200304"/>
                  </a:lnTo>
                  <a:lnTo>
                    <a:pt x="909228" y="200304"/>
                  </a:lnTo>
                  <a:cubicBezTo>
                    <a:pt x="912670" y="212006"/>
                    <a:pt x="917861" y="220610"/>
                    <a:pt x="924802" y="226116"/>
                  </a:cubicBezTo>
                  <a:cubicBezTo>
                    <a:pt x="931743" y="231623"/>
                    <a:pt x="940719" y="234376"/>
                    <a:pt x="951733" y="234376"/>
                  </a:cubicBezTo>
                  <a:cubicBezTo>
                    <a:pt x="966991" y="234376"/>
                    <a:pt x="978520" y="229788"/>
                    <a:pt x="986321" y="220610"/>
                  </a:cubicBezTo>
                  <a:cubicBezTo>
                    <a:pt x="994123" y="211432"/>
                    <a:pt x="998023" y="197723"/>
                    <a:pt x="998023" y="179482"/>
                  </a:cubicBezTo>
                  <a:cubicBezTo>
                    <a:pt x="998023" y="167322"/>
                    <a:pt x="995958" y="157255"/>
                    <a:pt x="991828" y="149282"/>
                  </a:cubicBezTo>
                  <a:cubicBezTo>
                    <a:pt x="987698" y="141308"/>
                    <a:pt x="982134" y="135544"/>
                    <a:pt x="975136" y="131987"/>
                  </a:cubicBezTo>
                  <a:cubicBezTo>
                    <a:pt x="968138" y="128431"/>
                    <a:pt x="959993" y="126653"/>
                    <a:pt x="950700" y="126653"/>
                  </a:cubicBezTo>
                  <a:cubicBezTo>
                    <a:pt x="942899" y="126653"/>
                    <a:pt x="936188" y="127140"/>
                    <a:pt x="930567" y="128115"/>
                  </a:cubicBezTo>
                  <a:cubicBezTo>
                    <a:pt x="924945" y="129091"/>
                    <a:pt x="918922" y="130611"/>
                    <a:pt x="912498" y="132676"/>
                  </a:cubicBezTo>
                  <a:lnTo>
                    <a:pt x="898731" y="124588"/>
                  </a:lnTo>
                  <a:lnTo>
                    <a:pt x="898731" y="11357"/>
                  </a:lnTo>
                  <a:lnTo>
                    <a:pt x="993549" y="11357"/>
                  </a:lnTo>
                  <a:cubicBezTo>
                    <a:pt x="997449" y="11357"/>
                    <a:pt x="1000260" y="11042"/>
                    <a:pt x="1001981" y="10411"/>
                  </a:cubicBezTo>
                  <a:cubicBezTo>
                    <a:pt x="1003702" y="9780"/>
                    <a:pt x="1005078" y="8805"/>
                    <a:pt x="1006111" y="7486"/>
                  </a:cubicBezTo>
                  <a:cubicBezTo>
                    <a:pt x="1007143" y="6166"/>
                    <a:pt x="1008348" y="3671"/>
                    <a:pt x="100972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658E08C-9957-4DD8-B4A7-8F7D5282A4D8}"/>
                </a:ext>
              </a:extLst>
            </p:cNvPr>
            <p:cNvSpPr txBox="1"/>
            <p:nvPr/>
          </p:nvSpPr>
          <p:spPr>
            <a:xfrm>
              <a:off x="7858115" y="1676097"/>
              <a:ext cx="1551365" cy="249175"/>
            </a:xfrm>
            <a:custGeom>
              <a:avLst/>
              <a:gdLst/>
              <a:ahLst/>
              <a:cxnLst/>
              <a:rect l="l" t="t" r="r" b="b"/>
              <a:pathLst>
                <a:path w="1551365" h="249175">
                  <a:moveTo>
                    <a:pt x="339975" y="169845"/>
                  </a:moveTo>
                  <a:lnTo>
                    <a:pt x="551980" y="169845"/>
                  </a:lnTo>
                  <a:lnTo>
                    <a:pt x="551980" y="192732"/>
                  </a:lnTo>
                  <a:lnTo>
                    <a:pt x="339975" y="192732"/>
                  </a:lnTo>
                  <a:close/>
                  <a:moveTo>
                    <a:pt x="701924" y="134052"/>
                  </a:moveTo>
                  <a:lnTo>
                    <a:pt x="913930" y="134052"/>
                  </a:lnTo>
                  <a:lnTo>
                    <a:pt x="913930" y="156939"/>
                  </a:lnTo>
                  <a:lnTo>
                    <a:pt x="701924" y="156939"/>
                  </a:lnTo>
                  <a:close/>
                  <a:moveTo>
                    <a:pt x="339975" y="98431"/>
                  </a:moveTo>
                  <a:lnTo>
                    <a:pt x="551980" y="98431"/>
                  </a:lnTo>
                  <a:lnTo>
                    <a:pt x="551980" y="121318"/>
                  </a:lnTo>
                  <a:lnTo>
                    <a:pt x="339975" y="121318"/>
                  </a:lnTo>
                  <a:close/>
                  <a:moveTo>
                    <a:pt x="1231055" y="23231"/>
                  </a:moveTo>
                  <a:cubicBezTo>
                    <a:pt x="1223139" y="23231"/>
                    <a:pt x="1216514" y="25583"/>
                    <a:pt x="1211179" y="30287"/>
                  </a:cubicBezTo>
                  <a:cubicBezTo>
                    <a:pt x="1205845" y="34990"/>
                    <a:pt x="1201543" y="41759"/>
                    <a:pt x="1198273" y="50592"/>
                  </a:cubicBezTo>
                  <a:cubicBezTo>
                    <a:pt x="1195003" y="59426"/>
                    <a:pt x="1192680" y="70181"/>
                    <a:pt x="1191304" y="82858"/>
                  </a:cubicBezTo>
                  <a:cubicBezTo>
                    <a:pt x="1189927" y="95534"/>
                    <a:pt x="1189239" y="109846"/>
                    <a:pt x="1189239" y="125792"/>
                  </a:cubicBezTo>
                  <a:cubicBezTo>
                    <a:pt x="1189239" y="163192"/>
                    <a:pt x="1192709" y="190639"/>
                    <a:pt x="1199650" y="208134"/>
                  </a:cubicBezTo>
                  <a:cubicBezTo>
                    <a:pt x="1206591" y="225629"/>
                    <a:pt x="1217346" y="234376"/>
                    <a:pt x="1231915" y="234376"/>
                  </a:cubicBezTo>
                  <a:cubicBezTo>
                    <a:pt x="1245797" y="234376"/>
                    <a:pt x="1256093" y="226145"/>
                    <a:pt x="1262804" y="209683"/>
                  </a:cubicBezTo>
                  <a:cubicBezTo>
                    <a:pt x="1269515" y="193220"/>
                    <a:pt x="1272871" y="167723"/>
                    <a:pt x="1272871" y="133192"/>
                  </a:cubicBezTo>
                  <a:cubicBezTo>
                    <a:pt x="1272871" y="106806"/>
                    <a:pt x="1271150" y="85439"/>
                    <a:pt x="1267708" y="69091"/>
                  </a:cubicBezTo>
                  <a:cubicBezTo>
                    <a:pt x="1264267" y="52743"/>
                    <a:pt x="1259477" y="41013"/>
                    <a:pt x="1253339" y="33900"/>
                  </a:cubicBezTo>
                  <a:cubicBezTo>
                    <a:pt x="1247202" y="26787"/>
                    <a:pt x="1239774" y="23231"/>
                    <a:pt x="1231055" y="23231"/>
                  </a:cubicBezTo>
                  <a:close/>
                  <a:moveTo>
                    <a:pt x="1351750" y="11357"/>
                  </a:moveTo>
                  <a:lnTo>
                    <a:pt x="1422992" y="11357"/>
                  </a:lnTo>
                  <a:lnTo>
                    <a:pt x="1421099" y="19789"/>
                  </a:lnTo>
                  <a:cubicBezTo>
                    <a:pt x="1416051" y="20363"/>
                    <a:pt x="1412122" y="21854"/>
                    <a:pt x="1409311" y="24264"/>
                  </a:cubicBezTo>
                  <a:cubicBezTo>
                    <a:pt x="1406501" y="26673"/>
                    <a:pt x="1404522" y="30028"/>
                    <a:pt x="1403375" y="34330"/>
                  </a:cubicBezTo>
                  <a:cubicBezTo>
                    <a:pt x="1402227" y="38633"/>
                    <a:pt x="1401654" y="44397"/>
                    <a:pt x="1401654" y="51625"/>
                  </a:cubicBezTo>
                  <a:cubicBezTo>
                    <a:pt x="1401654" y="53346"/>
                    <a:pt x="1401826" y="58508"/>
                    <a:pt x="1402170" y="67112"/>
                  </a:cubicBezTo>
                  <a:lnTo>
                    <a:pt x="1406988" y="193077"/>
                  </a:lnTo>
                  <a:lnTo>
                    <a:pt x="1406988" y="206843"/>
                  </a:lnTo>
                  <a:lnTo>
                    <a:pt x="1408709" y="206843"/>
                  </a:lnTo>
                  <a:lnTo>
                    <a:pt x="1483221" y="72447"/>
                  </a:lnTo>
                  <a:cubicBezTo>
                    <a:pt x="1487580" y="64531"/>
                    <a:pt x="1490850" y="57734"/>
                    <a:pt x="1493029" y="52055"/>
                  </a:cubicBezTo>
                  <a:cubicBezTo>
                    <a:pt x="1495209" y="46376"/>
                    <a:pt x="1496299" y="41357"/>
                    <a:pt x="1496299" y="36998"/>
                  </a:cubicBezTo>
                  <a:cubicBezTo>
                    <a:pt x="1496299" y="27361"/>
                    <a:pt x="1490563" y="21625"/>
                    <a:pt x="1479091" y="19789"/>
                  </a:cubicBezTo>
                  <a:lnTo>
                    <a:pt x="1480984" y="11357"/>
                  </a:lnTo>
                  <a:lnTo>
                    <a:pt x="1551365" y="11357"/>
                  </a:lnTo>
                  <a:lnTo>
                    <a:pt x="1549473" y="19789"/>
                  </a:lnTo>
                  <a:cubicBezTo>
                    <a:pt x="1546375" y="20248"/>
                    <a:pt x="1543421" y="21424"/>
                    <a:pt x="1540610" y="23317"/>
                  </a:cubicBezTo>
                  <a:cubicBezTo>
                    <a:pt x="1537800" y="25210"/>
                    <a:pt x="1534645" y="28365"/>
                    <a:pt x="1531146" y="32782"/>
                  </a:cubicBezTo>
                  <a:cubicBezTo>
                    <a:pt x="1527647" y="37198"/>
                    <a:pt x="1522226" y="45717"/>
                    <a:pt x="1514884" y="58336"/>
                  </a:cubicBezTo>
                  <a:lnTo>
                    <a:pt x="1404751" y="249003"/>
                  </a:lnTo>
                  <a:lnTo>
                    <a:pt x="1381864" y="249003"/>
                  </a:lnTo>
                  <a:lnTo>
                    <a:pt x="1370335" y="57131"/>
                  </a:lnTo>
                  <a:cubicBezTo>
                    <a:pt x="1369876" y="49674"/>
                    <a:pt x="1369044" y="43279"/>
                    <a:pt x="1367839" y="37944"/>
                  </a:cubicBezTo>
                  <a:cubicBezTo>
                    <a:pt x="1366635" y="32610"/>
                    <a:pt x="1364742" y="28451"/>
                    <a:pt x="1362161" y="25468"/>
                  </a:cubicBezTo>
                  <a:cubicBezTo>
                    <a:pt x="1359579" y="22485"/>
                    <a:pt x="1355478" y="20593"/>
                    <a:pt x="1349857" y="19789"/>
                  </a:cubicBezTo>
                  <a:close/>
                  <a:moveTo>
                    <a:pt x="14283" y="11357"/>
                  </a:moveTo>
                  <a:lnTo>
                    <a:pt x="83460" y="11357"/>
                  </a:lnTo>
                  <a:lnTo>
                    <a:pt x="81567" y="19789"/>
                  </a:lnTo>
                  <a:cubicBezTo>
                    <a:pt x="77208" y="20707"/>
                    <a:pt x="74081" y="21740"/>
                    <a:pt x="72189" y="22887"/>
                  </a:cubicBezTo>
                  <a:cubicBezTo>
                    <a:pt x="70296" y="24034"/>
                    <a:pt x="68575" y="25755"/>
                    <a:pt x="67026" y="28049"/>
                  </a:cubicBezTo>
                  <a:cubicBezTo>
                    <a:pt x="65477" y="30344"/>
                    <a:pt x="63929" y="33929"/>
                    <a:pt x="62380" y="38805"/>
                  </a:cubicBezTo>
                  <a:cubicBezTo>
                    <a:pt x="60831" y="43680"/>
                    <a:pt x="58852" y="51625"/>
                    <a:pt x="56443" y="62638"/>
                  </a:cubicBezTo>
                  <a:lnTo>
                    <a:pt x="34933" y="159004"/>
                  </a:lnTo>
                  <a:cubicBezTo>
                    <a:pt x="33441" y="165543"/>
                    <a:pt x="32265" y="171767"/>
                    <a:pt x="31405" y="177675"/>
                  </a:cubicBezTo>
                  <a:cubicBezTo>
                    <a:pt x="30545" y="183583"/>
                    <a:pt x="30114" y="189692"/>
                    <a:pt x="30114" y="196002"/>
                  </a:cubicBezTo>
                  <a:cubicBezTo>
                    <a:pt x="30114" y="208507"/>
                    <a:pt x="33183" y="217971"/>
                    <a:pt x="39321" y="224396"/>
                  </a:cubicBezTo>
                  <a:cubicBezTo>
                    <a:pt x="45458" y="230820"/>
                    <a:pt x="54722" y="234032"/>
                    <a:pt x="67112" y="234032"/>
                  </a:cubicBezTo>
                  <a:cubicBezTo>
                    <a:pt x="78814" y="234032"/>
                    <a:pt x="88565" y="231623"/>
                    <a:pt x="96366" y="226805"/>
                  </a:cubicBezTo>
                  <a:cubicBezTo>
                    <a:pt x="104167" y="221986"/>
                    <a:pt x="110420" y="215046"/>
                    <a:pt x="115123" y="205983"/>
                  </a:cubicBezTo>
                  <a:cubicBezTo>
                    <a:pt x="119827" y="196920"/>
                    <a:pt x="123785" y="185161"/>
                    <a:pt x="126997" y="170706"/>
                  </a:cubicBezTo>
                  <a:lnTo>
                    <a:pt x="150916" y="62466"/>
                  </a:lnTo>
                  <a:cubicBezTo>
                    <a:pt x="153440" y="50994"/>
                    <a:pt x="154702" y="41759"/>
                    <a:pt x="154702" y="34761"/>
                  </a:cubicBezTo>
                  <a:cubicBezTo>
                    <a:pt x="154702" y="29369"/>
                    <a:pt x="153354" y="25612"/>
                    <a:pt x="150658" y="23489"/>
                  </a:cubicBezTo>
                  <a:cubicBezTo>
                    <a:pt x="147962" y="21367"/>
                    <a:pt x="143689" y="20134"/>
                    <a:pt x="137838" y="19789"/>
                  </a:cubicBezTo>
                  <a:lnTo>
                    <a:pt x="139731" y="11357"/>
                  </a:lnTo>
                  <a:lnTo>
                    <a:pt x="205122" y="11357"/>
                  </a:lnTo>
                  <a:lnTo>
                    <a:pt x="203229" y="19789"/>
                  </a:lnTo>
                  <a:cubicBezTo>
                    <a:pt x="198985" y="20707"/>
                    <a:pt x="195859" y="21768"/>
                    <a:pt x="193851" y="22973"/>
                  </a:cubicBezTo>
                  <a:cubicBezTo>
                    <a:pt x="191843" y="24178"/>
                    <a:pt x="190065" y="25927"/>
                    <a:pt x="188516" y="28222"/>
                  </a:cubicBezTo>
                  <a:cubicBezTo>
                    <a:pt x="186968" y="30516"/>
                    <a:pt x="185448" y="34130"/>
                    <a:pt x="183956" y="39063"/>
                  </a:cubicBezTo>
                  <a:cubicBezTo>
                    <a:pt x="182465" y="43996"/>
                    <a:pt x="180514" y="51854"/>
                    <a:pt x="178105" y="62638"/>
                  </a:cubicBezTo>
                  <a:lnTo>
                    <a:pt x="155735" y="165715"/>
                  </a:lnTo>
                  <a:cubicBezTo>
                    <a:pt x="151260" y="186251"/>
                    <a:pt x="144951" y="202598"/>
                    <a:pt x="136806" y="214759"/>
                  </a:cubicBezTo>
                  <a:cubicBezTo>
                    <a:pt x="128660" y="226919"/>
                    <a:pt x="118479" y="235696"/>
                    <a:pt x="106261" y="241088"/>
                  </a:cubicBezTo>
                  <a:cubicBezTo>
                    <a:pt x="94043" y="246480"/>
                    <a:pt x="79101" y="249175"/>
                    <a:pt x="61433" y="249175"/>
                  </a:cubicBezTo>
                  <a:cubicBezTo>
                    <a:pt x="41587" y="249175"/>
                    <a:pt x="26386" y="244386"/>
                    <a:pt x="15832" y="234807"/>
                  </a:cubicBezTo>
                  <a:cubicBezTo>
                    <a:pt x="5277" y="225227"/>
                    <a:pt x="0" y="211260"/>
                    <a:pt x="0" y="192904"/>
                  </a:cubicBezTo>
                  <a:cubicBezTo>
                    <a:pt x="0" y="186480"/>
                    <a:pt x="660" y="179109"/>
                    <a:pt x="1979" y="170792"/>
                  </a:cubicBezTo>
                  <a:cubicBezTo>
                    <a:pt x="3298" y="162475"/>
                    <a:pt x="5162" y="153096"/>
                    <a:pt x="7572" y="142656"/>
                  </a:cubicBezTo>
                  <a:lnTo>
                    <a:pt x="25468" y="62466"/>
                  </a:lnTo>
                  <a:cubicBezTo>
                    <a:pt x="28107" y="50650"/>
                    <a:pt x="29426" y="41414"/>
                    <a:pt x="29426" y="34761"/>
                  </a:cubicBezTo>
                  <a:cubicBezTo>
                    <a:pt x="29426" y="29598"/>
                    <a:pt x="28107" y="25898"/>
                    <a:pt x="25468" y="23661"/>
                  </a:cubicBezTo>
                  <a:cubicBezTo>
                    <a:pt x="22830" y="21424"/>
                    <a:pt x="18470" y="20134"/>
                    <a:pt x="12390" y="19789"/>
                  </a:cubicBezTo>
                  <a:close/>
                  <a:moveTo>
                    <a:pt x="1231915" y="8604"/>
                  </a:moveTo>
                  <a:cubicBezTo>
                    <a:pt x="1257039" y="8604"/>
                    <a:pt x="1275739" y="18298"/>
                    <a:pt x="1288014" y="37686"/>
                  </a:cubicBezTo>
                  <a:cubicBezTo>
                    <a:pt x="1300289" y="57074"/>
                    <a:pt x="1306427" y="86385"/>
                    <a:pt x="1306427" y="125620"/>
                  </a:cubicBezTo>
                  <a:cubicBezTo>
                    <a:pt x="1306427" y="166232"/>
                    <a:pt x="1299859" y="196948"/>
                    <a:pt x="1286723" y="217770"/>
                  </a:cubicBezTo>
                  <a:cubicBezTo>
                    <a:pt x="1273588" y="238592"/>
                    <a:pt x="1254401" y="249003"/>
                    <a:pt x="1229162" y="249003"/>
                  </a:cubicBezTo>
                  <a:cubicBezTo>
                    <a:pt x="1204382" y="249003"/>
                    <a:pt x="1185941" y="239252"/>
                    <a:pt x="1173837" y="219749"/>
                  </a:cubicBezTo>
                  <a:cubicBezTo>
                    <a:pt x="1161734" y="200247"/>
                    <a:pt x="1155683" y="170648"/>
                    <a:pt x="1155683" y="130955"/>
                  </a:cubicBezTo>
                  <a:cubicBezTo>
                    <a:pt x="1155683" y="109846"/>
                    <a:pt x="1157547" y="91605"/>
                    <a:pt x="1161275" y="76233"/>
                  </a:cubicBezTo>
                  <a:cubicBezTo>
                    <a:pt x="1165004" y="60860"/>
                    <a:pt x="1170224" y="48154"/>
                    <a:pt x="1176935" y="38116"/>
                  </a:cubicBezTo>
                  <a:cubicBezTo>
                    <a:pt x="1183646" y="28078"/>
                    <a:pt x="1191705" y="20650"/>
                    <a:pt x="1201112" y="15832"/>
                  </a:cubicBezTo>
                  <a:cubicBezTo>
                    <a:pt x="1210519" y="11013"/>
                    <a:pt x="1220787" y="8604"/>
                    <a:pt x="1231915" y="8604"/>
                  </a:cubicBezTo>
                  <a:close/>
                  <a:moveTo>
                    <a:pt x="1090115" y="0"/>
                  </a:moveTo>
                  <a:lnTo>
                    <a:pt x="1103537" y="0"/>
                  </a:lnTo>
                  <a:lnTo>
                    <a:pt x="1100956" y="39923"/>
                  </a:lnTo>
                  <a:lnTo>
                    <a:pt x="1002008" y="39923"/>
                  </a:lnTo>
                  <a:lnTo>
                    <a:pt x="1002008" y="115467"/>
                  </a:lnTo>
                  <a:cubicBezTo>
                    <a:pt x="1007974" y="112943"/>
                    <a:pt x="1014456" y="111051"/>
                    <a:pt x="1021454" y="109789"/>
                  </a:cubicBezTo>
                  <a:cubicBezTo>
                    <a:pt x="1028452" y="108527"/>
                    <a:pt x="1035450" y="107896"/>
                    <a:pt x="1042448" y="107896"/>
                  </a:cubicBezTo>
                  <a:cubicBezTo>
                    <a:pt x="1056099" y="107896"/>
                    <a:pt x="1068203" y="110678"/>
                    <a:pt x="1078757" y="116242"/>
                  </a:cubicBezTo>
                  <a:cubicBezTo>
                    <a:pt x="1089311" y="121806"/>
                    <a:pt x="1097457" y="129722"/>
                    <a:pt x="1103193" y="139989"/>
                  </a:cubicBezTo>
                  <a:cubicBezTo>
                    <a:pt x="1108929" y="150257"/>
                    <a:pt x="1111797" y="162159"/>
                    <a:pt x="1111797" y="175696"/>
                  </a:cubicBezTo>
                  <a:cubicBezTo>
                    <a:pt x="1111797" y="191069"/>
                    <a:pt x="1108585" y="204262"/>
                    <a:pt x="1102160" y="215275"/>
                  </a:cubicBezTo>
                  <a:cubicBezTo>
                    <a:pt x="1095736" y="226289"/>
                    <a:pt x="1086443" y="234663"/>
                    <a:pt x="1074283" y="240399"/>
                  </a:cubicBezTo>
                  <a:cubicBezTo>
                    <a:pt x="1062123" y="246135"/>
                    <a:pt x="1047725" y="249003"/>
                    <a:pt x="1031090" y="249003"/>
                  </a:cubicBezTo>
                  <a:cubicBezTo>
                    <a:pt x="1011243" y="249003"/>
                    <a:pt x="990479" y="244931"/>
                    <a:pt x="968796" y="236786"/>
                  </a:cubicBezTo>
                  <a:lnTo>
                    <a:pt x="968796" y="200304"/>
                  </a:lnTo>
                  <a:lnTo>
                    <a:pt x="989618" y="200304"/>
                  </a:lnTo>
                  <a:cubicBezTo>
                    <a:pt x="993060" y="212006"/>
                    <a:pt x="998251" y="220610"/>
                    <a:pt x="1005192" y="226116"/>
                  </a:cubicBezTo>
                  <a:cubicBezTo>
                    <a:pt x="1012133" y="231623"/>
                    <a:pt x="1021109" y="234376"/>
                    <a:pt x="1032123" y="234376"/>
                  </a:cubicBezTo>
                  <a:cubicBezTo>
                    <a:pt x="1047381" y="234376"/>
                    <a:pt x="1058910" y="229788"/>
                    <a:pt x="1066711" y="220610"/>
                  </a:cubicBezTo>
                  <a:cubicBezTo>
                    <a:pt x="1074512" y="211432"/>
                    <a:pt x="1078413" y="197723"/>
                    <a:pt x="1078413" y="179482"/>
                  </a:cubicBezTo>
                  <a:cubicBezTo>
                    <a:pt x="1078413" y="167322"/>
                    <a:pt x="1076348" y="157255"/>
                    <a:pt x="1072218" y="149282"/>
                  </a:cubicBezTo>
                  <a:cubicBezTo>
                    <a:pt x="1068088" y="141308"/>
                    <a:pt x="1062524" y="135544"/>
                    <a:pt x="1055526" y="131987"/>
                  </a:cubicBezTo>
                  <a:cubicBezTo>
                    <a:pt x="1048528" y="128431"/>
                    <a:pt x="1040383" y="126653"/>
                    <a:pt x="1031090" y="126653"/>
                  </a:cubicBezTo>
                  <a:cubicBezTo>
                    <a:pt x="1023289" y="126653"/>
                    <a:pt x="1016578" y="127140"/>
                    <a:pt x="1010957" y="128115"/>
                  </a:cubicBezTo>
                  <a:cubicBezTo>
                    <a:pt x="1005335" y="129091"/>
                    <a:pt x="999312" y="130611"/>
                    <a:pt x="992888" y="132676"/>
                  </a:cubicBezTo>
                  <a:lnTo>
                    <a:pt x="979121" y="124588"/>
                  </a:lnTo>
                  <a:lnTo>
                    <a:pt x="979121" y="11357"/>
                  </a:lnTo>
                  <a:lnTo>
                    <a:pt x="1073939" y="11357"/>
                  </a:lnTo>
                  <a:cubicBezTo>
                    <a:pt x="1077839" y="11357"/>
                    <a:pt x="1080650" y="11042"/>
                    <a:pt x="1082371" y="10411"/>
                  </a:cubicBezTo>
                  <a:cubicBezTo>
                    <a:pt x="1084092" y="9780"/>
                    <a:pt x="1085468" y="8805"/>
                    <a:pt x="1086501" y="7486"/>
                  </a:cubicBezTo>
                  <a:cubicBezTo>
                    <a:pt x="1087533" y="6166"/>
                    <a:pt x="1088738" y="3671"/>
                    <a:pt x="10901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C2C9FE4-1582-44D1-B511-8BC489751D91}"/>
                </a:ext>
              </a:extLst>
            </p:cNvPr>
            <p:cNvSpPr txBox="1"/>
            <p:nvPr/>
          </p:nvSpPr>
          <p:spPr>
            <a:xfrm>
              <a:off x="7839358" y="2253092"/>
              <a:ext cx="1527609" cy="249003"/>
            </a:xfrm>
            <a:custGeom>
              <a:avLst/>
              <a:gdLst/>
              <a:ahLst/>
              <a:cxnLst/>
              <a:rect l="l" t="t" r="r" b="b"/>
              <a:pathLst>
                <a:path w="1527609" h="249003">
                  <a:moveTo>
                    <a:pt x="1075748" y="206327"/>
                  </a:moveTo>
                  <a:lnTo>
                    <a:pt x="1110509" y="206327"/>
                  </a:lnTo>
                  <a:lnTo>
                    <a:pt x="1110509" y="246250"/>
                  </a:lnTo>
                  <a:lnTo>
                    <a:pt x="1075748" y="246250"/>
                  </a:lnTo>
                  <a:close/>
                  <a:moveTo>
                    <a:pt x="253957" y="169846"/>
                  </a:moveTo>
                  <a:lnTo>
                    <a:pt x="465962" y="169846"/>
                  </a:lnTo>
                  <a:lnTo>
                    <a:pt x="465962" y="192732"/>
                  </a:lnTo>
                  <a:lnTo>
                    <a:pt x="253957" y="192732"/>
                  </a:lnTo>
                  <a:close/>
                  <a:moveTo>
                    <a:pt x="615906" y="134052"/>
                  </a:moveTo>
                  <a:lnTo>
                    <a:pt x="827912" y="134052"/>
                  </a:lnTo>
                  <a:lnTo>
                    <a:pt x="827912" y="156939"/>
                  </a:lnTo>
                  <a:lnTo>
                    <a:pt x="615906" y="156939"/>
                  </a:lnTo>
                  <a:close/>
                  <a:moveTo>
                    <a:pt x="253957" y="98431"/>
                  </a:moveTo>
                  <a:lnTo>
                    <a:pt x="465962" y="98431"/>
                  </a:lnTo>
                  <a:lnTo>
                    <a:pt x="465962" y="121318"/>
                  </a:lnTo>
                  <a:lnTo>
                    <a:pt x="253957" y="121318"/>
                  </a:lnTo>
                  <a:close/>
                  <a:moveTo>
                    <a:pt x="1467724" y="44914"/>
                  </a:moveTo>
                  <a:lnTo>
                    <a:pt x="1406463" y="153326"/>
                  </a:lnTo>
                  <a:lnTo>
                    <a:pt x="1473747" y="153326"/>
                  </a:lnTo>
                  <a:lnTo>
                    <a:pt x="1470822" y="97915"/>
                  </a:lnTo>
                  <a:cubicBezTo>
                    <a:pt x="1470477" y="90343"/>
                    <a:pt x="1470191" y="80879"/>
                    <a:pt x="1469961" y="69521"/>
                  </a:cubicBezTo>
                  <a:cubicBezTo>
                    <a:pt x="1469732" y="58164"/>
                    <a:pt x="1469617" y="49961"/>
                    <a:pt x="1469617" y="44914"/>
                  </a:cubicBezTo>
                  <a:close/>
                  <a:moveTo>
                    <a:pt x="954537" y="23231"/>
                  </a:moveTo>
                  <a:cubicBezTo>
                    <a:pt x="946621" y="23231"/>
                    <a:pt x="939996" y="25583"/>
                    <a:pt x="934661" y="30287"/>
                  </a:cubicBezTo>
                  <a:cubicBezTo>
                    <a:pt x="929327" y="34990"/>
                    <a:pt x="925025" y="41759"/>
                    <a:pt x="921755" y="50592"/>
                  </a:cubicBezTo>
                  <a:cubicBezTo>
                    <a:pt x="918486" y="59426"/>
                    <a:pt x="916162" y="70181"/>
                    <a:pt x="914786" y="82858"/>
                  </a:cubicBezTo>
                  <a:cubicBezTo>
                    <a:pt x="913409" y="95535"/>
                    <a:pt x="912721" y="109846"/>
                    <a:pt x="912721" y="125792"/>
                  </a:cubicBezTo>
                  <a:cubicBezTo>
                    <a:pt x="912721" y="163192"/>
                    <a:pt x="916191" y="190639"/>
                    <a:pt x="923132" y="208134"/>
                  </a:cubicBezTo>
                  <a:cubicBezTo>
                    <a:pt x="930072" y="225629"/>
                    <a:pt x="940828" y="234376"/>
                    <a:pt x="955397" y="234376"/>
                  </a:cubicBezTo>
                  <a:cubicBezTo>
                    <a:pt x="969279" y="234376"/>
                    <a:pt x="979575" y="226145"/>
                    <a:pt x="986286" y="209683"/>
                  </a:cubicBezTo>
                  <a:cubicBezTo>
                    <a:pt x="992997" y="193220"/>
                    <a:pt x="996353" y="167723"/>
                    <a:pt x="996353" y="133192"/>
                  </a:cubicBezTo>
                  <a:cubicBezTo>
                    <a:pt x="996353" y="106806"/>
                    <a:pt x="994632" y="85439"/>
                    <a:pt x="991190" y="69091"/>
                  </a:cubicBezTo>
                  <a:cubicBezTo>
                    <a:pt x="987749" y="52743"/>
                    <a:pt x="982959" y="41013"/>
                    <a:pt x="976822" y="33900"/>
                  </a:cubicBezTo>
                  <a:cubicBezTo>
                    <a:pt x="970684" y="26788"/>
                    <a:pt x="963256" y="23231"/>
                    <a:pt x="954537" y="23231"/>
                  </a:cubicBezTo>
                  <a:close/>
                  <a:moveTo>
                    <a:pt x="45086" y="11357"/>
                  </a:moveTo>
                  <a:lnTo>
                    <a:pt x="113919" y="11357"/>
                  </a:lnTo>
                  <a:lnTo>
                    <a:pt x="112026" y="19790"/>
                  </a:lnTo>
                  <a:cubicBezTo>
                    <a:pt x="107666" y="20707"/>
                    <a:pt x="104540" y="21740"/>
                    <a:pt x="102647" y="22887"/>
                  </a:cubicBezTo>
                  <a:cubicBezTo>
                    <a:pt x="100754" y="24034"/>
                    <a:pt x="99062" y="25755"/>
                    <a:pt x="97571" y="28049"/>
                  </a:cubicBezTo>
                  <a:cubicBezTo>
                    <a:pt x="96079" y="30344"/>
                    <a:pt x="94531" y="33929"/>
                    <a:pt x="92925" y="38805"/>
                  </a:cubicBezTo>
                  <a:cubicBezTo>
                    <a:pt x="91318" y="43680"/>
                    <a:pt x="89311" y="51625"/>
                    <a:pt x="86902" y="62638"/>
                  </a:cubicBezTo>
                  <a:lnTo>
                    <a:pt x="57476" y="196174"/>
                  </a:lnTo>
                  <a:cubicBezTo>
                    <a:pt x="55984" y="202943"/>
                    <a:pt x="55009" y="208306"/>
                    <a:pt x="54550" y="212264"/>
                  </a:cubicBezTo>
                  <a:cubicBezTo>
                    <a:pt x="54091" y="216222"/>
                    <a:pt x="53862" y="219807"/>
                    <a:pt x="53862" y="223019"/>
                  </a:cubicBezTo>
                  <a:cubicBezTo>
                    <a:pt x="53862" y="228181"/>
                    <a:pt x="55152" y="231824"/>
                    <a:pt x="57734" y="233946"/>
                  </a:cubicBezTo>
                  <a:cubicBezTo>
                    <a:pt x="60315" y="236069"/>
                    <a:pt x="64646" y="237359"/>
                    <a:pt x="70726" y="237818"/>
                  </a:cubicBezTo>
                  <a:lnTo>
                    <a:pt x="68833" y="246250"/>
                  </a:lnTo>
                  <a:lnTo>
                    <a:pt x="0" y="246250"/>
                  </a:lnTo>
                  <a:lnTo>
                    <a:pt x="1893" y="237818"/>
                  </a:lnTo>
                  <a:cubicBezTo>
                    <a:pt x="6252" y="237130"/>
                    <a:pt x="9522" y="236011"/>
                    <a:pt x="11702" y="234462"/>
                  </a:cubicBezTo>
                  <a:cubicBezTo>
                    <a:pt x="13881" y="232914"/>
                    <a:pt x="15717" y="230763"/>
                    <a:pt x="17208" y="228009"/>
                  </a:cubicBezTo>
                  <a:cubicBezTo>
                    <a:pt x="18700" y="225256"/>
                    <a:pt x="20076" y="221900"/>
                    <a:pt x="21338" y="217943"/>
                  </a:cubicBezTo>
                  <a:cubicBezTo>
                    <a:pt x="22600" y="213985"/>
                    <a:pt x="24493" y="206327"/>
                    <a:pt x="27017" y="194970"/>
                  </a:cubicBezTo>
                  <a:lnTo>
                    <a:pt x="56271" y="62466"/>
                  </a:lnTo>
                  <a:cubicBezTo>
                    <a:pt x="58795" y="50994"/>
                    <a:pt x="60057" y="41759"/>
                    <a:pt x="60057" y="34761"/>
                  </a:cubicBezTo>
                  <a:cubicBezTo>
                    <a:pt x="60057" y="29369"/>
                    <a:pt x="58709" y="25612"/>
                    <a:pt x="56013" y="23489"/>
                  </a:cubicBezTo>
                  <a:cubicBezTo>
                    <a:pt x="53317" y="21367"/>
                    <a:pt x="49043" y="20134"/>
                    <a:pt x="43193" y="19790"/>
                  </a:cubicBezTo>
                  <a:close/>
                  <a:moveTo>
                    <a:pt x="1468757" y="8604"/>
                  </a:moveTo>
                  <a:lnTo>
                    <a:pt x="1494741" y="8604"/>
                  </a:lnTo>
                  <a:lnTo>
                    <a:pt x="1507131" y="200476"/>
                  </a:lnTo>
                  <a:cubicBezTo>
                    <a:pt x="1507705" y="209539"/>
                    <a:pt x="1508737" y="216623"/>
                    <a:pt x="1510228" y="221728"/>
                  </a:cubicBezTo>
                  <a:cubicBezTo>
                    <a:pt x="1511720" y="226833"/>
                    <a:pt x="1513756" y="230619"/>
                    <a:pt x="1516337" y="233086"/>
                  </a:cubicBezTo>
                  <a:cubicBezTo>
                    <a:pt x="1518919" y="235552"/>
                    <a:pt x="1522676" y="237130"/>
                    <a:pt x="1527609" y="237818"/>
                  </a:cubicBezTo>
                  <a:lnTo>
                    <a:pt x="1525716" y="246250"/>
                  </a:lnTo>
                  <a:lnTo>
                    <a:pt x="1454130" y="246250"/>
                  </a:lnTo>
                  <a:lnTo>
                    <a:pt x="1456022" y="237818"/>
                  </a:lnTo>
                  <a:cubicBezTo>
                    <a:pt x="1462791" y="237244"/>
                    <a:pt x="1467839" y="234606"/>
                    <a:pt x="1471166" y="229902"/>
                  </a:cubicBezTo>
                  <a:cubicBezTo>
                    <a:pt x="1474493" y="225199"/>
                    <a:pt x="1476156" y="216939"/>
                    <a:pt x="1476156" y="205122"/>
                  </a:cubicBezTo>
                  <a:cubicBezTo>
                    <a:pt x="1476156" y="200648"/>
                    <a:pt x="1475984" y="195773"/>
                    <a:pt x="1475640" y="190495"/>
                  </a:cubicBezTo>
                  <a:lnTo>
                    <a:pt x="1474435" y="168297"/>
                  </a:lnTo>
                  <a:lnTo>
                    <a:pt x="1398719" y="168297"/>
                  </a:lnTo>
                  <a:lnTo>
                    <a:pt x="1389254" y="185161"/>
                  </a:lnTo>
                  <a:cubicBezTo>
                    <a:pt x="1384780" y="193077"/>
                    <a:pt x="1381511" y="199874"/>
                    <a:pt x="1379446" y="205553"/>
                  </a:cubicBezTo>
                  <a:cubicBezTo>
                    <a:pt x="1377381" y="211231"/>
                    <a:pt x="1376348" y="216250"/>
                    <a:pt x="1376348" y="220610"/>
                  </a:cubicBezTo>
                  <a:cubicBezTo>
                    <a:pt x="1376348" y="230246"/>
                    <a:pt x="1382142" y="235983"/>
                    <a:pt x="1393729" y="237818"/>
                  </a:cubicBezTo>
                  <a:lnTo>
                    <a:pt x="1391836" y="246250"/>
                  </a:lnTo>
                  <a:lnTo>
                    <a:pt x="1321454" y="246250"/>
                  </a:lnTo>
                  <a:lnTo>
                    <a:pt x="1323347" y="237818"/>
                  </a:lnTo>
                  <a:cubicBezTo>
                    <a:pt x="1326903" y="237359"/>
                    <a:pt x="1330259" y="235954"/>
                    <a:pt x="1333414" y="233602"/>
                  </a:cubicBezTo>
                  <a:cubicBezTo>
                    <a:pt x="1336568" y="231250"/>
                    <a:pt x="1339924" y="227694"/>
                    <a:pt x="1343480" y="222933"/>
                  </a:cubicBezTo>
                  <a:cubicBezTo>
                    <a:pt x="1347037" y="218172"/>
                    <a:pt x="1352027" y="210285"/>
                    <a:pt x="1358452" y="199272"/>
                  </a:cubicBezTo>
                  <a:close/>
                  <a:moveTo>
                    <a:pt x="955397" y="8604"/>
                  </a:moveTo>
                  <a:cubicBezTo>
                    <a:pt x="980521" y="8604"/>
                    <a:pt x="999221" y="18298"/>
                    <a:pt x="1011496" y="37686"/>
                  </a:cubicBezTo>
                  <a:cubicBezTo>
                    <a:pt x="1023771" y="57074"/>
                    <a:pt x="1029909" y="86385"/>
                    <a:pt x="1029909" y="125620"/>
                  </a:cubicBezTo>
                  <a:cubicBezTo>
                    <a:pt x="1029909" y="166232"/>
                    <a:pt x="1023341" y="196948"/>
                    <a:pt x="1010206" y="217770"/>
                  </a:cubicBezTo>
                  <a:cubicBezTo>
                    <a:pt x="997070" y="238592"/>
                    <a:pt x="977883" y="249003"/>
                    <a:pt x="952644" y="249003"/>
                  </a:cubicBezTo>
                  <a:cubicBezTo>
                    <a:pt x="927864" y="249003"/>
                    <a:pt x="909422" y="239252"/>
                    <a:pt x="897319" y="219749"/>
                  </a:cubicBezTo>
                  <a:cubicBezTo>
                    <a:pt x="885216" y="200247"/>
                    <a:pt x="879165" y="170649"/>
                    <a:pt x="879165" y="130955"/>
                  </a:cubicBezTo>
                  <a:cubicBezTo>
                    <a:pt x="879165" y="109846"/>
                    <a:pt x="881029" y="91605"/>
                    <a:pt x="884757" y="76233"/>
                  </a:cubicBezTo>
                  <a:cubicBezTo>
                    <a:pt x="888486" y="60860"/>
                    <a:pt x="893706" y="48154"/>
                    <a:pt x="900417" y="38116"/>
                  </a:cubicBezTo>
                  <a:cubicBezTo>
                    <a:pt x="907128" y="28078"/>
                    <a:pt x="915187" y="20650"/>
                    <a:pt x="924594" y="15832"/>
                  </a:cubicBezTo>
                  <a:cubicBezTo>
                    <a:pt x="934002" y="11013"/>
                    <a:pt x="944269" y="8604"/>
                    <a:pt x="955397" y="8604"/>
                  </a:cubicBezTo>
                  <a:close/>
                  <a:moveTo>
                    <a:pt x="1280322" y="0"/>
                  </a:moveTo>
                  <a:lnTo>
                    <a:pt x="1293744" y="0"/>
                  </a:lnTo>
                  <a:lnTo>
                    <a:pt x="1291163" y="39923"/>
                  </a:lnTo>
                  <a:lnTo>
                    <a:pt x="1192215" y="39923"/>
                  </a:lnTo>
                  <a:lnTo>
                    <a:pt x="1192215" y="115467"/>
                  </a:lnTo>
                  <a:cubicBezTo>
                    <a:pt x="1198181" y="112944"/>
                    <a:pt x="1204663" y="111051"/>
                    <a:pt x="1211661" y="109789"/>
                  </a:cubicBezTo>
                  <a:cubicBezTo>
                    <a:pt x="1218659" y="108527"/>
                    <a:pt x="1225657" y="107896"/>
                    <a:pt x="1232655" y="107896"/>
                  </a:cubicBezTo>
                  <a:cubicBezTo>
                    <a:pt x="1246307" y="107896"/>
                    <a:pt x="1258410" y="110678"/>
                    <a:pt x="1268964" y="116242"/>
                  </a:cubicBezTo>
                  <a:cubicBezTo>
                    <a:pt x="1279518" y="121806"/>
                    <a:pt x="1287664" y="129722"/>
                    <a:pt x="1293400" y="139989"/>
                  </a:cubicBezTo>
                  <a:cubicBezTo>
                    <a:pt x="1299136" y="150257"/>
                    <a:pt x="1302004" y="162159"/>
                    <a:pt x="1302004" y="175696"/>
                  </a:cubicBezTo>
                  <a:cubicBezTo>
                    <a:pt x="1302004" y="191069"/>
                    <a:pt x="1298792" y="204262"/>
                    <a:pt x="1292367" y="215275"/>
                  </a:cubicBezTo>
                  <a:cubicBezTo>
                    <a:pt x="1285943" y="226289"/>
                    <a:pt x="1276650" y="234663"/>
                    <a:pt x="1264490" y="240399"/>
                  </a:cubicBezTo>
                  <a:cubicBezTo>
                    <a:pt x="1252330" y="246135"/>
                    <a:pt x="1237932" y="249003"/>
                    <a:pt x="1221297" y="249003"/>
                  </a:cubicBezTo>
                  <a:cubicBezTo>
                    <a:pt x="1201450" y="249003"/>
                    <a:pt x="1180686" y="244931"/>
                    <a:pt x="1159003" y="236786"/>
                  </a:cubicBezTo>
                  <a:lnTo>
                    <a:pt x="1159003" y="200304"/>
                  </a:lnTo>
                  <a:lnTo>
                    <a:pt x="1179825" y="200304"/>
                  </a:lnTo>
                  <a:cubicBezTo>
                    <a:pt x="1183267" y="212006"/>
                    <a:pt x="1188458" y="220610"/>
                    <a:pt x="1195399" y="226116"/>
                  </a:cubicBezTo>
                  <a:cubicBezTo>
                    <a:pt x="1202340" y="231623"/>
                    <a:pt x="1211316" y="234376"/>
                    <a:pt x="1222330" y="234376"/>
                  </a:cubicBezTo>
                  <a:cubicBezTo>
                    <a:pt x="1237588" y="234376"/>
                    <a:pt x="1249117" y="229788"/>
                    <a:pt x="1256918" y="220610"/>
                  </a:cubicBezTo>
                  <a:cubicBezTo>
                    <a:pt x="1264720" y="211432"/>
                    <a:pt x="1268620" y="197723"/>
                    <a:pt x="1268620" y="179482"/>
                  </a:cubicBezTo>
                  <a:cubicBezTo>
                    <a:pt x="1268620" y="167322"/>
                    <a:pt x="1266555" y="157255"/>
                    <a:pt x="1262425" y="149282"/>
                  </a:cubicBezTo>
                  <a:cubicBezTo>
                    <a:pt x="1258295" y="141308"/>
                    <a:pt x="1252731" y="135544"/>
                    <a:pt x="1245733" y="131987"/>
                  </a:cubicBezTo>
                  <a:cubicBezTo>
                    <a:pt x="1238735" y="128431"/>
                    <a:pt x="1230590" y="126653"/>
                    <a:pt x="1221297" y="126653"/>
                  </a:cubicBezTo>
                  <a:cubicBezTo>
                    <a:pt x="1213496" y="126653"/>
                    <a:pt x="1206785" y="127140"/>
                    <a:pt x="1201164" y="128115"/>
                  </a:cubicBezTo>
                  <a:cubicBezTo>
                    <a:pt x="1195542" y="129091"/>
                    <a:pt x="1189519" y="130611"/>
                    <a:pt x="1183095" y="132676"/>
                  </a:cubicBezTo>
                  <a:lnTo>
                    <a:pt x="1169328" y="124588"/>
                  </a:lnTo>
                  <a:lnTo>
                    <a:pt x="1169328" y="11357"/>
                  </a:lnTo>
                  <a:lnTo>
                    <a:pt x="1264146" y="11357"/>
                  </a:lnTo>
                  <a:cubicBezTo>
                    <a:pt x="1268046" y="11357"/>
                    <a:pt x="1270857" y="11042"/>
                    <a:pt x="1272578" y="10411"/>
                  </a:cubicBezTo>
                  <a:cubicBezTo>
                    <a:pt x="1274299" y="9780"/>
                    <a:pt x="1275675" y="8805"/>
                    <a:pt x="1276708" y="7486"/>
                  </a:cubicBezTo>
                  <a:cubicBezTo>
                    <a:pt x="1277740" y="6166"/>
                    <a:pt x="1278945" y="3671"/>
                    <a:pt x="1280322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DDDD29B-A0A7-4778-99D3-F7793AD5C02B}"/>
                </a:ext>
              </a:extLst>
            </p:cNvPr>
            <p:cNvSpPr txBox="1"/>
            <p:nvPr/>
          </p:nvSpPr>
          <p:spPr>
            <a:xfrm>
              <a:off x="7911065" y="575602"/>
              <a:ext cx="761943" cy="326698"/>
            </a:xfrm>
            <a:custGeom>
              <a:avLst/>
              <a:gdLst/>
              <a:ahLst/>
              <a:cxnLst/>
              <a:rect l="l" t="t" r="r" b="b"/>
              <a:pathLst>
                <a:path w="761943" h="326698">
                  <a:moveTo>
                    <a:pt x="728815" y="235420"/>
                  </a:moveTo>
                  <a:lnTo>
                    <a:pt x="761943" y="235420"/>
                  </a:lnTo>
                  <a:lnTo>
                    <a:pt x="761943" y="269253"/>
                  </a:lnTo>
                  <a:lnTo>
                    <a:pt x="728815" y="269253"/>
                  </a:lnTo>
                  <a:close/>
                  <a:moveTo>
                    <a:pt x="728815" y="91983"/>
                  </a:moveTo>
                  <a:lnTo>
                    <a:pt x="761943" y="91983"/>
                  </a:lnTo>
                  <a:lnTo>
                    <a:pt x="761943" y="125816"/>
                  </a:lnTo>
                  <a:lnTo>
                    <a:pt x="728815" y="125816"/>
                  </a:lnTo>
                  <a:close/>
                  <a:moveTo>
                    <a:pt x="539563" y="71895"/>
                  </a:moveTo>
                  <a:lnTo>
                    <a:pt x="539563" y="253041"/>
                  </a:lnTo>
                  <a:lnTo>
                    <a:pt x="606523" y="253041"/>
                  </a:lnTo>
                  <a:lnTo>
                    <a:pt x="606523" y="71895"/>
                  </a:lnTo>
                  <a:close/>
                  <a:moveTo>
                    <a:pt x="629783" y="50045"/>
                  </a:moveTo>
                  <a:cubicBezTo>
                    <a:pt x="628374" y="64847"/>
                    <a:pt x="627669" y="81998"/>
                    <a:pt x="627669" y="101499"/>
                  </a:cubicBezTo>
                  <a:lnTo>
                    <a:pt x="627669" y="244936"/>
                  </a:lnTo>
                  <a:cubicBezTo>
                    <a:pt x="627669" y="257153"/>
                    <a:pt x="628374" y="273247"/>
                    <a:pt x="629783" y="293218"/>
                  </a:cubicBezTo>
                  <a:lnTo>
                    <a:pt x="606523" y="293218"/>
                  </a:lnTo>
                  <a:lnTo>
                    <a:pt x="606523" y="270663"/>
                  </a:lnTo>
                  <a:lnTo>
                    <a:pt x="539563" y="270663"/>
                  </a:lnTo>
                  <a:lnTo>
                    <a:pt x="539563" y="300971"/>
                  </a:lnTo>
                  <a:lnTo>
                    <a:pt x="515598" y="300971"/>
                  </a:lnTo>
                  <a:cubicBezTo>
                    <a:pt x="517242" y="282880"/>
                    <a:pt x="518065" y="266904"/>
                    <a:pt x="518065" y="253041"/>
                  </a:cubicBezTo>
                  <a:lnTo>
                    <a:pt x="518065" y="101499"/>
                  </a:lnTo>
                  <a:cubicBezTo>
                    <a:pt x="518065" y="79413"/>
                    <a:pt x="517360" y="62380"/>
                    <a:pt x="515950" y="50397"/>
                  </a:cubicBezTo>
                  <a:cubicBezTo>
                    <a:pt x="524878" y="52512"/>
                    <a:pt x="543674" y="53569"/>
                    <a:pt x="572338" y="53569"/>
                  </a:cubicBezTo>
                  <a:cubicBezTo>
                    <a:pt x="601002" y="53569"/>
                    <a:pt x="620150" y="52394"/>
                    <a:pt x="629783" y="50045"/>
                  </a:cubicBezTo>
                  <a:close/>
                  <a:moveTo>
                    <a:pt x="0" y="31366"/>
                  </a:moveTo>
                  <a:cubicBezTo>
                    <a:pt x="22555" y="34186"/>
                    <a:pt x="62144" y="35595"/>
                    <a:pt x="118767" y="35595"/>
                  </a:cubicBezTo>
                  <a:cubicBezTo>
                    <a:pt x="175390" y="35595"/>
                    <a:pt x="216507" y="34186"/>
                    <a:pt x="242116" y="31366"/>
                  </a:cubicBezTo>
                  <a:cubicBezTo>
                    <a:pt x="240706" y="39589"/>
                    <a:pt x="240002" y="50280"/>
                    <a:pt x="240002" y="63437"/>
                  </a:cubicBezTo>
                  <a:lnTo>
                    <a:pt x="240002" y="161059"/>
                  </a:lnTo>
                  <a:cubicBezTo>
                    <a:pt x="240002" y="174451"/>
                    <a:pt x="240824" y="186786"/>
                    <a:pt x="242469" y="198063"/>
                  </a:cubicBezTo>
                  <a:lnTo>
                    <a:pt x="217446" y="198063"/>
                  </a:lnTo>
                  <a:lnTo>
                    <a:pt x="217446" y="162116"/>
                  </a:lnTo>
                  <a:lnTo>
                    <a:pt x="30309" y="162116"/>
                  </a:lnTo>
                  <a:lnTo>
                    <a:pt x="30309" y="261852"/>
                  </a:lnTo>
                  <a:cubicBezTo>
                    <a:pt x="30309" y="270780"/>
                    <a:pt x="31953" y="277065"/>
                    <a:pt x="35243" y="280707"/>
                  </a:cubicBezTo>
                  <a:cubicBezTo>
                    <a:pt x="38532" y="284349"/>
                    <a:pt x="44758" y="286522"/>
                    <a:pt x="53921" y="287227"/>
                  </a:cubicBezTo>
                  <a:cubicBezTo>
                    <a:pt x="69193" y="288401"/>
                    <a:pt x="90808" y="288989"/>
                    <a:pt x="118767" y="288989"/>
                  </a:cubicBezTo>
                  <a:cubicBezTo>
                    <a:pt x="133569" y="288989"/>
                    <a:pt x="153129" y="288636"/>
                    <a:pt x="177446" y="287932"/>
                  </a:cubicBezTo>
                  <a:cubicBezTo>
                    <a:pt x="201764" y="287227"/>
                    <a:pt x="218680" y="285582"/>
                    <a:pt x="228195" y="282998"/>
                  </a:cubicBezTo>
                  <a:cubicBezTo>
                    <a:pt x="237711" y="280413"/>
                    <a:pt x="244407" y="276067"/>
                    <a:pt x="248284" y="269958"/>
                  </a:cubicBezTo>
                  <a:cubicBezTo>
                    <a:pt x="252160" y="263849"/>
                    <a:pt x="254686" y="254569"/>
                    <a:pt x="255861" y="242116"/>
                  </a:cubicBezTo>
                  <a:cubicBezTo>
                    <a:pt x="264319" y="247050"/>
                    <a:pt x="272542" y="249870"/>
                    <a:pt x="280530" y="250575"/>
                  </a:cubicBezTo>
                  <a:cubicBezTo>
                    <a:pt x="277241" y="264672"/>
                    <a:pt x="273306" y="275538"/>
                    <a:pt x="268724" y="283174"/>
                  </a:cubicBezTo>
                  <a:cubicBezTo>
                    <a:pt x="264143" y="290810"/>
                    <a:pt x="257270" y="296683"/>
                    <a:pt x="248107" y="300795"/>
                  </a:cubicBezTo>
                  <a:cubicBezTo>
                    <a:pt x="238944" y="304907"/>
                    <a:pt x="227138" y="307491"/>
                    <a:pt x="212689" y="308548"/>
                  </a:cubicBezTo>
                  <a:cubicBezTo>
                    <a:pt x="198239" y="309606"/>
                    <a:pt x="176976" y="310134"/>
                    <a:pt x="148900" y="310134"/>
                  </a:cubicBezTo>
                  <a:cubicBezTo>
                    <a:pt x="120823" y="310134"/>
                    <a:pt x="96036" y="309899"/>
                    <a:pt x="74538" y="309430"/>
                  </a:cubicBezTo>
                  <a:cubicBezTo>
                    <a:pt x="53040" y="308960"/>
                    <a:pt x="39002" y="308196"/>
                    <a:pt x="32423" y="307139"/>
                  </a:cubicBezTo>
                  <a:cubicBezTo>
                    <a:pt x="25845" y="306081"/>
                    <a:pt x="20735" y="304026"/>
                    <a:pt x="17093" y="300971"/>
                  </a:cubicBezTo>
                  <a:cubicBezTo>
                    <a:pt x="13451" y="297917"/>
                    <a:pt x="10984" y="293747"/>
                    <a:pt x="9692" y="288460"/>
                  </a:cubicBezTo>
                  <a:cubicBezTo>
                    <a:pt x="8400" y="283174"/>
                    <a:pt x="7754" y="275949"/>
                    <a:pt x="7754" y="266786"/>
                  </a:cubicBezTo>
                  <a:lnTo>
                    <a:pt x="7754" y="159296"/>
                  </a:lnTo>
                  <a:cubicBezTo>
                    <a:pt x="7754" y="137681"/>
                    <a:pt x="7166" y="121235"/>
                    <a:pt x="5991" y="109957"/>
                  </a:cubicBezTo>
                  <a:cubicBezTo>
                    <a:pt x="13980" y="112071"/>
                    <a:pt x="21439" y="113246"/>
                    <a:pt x="28370" y="113481"/>
                  </a:cubicBezTo>
                  <a:cubicBezTo>
                    <a:pt x="35301" y="113716"/>
                    <a:pt x="38767" y="115361"/>
                    <a:pt x="38767" y="118415"/>
                  </a:cubicBezTo>
                  <a:cubicBezTo>
                    <a:pt x="38767" y="120295"/>
                    <a:pt x="37122" y="122057"/>
                    <a:pt x="33833" y="123702"/>
                  </a:cubicBezTo>
                  <a:cubicBezTo>
                    <a:pt x="31718" y="124876"/>
                    <a:pt x="30544" y="131807"/>
                    <a:pt x="30309" y="144495"/>
                  </a:cubicBezTo>
                  <a:lnTo>
                    <a:pt x="217446" y="144495"/>
                  </a:lnTo>
                  <a:lnTo>
                    <a:pt x="217446" y="53569"/>
                  </a:lnTo>
                  <a:cubicBezTo>
                    <a:pt x="101146" y="53569"/>
                    <a:pt x="28664" y="54744"/>
                    <a:pt x="0" y="57093"/>
                  </a:cubicBezTo>
                  <a:close/>
                  <a:moveTo>
                    <a:pt x="379914" y="0"/>
                  </a:moveTo>
                  <a:cubicBezTo>
                    <a:pt x="389782" y="4464"/>
                    <a:pt x="398828" y="6696"/>
                    <a:pt x="407051" y="6696"/>
                  </a:cubicBezTo>
                  <a:cubicBezTo>
                    <a:pt x="410575" y="6696"/>
                    <a:pt x="412337" y="7930"/>
                    <a:pt x="412337" y="10397"/>
                  </a:cubicBezTo>
                  <a:cubicBezTo>
                    <a:pt x="412337" y="12864"/>
                    <a:pt x="410399" y="15155"/>
                    <a:pt x="406522" y="17269"/>
                  </a:cubicBezTo>
                  <a:cubicBezTo>
                    <a:pt x="402646" y="19384"/>
                    <a:pt x="396478" y="31719"/>
                    <a:pt x="388020" y="54274"/>
                  </a:cubicBezTo>
                  <a:lnTo>
                    <a:pt x="426787" y="54274"/>
                  </a:lnTo>
                  <a:cubicBezTo>
                    <a:pt x="452866" y="54274"/>
                    <a:pt x="474012" y="53334"/>
                    <a:pt x="490223" y="51454"/>
                  </a:cubicBezTo>
                  <a:lnTo>
                    <a:pt x="490223" y="73657"/>
                  </a:lnTo>
                  <a:cubicBezTo>
                    <a:pt x="479180" y="72717"/>
                    <a:pt x="461090" y="72247"/>
                    <a:pt x="435950" y="72247"/>
                  </a:cubicBezTo>
                  <a:cubicBezTo>
                    <a:pt x="435245" y="104436"/>
                    <a:pt x="434305" y="131925"/>
                    <a:pt x="433130" y="154715"/>
                  </a:cubicBezTo>
                  <a:cubicBezTo>
                    <a:pt x="465084" y="154245"/>
                    <a:pt x="489048" y="153188"/>
                    <a:pt x="505025" y="151543"/>
                  </a:cubicBezTo>
                  <a:lnTo>
                    <a:pt x="505025" y="175508"/>
                  </a:lnTo>
                  <a:cubicBezTo>
                    <a:pt x="488578" y="173863"/>
                    <a:pt x="464144" y="172806"/>
                    <a:pt x="431721" y="172336"/>
                  </a:cubicBezTo>
                  <a:cubicBezTo>
                    <a:pt x="431016" y="181499"/>
                    <a:pt x="429371" y="192542"/>
                    <a:pt x="426787" y="205464"/>
                  </a:cubicBezTo>
                  <a:cubicBezTo>
                    <a:pt x="447462" y="224260"/>
                    <a:pt x="472954" y="249987"/>
                    <a:pt x="503263" y="282645"/>
                  </a:cubicBezTo>
                  <a:lnTo>
                    <a:pt x="483175" y="298152"/>
                  </a:lnTo>
                  <a:cubicBezTo>
                    <a:pt x="467668" y="275597"/>
                    <a:pt x="447227" y="251279"/>
                    <a:pt x="421853" y="225200"/>
                  </a:cubicBezTo>
                  <a:cubicBezTo>
                    <a:pt x="413630" y="255039"/>
                    <a:pt x="391074" y="288871"/>
                    <a:pt x="354187" y="326698"/>
                  </a:cubicBezTo>
                  <a:cubicBezTo>
                    <a:pt x="349488" y="317065"/>
                    <a:pt x="341030" y="311074"/>
                    <a:pt x="328813" y="308725"/>
                  </a:cubicBezTo>
                  <a:cubicBezTo>
                    <a:pt x="354892" y="290868"/>
                    <a:pt x="374276" y="271250"/>
                    <a:pt x="386963" y="249870"/>
                  </a:cubicBezTo>
                  <a:cubicBezTo>
                    <a:pt x="399650" y="228489"/>
                    <a:pt x="407756" y="202645"/>
                    <a:pt x="411280" y="172336"/>
                  </a:cubicBezTo>
                  <a:cubicBezTo>
                    <a:pt x="374628" y="172336"/>
                    <a:pt x="346904" y="173393"/>
                    <a:pt x="328108" y="175508"/>
                  </a:cubicBezTo>
                  <a:lnTo>
                    <a:pt x="328108" y="152248"/>
                  </a:lnTo>
                  <a:cubicBezTo>
                    <a:pt x="345964" y="153893"/>
                    <a:pt x="374158" y="154715"/>
                    <a:pt x="412690" y="154715"/>
                  </a:cubicBezTo>
                  <a:cubicBezTo>
                    <a:pt x="413865" y="141088"/>
                    <a:pt x="414452" y="126991"/>
                    <a:pt x="414452" y="112424"/>
                  </a:cubicBezTo>
                  <a:cubicBezTo>
                    <a:pt x="414452" y="97857"/>
                    <a:pt x="414217" y="84465"/>
                    <a:pt x="413747" y="72247"/>
                  </a:cubicBezTo>
                  <a:lnTo>
                    <a:pt x="381324" y="72247"/>
                  </a:lnTo>
                  <a:cubicBezTo>
                    <a:pt x="370986" y="95977"/>
                    <a:pt x="360531" y="116183"/>
                    <a:pt x="349958" y="132865"/>
                  </a:cubicBezTo>
                  <a:cubicBezTo>
                    <a:pt x="342910" y="126286"/>
                    <a:pt x="335391" y="122527"/>
                    <a:pt x="327403" y="121587"/>
                  </a:cubicBezTo>
                  <a:cubicBezTo>
                    <a:pt x="355597" y="87989"/>
                    <a:pt x="373101" y="47460"/>
                    <a:pt x="379914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45D7C39-9616-47A8-8537-FEABB7A0F1D7}"/>
                </a:ext>
              </a:extLst>
            </p:cNvPr>
            <p:cNvSpPr txBox="1"/>
            <p:nvPr/>
          </p:nvSpPr>
          <p:spPr>
            <a:xfrm>
              <a:off x="7879346" y="4027386"/>
              <a:ext cx="1498511" cy="325993"/>
            </a:xfrm>
            <a:custGeom>
              <a:avLst/>
              <a:gdLst/>
              <a:ahLst/>
              <a:cxnLst/>
              <a:rect l="l" t="t" r="r" b="b"/>
              <a:pathLst>
                <a:path w="1498511" h="325993">
                  <a:moveTo>
                    <a:pt x="1465383" y="234362"/>
                  </a:moveTo>
                  <a:lnTo>
                    <a:pt x="1498511" y="234362"/>
                  </a:lnTo>
                  <a:lnTo>
                    <a:pt x="1498511" y="268195"/>
                  </a:lnTo>
                  <a:lnTo>
                    <a:pt x="1465383" y="268195"/>
                  </a:lnTo>
                  <a:close/>
                  <a:moveTo>
                    <a:pt x="475069" y="207931"/>
                  </a:moveTo>
                  <a:cubicBezTo>
                    <a:pt x="474834" y="219208"/>
                    <a:pt x="474481" y="227666"/>
                    <a:pt x="474012" y="233305"/>
                  </a:cubicBezTo>
                  <a:lnTo>
                    <a:pt x="556126" y="233305"/>
                  </a:lnTo>
                  <a:lnTo>
                    <a:pt x="556126" y="207931"/>
                  </a:lnTo>
                  <a:close/>
                  <a:moveTo>
                    <a:pt x="432778" y="170926"/>
                  </a:moveTo>
                  <a:lnTo>
                    <a:pt x="432778" y="193129"/>
                  </a:lnTo>
                  <a:lnTo>
                    <a:pt x="594893" y="193129"/>
                  </a:lnTo>
                  <a:lnTo>
                    <a:pt x="594893" y="170926"/>
                  </a:lnTo>
                  <a:close/>
                  <a:moveTo>
                    <a:pt x="1190491" y="155067"/>
                  </a:moveTo>
                  <a:cubicBezTo>
                    <a:pt x="1210227" y="156946"/>
                    <a:pt x="1240301" y="157886"/>
                    <a:pt x="1280712" y="157886"/>
                  </a:cubicBezTo>
                  <a:cubicBezTo>
                    <a:pt x="1321124" y="157886"/>
                    <a:pt x="1350727" y="156946"/>
                    <a:pt x="1369523" y="155067"/>
                  </a:cubicBezTo>
                  <a:lnTo>
                    <a:pt x="1369523" y="176917"/>
                  </a:lnTo>
                  <a:cubicBezTo>
                    <a:pt x="1349318" y="174803"/>
                    <a:pt x="1322533" y="173745"/>
                    <a:pt x="1289170" y="173745"/>
                  </a:cubicBezTo>
                  <a:lnTo>
                    <a:pt x="1289170" y="220265"/>
                  </a:lnTo>
                  <a:cubicBezTo>
                    <a:pt x="1318069" y="220030"/>
                    <a:pt x="1340977" y="218973"/>
                    <a:pt x="1357893" y="217094"/>
                  </a:cubicBezTo>
                  <a:lnTo>
                    <a:pt x="1357893" y="239649"/>
                  </a:lnTo>
                  <a:cubicBezTo>
                    <a:pt x="1340272" y="237299"/>
                    <a:pt x="1317364" y="236125"/>
                    <a:pt x="1289170" y="236125"/>
                  </a:cubicBezTo>
                  <a:lnTo>
                    <a:pt x="1289170" y="286874"/>
                  </a:lnTo>
                  <a:cubicBezTo>
                    <a:pt x="1326058" y="286874"/>
                    <a:pt x="1356484" y="285934"/>
                    <a:pt x="1380448" y="284054"/>
                  </a:cubicBezTo>
                  <a:lnTo>
                    <a:pt x="1380448" y="306962"/>
                  </a:lnTo>
                  <a:cubicBezTo>
                    <a:pt x="1353429" y="304612"/>
                    <a:pt x="1319538" y="303438"/>
                    <a:pt x="1278774" y="303438"/>
                  </a:cubicBezTo>
                  <a:cubicBezTo>
                    <a:pt x="1238010" y="303438"/>
                    <a:pt x="1204236" y="304612"/>
                    <a:pt x="1177452" y="306962"/>
                  </a:cubicBezTo>
                  <a:lnTo>
                    <a:pt x="1177452" y="284054"/>
                  </a:lnTo>
                  <a:cubicBezTo>
                    <a:pt x="1202826" y="285934"/>
                    <a:pt x="1233017" y="286874"/>
                    <a:pt x="1268025" y="286874"/>
                  </a:cubicBezTo>
                  <a:lnTo>
                    <a:pt x="1268025" y="236125"/>
                  </a:lnTo>
                  <a:cubicBezTo>
                    <a:pt x="1241476" y="236360"/>
                    <a:pt x="1218686" y="237534"/>
                    <a:pt x="1199654" y="239649"/>
                  </a:cubicBezTo>
                  <a:lnTo>
                    <a:pt x="1199654" y="217094"/>
                  </a:lnTo>
                  <a:cubicBezTo>
                    <a:pt x="1217980" y="219208"/>
                    <a:pt x="1240771" y="220265"/>
                    <a:pt x="1268025" y="220265"/>
                  </a:cubicBezTo>
                  <a:lnTo>
                    <a:pt x="1268025" y="173745"/>
                  </a:lnTo>
                  <a:cubicBezTo>
                    <a:pt x="1237716" y="173980"/>
                    <a:pt x="1211872" y="175038"/>
                    <a:pt x="1190491" y="176917"/>
                  </a:cubicBezTo>
                  <a:close/>
                  <a:moveTo>
                    <a:pt x="432778" y="138503"/>
                  </a:moveTo>
                  <a:lnTo>
                    <a:pt x="432778" y="158591"/>
                  </a:lnTo>
                  <a:lnTo>
                    <a:pt x="594893" y="158591"/>
                  </a:lnTo>
                  <a:lnTo>
                    <a:pt x="594893" y="138503"/>
                  </a:lnTo>
                  <a:close/>
                  <a:moveTo>
                    <a:pt x="711898" y="120881"/>
                  </a:moveTo>
                  <a:cubicBezTo>
                    <a:pt x="723646" y="122526"/>
                    <a:pt x="736685" y="123348"/>
                    <a:pt x="751017" y="123348"/>
                  </a:cubicBezTo>
                  <a:cubicBezTo>
                    <a:pt x="765349" y="123348"/>
                    <a:pt x="778389" y="122526"/>
                    <a:pt x="790137" y="120881"/>
                  </a:cubicBezTo>
                  <a:cubicBezTo>
                    <a:pt x="788257" y="128870"/>
                    <a:pt x="787317" y="142849"/>
                    <a:pt x="787317" y="162820"/>
                  </a:cubicBezTo>
                  <a:lnTo>
                    <a:pt x="787317" y="253041"/>
                  </a:lnTo>
                  <a:cubicBezTo>
                    <a:pt x="792721" y="255156"/>
                    <a:pt x="799417" y="258562"/>
                    <a:pt x="807405" y="263261"/>
                  </a:cubicBezTo>
                  <a:cubicBezTo>
                    <a:pt x="833485" y="278768"/>
                    <a:pt x="871664" y="286521"/>
                    <a:pt x="921943" y="286521"/>
                  </a:cubicBezTo>
                  <a:cubicBezTo>
                    <a:pt x="954602" y="286521"/>
                    <a:pt x="990549" y="283115"/>
                    <a:pt x="1029786" y="276301"/>
                  </a:cubicBezTo>
                  <a:cubicBezTo>
                    <a:pt x="1025087" y="283819"/>
                    <a:pt x="1022267" y="294040"/>
                    <a:pt x="1021327" y="306962"/>
                  </a:cubicBezTo>
                  <a:cubicBezTo>
                    <a:pt x="990079" y="308372"/>
                    <a:pt x="960769" y="309077"/>
                    <a:pt x="933397" y="309077"/>
                  </a:cubicBezTo>
                  <a:cubicBezTo>
                    <a:pt x="906026" y="309077"/>
                    <a:pt x="881650" y="307314"/>
                    <a:pt x="860269" y="303790"/>
                  </a:cubicBezTo>
                  <a:cubicBezTo>
                    <a:pt x="838889" y="300266"/>
                    <a:pt x="816686" y="291808"/>
                    <a:pt x="793661" y="278416"/>
                  </a:cubicBezTo>
                  <a:cubicBezTo>
                    <a:pt x="785672" y="273952"/>
                    <a:pt x="778800" y="271719"/>
                    <a:pt x="773044" y="271719"/>
                  </a:cubicBezTo>
                  <a:cubicBezTo>
                    <a:pt x="767288" y="271719"/>
                    <a:pt x="760826" y="274598"/>
                    <a:pt x="753661" y="280354"/>
                  </a:cubicBezTo>
                  <a:cubicBezTo>
                    <a:pt x="746495" y="286110"/>
                    <a:pt x="737625" y="295097"/>
                    <a:pt x="727052" y="307314"/>
                  </a:cubicBezTo>
                  <a:cubicBezTo>
                    <a:pt x="721179" y="299091"/>
                    <a:pt x="714365" y="293100"/>
                    <a:pt x="706612" y="289341"/>
                  </a:cubicBezTo>
                  <a:cubicBezTo>
                    <a:pt x="733161" y="265141"/>
                    <a:pt x="752897" y="251866"/>
                    <a:pt x="765819" y="249517"/>
                  </a:cubicBezTo>
                  <a:lnTo>
                    <a:pt x="765819" y="141675"/>
                  </a:lnTo>
                  <a:cubicBezTo>
                    <a:pt x="743734" y="141675"/>
                    <a:pt x="725760" y="142379"/>
                    <a:pt x="711898" y="143789"/>
                  </a:cubicBezTo>
                  <a:close/>
                  <a:moveTo>
                    <a:pt x="0" y="112071"/>
                  </a:moveTo>
                  <a:cubicBezTo>
                    <a:pt x="9398" y="113246"/>
                    <a:pt x="22790" y="113833"/>
                    <a:pt x="40176" y="113833"/>
                  </a:cubicBezTo>
                  <a:cubicBezTo>
                    <a:pt x="57563" y="113833"/>
                    <a:pt x="71660" y="113246"/>
                    <a:pt x="82467" y="112071"/>
                  </a:cubicBezTo>
                  <a:cubicBezTo>
                    <a:pt x="78473" y="121939"/>
                    <a:pt x="76476" y="136036"/>
                    <a:pt x="76476" y="154362"/>
                  </a:cubicBezTo>
                  <a:lnTo>
                    <a:pt x="76476" y="268900"/>
                  </a:lnTo>
                  <a:cubicBezTo>
                    <a:pt x="95037" y="255038"/>
                    <a:pt x="112424" y="239061"/>
                    <a:pt x="128635" y="220970"/>
                  </a:cubicBezTo>
                  <a:cubicBezTo>
                    <a:pt x="130515" y="229194"/>
                    <a:pt x="133921" y="236360"/>
                    <a:pt x="138855" y="242468"/>
                  </a:cubicBezTo>
                  <a:lnTo>
                    <a:pt x="86344" y="286521"/>
                  </a:lnTo>
                  <a:cubicBezTo>
                    <a:pt x="75066" y="295919"/>
                    <a:pt x="65786" y="304730"/>
                    <a:pt x="58503" y="312953"/>
                  </a:cubicBezTo>
                  <a:cubicBezTo>
                    <a:pt x="54273" y="304965"/>
                    <a:pt x="48635" y="298386"/>
                    <a:pt x="41586" y="293217"/>
                  </a:cubicBezTo>
                  <a:cubicBezTo>
                    <a:pt x="46755" y="287344"/>
                    <a:pt x="50338" y="281881"/>
                    <a:pt x="52335" y="276830"/>
                  </a:cubicBezTo>
                  <a:cubicBezTo>
                    <a:pt x="54332" y="271778"/>
                    <a:pt x="55331" y="264201"/>
                    <a:pt x="55331" y="254098"/>
                  </a:cubicBezTo>
                  <a:lnTo>
                    <a:pt x="55331" y="132159"/>
                  </a:lnTo>
                  <a:cubicBezTo>
                    <a:pt x="36535" y="132159"/>
                    <a:pt x="24376" y="132394"/>
                    <a:pt x="18855" y="132864"/>
                  </a:cubicBezTo>
                  <a:cubicBezTo>
                    <a:pt x="13333" y="133334"/>
                    <a:pt x="7048" y="134861"/>
                    <a:pt x="0" y="137445"/>
                  </a:cubicBezTo>
                  <a:close/>
                  <a:moveTo>
                    <a:pt x="432778" y="103965"/>
                  </a:moveTo>
                  <a:lnTo>
                    <a:pt x="432778" y="125463"/>
                  </a:lnTo>
                  <a:lnTo>
                    <a:pt x="594893" y="125463"/>
                  </a:lnTo>
                  <a:lnTo>
                    <a:pt x="594893" y="103965"/>
                  </a:lnTo>
                  <a:close/>
                  <a:moveTo>
                    <a:pt x="846172" y="102555"/>
                  </a:moveTo>
                  <a:cubicBezTo>
                    <a:pt x="863088" y="122291"/>
                    <a:pt x="882119" y="148136"/>
                    <a:pt x="903265" y="180089"/>
                  </a:cubicBezTo>
                  <a:lnTo>
                    <a:pt x="881767" y="193129"/>
                  </a:lnTo>
                  <a:cubicBezTo>
                    <a:pt x="865086" y="162585"/>
                    <a:pt x="846994" y="136741"/>
                    <a:pt x="827494" y="115595"/>
                  </a:cubicBezTo>
                  <a:close/>
                  <a:moveTo>
                    <a:pt x="1465383" y="90925"/>
                  </a:moveTo>
                  <a:lnTo>
                    <a:pt x="1498511" y="90925"/>
                  </a:lnTo>
                  <a:lnTo>
                    <a:pt x="1498511" y="124758"/>
                  </a:lnTo>
                  <a:lnTo>
                    <a:pt x="1465383" y="124758"/>
                  </a:lnTo>
                  <a:close/>
                  <a:moveTo>
                    <a:pt x="410223" y="87754"/>
                  </a:moveTo>
                  <a:cubicBezTo>
                    <a:pt x="425964" y="88928"/>
                    <a:pt x="462382" y="89516"/>
                    <a:pt x="519474" y="89516"/>
                  </a:cubicBezTo>
                  <a:cubicBezTo>
                    <a:pt x="576567" y="89516"/>
                    <a:pt x="608873" y="88928"/>
                    <a:pt x="616391" y="87754"/>
                  </a:cubicBezTo>
                  <a:cubicBezTo>
                    <a:pt x="615921" y="101146"/>
                    <a:pt x="615686" y="110779"/>
                    <a:pt x="615686" y="116652"/>
                  </a:cubicBezTo>
                  <a:lnTo>
                    <a:pt x="615686" y="166344"/>
                  </a:lnTo>
                  <a:cubicBezTo>
                    <a:pt x="615686" y="180441"/>
                    <a:pt x="616156" y="194891"/>
                    <a:pt x="617096" y="209693"/>
                  </a:cubicBezTo>
                  <a:cubicBezTo>
                    <a:pt x="605113" y="208518"/>
                    <a:pt x="592074" y="207931"/>
                    <a:pt x="577977" y="207931"/>
                  </a:cubicBezTo>
                  <a:lnTo>
                    <a:pt x="577977" y="233305"/>
                  </a:lnTo>
                  <a:cubicBezTo>
                    <a:pt x="618153" y="233305"/>
                    <a:pt x="647874" y="232248"/>
                    <a:pt x="667140" y="230133"/>
                  </a:cubicBezTo>
                  <a:lnTo>
                    <a:pt x="667140" y="253041"/>
                  </a:lnTo>
                  <a:cubicBezTo>
                    <a:pt x="647639" y="250926"/>
                    <a:pt x="617918" y="249869"/>
                    <a:pt x="577977" y="249869"/>
                  </a:cubicBezTo>
                  <a:lnTo>
                    <a:pt x="577977" y="278063"/>
                  </a:lnTo>
                  <a:cubicBezTo>
                    <a:pt x="577977" y="291690"/>
                    <a:pt x="579151" y="305670"/>
                    <a:pt x="581501" y="320002"/>
                  </a:cubicBezTo>
                  <a:lnTo>
                    <a:pt x="552955" y="320002"/>
                  </a:lnTo>
                  <a:cubicBezTo>
                    <a:pt x="555069" y="306140"/>
                    <a:pt x="556126" y="292160"/>
                    <a:pt x="556126" y="278063"/>
                  </a:cubicBezTo>
                  <a:lnTo>
                    <a:pt x="556126" y="249869"/>
                  </a:lnTo>
                  <a:lnTo>
                    <a:pt x="472602" y="249869"/>
                  </a:lnTo>
                  <a:cubicBezTo>
                    <a:pt x="469548" y="270780"/>
                    <a:pt x="462264" y="286521"/>
                    <a:pt x="450752" y="297094"/>
                  </a:cubicBezTo>
                  <a:cubicBezTo>
                    <a:pt x="439239" y="307667"/>
                    <a:pt x="420090" y="317182"/>
                    <a:pt x="393306" y="325641"/>
                  </a:cubicBezTo>
                  <a:cubicBezTo>
                    <a:pt x="390017" y="317417"/>
                    <a:pt x="384731" y="310839"/>
                    <a:pt x="377447" y="305905"/>
                  </a:cubicBezTo>
                  <a:cubicBezTo>
                    <a:pt x="401412" y="301676"/>
                    <a:pt x="419386" y="295156"/>
                    <a:pt x="431368" y="286345"/>
                  </a:cubicBezTo>
                  <a:cubicBezTo>
                    <a:pt x="443351" y="277534"/>
                    <a:pt x="450047" y="265376"/>
                    <a:pt x="451456" y="249869"/>
                  </a:cubicBezTo>
                  <a:cubicBezTo>
                    <a:pt x="409635" y="249869"/>
                    <a:pt x="379327" y="251044"/>
                    <a:pt x="360531" y="253393"/>
                  </a:cubicBezTo>
                  <a:lnTo>
                    <a:pt x="360531" y="230486"/>
                  </a:lnTo>
                  <a:cubicBezTo>
                    <a:pt x="378152" y="232365"/>
                    <a:pt x="408813" y="233305"/>
                    <a:pt x="452514" y="233305"/>
                  </a:cubicBezTo>
                  <a:cubicBezTo>
                    <a:pt x="452984" y="227901"/>
                    <a:pt x="453218" y="219443"/>
                    <a:pt x="453218" y="207931"/>
                  </a:cubicBezTo>
                  <a:cubicBezTo>
                    <a:pt x="433718" y="208165"/>
                    <a:pt x="419268" y="208753"/>
                    <a:pt x="409870" y="209693"/>
                  </a:cubicBezTo>
                  <a:cubicBezTo>
                    <a:pt x="411045" y="196066"/>
                    <a:pt x="411632" y="181616"/>
                    <a:pt x="411632" y="166344"/>
                  </a:cubicBezTo>
                  <a:lnTo>
                    <a:pt x="411632" y="117710"/>
                  </a:lnTo>
                  <a:cubicBezTo>
                    <a:pt x="411632" y="103848"/>
                    <a:pt x="411162" y="93862"/>
                    <a:pt x="410223" y="87754"/>
                  </a:cubicBezTo>
                  <a:close/>
                  <a:moveTo>
                    <a:pt x="1225029" y="42996"/>
                  </a:moveTo>
                  <a:lnTo>
                    <a:pt x="1225029" y="107842"/>
                  </a:lnTo>
                  <a:lnTo>
                    <a:pt x="1332871" y="107842"/>
                  </a:lnTo>
                  <a:lnTo>
                    <a:pt x="1332871" y="42996"/>
                  </a:lnTo>
                  <a:close/>
                  <a:moveTo>
                    <a:pt x="1202826" y="23965"/>
                  </a:moveTo>
                  <a:cubicBezTo>
                    <a:pt x="1219743" y="25844"/>
                    <a:pt x="1244295" y="26784"/>
                    <a:pt x="1276483" y="26784"/>
                  </a:cubicBezTo>
                  <a:cubicBezTo>
                    <a:pt x="1308671" y="26784"/>
                    <a:pt x="1335103" y="25844"/>
                    <a:pt x="1355779" y="23965"/>
                  </a:cubicBezTo>
                  <a:cubicBezTo>
                    <a:pt x="1354134" y="35947"/>
                    <a:pt x="1353312" y="53157"/>
                    <a:pt x="1353312" y="75595"/>
                  </a:cubicBezTo>
                  <a:cubicBezTo>
                    <a:pt x="1353312" y="98033"/>
                    <a:pt x="1354134" y="115125"/>
                    <a:pt x="1355779" y="126873"/>
                  </a:cubicBezTo>
                  <a:cubicBezTo>
                    <a:pt x="1334633" y="124993"/>
                    <a:pt x="1309024" y="124053"/>
                    <a:pt x="1278950" y="124053"/>
                  </a:cubicBezTo>
                  <a:cubicBezTo>
                    <a:pt x="1248876" y="124053"/>
                    <a:pt x="1223502" y="124993"/>
                    <a:pt x="1202826" y="126873"/>
                  </a:cubicBezTo>
                  <a:cubicBezTo>
                    <a:pt x="1204471" y="110661"/>
                    <a:pt x="1205293" y="93275"/>
                    <a:pt x="1205293" y="74714"/>
                  </a:cubicBezTo>
                  <a:cubicBezTo>
                    <a:pt x="1205293" y="56153"/>
                    <a:pt x="1204471" y="39236"/>
                    <a:pt x="1202826" y="23965"/>
                  </a:cubicBezTo>
                  <a:close/>
                  <a:moveTo>
                    <a:pt x="1171813" y="16211"/>
                  </a:moveTo>
                  <a:cubicBezTo>
                    <a:pt x="1175337" y="24200"/>
                    <a:pt x="1178685" y="29780"/>
                    <a:pt x="1181857" y="32951"/>
                  </a:cubicBezTo>
                  <a:cubicBezTo>
                    <a:pt x="1185029" y="36123"/>
                    <a:pt x="1186615" y="38297"/>
                    <a:pt x="1186615" y="39471"/>
                  </a:cubicBezTo>
                  <a:cubicBezTo>
                    <a:pt x="1186615" y="41116"/>
                    <a:pt x="1185381" y="41645"/>
                    <a:pt x="1182914" y="41057"/>
                  </a:cubicBezTo>
                  <a:cubicBezTo>
                    <a:pt x="1180447" y="40470"/>
                    <a:pt x="1176923" y="40176"/>
                    <a:pt x="1172342" y="40176"/>
                  </a:cubicBezTo>
                  <a:cubicBezTo>
                    <a:pt x="1167760" y="40176"/>
                    <a:pt x="1162474" y="40998"/>
                    <a:pt x="1156482" y="42643"/>
                  </a:cubicBezTo>
                  <a:cubicBezTo>
                    <a:pt x="1150491" y="44288"/>
                    <a:pt x="1143854" y="45932"/>
                    <a:pt x="1136570" y="47577"/>
                  </a:cubicBezTo>
                  <a:lnTo>
                    <a:pt x="1136570" y="103613"/>
                  </a:lnTo>
                  <a:cubicBezTo>
                    <a:pt x="1158421" y="103143"/>
                    <a:pt x="1175454" y="102203"/>
                    <a:pt x="1187672" y="100793"/>
                  </a:cubicBezTo>
                  <a:lnTo>
                    <a:pt x="1187672" y="122996"/>
                  </a:lnTo>
                  <a:cubicBezTo>
                    <a:pt x="1174985" y="121586"/>
                    <a:pt x="1157951" y="120647"/>
                    <a:pt x="1136570" y="120177"/>
                  </a:cubicBezTo>
                  <a:lnTo>
                    <a:pt x="1136570" y="144494"/>
                  </a:lnTo>
                  <a:cubicBezTo>
                    <a:pt x="1157951" y="162585"/>
                    <a:pt x="1174162" y="178092"/>
                    <a:pt x="1185205" y="191014"/>
                  </a:cubicBezTo>
                  <a:lnTo>
                    <a:pt x="1168641" y="207226"/>
                  </a:lnTo>
                  <a:cubicBezTo>
                    <a:pt x="1157364" y="189370"/>
                    <a:pt x="1146673" y="174920"/>
                    <a:pt x="1136570" y="163877"/>
                  </a:cubicBezTo>
                  <a:lnTo>
                    <a:pt x="1136570" y="265376"/>
                  </a:lnTo>
                  <a:cubicBezTo>
                    <a:pt x="1136570" y="281117"/>
                    <a:pt x="1137393" y="301323"/>
                    <a:pt x="1139037" y="325993"/>
                  </a:cubicBezTo>
                  <a:lnTo>
                    <a:pt x="1113663" y="325993"/>
                  </a:lnTo>
                  <a:cubicBezTo>
                    <a:pt x="1115542" y="303438"/>
                    <a:pt x="1116482" y="283232"/>
                    <a:pt x="1116482" y="265376"/>
                  </a:cubicBezTo>
                  <a:lnTo>
                    <a:pt x="1116482" y="161410"/>
                  </a:lnTo>
                  <a:cubicBezTo>
                    <a:pt x="1105909" y="192659"/>
                    <a:pt x="1090638" y="223202"/>
                    <a:pt x="1070667" y="253041"/>
                  </a:cubicBezTo>
                  <a:cubicBezTo>
                    <a:pt x="1065028" y="246462"/>
                    <a:pt x="1057627" y="242233"/>
                    <a:pt x="1048464" y="240354"/>
                  </a:cubicBezTo>
                  <a:cubicBezTo>
                    <a:pt x="1062091" y="226492"/>
                    <a:pt x="1075307" y="208342"/>
                    <a:pt x="1088112" y="185904"/>
                  </a:cubicBezTo>
                  <a:cubicBezTo>
                    <a:pt x="1100917" y="163466"/>
                    <a:pt x="1110373" y="141557"/>
                    <a:pt x="1116482" y="120177"/>
                  </a:cubicBezTo>
                  <a:cubicBezTo>
                    <a:pt x="1096276" y="120177"/>
                    <a:pt x="1077715" y="121116"/>
                    <a:pt x="1060799" y="122996"/>
                  </a:cubicBezTo>
                  <a:lnTo>
                    <a:pt x="1060799" y="100793"/>
                  </a:lnTo>
                  <a:cubicBezTo>
                    <a:pt x="1075131" y="102203"/>
                    <a:pt x="1093692" y="103143"/>
                    <a:pt x="1116482" y="103613"/>
                  </a:cubicBezTo>
                  <a:lnTo>
                    <a:pt x="1116482" y="51454"/>
                  </a:lnTo>
                  <a:cubicBezTo>
                    <a:pt x="1095806" y="54743"/>
                    <a:pt x="1081944" y="56740"/>
                    <a:pt x="1074896" y="57445"/>
                  </a:cubicBezTo>
                  <a:cubicBezTo>
                    <a:pt x="1074426" y="49927"/>
                    <a:pt x="1070549" y="42643"/>
                    <a:pt x="1063266" y="35595"/>
                  </a:cubicBezTo>
                  <a:cubicBezTo>
                    <a:pt x="1109551" y="35360"/>
                    <a:pt x="1145733" y="28899"/>
                    <a:pt x="1171813" y="16211"/>
                  </a:cubicBezTo>
                  <a:close/>
                  <a:moveTo>
                    <a:pt x="729872" y="13039"/>
                  </a:moveTo>
                  <a:cubicBezTo>
                    <a:pt x="753602" y="31131"/>
                    <a:pt x="774982" y="50631"/>
                    <a:pt x="794013" y="71542"/>
                  </a:cubicBezTo>
                  <a:lnTo>
                    <a:pt x="775335" y="89163"/>
                  </a:lnTo>
                  <a:cubicBezTo>
                    <a:pt x="756774" y="64024"/>
                    <a:pt x="736803" y="44288"/>
                    <a:pt x="715422" y="29956"/>
                  </a:cubicBezTo>
                  <a:close/>
                  <a:moveTo>
                    <a:pt x="38767" y="7048"/>
                  </a:moveTo>
                  <a:cubicBezTo>
                    <a:pt x="61557" y="26314"/>
                    <a:pt x="82820" y="47460"/>
                    <a:pt x="102556" y="70485"/>
                  </a:cubicBezTo>
                  <a:lnTo>
                    <a:pt x="84582" y="85639"/>
                  </a:lnTo>
                  <a:cubicBezTo>
                    <a:pt x="68370" y="63319"/>
                    <a:pt x="47812" y="41938"/>
                    <a:pt x="22908" y="21498"/>
                  </a:cubicBezTo>
                  <a:close/>
                  <a:moveTo>
                    <a:pt x="199473" y="1762"/>
                  </a:moveTo>
                  <a:cubicBezTo>
                    <a:pt x="210515" y="3876"/>
                    <a:pt x="219267" y="4934"/>
                    <a:pt x="225728" y="4934"/>
                  </a:cubicBezTo>
                  <a:cubicBezTo>
                    <a:pt x="232189" y="4934"/>
                    <a:pt x="235420" y="5639"/>
                    <a:pt x="235420" y="7048"/>
                  </a:cubicBezTo>
                  <a:cubicBezTo>
                    <a:pt x="235420" y="8458"/>
                    <a:pt x="233716" y="10103"/>
                    <a:pt x="230310" y="11982"/>
                  </a:cubicBezTo>
                  <a:cubicBezTo>
                    <a:pt x="226903" y="13862"/>
                    <a:pt x="225200" y="22555"/>
                    <a:pt x="225200" y="38062"/>
                  </a:cubicBezTo>
                  <a:lnTo>
                    <a:pt x="225200" y="115243"/>
                  </a:lnTo>
                  <a:cubicBezTo>
                    <a:pt x="265141" y="115008"/>
                    <a:pt x="296742" y="113950"/>
                    <a:pt x="320002" y="112071"/>
                  </a:cubicBezTo>
                  <a:lnTo>
                    <a:pt x="320002" y="136388"/>
                  </a:lnTo>
                  <a:cubicBezTo>
                    <a:pt x="301206" y="134509"/>
                    <a:pt x="269605" y="133451"/>
                    <a:pt x="225200" y="133216"/>
                  </a:cubicBezTo>
                  <a:lnTo>
                    <a:pt x="225200" y="261499"/>
                  </a:lnTo>
                  <a:cubicBezTo>
                    <a:pt x="225200" y="279355"/>
                    <a:pt x="226139" y="300501"/>
                    <a:pt x="228019" y="324936"/>
                  </a:cubicBezTo>
                  <a:lnTo>
                    <a:pt x="200882" y="324936"/>
                  </a:lnTo>
                  <a:cubicBezTo>
                    <a:pt x="202762" y="295802"/>
                    <a:pt x="203702" y="274656"/>
                    <a:pt x="203702" y="261499"/>
                  </a:cubicBezTo>
                  <a:lnTo>
                    <a:pt x="203702" y="133216"/>
                  </a:lnTo>
                  <a:cubicBezTo>
                    <a:pt x="161881" y="133216"/>
                    <a:pt x="129457" y="134274"/>
                    <a:pt x="106432" y="136388"/>
                  </a:cubicBezTo>
                  <a:lnTo>
                    <a:pt x="106432" y="112071"/>
                  </a:lnTo>
                  <a:cubicBezTo>
                    <a:pt x="130397" y="113950"/>
                    <a:pt x="162820" y="115008"/>
                    <a:pt x="203702" y="115243"/>
                  </a:cubicBezTo>
                  <a:lnTo>
                    <a:pt x="203702" y="55683"/>
                  </a:lnTo>
                  <a:cubicBezTo>
                    <a:pt x="203702" y="31248"/>
                    <a:pt x="202292" y="13274"/>
                    <a:pt x="199473" y="1762"/>
                  </a:cubicBezTo>
                  <a:close/>
                  <a:moveTo>
                    <a:pt x="945204" y="1409"/>
                  </a:moveTo>
                  <a:cubicBezTo>
                    <a:pt x="952252" y="2819"/>
                    <a:pt x="961298" y="3524"/>
                    <a:pt x="972340" y="3524"/>
                  </a:cubicBezTo>
                  <a:cubicBezTo>
                    <a:pt x="975864" y="3524"/>
                    <a:pt x="977627" y="4346"/>
                    <a:pt x="977627" y="5991"/>
                  </a:cubicBezTo>
                  <a:cubicBezTo>
                    <a:pt x="977627" y="7166"/>
                    <a:pt x="976041" y="8987"/>
                    <a:pt x="972869" y="11454"/>
                  </a:cubicBezTo>
                  <a:cubicBezTo>
                    <a:pt x="969697" y="13921"/>
                    <a:pt x="968111" y="18208"/>
                    <a:pt x="968111" y="24317"/>
                  </a:cubicBezTo>
                  <a:lnTo>
                    <a:pt x="968111" y="62379"/>
                  </a:lnTo>
                  <a:cubicBezTo>
                    <a:pt x="989022" y="62379"/>
                    <a:pt x="1006173" y="61674"/>
                    <a:pt x="1019565" y="60264"/>
                  </a:cubicBezTo>
                  <a:lnTo>
                    <a:pt x="1019565" y="82467"/>
                  </a:lnTo>
                  <a:cubicBezTo>
                    <a:pt x="1006408" y="81057"/>
                    <a:pt x="989257" y="80353"/>
                    <a:pt x="968111" y="80353"/>
                  </a:cubicBezTo>
                  <a:lnTo>
                    <a:pt x="968111" y="235420"/>
                  </a:lnTo>
                  <a:cubicBezTo>
                    <a:pt x="968111" y="245053"/>
                    <a:pt x="966466" y="252336"/>
                    <a:pt x="963177" y="257270"/>
                  </a:cubicBezTo>
                  <a:cubicBezTo>
                    <a:pt x="959888" y="262204"/>
                    <a:pt x="953779" y="265846"/>
                    <a:pt x="944851" y="268195"/>
                  </a:cubicBezTo>
                  <a:cubicBezTo>
                    <a:pt x="935923" y="270545"/>
                    <a:pt x="922296" y="272307"/>
                    <a:pt x="903970" y="273482"/>
                  </a:cubicBezTo>
                  <a:cubicBezTo>
                    <a:pt x="903970" y="263849"/>
                    <a:pt x="900328" y="254216"/>
                    <a:pt x="893045" y="244583"/>
                  </a:cubicBezTo>
                  <a:cubicBezTo>
                    <a:pt x="908786" y="246932"/>
                    <a:pt x="920005" y="248107"/>
                    <a:pt x="926701" y="248107"/>
                  </a:cubicBezTo>
                  <a:cubicBezTo>
                    <a:pt x="933397" y="248107"/>
                    <a:pt x="938390" y="247167"/>
                    <a:pt x="941679" y="245288"/>
                  </a:cubicBezTo>
                  <a:cubicBezTo>
                    <a:pt x="944969" y="243408"/>
                    <a:pt x="946613" y="238239"/>
                    <a:pt x="946613" y="229781"/>
                  </a:cubicBezTo>
                  <a:lnTo>
                    <a:pt x="946613" y="80353"/>
                  </a:lnTo>
                  <a:lnTo>
                    <a:pt x="886349" y="80353"/>
                  </a:lnTo>
                  <a:cubicBezTo>
                    <a:pt x="851341" y="80353"/>
                    <a:pt x="825966" y="81057"/>
                    <a:pt x="810225" y="82467"/>
                  </a:cubicBezTo>
                  <a:lnTo>
                    <a:pt x="810225" y="60264"/>
                  </a:lnTo>
                  <a:cubicBezTo>
                    <a:pt x="825966" y="61674"/>
                    <a:pt x="851341" y="62379"/>
                    <a:pt x="886349" y="62379"/>
                  </a:cubicBezTo>
                  <a:lnTo>
                    <a:pt x="946613" y="62379"/>
                  </a:lnTo>
                  <a:lnTo>
                    <a:pt x="946613" y="39824"/>
                  </a:lnTo>
                  <a:cubicBezTo>
                    <a:pt x="946613" y="19383"/>
                    <a:pt x="946143" y="6578"/>
                    <a:pt x="945204" y="1409"/>
                  </a:cubicBezTo>
                  <a:close/>
                  <a:moveTo>
                    <a:pt x="561413" y="0"/>
                  </a:moveTo>
                  <a:cubicBezTo>
                    <a:pt x="568461" y="4229"/>
                    <a:pt x="574688" y="6813"/>
                    <a:pt x="580091" y="7753"/>
                  </a:cubicBezTo>
                  <a:cubicBezTo>
                    <a:pt x="585495" y="8693"/>
                    <a:pt x="588197" y="10690"/>
                    <a:pt x="588197" y="13744"/>
                  </a:cubicBezTo>
                  <a:cubicBezTo>
                    <a:pt x="588197" y="15859"/>
                    <a:pt x="586787" y="17034"/>
                    <a:pt x="583968" y="17269"/>
                  </a:cubicBezTo>
                  <a:cubicBezTo>
                    <a:pt x="579034" y="17738"/>
                    <a:pt x="573983" y="21733"/>
                    <a:pt x="568814" y="29251"/>
                  </a:cubicBezTo>
                  <a:lnTo>
                    <a:pt x="619563" y="29251"/>
                  </a:lnTo>
                  <a:cubicBezTo>
                    <a:pt x="641178" y="29251"/>
                    <a:pt x="656802" y="28194"/>
                    <a:pt x="666435" y="26079"/>
                  </a:cubicBezTo>
                  <a:lnTo>
                    <a:pt x="666435" y="47930"/>
                  </a:lnTo>
                  <a:cubicBezTo>
                    <a:pt x="657507" y="46520"/>
                    <a:pt x="641883" y="45815"/>
                    <a:pt x="619563" y="45815"/>
                  </a:cubicBezTo>
                  <a:lnTo>
                    <a:pt x="599827" y="45815"/>
                  </a:lnTo>
                  <a:cubicBezTo>
                    <a:pt x="607110" y="54508"/>
                    <a:pt x="614864" y="64728"/>
                    <a:pt x="623087" y="76476"/>
                  </a:cubicBezTo>
                  <a:lnTo>
                    <a:pt x="601942" y="84934"/>
                  </a:lnTo>
                  <a:cubicBezTo>
                    <a:pt x="594893" y="69897"/>
                    <a:pt x="587610" y="56858"/>
                    <a:pt x="580091" y="45815"/>
                  </a:cubicBezTo>
                  <a:lnTo>
                    <a:pt x="559298" y="45815"/>
                  </a:lnTo>
                  <a:cubicBezTo>
                    <a:pt x="551075" y="60617"/>
                    <a:pt x="541677" y="74126"/>
                    <a:pt x="531104" y="86344"/>
                  </a:cubicBezTo>
                  <a:cubicBezTo>
                    <a:pt x="527580" y="81880"/>
                    <a:pt x="521471" y="78003"/>
                    <a:pt x="512778" y="74714"/>
                  </a:cubicBezTo>
                  <a:cubicBezTo>
                    <a:pt x="523821" y="64611"/>
                    <a:pt x="532631" y="54391"/>
                    <a:pt x="539210" y="44053"/>
                  </a:cubicBezTo>
                  <a:cubicBezTo>
                    <a:pt x="545789" y="33715"/>
                    <a:pt x="553190" y="19031"/>
                    <a:pt x="561413" y="0"/>
                  </a:cubicBezTo>
                  <a:close/>
                  <a:moveTo>
                    <a:pt x="418328" y="0"/>
                  </a:moveTo>
                  <a:cubicBezTo>
                    <a:pt x="425612" y="5404"/>
                    <a:pt x="432895" y="9163"/>
                    <a:pt x="440179" y="11277"/>
                  </a:cubicBezTo>
                  <a:cubicBezTo>
                    <a:pt x="442998" y="11982"/>
                    <a:pt x="444408" y="13098"/>
                    <a:pt x="444408" y="14625"/>
                  </a:cubicBezTo>
                  <a:cubicBezTo>
                    <a:pt x="444408" y="16153"/>
                    <a:pt x="442822" y="17445"/>
                    <a:pt x="439650" y="18502"/>
                  </a:cubicBezTo>
                  <a:cubicBezTo>
                    <a:pt x="436478" y="19559"/>
                    <a:pt x="432190" y="23377"/>
                    <a:pt x="426787" y="29956"/>
                  </a:cubicBezTo>
                  <a:lnTo>
                    <a:pt x="473307" y="29956"/>
                  </a:lnTo>
                  <a:cubicBezTo>
                    <a:pt x="494217" y="29956"/>
                    <a:pt x="509841" y="28899"/>
                    <a:pt x="520179" y="26784"/>
                  </a:cubicBezTo>
                  <a:lnTo>
                    <a:pt x="520179" y="48634"/>
                  </a:lnTo>
                  <a:cubicBezTo>
                    <a:pt x="506082" y="47225"/>
                    <a:pt x="490458" y="46520"/>
                    <a:pt x="473307" y="46520"/>
                  </a:cubicBezTo>
                  <a:lnTo>
                    <a:pt x="457800" y="46520"/>
                  </a:lnTo>
                  <a:cubicBezTo>
                    <a:pt x="464379" y="55213"/>
                    <a:pt x="470722" y="65551"/>
                    <a:pt x="476831" y="77533"/>
                  </a:cubicBezTo>
                  <a:lnTo>
                    <a:pt x="455685" y="83524"/>
                  </a:lnTo>
                  <a:cubicBezTo>
                    <a:pt x="450047" y="69427"/>
                    <a:pt x="444173" y="57093"/>
                    <a:pt x="438064" y="46520"/>
                  </a:cubicBezTo>
                  <a:lnTo>
                    <a:pt x="416214" y="46520"/>
                  </a:lnTo>
                  <a:cubicBezTo>
                    <a:pt x="405171" y="64376"/>
                    <a:pt x="391779" y="81762"/>
                    <a:pt x="376037" y="98679"/>
                  </a:cubicBezTo>
                  <a:cubicBezTo>
                    <a:pt x="371338" y="92335"/>
                    <a:pt x="365582" y="87636"/>
                    <a:pt x="358769" y="84582"/>
                  </a:cubicBezTo>
                  <a:cubicBezTo>
                    <a:pt x="373101" y="71425"/>
                    <a:pt x="384437" y="59031"/>
                    <a:pt x="392778" y="47401"/>
                  </a:cubicBezTo>
                  <a:cubicBezTo>
                    <a:pt x="401118" y="35771"/>
                    <a:pt x="409635" y="19970"/>
                    <a:pt x="41832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8E2DDE5-E13E-4930-860F-55FF88C230A2}"/>
                </a:ext>
              </a:extLst>
            </p:cNvPr>
            <p:cNvSpPr txBox="1"/>
            <p:nvPr/>
          </p:nvSpPr>
          <p:spPr>
            <a:xfrm>
              <a:off x="7864096" y="5106546"/>
              <a:ext cx="3974510" cy="742471"/>
            </a:xfrm>
            <a:custGeom>
              <a:avLst/>
              <a:gdLst/>
              <a:ahLst/>
              <a:cxnLst/>
              <a:rect l="l" t="t" r="r" b="b"/>
              <a:pathLst>
                <a:path w="3974510" h="742471">
                  <a:moveTo>
                    <a:pt x="2449222" y="507579"/>
                  </a:moveTo>
                  <a:lnTo>
                    <a:pt x="2518055" y="507579"/>
                  </a:lnTo>
                  <a:lnTo>
                    <a:pt x="2516162" y="516011"/>
                  </a:lnTo>
                  <a:cubicBezTo>
                    <a:pt x="2511803" y="516928"/>
                    <a:pt x="2508677" y="517961"/>
                    <a:pt x="2506784" y="519108"/>
                  </a:cubicBezTo>
                  <a:cubicBezTo>
                    <a:pt x="2504891" y="520255"/>
                    <a:pt x="2503199" y="521976"/>
                    <a:pt x="2501708" y="524271"/>
                  </a:cubicBezTo>
                  <a:cubicBezTo>
                    <a:pt x="2500216" y="526565"/>
                    <a:pt x="2498667" y="530150"/>
                    <a:pt x="2497061" y="535026"/>
                  </a:cubicBezTo>
                  <a:cubicBezTo>
                    <a:pt x="2495455" y="539901"/>
                    <a:pt x="2493448" y="547846"/>
                    <a:pt x="2491038" y="558859"/>
                  </a:cubicBezTo>
                  <a:lnTo>
                    <a:pt x="2461612" y="692395"/>
                  </a:lnTo>
                  <a:cubicBezTo>
                    <a:pt x="2460121" y="699164"/>
                    <a:pt x="2459146" y="704527"/>
                    <a:pt x="2458687" y="708485"/>
                  </a:cubicBezTo>
                  <a:cubicBezTo>
                    <a:pt x="2458228" y="712443"/>
                    <a:pt x="2457998" y="716028"/>
                    <a:pt x="2457998" y="719240"/>
                  </a:cubicBezTo>
                  <a:cubicBezTo>
                    <a:pt x="2457998" y="724403"/>
                    <a:pt x="2459289" y="728045"/>
                    <a:pt x="2461870" y="730167"/>
                  </a:cubicBezTo>
                  <a:cubicBezTo>
                    <a:pt x="2464452" y="732290"/>
                    <a:pt x="2468782" y="733580"/>
                    <a:pt x="2474862" y="734039"/>
                  </a:cubicBezTo>
                  <a:lnTo>
                    <a:pt x="2472970" y="742471"/>
                  </a:lnTo>
                  <a:lnTo>
                    <a:pt x="2404137" y="742471"/>
                  </a:lnTo>
                  <a:lnTo>
                    <a:pt x="2406030" y="734039"/>
                  </a:lnTo>
                  <a:cubicBezTo>
                    <a:pt x="2410389" y="733351"/>
                    <a:pt x="2413658" y="732232"/>
                    <a:pt x="2415838" y="730684"/>
                  </a:cubicBezTo>
                  <a:cubicBezTo>
                    <a:pt x="2418018" y="729135"/>
                    <a:pt x="2419854" y="726984"/>
                    <a:pt x="2421345" y="724230"/>
                  </a:cubicBezTo>
                  <a:cubicBezTo>
                    <a:pt x="2422836" y="721477"/>
                    <a:pt x="2424213" y="718122"/>
                    <a:pt x="2425475" y="714164"/>
                  </a:cubicBezTo>
                  <a:cubicBezTo>
                    <a:pt x="2426737" y="710206"/>
                    <a:pt x="2428630" y="702548"/>
                    <a:pt x="2431154" y="691191"/>
                  </a:cubicBezTo>
                  <a:lnTo>
                    <a:pt x="2460408" y="558687"/>
                  </a:lnTo>
                  <a:cubicBezTo>
                    <a:pt x="2462932" y="547215"/>
                    <a:pt x="2464194" y="537980"/>
                    <a:pt x="2464194" y="530982"/>
                  </a:cubicBezTo>
                  <a:cubicBezTo>
                    <a:pt x="2464194" y="525590"/>
                    <a:pt x="2462846" y="521833"/>
                    <a:pt x="2460150" y="519710"/>
                  </a:cubicBezTo>
                  <a:cubicBezTo>
                    <a:pt x="2457454" y="517588"/>
                    <a:pt x="2453180" y="516355"/>
                    <a:pt x="2447330" y="516011"/>
                  </a:cubicBezTo>
                  <a:close/>
                  <a:moveTo>
                    <a:pt x="3375110" y="464423"/>
                  </a:moveTo>
                  <a:lnTo>
                    <a:pt x="3409871" y="464423"/>
                  </a:lnTo>
                  <a:lnTo>
                    <a:pt x="3409871" y="504346"/>
                  </a:lnTo>
                  <a:lnTo>
                    <a:pt x="3375110" y="504346"/>
                  </a:lnTo>
                  <a:close/>
                  <a:moveTo>
                    <a:pt x="1423457" y="464423"/>
                  </a:moveTo>
                  <a:lnTo>
                    <a:pt x="1457874" y="464423"/>
                  </a:lnTo>
                  <a:lnTo>
                    <a:pt x="1457874" y="504346"/>
                  </a:lnTo>
                  <a:lnTo>
                    <a:pt x="1423457" y="504346"/>
                  </a:lnTo>
                  <a:close/>
                  <a:moveTo>
                    <a:pt x="2820018" y="427942"/>
                  </a:moveTo>
                  <a:lnTo>
                    <a:pt x="3032024" y="427942"/>
                  </a:lnTo>
                  <a:lnTo>
                    <a:pt x="3032024" y="450829"/>
                  </a:lnTo>
                  <a:lnTo>
                    <a:pt x="2820018" y="450829"/>
                  </a:lnTo>
                  <a:close/>
                  <a:moveTo>
                    <a:pt x="1886568" y="427942"/>
                  </a:moveTo>
                  <a:lnTo>
                    <a:pt x="2098574" y="427942"/>
                  </a:lnTo>
                  <a:lnTo>
                    <a:pt x="2098574" y="450829"/>
                  </a:lnTo>
                  <a:lnTo>
                    <a:pt x="1886568" y="450829"/>
                  </a:lnTo>
                  <a:close/>
                  <a:moveTo>
                    <a:pt x="1157716" y="424698"/>
                  </a:moveTo>
                  <a:lnTo>
                    <a:pt x="1157716" y="476857"/>
                  </a:lnTo>
                  <a:lnTo>
                    <a:pt x="1252871" y="476857"/>
                  </a:lnTo>
                  <a:lnTo>
                    <a:pt x="1252871" y="424698"/>
                  </a:lnTo>
                  <a:close/>
                  <a:moveTo>
                    <a:pt x="2232403" y="399571"/>
                  </a:moveTo>
                  <a:lnTo>
                    <a:pt x="2699128" y="399571"/>
                  </a:lnTo>
                  <a:lnTo>
                    <a:pt x="2699128" y="418621"/>
                  </a:lnTo>
                  <a:lnTo>
                    <a:pt x="2232403" y="418621"/>
                  </a:lnTo>
                  <a:close/>
                  <a:moveTo>
                    <a:pt x="733044" y="389456"/>
                  </a:moveTo>
                  <a:lnTo>
                    <a:pt x="733044" y="472980"/>
                  </a:lnTo>
                  <a:lnTo>
                    <a:pt x="800710" y="472980"/>
                  </a:lnTo>
                  <a:lnTo>
                    <a:pt x="800710" y="389456"/>
                  </a:lnTo>
                  <a:close/>
                  <a:moveTo>
                    <a:pt x="508197" y="387341"/>
                  </a:moveTo>
                  <a:lnTo>
                    <a:pt x="508197" y="441262"/>
                  </a:lnTo>
                  <a:lnTo>
                    <a:pt x="593836" y="441262"/>
                  </a:lnTo>
                  <a:lnTo>
                    <a:pt x="593836" y="387341"/>
                  </a:lnTo>
                  <a:close/>
                  <a:moveTo>
                    <a:pt x="398241" y="387341"/>
                  </a:moveTo>
                  <a:lnTo>
                    <a:pt x="398241" y="441262"/>
                  </a:lnTo>
                  <a:lnTo>
                    <a:pt x="485994" y="441262"/>
                  </a:lnTo>
                  <a:lnTo>
                    <a:pt x="485994" y="387341"/>
                  </a:lnTo>
                  <a:close/>
                  <a:moveTo>
                    <a:pt x="868023" y="376416"/>
                  </a:moveTo>
                  <a:cubicBezTo>
                    <a:pt x="890108" y="402260"/>
                    <a:pt x="907377" y="425168"/>
                    <a:pt x="919829" y="445139"/>
                  </a:cubicBezTo>
                  <a:lnTo>
                    <a:pt x="899389" y="458531"/>
                  </a:lnTo>
                  <a:cubicBezTo>
                    <a:pt x="887641" y="434096"/>
                    <a:pt x="871195" y="410719"/>
                    <a:pt x="850049" y="388398"/>
                  </a:cubicBezTo>
                  <a:close/>
                  <a:moveTo>
                    <a:pt x="2820018" y="356527"/>
                  </a:moveTo>
                  <a:lnTo>
                    <a:pt x="3032024" y="356527"/>
                  </a:lnTo>
                  <a:lnTo>
                    <a:pt x="3032024" y="379414"/>
                  </a:lnTo>
                  <a:lnTo>
                    <a:pt x="2820018" y="379414"/>
                  </a:lnTo>
                  <a:close/>
                  <a:moveTo>
                    <a:pt x="1886568" y="356527"/>
                  </a:moveTo>
                  <a:lnTo>
                    <a:pt x="2098574" y="356527"/>
                  </a:lnTo>
                  <a:lnTo>
                    <a:pt x="2098574" y="379414"/>
                  </a:lnTo>
                  <a:lnTo>
                    <a:pt x="1886568" y="379414"/>
                  </a:lnTo>
                  <a:close/>
                  <a:moveTo>
                    <a:pt x="1157716" y="355623"/>
                  </a:moveTo>
                  <a:lnTo>
                    <a:pt x="1157716" y="408134"/>
                  </a:lnTo>
                  <a:lnTo>
                    <a:pt x="1252871" y="408134"/>
                  </a:lnTo>
                  <a:lnTo>
                    <a:pt x="1252871" y="355623"/>
                  </a:lnTo>
                  <a:close/>
                  <a:moveTo>
                    <a:pt x="1423457" y="348956"/>
                  </a:moveTo>
                  <a:lnTo>
                    <a:pt x="1457874" y="348956"/>
                  </a:lnTo>
                  <a:lnTo>
                    <a:pt x="1457874" y="389223"/>
                  </a:lnTo>
                  <a:lnTo>
                    <a:pt x="1423457" y="389223"/>
                  </a:lnTo>
                  <a:close/>
                  <a:moveTo>
                    <a:pt x="3919100" y="337082"/>
                  </a:moveTo>
                  <a:cubicBezTo>
                    <a:pt x="3929769" y="337082"/>
                    <a:pt x="3939492" y="337713"/>
                    <a:pt x="3948268" y="338975"/>
                  </a:cubicBezTo>
                  <a:cubicBezTo>
                    <a:pt x="3957044" y="340237"/>
                    <a:pt x="3965792" y="342417"/>
                    <a:pt x="3974510" y="345514"/>
                  </a:cubicBezTo>
                  <a:lnTo>
                    <a:pt x="3966767" y="381651"/>
                  </a:lnTo>
                  <a:lnTo>
                    <a:pt x="3952828" y="381651"/>
                  </a:lnTo>
                  <a:cubicBezTo>
                    <a:pt x="3951566" y="371441"/>
                    <a:pt x="3948211" y="363697"/>
                    <a:pt x="3942762" y="358420"/>
                  </a:cubicBezTo>
                  <a:cubicBezTo>
                    <a:pt x="3937312" y="353143"/>
                    <a:pt x="3928737" y="350504"/>
                    <a:pt x="3917035" y="350504"/>
                  </a:cubicBezTo>
                  <a:cubicBezTo>
                    <a:pt x="3907972" y="350504"/>
                    <a:pt x="3900630" y="352828"/>
                    <a:pt x="3895008" y="357474"/>
                  </a:cubicBezTo>
                  <a:cubicBezTo>
                    <a:pt x="3889387" y="362120"/>
                    <a:pt x="3886576" y="368229"/>
                    <a:pt x="3886576" y="375801"/>
                  </a:cubicBezTo>
                  <a:cubicBezTo>
                    <a:pt x="3886576" y="379931"/>
                    <a:pt x="3887294" y="383573"/>
                    <a:pt x="3888728" y="386728"/>
                  </a:cubicBezTo>
                  <a:cubicBezTo>
                    <a:pt x="3890162" y="389883"/>
                    <a:pt x="3893058" y="393353"/>
                    <a:pt x="3897418" y="397139"/>
                  </a:cubicBezTo>
                  <a:cubicBezTo>
                    <a:pt x="3901777" y="400925"/>
                    <a:pt x="3908546" y="405571"/>
                    <a:pt x="3917724" y="411078"/>
                  </a:cubicBezTo>
                  <a:cubicBezTo>
                    <a:pt x="3924951" y="415437"/>
                    <a:pt x="3930744" y="419424"/>
                    <a:pt x="3935104" y="423037"/>
                  </a:cubicBezTo>
                  <a:cubicBezTo>
                    <a:pt x="3939463" y="426651"/>
                    <a:pt x="3942905" y="430236"/>
                    <a:pt x="3945429" y="433792"/>
                  </a:cubicBezTo>
                  <a:cubicBezTo>
                    <a:pt x="3947953" y="437349"/>
                    <a:pt x="3949788" y="441106"/>
                    <a:pt x="3950935" y="445064"/>
                  </a:cubicBezTo>
                  <a:cubicBezTo>
                    <a:pt x="3952083" y="449022"/>
                    <a:pt x="3952656" y="453811"/>
                    <a:pt x="3952656" y="459433"/>
                  </a:cubicBezTo>
                  <a:cubicBezTo>
                    <a:pt x="3952656" y="469643"/>
                    <a:pt x="3949932" y="478390"/>
                    <a:pt x="3944482" y="485675"/>
                  </a:cubicBezTo>
                  <a:cubicBezTo>
                    <a:pt x="3939033" y="492960"/>
                    <a:pt x="3931633" y="498381"/>
                    <a:pt x="3922284" y="501937"/>
                  </a:cubicBezTo>
                  <a:cubicBezTo>
                    <a:pt x="3912934" y="505493"/>
                    <a:pt x="3902293" y="507272"/>
                    <a:pt x="3890362" y="507272"/>
                  </a:cubicBezTo>
                  <a:cubicBezTo>
                    <a:pt x="3880840" y="507272"/>
                    <a:pt x="3871490" y="506555"/>
                    <a:pt x="3862313" y="505121"/>
                  </a:cubicBezTo>
                  <a:cubicBezTo>
                    <a:pt x="3853135" y="503687"/>
                    <a:pt x="3842925" y="501249"/>
                    <a:pt x="3831682" y="497807"/>
                  </a:cubicBezTo>
                  <a:lnTo>
                    <a:pt x="3839942" y="460293"/>
                  </a:lnTo>
                  <a:lnTo>
                    <a:pt x="3853364" y="460293"/>
                  </a:lnTo>
                  <a:cubicBezTo>
                    <a:pt x="3853824" y="471306"/>
                    <a:pt x="3856921" y="479624"/>
                    <a:pt x="3862657" y="485245"/>
                  </a:cubicBezTo>
                  <a:cubicBezTo>
                    <a:pt x="3868393" y="490866"/>
                    <a:pt x="3877513" y="493677"/>
                    <a:pt x="3890018" y="493677"/>
                  </a:cubicBezTo>
                  <a:cubicBezTo>
                    <a:pt x="3900916" y="493677"/>
                    <a:pt x="3909435" y="491239"/>
                    <a:pt x="3915572" y="486364"/>
                  </a:cubicBezTo>
                  <a:cubicBezTo>
                    <a:pt x="3921710" y="481488"/>
                    <a:pt x="3924779" y="474576"/>
                    <a:pt x="3924779" y="465628"/>
                  </a:cubicBezTo>
                  <a:cubicBezTo>
                    <a:pt x="3924779" y="460465"/>
                    <a:pt x="3923918" y="456020"/>
                    <a:pt x="3922198" y="452291"/>
                  </a:cubicBezTo>
                  <a:cubicBezTo>
                    <a:pt x="3920477" y="448563"/>
                    <a:pt x="3917666" y="444978"/>
                    <a:pt x="3913766" y="441536"/>
                  </a:cubicBezTo>
                  <a:cubicBezTo>
                    <a:pt x="3909865" y="438094"/>
                    <a:pt x="3903670" y="433792"/>
                    <a:pt x="3895180" y="428630"/>
                  </a:cubicBezTo>
                  <a:cubicBezTo>
                    <a:pt x="3886232" y="423238"/>
                    <a:pt x="3879263" y="418362"/>
                    <a:pt x="3874272" y="414003"/>
                  </a:cubicBezTo>
                  <a:cubicBezTo>
                    <a:pt x="3869282" y="409644"/>
                    <a:pt x="3865525" y="404911"/>
                    <a:pt x="3863001" y="399806"/>
                  </a:cubicBezTo>
                  <a:cubicBezTo>
                    <a:pt x="3860477" y="394701"/>
                    <a:pt x="3859215" y="388822"/>
                    <a:pt x="3859215" y="382168"/>
                  </a:cubicBezTo>
                  <a:cubicBezTo>
                    <a:pt x="3859215" y="373105"/>
                    <a:pt x="3861653" y="365160"/>
                    <a:pt x="3866529" y="358334"/>
                  </a:cubicBezTo>
                  <a:cubicBezTo>
                    <a:pt x="3871404" y="351508"/>
                    <a:pt x="3878374" y="346260"/>
                    <a:pt x="3887437" y="342589"/>
                  </a:cubicBezTo>
                  <a:cubicBezTo>
                    <a:pt x="3896500" y="338918"/>
                    <a:pt x="3907054" y="337082"/>
                    <a:pt x="3919100" y="337082"/>
                  </a:cubicBezTo>
                  <a:close/>
                  <a:moveTo>
                    <a:pt x="3677259" y="336910"/>
                  </a:moveTo>
                  <a:cubicBezTo>
                    <a:pt x="3684486" y="336910"/>
                    <a:pt x="3690194" y="339290"/>
                    <a:pt x="3694381" y="344051"/>
                  </a:cubicBezTo>
                  <a:cubicBezTo>
                    <a:pt x="3698568" y="348812"/>
                    <a:pt x="3700662" y="355036"/>
                    <a:pt x="3700662" y="362722"/>
                  </a:cubicBezTo>
                  <a:cubicBezTo>
                    <a:pt x="3700662" y="368803"/>
                    <a:pt x="3699286" y="375571"/>
                    <a:pt x="3696532" y="383028"/>
                  </a:cubicBezTo>
                  <a:lnTo>
                    <a:pt x="3698597" y="383716"/>
                  </a:lnTo>
                  <a:cubicBezTo>
                    <a:pt x="3709840" y="367885"/>
                    <a:pt x="3720538" y="356155"/>
                    <a:pt x="3730690" y="348526"/>
                  </a:cubicBezTo>
                  <a:cubicBezTo>
                    <a:pt x="3740844" y="340897"/>
                    <a:pt x="3751312" y="337082"/>
                    <a:pt x="3762096" y="337082"/>
                  </a:cubicBezTo>
                  <a:cubicBezTo>
                    <a:pt x="3772765" y="337082"/>
                    <a:pt x="3780968" y="340151"/>
                    <a:pt x="3786704" y="346288"/>
                  </a:cubicBezTo>
                  <a:cubicBezTo>
                    <a:pt x="3792440" y="352426"/>
                    <a:pt x="3795308" y="360944"/>
                    <a:pt x="3795308" y="371843"/>
                  </a:cubicBezTo>
                  <a:cubicBezTo>
                    <a:pt x="3795308" y="379070"/>
                    <a:pt x="3793644" y="389338"/>
                    <a:pt x="3790317" y="402645"/>
                  </a:cubicBezTo>
                  <a:lnTo>
                    <a:pt x="3779132" y="447731"/>
                  </a:lnTo>
                  <a:cubicBezTo>
                    <a:pt x="3776034" y="460236"/>
                    <a:pt x="3774486" y="469069"/>
                    <a:pt x="3774486" y="474232"/>
                  </a:cubicBezTo>
                  <a:cubicBezTo>
                    <a:pt x="3774486" y="478821"/>
                    <a:pt x="3775231" y="482148"/>
                    <a:pt x="3776723" y="484213"/>
                  </a:cubicBezTo>
                  <a:cubicBezTo>
                    <a:pt x="3778214" y="486278"/>
                    <a:pt x="3780566" y="487310"/>
                    <a:pt x="3783778" y="487310"/>
                  </a:cubicBezTo>
                  <a:cubicBezTo>
                    <a:pt x="3787220" y="487310"/>
                    <a:pt x="3790891" y="485905"/>
                    <a:pt x="3794791" y="483094"/>
                  </a:cubicBezTo>
                  <a:cubicBezTo>
                    <a:pt x="3798692" y="480283"/>
                    <a:pt x="3804199" y="474920"/>
                    <a:pt x="3811311" y="467004"/>
                  </a:cubicBezTo>
                  <a:lnTo>
                    <a:pt x="3821120" y="476641"/>
                  </a:lnTo>
                  <a:cubicBezTo>
                    <a:pt x="3811254" y="487195"/>
                    <a:pt x="3802650" y="494910"/>
                    <a:pt x="3795308" y="499786"/>
                  </a:cubicBezTo>
                  <a:cubicBezTo>
                    <a:pt x="3787965" y="504662"/>
                    <a:pt x="3779591" y="507100"/>
                    <a:pt x="3770184" y="507100"/>
                  </a:cubicBezTo>
                  <a:cubicBezTo>
                    <a:pt x="3762727" y="507100"/>
                    <a:pt x="3756761" y="504432"/>
                    <a:pt x="3752287" y="499098"/>
                  </a:cubicBezTo>
                  <a:cubicBezTo>
                    <a:pt x="3747813" y="493763"/>
                    <a:pt x="3745576" y="486966"/>
                    <a:pt x="3745576" y="478706"/>
                  </a:cubicBezTo>
                  <a:cubicBezTo>
                    <a:pt x="3745576" y="471249"/>
                    <a:pt x="3747469" y="460293"/>
                    <a:pt x="3751254" y="445838"/>
                  </a:cubicBezTo>
                  <a:lnTo>
                    <a:pt x="3758826" y="416068"/>
                  </a:lnTo>
                  <a:cubicBezTo>
                    <a:pt x="3761580" y="405284"/>
                    <a:pt x="3763386" y="397311"/>
                    <a:pt x="3764247" y="392148"/>
                  </a:cubicBezTo>
                  <a:cubicBezTo>
                    <a:pt x="3765107" y="386986"/>
                    <a:pt x="3765537" y="382799"/>
                    <a:pt x="3765537" y="379586"/>
                  </a:cubicBezTo>
                  <a:cubicBezTo>
                    <a:pt x="3765537" y="371671"/>
                    <a:pt x="3764218" y="365963"/>
                    <a:pt x="3761580" y="362464"/>
                  </a:cubicBezTo>
                  <a:cubicBezTo>
                    <a:pt x="3758941" y="358965"/>
                    <a:pt x="3754639" y="357216"/>
                    <a:pt x="3748673" y="357216"/>
                  </a:cubicBezTo>
                  <a:cubicBezTo>
                    <a:pt x="3743855" y="357216"/>
                    <a:pt x="3738664" y="359137"/>
                    <a:pt x="3733100" y="362980"/>
                  </a:cubicBezTo>
                  <a:cubicBezTo>
                    <a:pt x="3727536" y="366824"/>
                    <a:pt x="3721628" y="372617"/>
                    <a:pt x="3715375" y="380361"/>
                  </a:cubicBezTo>
                  <a:cubicBezTo>
                    <a:pt x="3709123" y="388104"/>
                    <a:pt x="3704104" y="395619"/>
                    <a:pt x="3700318" y="402904"/>
                  </a:cubicBezTo>
                  <a:cubicBezTo>
                    <a:pt x="3696532" y="410188"/>
                    <a:pt x="3693435" y="419165"/>
                    <a:pt x="3691026" y="429835"/>
                  </a:cubicBezTo>
                  <a:lnTo>
                    <a:pt x="3674678" y="504346"/>
                  </a:lnTo>
                  <a:lnTo>
                    <a:pt x="3644908" y="504346"/>
                  </a:lnTo>
                  <a:lnTo>
                    <a:pt x="3670032" y="395246"/>
                  </a:lnTo>
                  <a:cubicBezTo>
                    <a:pt x="3672556" y="384233"/>
                    <a:pt x="3673817" y="375743"/>
                    <a:pt x="3673817" y="369778"/>
                  </a:cubicBezTo>
                  <a:cubicBezTo>
                    <a:pt x="3673817" y="365189"/>
                    <a:pt x="3673072" y="361862"/>
                    <a:pt x="3671580" y="359797"/>
                  </a:cubicBezTo>
                  <a:cubicBezTo>
                    <a:pt x="3670089" y="357732"/>
                    <a:pt x="3667737" y="356699"/>
                    <a:pt x="3664525" y="356699"/>
                  </a:cubicBezTo>
                  <a:cubicBezTo>
                    <a:pt x="3660968" y="356699"/>
                    <a:pt x="3657212" y="358162"/>
                    <a:pt x="3653254" y="361088"/>
                  </a:cubicBezTo>
                  <a:cubicBezTo>
                    <a:pt x="3649296" y="364013"/>
                    <a:pt x="3643875" y="369319"/>
                    <a:pt x="3636992" y="377005"/>
                  </a:cubicBezTo>
                  <a:lnTo>
                    <a:pt x="3627183" y="367369"/>
                  </a:lnTo>
                  <a:cubicBezTo>
                    <a:pt x="3637737" y="356355"/>
                    <a:pt x="3646514" y="348526"/>
                    <a:pt x="3653512" y="343879"/>
                  </a:cubicBezTo>
                  <a:cubicBezTo>
                    <a:pt x="3660510" y="339233"/>
                    <a:pt x="3668426" y="336910"/>
                    <a:pt x="3677259" y="336910"/>
                  </a:cubicBezTo>
                  <a:close/>
                  <a:moveTo>
                    <a:pt x="1136923" y="336239"/>
                  </a:moveTo>
                  <a:cubicBezTo>
                    <a:pt x="1149376" y="337884"/>
                    <a:pt x="1172166" y="338706"/>
                    <a:pt x="1205294" y="338706"/>
                  </a:cubicBezTo>
                  <a:cubicBezTo>
                    <a:pt x="1238422" y="338706"/>
                    <a:pt x="1261447" y="337884"/>
                    <a:pt x="1274369" y="336239"/>
                  </a:cubicBezTo>
                  <a:cubicBezTo>
                    <a:pt x="1273664" y="342113"/>
                    <a:pt x="1273312" y="349397"/>
                    <a:pt x="1273312" y="358090"/>
                  </a:cubicBezTo>
                  <a:lnTo>
                    <a:pt x="1273312" y="473333"/>
                  </a:lnTo>
                  <a:cubicBezTo>
                    <a:pt x="1273312" y="481791"/>
                    <a:pt x="1273664" y="489074"/>
                    <a:pt x="1274369" y="495183"/>
                  </a:cubicBezTo>
                  <a:cubicBezTo>
                    <a:pt x="1261447" y="493539"/>
                    <a:pt x="1238480" y="492716"/>
                    <a:pt x="1205470" y="492716"/>
                  </a:cubicBezTo>
                  <a:cubicBezTo>
                    <a:pt x="1172459" y="492716"/>
                    <a:pt x="1149610" y="493539"/>
                    <a:pt x="1136923" y="495183"/>
                  </a:cubicBezTo>
                  <a:cubicBezTo>
                    <a:pt x="1137628" y="484610"/>
                    <a:pt x="1137980" y="477327"/>
                    <a:pt x="1137980" y="473333"/>
                  </a:cubicBezTo>
                  <a:lnTo>
                    <a:pt x="1137980" y="358090"/>
                  </a:lnTo>
                  <a:cubicBezTo>
                    <a:pt x="1137980" y="351041"/>
                    <a:pt x="1137628" y="343758"/>
                    <a:pt x="1136923" y="336239"/>
                  </a:cubicBezTo>
                  <a:close/>
                  <a:moveTo>
                    <a:pt x="508197" y="312275"/>
                  </a:moveTo>
                  <a:lnTo>
                    <a:pt x="508197" y="370072"/>
                  </a:lnTo>
                  <a:lnTo>
                    <a:pt x="593836" y="370072"/>
                  </a:lnTo>
                  <a:lnTo>
                    <a:pt x="593836" y="312275"/>
                  </a:lnTo>
                  <a:close/>
                  <a:moveTo>
                    <a:pt x="398241" y="312275"/>
                  </a:moveTo>
                  <a:lnTo>
                    <a:pt x="398241" y="370072"/>
                  </a:lnTo>
                  <a:lnTo>
                    <a:pt x="485994" y="370072"/>
                  </a:lnTo>
                  <a:lnTo>
                    <a:pt x="485994" y="312275"/>
                  </a:lnTo>
                  <a:close/>
                  <a:moveTo>
                    <a:pt x="1073839" y="299940"/>
                  </a:moveTo>
                  <a:cubicBezTo>
                    <a:pt x="1079713" y="302054"/>
                    <a:pt x="1083707" y="303288"/>
                    <a:pt x="1085822" y="303640"/>
                  </a:cubicBezTo>
                  <a:cubicBezTo>
                    <a:pt x="1087936" y="303993"/>
                    <a:pt x="1091754" y="304169"/>
                    <a:pt x="1097275" y="304169"/>
                  </a:cubicBezTo>
                  <a:cubicBezTo>
                    <a:pt x="1102797" y="304169"/>
                    <a:pt x="1105557" y="305050"/>
                    <a:pt x="1105557" y="306812"/>
                  </a:cubicBezTo>
                  <a:cubicBezTo>
                    <a:pt x="1105557" y="308574"/>
                    <a:pt x="1103795" y="310865"/>
                    <a:pt x="1100271" y="313684"/>
                  </a:cubicBezTo>
                  <a:cubicBezTo>
                    <a:pt x="1099331" y="314389"/>
                    <a:pt x="1098392" y="317091"/>
                    <a:pt x="1097452" y="321790"/>
                  </a:cubicBezTo>
                  <a:cubicBezTo>
                    <a:pt x="1096512" y="326489"/>
                    <a:pt x="1096042" y="331541"/>
                    <a:pt x="1096042" y="336944"/>
                  </a:cubicBezTo>
                  <a:lnTo>
                    <a:pt x="1096042" y="561791"/>
                  </a:lnTo>
                  <a:lnTo>
                    <a:pt x="1072077" y="561791"/>
                  </a:lnTo>
                  <a:cubicBezTo>
                    <a:pt x="1074427" y="540646"/>
                    <a:pt x="1075601" y="524317"/>
                    <a:pt x="1075601" y="512804"/>
                  </a:cubicBezTo>
                  <a:lnTo>
                    <a:pt x="1075601" y="344345"/>
                  </a:lnTo>
                  <a:cubicBezTo>
                    <a:pt x="1075601" y="329074"/>
                    <a:pt x="1075014" y="314272"/>
                    <a:pt x="1073839" y="299940"/>
                  </a:cubicBezTo>
                  <a:close/>
                  <a:moveTo>
                    <a:pt x="733044" y="286548"/>
                  </a:moveTo>
                  <a:lnTo>
                    <a:pt x="733044" y="372892"/>
                  </a:lnTo>
                  <a:lnTo>
                    <a:pt x="800710" y="372892"/>
                  </a:lnTo>
                  <a:lnTo>
                    <a:pt x="800710" y="286548"/>
                  </a:lnTo>
                  <a:close/>
                  <a:moveTo>
                    <a:pt x="1571555" y="269454"/>
                  </a:moveTo>
                  <a:lnTo>
                    <a:pt x="1751209" y="269454"/>
                  </a:lnTo>
                  <a:lnTo>
                    <a:pt x="1737787" y="330027"/>
                  </a:lnTo>
                  <a:lnTo>
                    <a:pt x="1721267" y="330027"/>
                  </a:lnTo>
                  <a:cubicBezTo>
                    <a:pt x="1721267" y="318899"/>
                    <a:pt x="1720980" y="310553"/>
                    <a:pt x="1720406" y="304989"/>
                  </a:cubicBezTo>
                  <a:cubicBezTo>
                    <a:pt x="1719833" y="299425"/>
                    <a:pt x="1718743" y="295180"/>
                    <a:pt x="1717137" y="292255"/>
                  </a:cubicBezTo>
                  <a:cubicBezTo>
                    <a:pt x="1715531" y="289329"/>
                    <a:pt x="1713552" y="287322"/>
                    <a:pt x="1711200" y="286232"/>
                  </a:cubicBezTo>
                  <a:cubicBezTo>
                    <a:pt x="1708848" y="285142"/>
                    <a:pt x="1704689" y="284597"/>
                    <a:pt x="1698724" y="284597"/>
                  </a:cubicBezTo>
                  <a:lnTo>
                    <a:pt x="1673256" y="284597"/>
                  </a:lnTo>
                  <a:lnTo>
                    <a:pt x="1635914" y="454270"/>
                  </a:lnTo>
                  <a:cubicBezTo>
                    <a:pt x="1634881" y="458744"/>
                    <a:pt x="1634164" y="462301"/>
                    <a:pt x="1633763" y="464939"/>
                  </a:cubicBezTo>
                  <a:cubicBezTo>
                    <a:pt x="1633361" y="467578"/>
                    <a:pt x="1633017" y="470360"/>
                    <a:pt x="1632730" y="473285"/>
                  </a:cubicBezTo>
                  <a:cubicBezTo>
                    <a:pt x="1632444" y="476211"/>
                    <a:pt x="1632300" y="478821"/>
                    <a:pt x="1632300" y="481115"/>
                  </a:cubicBezTo>
                  <a:cubicBezTo>
                    <a:pt x="1632300" y="484671"/>
                    <a:pt x="1632874" y="487453"/>
                    <a:pt x="1634021" y="489461"/>
                  </a:cubicBezTo>
                  <a:cubicBezTo>
                    <a:pt x="1635168" y="491469"/>
                    <a:pt x="1636889" y="492931"/>
                    <a:pt x="1639183" y="493849"/>
                  </a:cubicBezTo>
                  <a:cubicBezTo>
                    <a:pt x="1641478" y="494767"/>
                    <a:pt x="1645436" y="495455"/>
                    <a:pt x="1651057" y="495914"/>
                  </a:cubicBezTo>
                  <a:lnTo>
                    <a:pt x="1649164" y="504346"/>
                  </a:lnTo>
                  <a:lnTo>
                    <a:pt x="1576718" y="504346"/>
                  </a:lnTo>
                  <a:lnTo>
                    <a:pt x="1578610" y="495914"/>
                  </a:lnTo>
                  <a:cubicBezTo>
                    <a:pt x="1583199" y="495226"/>
                    <a:pt x="1586584" y="494308"/>
                    <a:pt x="1588763" y="493161"/>
                  </a:cubicBezTo>
                  <a:cubicBezTo>
                    <a:pt x="1590943" y="492014"/>
                    <a:pt x="1592865" y="490235"/>
                    <a:pt x="1594528" y="487826"/>
                  </a:cubicBezTo>
                  <a:cubicBezTo>
                    <a:pt x="1596191" y="485417"/>
                    <a:pt x="1597855" y="481631"/>
                    <a:pt x="1599518" y="476469"/>
                  </a:cubicBezTo>
                  <a:cubicBezTo>
                    <a:pt x="1601182" y="471306"/>
                    <a:pt x="1603161" y="463505"/>
                    <a:pt x="1605455" y="453066"/>
                  </a:cubicBezTo>
                  <a:lnTo>
                    <a:pt x="1642281" y="284597"/>
                  </a:lnTo>
                  <a:lnTo>
                    <a:pt x="1620426" y="284597"/>
                  </a:lnTo>
                  <a:cubicBezTo>
                    <a:pt x="1613314" y="284597"/>
                    <a:pt x="1607635" y="285629"/>
                    <a:pt x="1603390" y="287694"/>
                  </a:cubicBezTo>
                  <a:cubicBezTo>
                    <a:pt x="1599146" y="289759"/>
                    <a:pt x="1594901" y="293603"/>
                    <a:pt x="1590656" y="299224"/>
                  </a:cubicBezTo>
                  <a:cubicBezTo>
                    <a:pt x="1586412" y="304845"/>
                    <a:pt x="1581249" y="314252"/>
                    <a:pt x="1575169" y="327445"/>
                  </a:cubicBezTo>
                  <a:lnTo>
                    <a:pt x="1558649" y="327445"/>
                  </a:lnTo>
                  <a:close/>
                  <a:moveTo>
                    <a:pt x="3267493" y="266700"/>
                  </a:moveTo>
                  <a:lnTo>
                    <a:pt x="3276958" y="266700"/>
                  </a:lnTo>
                  <a:cubicBezTo>
                    <a:pt x="3276270" y="277714"/>
                    <a:pt x="3275925" y="292972"/>
                    <a:pt x="3275925" y="312474"/>
                  </a:cubicBezTo>
                  <a:lnTo>
                    <a:pt x="3275925" y="459433"/>
                  </a:lnTo>
                  <a:cubicBezTo>
                    <a:pt x="3275925" y="466087"/>
                    <a:pt x="3276298" y="471106"/>
                    <a:pt x="3277044" y="474490"/>
                  </a:cubicBezTo>
                  <a:cubicBezTo>
                    <a:pt x="3277790" y="477874"/>
                    <a:pt x="3279109" y="480627"/>
                    <a:pt x="3281002" y="482750"/>
                  </a:cubicBezTo>
                  <a:cubicBezTo>
                    <a:pt x="3282895" y="484872"/>
                    <a:pt x="3285619" y="486536"/>
                    <a:pt x="3289176" y="487740"/>
                  </a:cubicBezTo>
                  <a:cubicBezTo>
                    <a:pt x="3292732" y="488945"/>
                    <a:pt x="3297206" y="489863"/>
                    <a:pt x="3302598" y="490494"/>
                  </a:cubicBezTo>
                  <a:cubicBezTo>
                    <a:pt x="3307990" y="491125"/>
                    <a:pt x="3315103" y="491555"/>
                    <a:pt x="3323936" y="491784"/>
                  </a:cubicBezTo>
                  <a:lnTo>
                    <a:pt x="3323936" y="504346"/>
                  </a:lnTo>
                  <a:lnTo>
                    <a:pt x="3196768" y="504346"/>
                  </a:lnTo>
                  <a:lnTo>
                    <a:pt x="3196768" y="491784"/>
                  </a:lnTo>
                  <a:cubicBezTo>
                    <a:pt x="3209502" y="491211"/>
                    <a:pt x="3218593" y="490436"/>
                    <a:pt x="3224042" y="489461"/>
                  </a:cubicBezTo>
                  <a:cubicBezTo>
                    <a:pt x="3229492" y="488486"/>
                    <a:pt x="3233650" y="487023"/>
                    <a:pt x="3236518" y="485073"/>
                  </a:cubicBezTo>
                  <a:cubicBezTo>
                    <a:pt x="3239386" y="483123"/>
                    <a:pt x="3241480" y="480369"/>
                    <a:pt x="3242800" y="476813"/>
                  </a:cubicBezTo>
                  <a:cubicBezTo>
                    <a:pt x="3244119" y="473257"/>
                    <a:pt x="3244778" y="467463"/>
                    <a:pt x="3244778" y="459433"/>
                  </a:cubicBezTo>
                  <a:lnTo>
                    <a:pt x="3244778" y="319874"/>
                  </a:lnTo>
                  <a:cubicBezTo>
                    <a:pt x="3244778" y="315285"/>
                    <a:pt x="3243975" y="311929"/>
                    <a:pt x="3242369" y="309807"/>
                  </a:cubicBezTo>
                  <a:cubicBezTo>
                    <a:pt x="3240763" y="307685"/>
                    <a:pt x="3238411" y="306623"/>
                    <a:pt x="3235314" y="306623"/>
                  </a:cubicBezTo>
                  <a:cubicBezTo>
                    <a:pt x="3231643" y="306623"/>
                    <a:pt x="3226423" y="308516"/>
                    <a:pt x="3219654" y="312302"/>
                  </a:cubicBezTo>
                  <a:cubicBezTo>
                    <a:pt x="3212886" y="316088"/>
                    <a:pt x="3204511" y="321308"/>
                    <a:pt x="3194530" y="327962"/>
                  </a:cubicBezTo>
                  <a:lnTo>
                    <a:pt x="3186959" y="314711"/>
                  </a:lnTo>
                  <a:close/>
                  <a:moveTo>
                    <a:pt x="1342034" y="265755"/>
                  </a:moveTo>
                  <a:cubicBezTo>
                    <a:pt x="1340390" y="274213"/>
                    <a:pt x="1339568" y="287487"/>
                    <a:pt x="1339568" y="305579"/>
                  </a:cubicBezTo>
                  <a:lnTo>
                    <a:pt x="1339568" y="520910"/>
                  </a:lnTo>
                  <a:cubicBezTo>
                    <a:pt x="1339568" y="532893"/>
                    <a:pt x="1338217" y="541645"/>
                    <a:pt x="1335515" y="547166"/>
                  </a:cubicBezTo>
                  <a:cubicBezTo>
                    <a:pt x="1332813" y="552687"/>
                    <a:pt x="1327879" y="556446"/>
                    <a:pt x="1320713" y="558443"/>
                  </a:cubicBezTo>
                  <a:cubicBezTo>
                    <a:pt x="1313547" y="560441"/>
                    <a:pt x="1302093" y="561674"/>
                    <a:pt x="1286352" y="562144"/>
                  </a:cubicBezTo>
                  <a:cubicBezTo>
                    <a:pt x="1287056" y="552511"/>
                    <a:pt x="1283884" y="543700"/>
                    <a:pt x="1276836" y="535712"/>
                  </a:cubicBezTo>
                  <a:cubicBezTo>
                    <a:pt x="1287644" y="537592"/>
                    <a:pt x="1295984" y="538531"/>
                    <a:pt x="1301858" y="538531"/>
                  </a:cubicBezTo>
                  <a:cubicBezTo>
                    <a:pt x="1307732" y="538531"/>
                    <a:pt x="1312020" y="537474"/>
                    <a:pt x="1314722" y="535360"/>
                  </a:cubicBezTo>
                  <a:cubicBezTo>
                    <a:pt x="1317424" y="533245"/>
                    <a:pt x="1318774" y="528781"/>
                    <a:pt x="1318774" y="521967"/>
                  </a:cubicBezTo>
                  <a:lnTo>
                    <a:pt x="1318774" y="286548"/>
                  </a:lnTo>
                  <a:lnTo>
                    <a:pt x="1251461" y="286548"/>
                  </a:lnTo>
                  <a:cubicBezTo>
                    <a:pt x="1226322" y="286548"/>
                    <a:pt x="1204706" y="287252"/>
                    <a:pt x="1186615" y="288662"/>
                  </a:cubicBezTo>
                  <a:lnTo>
                    <a:pt x="1186615" y="266107"/>
                  </a:lnTo>
                  <a:cubicBezTo>
                    <a:pt x="1204236" y="267517"/>
                    <a:pt x="1231138" y="268221"/>
                    <a:pt x="1267320" y="268221"/>
                  </a:cubicBezTo>
                  <a:cubicBezTo>
                    <a:pt x="1303503" y="268221"/>
                    <a:pt x="1328408" y="267399"/>
                    <a:pt x="1342034" y="265755"/>
                  </a:cubicBezTo>
                  <a:close/>
                  <a:moveTo>
                    <a:pt x="709432" y="265755"/>
                  </a:moveTo>
                  <a:cubicBezTo>
                    <a:pt x="716950" y="267634"/>
                    <a:pt x="736157" y="268574"/>
                    <a:pt x="767053" y="268574"/>
                  </a:cubicBezTo>
                  <a:cubicBezTo>
                    <a:pt x="797949" y="268574"/>
                    <a:pt x="817156" y="267634"/>
                    <a:pt x="824675" y="265755"/>
                  </a:cubicBezTo>
                  <a:cubicBezTo>
                    <a:pt x="823265" y="271863"/>
                    <a:pt x="822560" y="284903"/>
                    <a:pt x="822560" y="304874"/>
                  </a:cubicBezTo>
                  <a:lnTo>
                    <a:pt x="822560" y="475800"/>
                  </a:lnTo>
                  <a:cubicBezTo>
                    <a:pt x="822560" y="490837"/>
                    <a:pt x="823382" y="506343"/>
                    <a:pt x="825027" y="522320"/>
                  </a:cubicBezTo>
                  <a:lnTo>
                    <a:pt x="800710" y="522320"/>
                  </a:lnTo>
                  <a:lnTo>
                    <a:pt x="800710" y="489544"/>
                  </a:lnTo>
                  <a:lnTo>
                    <a:pt x="733044" y="489544"/>
                  </a:lnTo>
                  <a:lnTo>
                    <a:pt x="733044" y="531131"/>
                  </a:lnTo>
                  <a:lnTo>
                    <a:pt x="709079" y="531131"/>
                  </a:lnTo>
                  <a:cubicBezTo>
                    <a:pt x="710724" y="517738"/>
                    <a:pt x="711546" y="500939"/>
                    <a:pt x="711546" y="480734"/>
                  </a:cubicBezTo>
                  <a:lnTo>
                    <a:pt x="711546" y="304874"/>
                  </a:lnTo>
                  <a:cubicBezTo>
                    <a:pt x="711546" y="286078"/>
                    <a:pt x="710841" y="273038"/>
                    <a:pt x="709432" y="265755"/>
                  </a:cubicBezTo>
                  <a:close/>
                  <a:moveTo>
                    <a:pt x="3579684" y="258096"/>
                  </a:moveTo>
                  <a:lnTo>
                    <a:pt x="3593106" y="258096"/>
                  </a:lnTo>
                  <a:lnTo>
                    <a:pt x="3590525" y="298019"/>
                  </a:lnTo>
                  <a:lnTo>
                    <a:pt x="3491577" y="298019"/>
                  </a:lnTo>
                  <a:lnTo>
                    <a:pt x="3491577" y="373564"/>
                  </a:lnTo>
                  <a:cubicBezTo>
                    <a:pt x="3497543" y="371040"/>
                    <a:pt x="3504024" y="369147"/>
                    <a:pt x="3511023" y="367885"/>
                  </a:cubicBezTo>
                  <a:cubicBezTo>
                    <a:pt x="3518021" y="366623"/>
                    <a:pt x="3525018" y="365992"/>
                    <a:pt x="3532017" y="365992"/>
                  </a:cubicBezTo>
                  <a:cubicBezTo>
                    <a:pt x="3545668" y="365992"/>
                    <a:pt x="3557772" y="368774"/>
                    <a:pt x="3568326" y="374338"/>
                  </a:cubicBezTo>
                  <a:cubicBezTo>
                    <a:pt x="3578880" y="379902"/>
                    <a:pt x="3587026" y="387818"/>
                    <a:pt x="3592762" y="398085"/>
                  </a:cubicBezTo>
                  <a:cubicBezTo>
                    <a:pt x="3598498" y="408353"/>
                    <a:pt x="3601366" y="420255"/>
                    <a:pt x="3601366" y="433792"/>
                  </a:cubicBezTo>
                  <a:cubicBezTo>
                    <a:pt x="3601366" y="449165"/>
                    <a:pt x="3598154" y="462358"/>
                    <a:pt x="3591729" y="473371"/>
                  </a:cubicBezTo>
                  <a:cubicBezTo>
                    <a:pt x="3585305" y="484385"/>
                    <a:pt x="3576012" y="492759"/>
                    <a:pt x="3563852" y="498495"/>
                  </a:cubicBezTo>
                  <a:cubicBezTo>
                    <a:pt x="3551691" y="504232"/>
                    <a:pt x="3537294" y="507100"/>
                    <a:pt x="3520659" y="507100"/>
                  </a:cubicBezTo>
                  <a:cubicBezTo>
                    <a:pt x="3500812" y="507100"/>
                    <a:pt x="3480048" y="503027"/>
                    <a:pt x="3458366" y="494882"/>
                  </a:cubicBezTo>
                  <a:lnTo>
                    <a:pt x="3458366" y="458400"/>
                  </a:lnTo>
                  <a:lnTo>
                    <a:pt x="3479187" y="458400"/>
                  </a:lnTo>
                  <a:cubicBezTo>
                    <a:pt x="3482629" y="470102"/>
                    <a:pt x="3487820" y="478706"/>
                    <a:pt x="3494761" y="484213"/>
                  </a:cubicBezTo>
                  <a:cubicBezTo>
                    <a:pt x="3501702" y="489719"/>
                    <a:pt x="3510678" y="492473"/>
                    <a:pt x="3521692" y="492473"/>
                  </a:cubicBezTo>
                  <a:cubicBezTo>
                    <a:pt x="3536950" y="492473"/>
                    <a:pt x="3548479" y="487884"/>
                    <a:pt x="3556280" y="478706"/>
                  </a:cubicBezTo>
                  <a:cubicBezTo>
                    <a:pt x="3564081" y="469528"/>
                    <a:pt x="3567982" y="455819"/>
                    <a:pt x="3567982" y="437578"/>
                  </a:cubicBezTo>
                  <a:cubicBezTo>
                    <a:pt x="3567982" y="425418"/>
                    <a:pt x="3565917" y="415351"/>
                    <a:pt x="3561787" y="407378"/>
                  </a:cubicBezTo>
                  <a:cubicBezTo>
                    <a:pt x="3557657" y="399405"/>
                    <a:pt x="3552093" y="393640"/>
                    <a:pt x="3545095" y="390083"/>
                  </a:cubicBezTo>
                  <a:cubicBezTo>
                    <a:pt x="3538097" y="386527"/>
                    <a:pt x="3529952" y="384749"/>
                    <a:pt x="3520659" y="384749"/>
                  </a:cubicBezTo>
                  <a:cubicBezTo>
                    <a:pt x="3512858" y="384749"/>
                    <a:pt x="3506147" y="385236"/>
                    <a:pt x="3500526" y="386212"/>
                  </a:cubicBezTo>
                  <a:cubicBezTo>
                    <a:pt x="3494904" y="387187"/>
                    <a:pt x="3488881" y="388707"/>
                    <a:pt x="3482457" y="390772"/>
                  </a:cubicBezTo>
                  <a:lnTo>
                    <a:pt x="3468690" y="382684"/>
                  </a:lnTo>
                  <a:lnTo>
                    <a:pt x="3468690" y="269454"/>
                  </a:lnTo>
                  <a:lnTo>
                    <a:pt x="3563508" y="269454"/>
                  </a:lnTo>
                  <a:cubicBezTo>
                    <a:pt x="3567408" y="269454"/>
                    <a:pt x="3570219" y="269138"/>
                    <a:pt x="3571940" y="268507"/>
                  </a:cubicBezTo>
                  <a:cubicBezTo>
                    <a:pt x="3573661" y="267876"/>
                    <a:pt x="3575037" y="266901"/>
                    <a:pt x="3576070" y="265582"/>
                  </a:cubicBezTo>
                  <a:cubicBezTo>
                    <a:pt x="3577102" y="264262"/>
                    <a:pt x="3578307" y="261767"/>
                    <a:pt x="3579684" y="258096"/>
                  </a:cubicBezTo>
                  <a:close/>
                  <a:moveTo>
                    <a:pt x="143790" y="242142"/>
                  </a:moveTo>
                  <a:cubicBezTo>
                    <a:pt x="153423" y="256239"/>
                    <a:pt x="162938" y="272920"/>
                    <a:pt x="172336" y="292186"/>
                  </a:cubicBezTo>
                  <a:cubicBezTo>
                    <a:pt x="229899" y="292186"/>
                    <a:pt x="275244" y="291129"/>
                    <a:pt x="308372" y="289015"/>
                  </a:cubicBezTo>
                  <a:lnTo>
                    <a:pt x="308372" y="314037"/>
                  </a:lnTo>
                  <a:cubicBezTo>
                    <a:pt x="274070" y="311687"/>
                    <a:pt x="222850" y="310512"/>
                    <a:pt x="154715" y="310512"/>
                  </a:cubicBezTo>
                  <a:cubicBezTo>
                    <a:pt x="132160" y="339646"/>
                    <a:pt x="105493" y="366548"/>
                    <a:pt x="74715" y="391218"/>
                  </a:cubicBezTo>
                  <a:lnTo>
                    <a:pt x="233306" y="387341"/>
                  </a:lnTo>
                  <a:cubicBezTo>
                    <a:pt x="219444" y="370660"/>
                    <a:pt x="205229" y="355740"/>
                    <a:pt x="190662" y="342583"/>
                  </a:cubicBezTo>
                  <a:lnTo>
                    <a:pt x="207226" y="329191"/>
                  </a:lnTo>
                  <a:cubicBezTo>
                    <a:pt x="238005" y="359500"/>
                    <a:pt x="263497" y="388516"/>
                    <a:pt x="283703" y="416240"/>
                  </a:cubicBezTo>
                  <a:lnTo>
                    <a:pt x="264319" y="430689"/>
                  </a:lnTo>
                  <a:cubicBezTo>
                    <a:pt x="258445" y="421056"/>
                    <a:pt x="252337" y="411893"/>
                    <a:pt x="245993" y="403200"/>
                  </a:cubicBezTo>
                  <a:lnTo>
                    <a:pt x="197358" y="405315"/>
                  </a:lnTo>
                  <a:lnTo>
                    <a:pt x="197358" y="508928"/>
                  </a:lnTo>
                  <a:cubicBezTo>
                    <a:pt x="197358" y="515506"/>
                    <a:pt x="198239" y="520205"/>
                    <a:pt x="200002" y="523025"/>
                  </a:cubicBezTo>
                  <a:cubicBezTo>
                    <a:pt x="201764" y="525844"/>
                    <a:pt x="205758" y="527782"/>
                    <a:pt x="211984" y="528840"/>
                  </a:cubicBezTo>
                  <a:cubicBezTo>
                    <a:pt x="218210" y="529897"/>
                    <a:pt x="229664" y="530426"/>
                    <a:pt x="246346" y="530426"/>
                  </a:cubicBezTo>
                  <a:cubicBezTo>
                    <a:pt x="263027" y="530426"/>
                    <a:pt x="273717" y="527606"/>
                    <a:pt x="278416" y="521967"/>
                  </a:cubicBezTo>
                  <a:cubicBezTo>
                    <a:pt x="283115" y="516329"/>
                    <a:pt x="285465" y="505051"/>
                    <a:pt x="285465" y="488135"/>
                  </a:cubicBezTo>
                  <a:cubicBezTo>
                    <a:pt x="293923" y="494713"/>
                    <a:pt x="302499" y="498707"/>
                    <a:pt x="311192" y="500117"/>
                  </a:cubicBezTo>
                  <a:cubicBezTo>
                    <a:pt x="308842" y="511630"/>
                    <a:pt x="306082" y="521086"/>
                    <a:pt x="302910" y="528487"/>
                  </a:cubicBezTo>
                  <a:cubicBezTo>
                    <a:pt x="299738" y="535888"/>
                    <a:pt x="294217" y="541586"/>
                    <a:pt x="286346" y="545580"/>
                  </a:cubicBezTo>
                  <a:cubicBezTo>
                    <a:pt x="278475" y="549574"/>
                    <a:pt x="263791" y="551571"/>
                    <a:pt x="242293" y="551571"/>
                  </a:cubicBezTo>
                  <a:cubicBezTo>
                    <a:pt x="220795" y="551571"/>
                    <a:pt x="205699" y="550573"/>
                    <a:pt x="197006" y="548576"/>
                  </a:cubicBezTo>
                  <a:cubicBezTo>
                    <a:pt x="188313" y="546578"/>
                    <a:pt x="182557" y="543172"/>
                    <a:pt x="179737" y="538355"/>
                  </a:cubicBezTo>
                  <a:cubicBezTo>
                    <a:pt x="176918" y="533539"/>
                    <a:pt x="175508" y="526079"/>
                    <a:pt x="175508" y="515976"/>
                  </a:cubicBezTo>
                  <a:lnTo>
                    <a:pt x="175508" y="406372"/>
                  </a:lnTo>
                  <a:lnTo>
                    <a:pt x="114891" y="408839"/>
                  </a:lnTo>
                  <a:cubicBezTo>
                    <a:pt x="114891" y="457239"/>
                    <a:pt x="107784" y="491189"/>
                    <a:pt x="93569" y="510690"/>
                  </a:cubicBezTo>
                  <a:cubicBezTo>
                    <a:pt x="79355" y="530191"/>
                    <a:pt x="54391" y="545815"/>
                    <a:pt x="18679" y="557562"/>
                  </a:cubicBezTo>
                  <a:cubicBezTo>
                    <a:pt x="14920" y="547225"/>
                    <a:pt x="8694" y="539589"/>
                    <a:pt x="0" y="534655"/>
                  </a:cubicBezTo>
                  <a:cubicBezTo>
                    <a:pt x="36183" y="526432"/>
                    <a:pt x="60911" y="514332"/>
                    <a:pt x="74186" y="498355"/>
                  </a:cubicBezTo>
                  <a:cubicBezTo>
                    <a:pt x="87461" y="482378"/>
                    <a:pt x="94098" y="452775"/>
                    <a:pt x="94098" y="409544"/>
                  </a:cubicBezTo>
                  <a:cubicBezTo>
                    <a:pt x="66844" y="410954"/>
                    <a:pt x="46638" y="413421"/>
                    <a:pt x="33481" y="416945"/>
                  </a:cubicBezTo>
                  <a:cubicBezTo>
                    <a:pt x="32306" y="407312"/>
                    <a:pt x="29722" y="398854"/>
                    <a:pt x="25727" y="391570"/>
                  </a:cubicBezTo>
                  <a:cubicBezTo>
                    <a:pt x="35830" y="391335"/>
                    <a:pt x="45052" y="388927"/>
                    <a:pt x="53393" y="384346"/>
                  </a:cubicBezTo>
                  <a:cubicBezTo>
                    <a:pt x="61734" y="379764"/>
                    <a:pt x="73833" y="369367"/>
                    <a:pt x="89693" y="353156"/>
                  </a:cubicBezTo>
                  <a:cubicBezTo>
                    <a:pt x="105552" y="336944"/>
                    <a:pt x="117710" y="322730"/>
                    <a:pt x="126169" y="310512"/>
                  </a:cubicBezTo>
                  <a:cubicBezTo>
                    <a:pt x="77064" y="310512"/>
                    <a:pt x="35008" y="311687"/>
                    <a:pt x="0" y="314037"/>
                  </a:cubicBezTo>
                  <a:lnTo>
                    <a:pt x="0" y="289015"/>
                  </a:lnTo>
                  <a:cubicBezTo>
                    <a:pt x="35713" y="291129"/>
                    <a:pt x="85170" y="292186"/>
                    <a:pt x="148371" y="292186"/>
                  </a:cubicBezTo>
                  <a:cubicBezTo>
                    <a:pt x="140383" y="277150"/>
                    <a:pt x="130868" y="264697"/>
                    <a:pt x="119825" y="254829"/>
                  </a:cubicBezTo>
                  <a:close/>
                  <a:moveTo>
                    <a:pt x="1097804" y="237208"/>
                  </a:moveTo>
                  <a:cubicBezTo>
                    <a:pt x="1119419" y="252950"/>
                    <a:pt x="1137510" y="268456"/>
                    <a:pt x="1152078" y="283728"/>
                  </a:cubicBezTo>
                  <a:lnTo>
                    <a:pt x="1134456" y="300645"/>
                  </a:lnTo>
                  <a:cubicBezTo>
                    <a:pt x="1123179" y="283963"/>
                    <a:pt x="1106497" y="267987"/>
                    <a:pt x="1084412" y="252715"/>
                  </a:cubicBezTo>
                  <a:close/>
                  <a:moveTo>
                    <a:pt x="482118" y="237208"/>
                  </a:moveTo>
                  <a:cubicBezTo>
                    <a:pt x="492691" y="238618"/>
                    <a:pt x="503028" y="239323"/>
                    <a:pt x="513131" y="239323"/>
                  </a:cubicBezTo>
                  <a:cubicBezTo>
                    <a:pt x="517360" y="239323"/>
                    <a:pt x="519475" y="240321"/>
                    <a:pt x="519475" y="242318"/>
                  </a:cubicBezTo>
                  <a:cubicBezTo>
                    <a:pt x="519475" y="244315"/>
                    <a:pt x="518300" y="245784"/>
                    <a:pt x="515951" y="246724"/>
                  </a:cubicBezTo>
                  <a:cubicBezTo>
                    <a:pt x="513601" y="247663"/>
                    <a:pt x="511722" y="249425"/>
                    <a:pt x="510312" y="252010"/>
                  </a:cubicBezTo>
                  <a:cubicBezTo>
                    <a:pt x="508902" y="254594"/>
                    <a:pt x="508197" y="256944"/>
                    <a:pt x="508197" y="259058"/>
                  </a:cubicBezTo>
                  <a:lnTo>
                    <a:pt x="508197" y="294653"/>
                  </a:lnTo>
                  <a:cubicBezTo>
                    <a:pt x="558946" y="294418"/>
                    <a:pt x="595716" y="293009"/>
                    <a:pt x="618506" y="290424"/>
                  </a:cubicBezTo>
                  <a:cubicBezTo>
                    <a:pt x="616861" y="300057"/>
                    <a:pt x="616039" y="313332"/>
                    <a:pt x="616039" y="330248"/>
                  </a:cubicBezTo>
                  <a:lnTo>
                    <a:pt x="616039" y="434214"/>
                  </a:lnTo>
                  <a:cubicBezTo>
                    <a:pt x="616039" y="450895"/>
                    <a:pt x="617214" y="467694"/>
                    <a:pt x="619563" y="484610"/>
                  </a:cubicBezTo>
                  <a:lnTo>
                    <a:pt x="593836" y="484610"/>
                  </a:lnTo>
                  <a:lnTo>
                    <a:pt x="593836" y="459236"/>
                  </a:lnTo>
                  <a:lnTo>
                    <a:pt x="508197" y="459236"/>
                  </a:lnTo>
                  <a:lnTo>
                    <a:pt x="508197" y="508575"/>
                  </a:lnTo>
                  <a:cubicBezTo>
                    <a:pt x="508197" y="516329"/>
                    <a:pt x="508961" y="521967"/>
                    <a:pt x="510488" y="525492"/>
                  </a:cubicBezTo>
                  <a:cubicBezTo>
                    <a:pt x="512015" y="529016"/>
                    <a:pt x="515363" y="531542"/>
                    <a:pt x="520532" y="533069"/>
                  </a:cubicBezTo>
                  <a:cubicBezTo>
                    <a:pt x="525701" y="534596"/>
                    <a:pt x="534042" y="535360"/>
                    <a:pt x="545554" y="535360"/>
                  </a:cubicBezTo>
                  <a:lnTo>
                    <a:pt x="601237" y="535007"/>
                  </a:lnTo>
                  <a:cubicBezTo>
                    <a:pt x="615334" y="535007"/>
                    <a:pt x="624791" y="530778"/>
                    <a:pt x="629607" y="522320"/>
                  </a:cubicBezTo>
                  <a:cubicBezTo>
                    <a:pt x="634424" y="513862"/>
                    <a:pt x="637889" y="501057"/>
                    <a:pt x="640004" y="483906"/>
                  </a:cubicBezTo>
                  <a:cubicBezTo>
                    <a:pt x="645408" y="490249"/>
                    <a:pt x="653396" y="495066"/>
                    <a:pt x="663969" y="498355"/>
                  </a:cubicBezTo>
                  <a:cubicBezTo>
                    <a:pt x="658330" y="520205"/>
                    <a:pt x="651340" y="535242"/>
                    <a:pt x="643000" y="543465"/>
                  </a:cubicBezTo>
                  <a:cubicBezTo>
                    <a:pt x="634659" y="551689"/>
                    <a:pt x="620856" y="555800"/>
                    <a:pt x="601590" y="555800"/>
                  </a:cubicBezTo>
                  <a:lnTo>
                    <a:pt x="545906" y="555448"/>
                  </a:lnTo>
                  <a:cubicBezTo>
                    <a:pt x="527345" y="555448"/>
                    <a:pt x="513954" y="554156"/>
                    <a:pt x="505730" y="551571"/>
                  </a:cubicBezTo>
                  <a:cubicBezTo>
                    <a:pt x="497507" y="548987"/>
                    <a:pt x="492162" y="544464"/>
                    <a:pt x="489695" y="538003"/>
                  </a:cubicBezTo>
                  <a:cubicBezTo>
                    <a:pt x="487228" y="531542"/>
                    <a:pt x="485994" y="521028"/>
                    <a:pt x="485994" y="506461"/>
                  </a:cubicBezTo>
                  <a:lnTo>
                    <a:pt x="485994" y="459236"/>
                  </a:lnTo>
                  <a:lnTo>
                    <a:pt x="398241" y="459236"/>
                  </a:lnTo>
                  <a:lnTo>
                    <a:pt x="398241" y="491659"/>
                  </a:lnTo>
                  <a:lnTo>
                    <a:pt x="373571" y="491659"/>
                  </a:lnTo>
                  <a:cubicBezTo>
                    <a:pt x="376155" y="474743"/>
                    <a:pt x="377448" y="456769"/>
                    <a:pt x="377448" y="437738"/>
                  </a:cubicBezTo>
                  <a:lnTo>
                    <a:pt x="377448" y="330248"/>
                  </a:lnTo>
                  <a:cubicBezTo>
                    <a:pt x="377448" y="314742"/>
                    <a:pt x="376625" y="301467"/>
                    <a:pt x="374981" y="290424"/>
                  </a:cubicBezTo>
                  <a:cubicBezTo>
                    <a:pt x="398946" y="293009"/>
                    <a:pt x="435950" y="294418"/>
                    <a:pt x="485994" y="294653"/>
                  </a:cubicBezTo>
                  <a:cubicBezTo>
                    <a:pt x="485994" y="268574"/>
                    <a:pt x="484702" y="249425"/>
                    <a:pt x="482118" y="237208"/>
                  </a:cubicBezTo>
                  <a:close/>
                  <a:moveTo>
                    <a:pt x="938860" y="236503"/>
                  </a:moveTo>
                  <a:cubicBezTo>
                    <a:pt x="944969" y="238148"/>
                    <a:pt x="954132" y="238970"/>
                    <a:pt x="966350" y="238970"/>
                  </a:cubicBezTo>
                  <a:cubicBezTo>
                    <a:pt x="970344" y="238970"/>
                    <a:pt x="972341" y="239910"/>
                    <a:pt x="972341" y="241790"/>
                  </a:cubicBezTo>
                  <a:cubicBezTo>
                    <a:pt x="972341" y="243669"/>
                    <a:pt x="970990" y="245373"/>
                    <a:pt x="968288" y="246900"/>
                  </a:cubicBezTo>
                  <a:cubicBezTo>
                    <a:pt x="965586" y="248427"/>
                    <a:pt x="964235" y="253067"/>
                    <a:pt x="964235" y="260821"/>
                  </a:cubicBezTo>
                  <a:lnTo>
                    <a:pt x="964235" y="324257"/>
                  </a:lnTo>
                  <a:cubicBezTo>
                    <a:pt x="983971" y="324022"/>
                    <a:pt x="1001944" y="323082"/>
                    <a:pt x="1018156" y="321438"/>
                  </a:cubicBezTo>
                  <a:lnTo>
                    <a:pt x="1018156" y="345050"/>
                  </a:lnTo>
                  <a:cubicBezTo>
                    <a:pt x="1005469" y="343405"/>
                    <a:pt x="987495" y="342583"/>
                    <a:pt x="964235" y="342583"/>
                  </a:cubicBezTo>
                  <a:lnTo>
                    <a:pt x="964235" y="517386"/>
                  </a:lnTo>
                  <a:cubicBezTo>
                    <a:pt x="964235" y="528429"/>
                    <a:pt x="962532" y="536887"/>
                    <a:pt x="959125" y="542761"/>
                  </a:cubicBezTo>
                  <a:cubicBezTo>
                    <a:pt x="955718" y="548634"/>
                    <a:pt x="948728" y="552981"/>
                    <a:pt x="938156" y="555800"/>
                  </a:cubicBezTo>
                  <a:cubicBezTo>
                    <a:pt x="927583" y="558620"/>
                    <a:pt x="911371" y="560029"/>
                    <a:pt x="889521" y="560029"/>
                  </a:cubicBezTo>
                  <a:cubicBezTo>
                    <a:pt x="889521" y="548987"/>
                    <a:pt x="885292" y="539001"/>
                    <a:pt x="876834" y="530073"/>
                  </a:cubicBezTo>
                  <a:cubicBezTo>
                    <a:pt x="892575" y="532658"/>
                    <a:pt x="905204" y="533950"/>
                    <a:pt x="914719" y="533950"/>
                  </a:cubicBezTo>
                  <a:cubicBezTo>
                    <a:pt x="924235" y="533950"/>
                    <a:pt x="931283" y="532070"/>
                    <a:pt x="935865" y="528311"/>
                  </a:cubicBezTo>
                  <a:cubicBezTo>
                    <a:pt x="940446" y="524552"/>
                    <a:pt x="942737" y="516916"/>
                    <a:pt x="942737" y="505403"/>
                  </a:cubicBezTo>
                  <a:lnTo>
                    <a:pt x="942737" y="342231"/>
                  </a:lnTo>
                  <a:lnTo>
                    <a:pt x="897627" y="342231"/>
                  </a:lnTo>
                  <a:cubicBezTo>
                    <a:pt x="872017" y="342231"/>
                    <a:pt x="849814" y="343171"/>
                    <a:pt x="831018" y="345050"/>
                  </a:cubicBezTo>
                  <a:lnTo>
                    <a:pt x="831018" y="321438"/>
                  </a:lnTo>
                  <a:cubicBezTo>
                    <a:pt x="849579" y="323317"/>
                    <a:pt x="871782" y="324257"/>
                    <a:pt x="897627" y="324257"/>
                  </a:cubicBezTo>
                  <a:lnTo>
                    <a:pt x="942737" y="324257"/>
                  </a:lnTo>
                  <a:cubicBezTo>
                    <a:pt x="942737" y="278442"/>
                    <a:pt x="941445" y="249191"/>
                    <a:pt x="938860" y="236503"/>
                  </a:cubicBezTo>
                  <a:close/>
                  <a:moveTo>
                    <a:pt x="2484802" y="2754"/>
                  </a:moveTo>
                  <a:lnTo>
                    <a:pt x="2553979" y="2754"/>
                  </a:lnTo>
                  <a:lnTo>
                    <a:pt x="2552086" y="11186"/>
                  </a:lnTo>
                  <a:cubicBezTo>
                    <a:pt x="2547726" y="12103"/>
                    <a:pt x="2544600" y="13136"/>
                    <a:pt x="2542707" y="14283"/>
                  </a:cubicBezTo>
                  <a:cubicBezTo>
                    <a:pt x="2540814" y="15430"/>
                    <a:pt x="2539094" y="17151"/>
                    <a:pt x="2537545" y="19446"/>
                  </a:cubicBezTo>
                  <a:cubicBezTo>
                    <a:pt x="2535996" y="21740"/>
                    <a:pt x="2534447" y="25325"/>
                    <a:pt x="2532898" y="30201"/>
                  </a:cubicBezTo>
                  <a:cubicBezTo>
                    <a:pt x="2531350" y="35076"/>
                    <a:pt x="2529371" y="43021"/>
                    <a:pt x="2526962" y="54034"/>
                  </a:cubicBezTo>
                  <a:lnTo>
                    <a:pt x="2505452" y="150400"/>
                  </a:lnTo>
                  <a:cubicBezTo>
                    <a:pt x="2503960" y="156940"/>
                    <a:pt x="2502784" y="163163"/>
                    <a:pt x="2501924" y="169071"/>
                  </a:cubicBezTo>
                  <a:cubicBezTo>
                    <a:pt x="2501063" y="174980"/>
                    <a:pt x="2500633" y="181088"/>
                    <a:pt x="2500633" y="187398"/>
                  </a:cubicBezTo>
                  <a:cubicBezTo>
                    <a:pt x="2500633" y="199903"/>
                    <a:pt x="2503702" y="209367"/>
                    <a:pt x="2509840" y="215792"/>
                  </a:cubicBezTo>
                  <a:cubicBezTo>
                    <a:pt x="2515977" y="222216"/>
                    <a:pt x="2525241" y="225428"/>
                    <a:pt x="2537631" y="225428"/>
                  </a:cubicBezTo>
                  <a:cubicBezTo>
                    <a:pt x="2549332" y="225428"/>
                    <a:pt x="2559084" y="223019"/>
                    <a:pt x="2566885" y="218201"/>
                  </a:cubicBezTo>
                  <a:cubicBezTo>
                    <a:pt x="2574686" y="213383"/>
                    <a:pt x="2580938" y="206442"/>
                    <a:pt x="2585642" y="197379"/>
                  </a:cubicBezTo>
                  <a:cubicBezTo>
                    <a:pt x="2590346" y="188316"/>
                    <a:pt x="2594303" y="176557"/>
                    <a:pt x="2597516" y="162102"/>
                  </a:cubicBezTo>
                  <a:lnTo>
                    <a:pt x="2621435" y="53862"/>
                  </a:lnTo>
                  <a:cubicBezTo>
                    <a:pt x="2623959" y="42390"/>
                    <a:pt x="2625221" y="33155"/>
                    <a:pt x="2625221" y="26157"/>
                  </a:cubicBezTo>
                  <a:cubicBezTo>
                    <a:pt x="2625221" y="20765"/>
                    <a:pt x="2623873" y="17008"/>
                    <a:pt x="2621177" y="14885"/>
                  </a:cubicBezTo>
                  <a:cubicBezTo>
                    <a:pt x="2618481" y="12763"/>
                    <a:pt x="2614208" y="11530"/>
                    <a:pt x="2608357" y="11186"/>
                  </a:cubicBezTo>
                  <a:lnTo>
                    <a:pt x="2610250" y="2754"/>
                  </a:lnTo>
                  <a:lnTo>
                    <a:pt x="2675641" y="2754"/>
                  </a:lnTo>
                  <a:lnTo>
                    <a:pt x="2673748" y="11186"/>
                  </a:lnTo>
                  <a:cubicBezTo>
                    <a:pt x="2669503" y="12103"/>
                    <a:pt x="2666378" y="13165"/>
                    <a:pt x="2664370" y="14369"/>
                  </a:cubicBezTo>
                  <a:cubicBezTo>
                    <a:pt x="2662362" y="15574"/>
                    <a:pt x="2660584" y="17323"/>
                    <a:pt x="2659035" y="19618"/>
                  </a:cubicBezTo>
                  <a:cubicBezTo>
                    <a:pt x="2657486" y="21912"/>
                    <a:pt x="2655966" y="25526"/>
                    <a:pt x="2654475" y="30459"/>
                  </a:cubicBezTo>
                  <a:cubicBezTo>
                    <a:pt x="2652984" y="35392"/>
                    <a:pt x="2651033" y="43250"/>
                    <a:pt x="2648624" y="54034"/>
                  </a:cubicBezTo>
                  <a:lnTo>
                    <a:pt x="2626254" y="157112"/>
                  </a:lnTo>
                  <a:cubicBezTo>
                    <a:pt x="2621779" y="177647"/>
                    <a:pt x="2615470" y="193995"/>
                    <a:pt x="2607324" y="206155"/>
                  </a:cubicBezTo>
                  <a:cubicBezTo>
                    <a:pt x="2599179" y="218316"/>
                    <a:pt x="2588998" y="227092"/>
                    <a:pt x="2576780" y="232484"/>
                  </a:cubicBezTo>
                  <a:cubicBezTo>
                    <a:pt x="2564562" y="237876"/>
                    <a:pt x="2549620" y="240572"/>
                    <a:pt x="2531952" y="240572"/>
                  </a:cubicBezTo>
                  <a:cubicBezTo>
                    <a:pt x="2512106" y="240572"/>
                    <a:pt x="2496904" y="235782"/>
                    <a:pt x="2486350" y="226203"/>
                  </a:cubicBezTo>
                  <a:cubicBezTo>
                    <a:pt x="2475796" y="216623"/>
                    <a:pt x="2470519" y="202656"/>
                    <a:pt x="2470519" y="184301"/>
                  </a:cubicBezTo>
                  <a:cubicBezTo>
                    <a:pt x="2470519" y="177876"/>
                    <a:pt x="2471178" y="170505"/>
                    <a:pt x="2472498" y="162188"/>
                  </a:cubicBezTo>
                  <a:cubicBezTo>
                    <a:pt x="2473817" y="153871"/>
                    <a:pt x="2475681" y="144492"/>
                    <a:pt x="2478090" y="134053"/>
                  </a:cubicBezTo>
                  <a:lnTo>
                    <a:pt x="2495987" y="53862"/>
                  </a:lnTo>
                  <a:cubicBezTo>
                    <a:pt x="2498626" y="42046"/>
                    <a:pt x="2499945" y="32811"/>
                    <a:pt x="2499945" y="26157"/>
                  </a:cubicBezTo>
                  <a:cubicBezTo>
                    <a:pt x="2499945" y="20994"/>
                    <a:pt x="2498626" y="17295"/>
                    <a:pt x="2495987" y="15058"/>
                  </a:cubicBezTo>
                  <a:cubicBezTo>
                    <a:pt x="2493348" y="12820"/>
                    <a:pt x="2488989" y="11530"/>
                    <a:pt x="2482909" y="11186"/>
                  </a:cubicBezTo>
                  <a:close/>
                  <a:moveTo>
                    <a:pt x="2378845" y="0"/>
                  </a:moveTo>
                  <a:cubicBezTo>
                    <a:pt x="2389285" y="0"/>
                    <a:pt x="2398950" y="631"/>
                    <a:pt x="2407841" y="1893"/>
                  </a:cubicBezTo>
                  <a:cubicBezTo>
                    <a:pt x="2416732" y="3155"/>
                    <a:pt x="2426627" y="5450"/>
                    <a:pt x="2437525" y="8776"/>
                  </a:cubicBezTo>
                  <a:lnTo>
                    <a:pt x="2427200" y="55411"/>
                  </a:lnTo>
                  <a:lnTo>
                    <a:pt x="2410680" y="55411"/>
                  </a:lnTo>
                  <a:cubicBezTo>
                    <a:pt x="2409763" y="41300"/>
                    <a:pt x="2406694" y="31119"/>
                    <a:pt x="2401474" y="24866"/>
                  </a:cubicBezTo>
                  <a:cubicBezTo>
                    <a:pt x="2396254" y="18614"/>
                    <a:pt x="2387851" y="15488"/>
                    <a:pt x="2376264" y="15488"/>
                  </a:cubicBezTo>
                  <a:cubicBezTo>
                    <a:pt x="2360432" y="15488"/>
                    <a:pt x="2345719" y="23404"/>
                    <a:pt x="2332125" y="39235"/>
                  </a:cubicBezTo>
                  <a:cubicBezTo>
                    <a:pt x="2318530" y="55067"/>
                    <a:pt x="2307775" y="75975"/>
                    <a:pt x="2299859" y="101959"/>
                  </a:cubicBezTo>
                  <a:cubicBezTo>
                    <a:pt x="2291944" y="127944"/>
                    <a:pt x="2287986" y="152064"/>
                    <a:pt x="2287986" y="174320"/>
                  </a:cubicBezTo>
                  <a:cubicBezTo>
                    <a:pt x="2287986" y="191758"/>
                    <a:pt x="2291083" y="204606"/>
                    <a:pt x="2297278" y="212866"/>
                  </a:cubicBezTo>
                  <a:cubicBezTo>
                    <a:pt x="2303473" y="221126"/>
                    <a:pt x="2312995" y="225256"/>
                    <a:pt x="2325844" y="225256"/>
                  </a:cubicBezTo>
                  <a:cubicBezTo>
                    <a:pt x="2334448" y="225256"/>
                    <a:pt x="2341962" y="223966"/>
                    <a:pt x="2348386" y="221384"/>
                  </a:cubicBezTo>
                  <a:cubicBezTo>
                    <a:pt x="2354811" y="218803"/>
                    <a:pt x="2360834" y="214444"/>
                    <a:pt x="2366455" y="208306"/>
                  </a:cubicBezTo>
                  <a:cubicBezTo>
                    <a:pt x="2372077" y="202169"/>
                    <a:pt x="2377641" y="193593"/>
                    <a:pt x="2383147" y="182580"/>
                  </a:cubicBezTo>
                  <a:lnTo>
                    <a:pt x="2399667" y="182580"/>
                  </a:lnTo>
                  <a:lnTo>
                    <a:pt x="2389170" y="231451"/>
                  </a:lnTo>
                  <a:cubicBezTo>
                    <a:pt x="2367717" y="237417"/>
                    <a:pt x="2345232" y="240400"/>
                    <a:pt x="2321714" y="240400"/>
                  </a:cubicBezTo>
                  <a:cubicBezTo>
                    <a:pt x="2300146" y="240400"/>
                    <a:pt x="2283741" y="234205"/>
                    <a:pt x="2272498" y="221815"/>
                  </a:cubicBezTo>
                  <a:cubicBezTo>
                    <a:pt x="2261256" y="209425"/>
                    <a:pt x="2255634" y="191299"/>
                    <a:pt x="2255634" y="167437"/>
                  </a:cubicBezTo>
                  <a:cubicBezTo>
                    <a:pt x="2255634" y="150572"/>
                    <a:pt x="2258646" y="131127"/>
                    <a:pt x="2264668" y="109101"/>
                  </a:cubicBezTo>
                  <a:cubicBezTo>
                    <a:pt x="2270691" y="87074"/>
                    <a:pt x="2279210" y="67743"/>
                    <a:pt x="2290223" y="51109"/>
                  </a:cubicBezTo>
                  <a:cubicBezTo>
                    <a:pt x="2301236" y="34474"/>
                    <a:pt x="2314257" y="21797"/>
                    <a:pt x="2329286" y="13079"/>
                  </a:cubicBezTo>
                  <a:cubicBezTo>
                    <a:pt x="2344314" y="4360"/>
                    <a:pt x="2360834" y="0"/>
                    <a:pt x="237884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A6E23AF-4F43-4359-ADEC-2C6E17C6E511}"/>
              </a:ext>
            </a:extLst>
          </p:cNvPr>
          <p:cNvGrpSpPr/>
          <p:nvPr/>
        </p:nvGrpSpPr>
        <p:grpSpPr>
          <a:xfrm>
            <a:off x="3851034" y="4730750"/>
            <a:ext cx="1946516" cy="386752"/>
            <a:chOff x="3851034" y="4730750"/>
            <a:chExt cx="1946516" cy="386752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654FC9B-B559-4922-B70B-48226CEB2A23}"/>
                </a:ext>
              </a:extLst>
            </p:cNvPr>
            <p:cNvCxnSpPr/>
            <p:nvPr/>
          </p:nvCxnSpPr>
          <p:spPr>
            <a:xfrm flipH="1">
              <a:off x="5006975" y="4730750"/>
              <a:ext cx="790575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61048BA-C7D9-4CC5-A0AB-C1107A635E06}"/>
                </a:ext>
              </a:extLst>
            </p:cNvPr>
            <p:cNvSpPr txBox="1"/>
            <p:nvPr/>
          </p:nvSpPr>
          <p:spPr>
            <a:xfrm>
              <a:off x="3851034" y="4855892"/>
              <a:ext cx="10951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100" b="1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平均电流</a:t>
              </a:r>
              <a:r>
                <a:rPr lang="en-US" altLang="zh-CN" sz="1100" b="1" dirty="0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-0.5A</a:t>
              </a:r>
              <a:endParaRPr lang="zh-CN" altLang="en-US" sz="11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987D24C-19AC-4255-8055-735EDC3A969D}"/>
                </a:ext>
              </a:extLst>
            </p:cNvPr>
            <p:cNvCxnSpPr/>
            <p:nvPr/>
          </p:nvCxnSpPr>
          <p:spPr>
            <a:xfrm flipH="1">
              <a:off x="4838700" y="4730750"/>
              <a:ext cx="168275" cy="125142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椭圆 22">
            <a:extLst>
              <a:ext uri="{FF2B5EF4-FFF2-40B4-BE49-F238E27FC236}">
                <a16:creationId xmlns:a16="http://schemas.microsoft.com/office/drawing/2014/main" id="{B99AA05D-CB14-40B2-9041-23108F27796F}"/>
              </a:ext>
            </a:extLst>
          </p:cNvPr>
          <p:cNvSpPr/>
          <p:nvPr/>
        </p:nvSpPr>
        <p:spPr>
          <a:xfrm>
            <a:off x="5006975" y="1783328"/>
            <a:ext cx="517525" cy="235202"/>
          </a:xfrm>
          <a:prstGeom prst="ellipse">
            <a:avLst/>
          </a:prstGeom>
          <a:noFill/>
          <a:ln w="508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849C3CD-ED0F-4BC7-A68D-A46F21EF8CCA}"/>
              </a:ext>
            </a:extLst>
          </p:cNvPr>
          <p:cNvSpPr/>
          <p:nvPr/>
        </p:nvSpPr>
        <p:spPr>
          <a:xfrm>
            <a:off x="10960616" y="3908532"/>
            <a:ext cx="711605" cy="428442"/>
          </a:xfrm>
          <a:prstGeom prst="ellipse">
            <a:avLst/>
          </a:prstGeom>
          <a:noFill/>
          <a:ln w="508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DF73CFD-1A46-49A7-A8A7-77EA499471CF}"/>
              </a:ext>
            </a:extLst>
          </p:cNvPr>
          <p:cNvCxnSpPr>
            <a:cxnSpLocks/>
          </p:cNvCxnSpPr>
          <p:nvPr/>
        </p:nvCxnSpPr>
        <p:spPr>
          <a:xfrm flipH="1" flipV="1">
            <a:off x="5524500" y="2018530"/>
            <a:ext cx="5436117" cy="1839743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751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75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75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EA0BB48-906D-4788-BE8A-C7762015B51A}"/>
              </a:ext>
            </a:extLst>
          </p:cNvPr>
          <p:cNvGrpSpPr/>
          <p:nvPr/>
        </p:nvGrpSpPr>
        <p:grpSpPr>
          <a:xfrm>
            <a:off x="1414253" y="2915058"/>
            <a:ext cx="9112697" cy="434685"/>
            <a:chOff x="1414253" y="2915058"/>
            <a:chExt cx="9112697" cy="434685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4BECA2B-27CB-4101-B3A2-3986136F378F}"/>
                </a:ext>
              </a:extLst>
            </p:cNvPr>
            <p:cNvSpPr txBox="1"/>
            <p:nvPr/>
          </p:nvSpPr>
          <p:spPr>
            <a:xfrm>
              <a:off x="6191446" y="2915058"/>
              <a:ext cx="425253" cy="434685"/>
            </a:xfrm>
            <a:custGeom>
              <a:avLst/>
              <a:gdLst/>
              <a:ahLst/>
              <a:cxnLst/>
              <a:rect l="l" t="t" r="r" b="b"/>
              <a:pathLst>
                <a:path w="232462" h="237618">
                  <a:moveTo>
                    <a:pt x="173455" y="0"/>
                  </a:moveTo>
                  <a:lnTo>
                    <a:pt x="202663" y="9209"/>
                  </a:lnTo>
                  <a:lnTo>
                    <a:pt x="172527" y="67913"/>
                  </a:lnTo>
                  <a:lnTo>
                    <a:pt x="232462" y="67913"/>
                  </a:lnTo>
                  <a:lnTo>
                    <a:pt x="232462" y="100205"/>
                  </a:lnTo>
                  <a:lnTo>
                    <a:pt x="158506" y="100205"/>
                  </a:lnTo>
                  <a:lnTo>
                    <a:pt x="135966" y="140638"/>
                  </a:lnTo>
                  <a:lnTo>
                    <a:pt x="232462" y="140638"/>
                  </a:lnTo>
                  <a:lnTo>
                    <a:pt x="232462" y="172124"/>
                  </a:lnTo>
                  <a:lnTo>
                    <a:pt x="122335" y="172124"/>
                  </a:lnTo>
                  <a:lnTo>
                    <a:pt x="88923" y="237618"/>
                  </a:lnTo>
                  <a:lnTo>
                    <a:pt x="59869" y="228838"/>
                  </a:lnTo>
                  <a:lnTo>
                    <a:pt x="88801" y="172124"/>
                  </a:lnTo>
                  <a:lnTo>
                    <a:pt x="0" y="172124"/>
                  </a:lnTo>
                  <a:lnTo>
                    <a:pt x="0" y="140638"/>
                  </a:lnTo>
                  <a:lnTo>
                    <a:pt x="102272" y="140638"/>
                  </a:lnTo>
                  <a:lnTo>
                    <a:pt x="124959" y="100205"/>
                  </a:lnTo>
                  <a:lnTo>
                    <a:pt x="0" y="100205"/>
                  </a:lnTo>
                  <a:lnTo>
                    <a:pt x="0" y="67913"/>
                  </a:lnTo>
                  <a:lnTo>
                    <a:pt x="138853" y="6791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zh-CN" altLang="en-US" sz="44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98ADEDC-AA47-4E02-9E04-3A70EEEB7352}"/>
                </a:ext>
              </a:extLst>
            </p:cNvPr>
            <p:cNvSpPr txBox="1"/>
            <p:nvPr/>
          </p:nvSpPr>
          <p:spPr>
            <a:xfrm>
              <a:off x="1414253" y="2922174"/>
              <a:ext cx="4483998" cy="385410"/>
            </a:xfrm>
            <a:custGeom>
              <a:avLst/>
              <a:gdLst/>
              <a:ahLst/>
              <a:cxnLst/>
              <a:rect l="l" t="t" r="r" b="b"/>
              <a:pathLst>
                <a:path w="4483998" h="385410">
                  <a:moveTo>
                    <a:pt x="0" y="309229"/>
                  </a:moveTo>
                  <a:cubicBezTo>
                    <a:pt x="36315" y="311414"/>
                    <a:pt x="93383" y="312506"/>
                    <a:pt x="171202" y="312506"/>
                  </a:cubicBezTo>
                  <a:cubicBezTo>
                    <a:pt x="249021" y="312506"/>
                    <a:pt x="310731" y="311414"/>
                    <a:pt x="356330" y="309229"/>
                  </a:cubicBezTo>
                  <a:lnTo>
                    <a:pt x="356330" y="338719"/>
                  </a:lnTo>
                  <a:cubicBezTo>
                    <a:pt x="315919" y="335988"/>
                    <a:pt x="256394" y="334623"/>
                    <a:pt x="177755" y="334623"/>
                  </a:cubicBezTo>
                  <a:cubicBezTo>
                    <a:pt x="99117" y="334623"/>
                    <a:pt x="39865" y="335988"/>
                    <a:pt x="0" y="338719"/>
                  </a:cubicBezTo>
                  <a:close/>
                  <a:moveTo>
                    <a:pt x="908027" y="294075"/>
                  </a:moveTo>
                  <a:lnTo>
                    <a:pt x="908027" y="336261"/>
                  </a:lnTo>
                  <a:lnTo>
                    <a:pt x="1100528" y="336261"/>
                  </a:lnTo>
                  <a:lnTo>
                    <a:pt x="1100528" y="294075"/>
                  </a:lnTo>
                  <a:close/>
                  <a:moveTo>
                    <a:pt x="1264767" y="227315"/>
                  </a:moveTo>
                  <a:lnTo>
                    <a:pt x="1264767" y="322336"/>
                  </a:lnTo>
                  <a:lnTo>
                    <a:pt x="1351597" y="322336"/>
                  </a:lnTo>
                  <a:lnTo>
                    <a:pt x="1351597" y="227315"/>
                  </a:lnTo>
                  <a:close/>
                  <a:moveTo>
                    <a:pt x="3802494" y="225676"/>
                  </a:moveTo>
                  <a:lnTo>
                    <a:pt x="3802494" y="286293"/>
                  </a:lnTo>
                  <a:lnTo>
                    <a:pt x="3913079" y="286293"/>
                  </a:lnTo>
                  <a:lnTo>
                    <a:pt x="3913079" y="225676"/>
                  </a:lnTo>
                  <a:close/>
                  <a:moveTo>
                    <a:pt x="908027" y="190453"/>
                  </a:moveTo>
                  <a:lnTo>
                    <a:pt x="908027" y="225676"/>
                  </a:lnTo>
                  <a:lnTo>
                    <a:pt x="1079639" y="225676"/>
                  </a:lnTo>
                  <a:lnTo>
                    <a:pt x="1079639" y="190453"/>
                  </a:lnTo>
                  <a:close/>
                  <a:moveTo>
                    <a:pt x="3308956" y="184719"/>
                  </a:moveTo>
                  <a:lnTo>
                    <a:pt x="3308956" y="281788"/>
                  </a:lnTo>
                  <a:lnTo>
                    <a:pt x="3387594" y="281788"/>
                  </a:lnTo>
                  <a:lnTo>
                    <a:pt x="3387594" y="184719"/>
                  </a:lnTo>
                  <a:close/>
                  <a:moveTo>
                    <a:pt x="3465823" y="169564"/>
                  </a:moveTo>
                  <a:cubicBezTo>
                    <a:pt x="3491490" y="199600"/>
                    <a:pt x="3511559" y="226222"/>
                    <a:pt x="3526031" y="249432"/>
                  </a:cubicBezTo>
                  <a:lnTo>
                    <a:pt x="3502275" y="264995"/>
                  </a:lnTo>
                  <a:cubicBezTo>
                    <a:pt x="3488623" y="236598"/>
                    <a:pt x="3469509" y="209430"/>
                    <a:pt x="3444935" y="183490"/>
                  </a:cubicBezTo>
                  <a:close/>
                  <a:moveTo>
                    <a:pt x="1451534" y="169155"/>
                  </a:moveTo>
                  <a:cubicBezTo>
                    <a:pt x="1467097" y="194548"/>
                    <a:pt x="1482661" y="225540"/>
                    <a:pt x="1498225" y="262128"/>
                  </a:cubicBezTo>
                  <a:lnTo>
                    <a:pt x="1475289" y="275644"/>
                  </a:lnTo>
                  <a:cubicBezTo>
                    <a:pt x="1459179" y="236598"/>
                    <a:pt x="1443752" y="206153"/>
                    <a:pt x="1429007" y="184309"/>
                  </a:cubicBezTo>
                  <a:close/>
                  <a:moveTo>
                    <a:pt x="880586" y="169155"/>
                  </a:moveTo>
                  <a:cubicBezTo>
                    <a:pt x="915809" y="170247"/>
                    <a:pt x="954582" y="170793"/>
                    <a:pt x="996905" y="170793"/>
                  </a:cubicBezTo>
                  <a:cubicBezTo>
                    <a:pt x="1039228" y="170793"/>
                    <a:pt x="1075407" y="170247"/>
                    <a:pt x="1105443" y="169155"/>
                  </a:cubicBezTo>
                  <a:cubicBezTo>
                    <a:pt x="1103804" y="179531"/>
                    <a:pt x="1102985" y="193115"/>
                    <a:pt x="1102985" y="209908"/>
                  </a:cubicBezTo>
                  <a:cubicBezTo>
                    <a:pt x="1102985" y="226700"/>
                    <a:pt x="1103804" y="239056"/>
                    <a:pt x="1105443" y="246974"/>
                  </a:cubicBezTo>
                  <a:cubicBezTo>
                    <a:pt x="1080868" y="245609"/>
                    <a:pt x="1047146" y="244926"/>
                    <a:pt x="1004278" y="244926"/>
                  </a:cubicBezTo>
                  <a:lnTo>
                    <a:pt x="908027" y="244926"/>
                  </a:lnTo>
                  <a:lnTo>
                    <a:pt x="908027" y="274825"/>
                  </a:lnTo>
                  <a:lnTo>
                    <a:pt x="1006735" y="274825"/>
                  </a:lnTo>
                  <a:cubicBezTo>
                    <a:pt x="1045781" y="274825"/>
                    <a:pt x="1086056" y="274279"/>
                    <a:pt x="1127560" y="273187"/>
                  </a:cubicBezTo>
                  <a:cubicBezTo>
                    <a:pt x="1126195" y="277556"/>
                    <a:pt x="1125512" y="286839"/>
                    <a:pt x="1125512" y="301038"/>
                  </a:cubicBezTo>
                  <a:lnTo>
                    <a:pt x="1125512" y="345682"/>
                  </a:lnTo>
                  <a:cubicBezTo>
                    <a:pt x="1125512" y="356058"/>
                    <a:pt x="1126467" y="366707"/>
                    <a:pt x="1128379" y="377629"/>
                  </a:cubicBezTo>
                  <a:lnTo>
                    <a:pt x="1100528" y="377629"/>
                  </a:lnTo>
                  <a:lnTo>
                    <a:pt x="1100528" y="356331"/>
                  </a:lnTo>
                  <a:lnTo>
                    <a:pt x="908027" y="356331"/>
                  </a:lnTo>
                  <a:cubicBezTo>
                    <a:pt x="908573" y="368891"/>
                    <a:pt x="909256" y="378175"/>
                    <a:pt x="910075" y="384182"/>
                  </a:cubicBezTo>
                  <a:lnTo>
                    <a:pt x="879767" y="384182"/>
                  </a:lnTo>
                  <a:cubicBezTo>
                    <a:pt x="881951" y="370529"/>
                    <a:pt x="883043" y="358378"/>
                    <a:pt x="883043" y="347730"/>
                  </a:cubicBezTo>
                  <a:lnTo>
                    <a:pt x="883043" y="209293"/>
                  </a:lnTo>
                  <a:cubicBezTo>
                    <a:pt x="883043" y="189087"/>
                    <a:pt x="882224" y="175708"/>
                    <a:pt x="880586" y="169155"/>
                  </a:cubicBezTo>
                  <a:close/>
                  <a:moveTo>
                    <a:pt x="2177710" y="164650"/>
                  </a:moveTo>
                  <a:lnTo>
                    <a:pt x="2177710" y="256804"/>
                  </a:lnTo>
                  <a:lnTo>
                    <a:pt x="2275189" y="256804"/>
                  </a:lnTo>
                  <a:lnTo>
                    <a:pt x="2275189" y="164650"/>
                  </a:lnTo>
                  <a:close/>
                  <a:moveTo>
                    <a:pt x="2642578" y="164240"/>
                  </a:moveTo>
                  <a:lnTo>
                    <a:pt x="2666333" y="170384"/>
                  </a:lnTo>
                  <a:cubicBezTo>
                    <a:pt x="2660326" y="197415"/>
                    <a:pt x="2651451" y="223765"/>
                    <a:pt x="2639710" y="249432"/>
                  </a:cubicBezTo>
                  <a:lnTo>
                    <a:pt x="2615546" y="240421"/>
                  </a:lnTo>
                  <a:cubicBezTo>
                    <a:pt x="2630290" y="218850"/>
                    <a:pt x="2639301" y="193456"/>
                    <a:pt x="2642578" y="164240"/>
                  </a:cubicBezTo>
                  <a:close/>
                  <a:moveTo>
                    <a:pt x="2952216" y="163830"/>
                  </a:moveTo>
                  <a:lnTo>
                    <a:pt x="2952216" y="195368"/>
                  </a:lnTo>
                  <a:lnTo>
                    <a:pt x="3147993" y="195368"/>
                  </a:lnTo>
                  <a:lnTo>
                    <a:pt x="3147993" y="163830"/>
                  </a:lnTo>
                  <a:close/>
                  <a:moveTo>
                    <a:pt x="1766497" y="161782"/>
                  </a:moveTo>
                  <a:cubicBezTo>
                    <a:pt x="1780422" y="214208"/>
                    <a:pt x="1803085" y="254756"/>
                    <a:pt x="1834486" y="283426"/>
                  </a:cubicBezTo>
                  <a:cubicBezTo>
                    <a:pt x="1870802" y="250660"/>
                    <a:pt x="1896332" y="210112"/>
                    <a:pt x="1911077" y="161782"/>
                  </a:cubicBezTo>
                  <a:close/>
                  <a:moveTo>
                    <a:pt x="2765860" y="154410"/>
                  </a:moveTo>
                  <a:cubicBezTo>
                    <a:pt x="2772413" y="160417"/>
                    <a:pt x="2780741" y="164786"/>
                    <a:pt x="2790844" y="167517"/>
                  </a:cubicBezTo>
                  <a:cubicBezTo>
                    <a:pt x="2796305" y="169155"/>
                    <a:pt x="2799035" y="170930"/>
                    <a:pt x="2799035" y="172841"/>
                  </a:cubicBezTo>
                  <a:cubicBezTo>
                    <a:pt x="2799035" y="174752"/>
                    <a:pt x="2796714" y="176254"/>
                    <a:pt x="2792072" y="177346"/>
                  </a:cubicBezTo>
                  <a:cubicBezTo>
                    <a:pt x="2788523" y="178165"/>
                    <a:pt x="2782584" y="185743"/>
                    <a:pt x="2774256" y="200078"/>
                  </a:cubicBezTo>
                  <a:cubicBezTo>
                    <a:pt x="2765928" y="214413"/>
                    <a:pt x="2756439" y="228680"/>
                    <a:pt x="2745790" y="242878"/>
                  </a:cubicBezTo>
                  <a:lnTo>
                    <a:pt x="2726131" y="231410"/>
                  </a:lnTo>
                  <a:cubicBezTo>
                    <a:pt x="2748521" y="206017"/>
                    <a:pt x="2761764" y="180350"/>
                    <a:pt x="2765860" y="154410"/>
                  </a:cubicBezTo>
                  <a:close/>
                  <a:moveTo>
                    <a:pt x="3802494" y="145399"/>
                  </a:moveTo>
                  <a:lnTo>
                    <a:pt x="3802494" y="206426"/>
                  </a:lnTo>
                  <a:lnTo>
                    <a:pt x="3913079" y="206426"/>
                  </a:lnTo>
                  <a:lnTo>
                    <a:pt x="3913079" y="145399"/>
                  </a:lnTo>
                  <a:close/>
                  <a:moveTo>
                    <a:pt x="2151907" y="141713"/>
                  </a:moveTo>
                  <a:cubicBezTo>
                    <a:pt x="2168017" y="143625"/>
                    <a:pt x="2193205" y="144580"/>
                    <a:pt x="2227473" y="144580"/>
                  </a:cubicBezTo>
                  <a:cubicBezTo>
                    <a:pt x="2261741" y="144580"/>
                    <a:pt x="2286384" y="143625"/>
                    <a:pt x="2301401" y="141713"/>
                  </a:cubicBezTo>
                  <a:cubicBezTo>
                    <a:pt x="2300036" y="159189"/>
                    <a:pt x="2299354" y="183080"/>
                    <a:pt x="2299354" y="213389"/>
                  </a:cubicBezTo>
                  <a:cubicBezTo>
                    <a:pt x="2299354" y="243697"/>
                    <a:pt x="2300036" y="265268"/>
                    <a:pt x="2301401" y="278102"/>
                  </a:cubicBezTo>
                  <a:cubicBezTo>
                    <a:pt x="2277919" y="277010"/>
                    <a:pt x="2250273" y="276464"/>
                    <a:pt x="2218463" y="276464"/>
                  </a:cubicBezTo>
                  <a:cubicBezTo>
                    <a:pt x="2186652" y="276464"/>
                    <a:pt x="2164467" y="277146"/>
                    <a:pt x="2151907" y="278511"/>
                  </a:cubicBezTo>
                  <a:cubicBezTo>
                    <a:pt x="2153545" y="263767"/>
                    <a:pt x="2154364" y="240899"/>
                    <a:pt x="2154364" y="209908"/>
                  </a:cubicBezTo>
                  <a:cubicBezTo>
                    <a:pt x="2154364" y="178916"/>
                    <a:pt x="2153545" y="156185"/>
                    <a:pt x="2151907" y="141713"/>
                  </a:cubicBezTo>
                  <a:close/>
                  <a:moveTo>
                    <a:pt x="3778329" y="122873"/>
                  </a:moveTo>
                  <a:cubicBezTo>
                    <a:pt x="3792800" y="124784"/>
                    <a:pt x="3819287" y="125740"/>
                    <a:pt x="3857787" y="125740"/>
                  </a:cubicBezTo>
                  <a:cubicBezTo>
                    <a:pt x="3896287" y="125740"/>
                    <a:pt x="3923045" y="124784"/>
                    <a:pt x="3938063" y="122873"/>
                  </a:cubicBezTo>
                  <a:cubicBezTo>
                    <a:pt x="3937244" y="129699"/>
                    <a:pt x="3936834" y="138164"/>
                    <a:pt x="3936834" y="148267"/>
                  </a:cubicBezTo>
                  <a:lnTo>
                    <a:pt x="3936834" y="282198"/>
                  </a:lnTo>
                  <a:cubicBezTo>
                    <a:pt x="3936834" y="292027"/>
                    <a:pt x="3937244" y="300492"/>
                    <a:pt x="3938063" y="307591"/>
                  </a:cubicBezTo>
                  <a:cubicBezTo>
                    <a:pt x="3923045" y="305680"/>
                    <a:pt x="3896355" y="304724"/>
                    <a:pt x="3857991" y="304724"/>
                  </a:cubicBezTo>
                  <a:cubicBezTo>
                    <a:pt x="3819628" y="304724"/>
                    <a:pt x="3793074" y="305680"/>
                    <a:pt x="3778329" y="307591"/>
                  </a:cubicBezTo>
                  <a:cubicBezTo>
                    <a:pt x="3779148" y="295304"/>
                    <a:pt x="3779558" y="286839"/>
                    <a:pt x="3779558" y="282198"/>
                  </a:cubicBezTo>
                  <a:lnTo>
                    <a:pt x="3779558" y="148267"/>
                  </a:lnTo>
                  <a:cubicBezTo>
                    <a:pt x="3779558" y="140075"/>
                    <a:pt x="3779148" y="131610"/>
                    <a:pt x="3778329" y="122873"/>
                  </a:cubicBezTo>
                  <a:close/>
                  <a:moveTo>
                    <a:pt x="2682716" y="113043"/>
                  </a:moveTo>
                  <a:cubicBezTo>
                    <a:pt x="2693092" y="114954"/>
                    <a:pt x="2704150" y="115910"/>
                    <a:pt x="2715891" y="115910"/>
                  </a:cubicBezTo>
                  <a:cubicBezTo>
                    <a:pt x="2721352" y="115910"/>
                    <a:pt x="2724083" y="117275"/>
                    <a:pt x="2724083" y="120006"/>
                  </a:cubicBezTo>
                  <a:cubicBezTo>
                    <a:pt x="2724083" y="122736"/>
                    <a:pt x="2722308" y="125194"/>
                    <a:pt x="2718758" y="127378"/>
                  </a:cubicBezTo>
                  <a:cubicBezTo>
                    <a:pt x="2712752" y="131201"/>
                    <a:pt x="2709748" y="151543"/>
                    <a:pt x="2709748" y="188405"/>
                  </a:cubicBezTo>
                  <a:cubicBezTo>
                    <a:pt x="2709748" y="194685"/>
                    <a:pt x="2709475" y="203150"/>
                    <a:pt x="2708928" y="213799"/>
                  </a:cubicBezTo>
                  <a:cubicBezTo>
                    <a:pt x="2717393" y="246838"/>
                    <a:pt x="2730158" y="273596"/>
                    <a:pt x="2747224" y="294075"/>
                  </a:cubicBezTo>
                  <a:cubicBezTo>
                    <a:pt x="2764289" y="314554"/>
                    <a:pt x="2789615" y="333531"/>
                    <a:pt x="2823200" y="351006"/>
                  </a:cubicBezTo>
                  <a:cubicBezTo>
                    <a:pt x="2810913" y="358652"/>
                    <a:pt x="2802858" y="367389"/>
                    <a:pt x="2799035" y="377219"/>
                  </a:cubicBezTo>
                  <a:cubicBezTo>
                    <a:pt x="2770092" y="354556"/>
                    <a:pt x="2748385" y="334214"/>
                    <a:pt x="2733913" y="316192"/>
                  </a:cubicBezTo>
                  <a:cubicBezTo>
                    <a:pt x="2719441" y="298171"/>
                    <a:pt x="2708656" y="277829"/>
                    <a:pt x="2701556" y="255166"/>
                  </a:cubicBezTo>
                  <a:cubicBezTo>
                    <a:pt x="2687084" y="309776"/>
                    <a:pt x="2648175" y="351825"/>
                    <a:pt x="2584827" y="381315"/>
                  </a:cubicBezTo>
                  <a:cubicBezTo>
                    <a:pt x="2579913" y="372577"/>
                    <a:pt x="2572404" y="365341"/>
                    <a:pt x="2562301" y="359607"/>
                  </a:cubicBezTo>
                  <a:cubicBezTo>
                    <a:pt x="2601620" y="344043"/>
                    <a:pt x="2630222" y="326227"/>
                    <a:pt x="2648107" y="306158"/>
                  </a:cubicBezTo>
                  <a:cubicBezTo>
                    <a:pt x="2665992" y="286088"/>
                    <a:pt x="2677118" y="262538"/>
                    <a:pt x="2681487" y="235506"/>
                  </a:cubicBezTo>
                  <a:cubicBezTo>
                    <a:pt x="2685856" y="208474"/>
                    <a:pt x="2688040" y="185401"/>
                    <a:pt x="2688040" y="166288"/>
                  </a:cubicBezTo>
                  <a:cubicBezTo>
                    <a:pt x="2688040" y="147174"/>
                    <a:pt x="2686265" y="129426"/>
                    <a:pt x="2682716" y="113043"/>
                  </a:cubicBezTo>
                  <a:close/>
                  <a:moveTo>
                    <a:pt x="2952216" y="111814"/>
                  </a:moveTo>
                  <a:lnTo>
                    <a:pt x="2952216" y="145399"/>
                  </a:lnTo>
                  <a:lnTo>
                    <a:pt x="3147993" y="145399"/>
                  </a:lnTo>
                  <a:lnTo>
                    <a:pt x="3147993" y="111814"/>
                  </a:lnTo>
                  <a:close/>
                  <a:moveTo>
                    <a:pt x="1264767" y="111405"/>
                  </a:moveTo>
                  <a:lnTo>
                    <a:pt x="1264767" y="206836"/>
                  </a:lnTo>
                  <a:lnTo>
                    <a:pt x="1351597" y="206836"/>
                  </a:lnTo>
                  <a:lnTo>
                    <a:pt x="1351597" y="111405"/>
                  </a:lnTo>
                  <a:close/>
                  <a:moveTo>
                    <a:pt x="2453354" y="102394"/>
                  </a:moveTo>
                  <a:lnTo>
                    <a:pt x="2479157" y="104032"/>
                  </a:lnTo>
                  <a:cubicBezTo>
                    <a:pt x="2476700" y="142806"/>
                    <a:pt x="2472604" y="175708"/>
                    <a:pt x="2466870" y="202740"/>
                  </a:cubicBezTo>
                  <a:lnTo>
                    <a:pt x="2441067" y="199463"/>
                  </a:lnTo>
                  <a:cubicBezTo>
                    <a:pt x="2449804" y="164513"/>
                    <a:pt x="2453900" y="132157"/>
                    <a:pt x="2453354" y="102394"/>
                  </a:cubicBezTo>
                  <a:close/>
                  <a:moveTo>
                    <a:pt x="4459014" y="95022"/>
                  </a:moveTo>
                  <a:cubicBezTo>
                    <a:pt x="4466659" y="95022"/>
                    <a:pt x="4474987" y="97479"/>
                    <a:pt x="4483998" y="102394"/>
                  </a:cubicBezTo>
                  <a:lnTo>
                    <a:pt x="4469253" y="126149"/>
                  </a:lnTo>
                  <a:cubicBezTo>
                    <a:pt x="4465158" y="123692"/>
                    <a:pt x="4460925" y="122463"/>
                    <a:pt x="4456557" y="122463"/>
                  </a:cubicBezTo>
                  <a:cubicBezTo>
                    <a:pt x="4448092" y="122463"/>
                    <a:pt x="4440106" y="126832"/>
                    <a:pt x="4432596" y="135570"/>
                  </a:cubicBezTo>
                  <a:cubicBezTo>
                    <a:pt x="4425088" y="144307"/>
                    <a:pt x="4419559" y="155571"/>
                    <a:pt x="4416009" y="169360"/>
                  </a:cubicBezTo>
                  <a:cubicBezTo>
                    <a:pt x="4412459" y="183149"/>
                    <a:pt x="4410684" y="208201"/>
                    <a:pt x="4410684" y="244517"/>
                  </a:cubicBezTo>
                  <a:lnTo>
                    <a:pt x="4410684" y="318240"/>
                  </a:lnTo>
                  <a:lnTo>
                    <a:pt x="4382014" y="318240"/>
                  </a:lnTo>
                  <a:lnTo>
                    <a:pt x="4382014" y="100756"/>
                  </a:lnTo>
                  <a:lnTo>
                    <a:pt x="4410684" y="100756"/>
                  </a:lnTo>
                  <a:lnTo>
                    <a:pt x="4410684" y="132293"/>
                  </a:lnTo>
                  <a:cubicBezTo>
                    <a:pt x="4418330" y="119460"/>
                    <a:pt x="4425770" y="110039"/>
                    <a:pt x="4433006" y="104032"/>
                  </a:cubicBezTo>
                  <a:cubicBezTo>
                    <a:pt x="4440242" y="98025"/>
                    <a:pt x="4448911" y="95022"/>
                    <a:pt x="4459014" y="95022"/>
                  </a:cubicBezTo>
                  <a:close/>
                  <a:moveTo>
                    <a:pt x="4335189" y="95022"/>
                  </a:moveTo>
                  <a:cubicBezTo>
                    <a:pt x="4342834" y="95022"/>
                    <a:pt x="4351162" y="97479"/>
                    <a:pt x="4360173" y="102394"/>
                  </a:cubicBezTo>
                  <a:lnTo>
                    <a:pt x="4345428" y="126149"/>
                  </a:lnTo>
                  <a:cubicBezTo>
                    <a:pt x="4341333" y="123692"/>
                    <a:pt x="4337100" y="122463"/>
                    <a:pt x="4332732" y="122463"/>
                  </a:cubicBezTo>
                  <a:cubicBezTo>
                    <a:pt x="4324267" y="122463"/>
                    <a:pt x="4316281" y="126832"/>
                    <a:pt x="4308771" y="135570"/>
                  </a:cubicBezTo>
                  <a:cubicBezTo>
                    <a:pt x="4301263" y="144307"/>
                    <a:pt x="4295733" y="155571"/>
                    <a:pt x="4292184" y="169360"/>
                  </a:cubicBezTo>
                  <a:cubicBezTo>
                    <a:pt x="4288634" y="183149"/>
                    <a:pt x="4286859" y="208201"/>
                    <a:pt x="4286859" y="244517"/>
                  </a:cubicBezTo>
                  <a:lnTo>
                    <a:pt x="4286859" y="318240"/>
                  </a:lnTo>
                  <a:lnTo>
                    <a:pt x="4258189" y="318240"/>
                  </a:lnTo>
                  <a:lnTo>
                    <a:pt x="4258189" y="100756"/>
                  </a:lnTo>
                  <a:lnTo>
                    <a:pt x="4286859" y="100756"/>
                  </a:lnTo>
                  <a:lnTo>
                    <a:pt x="4286859" y="132293"/>
                  </a:lnTo>
                  <a:cubicBezTo>
                    <a:pt x="4294505" y="119460"/>
                    <a:pt x="4301945" y="110039"/>
                    <a:pt x="4309181" y="104032"/>
                  </a:cubicBezTo>
                  <a:cubicBezTo>
                    <a:pt x="4316417" y="98025"/>
                    <a:pt x="4325086" y="95022"/>
                    <a:pt x="4335189" y="95022"/>
                  </a:cubicBezTo>
                  <a:close/>
                  <a:moveTo>
                    <a:pt x="2924365" y="89697"/>
                  </a:moveTo>
                  <a:cubicBezTo>
                    <a:pt x="2944571" y="91882"/>
                    <a:pt x="2986962" y="92974"/>
                    <a:pt x="3051538" y="92974"/>
                  </a:cubicBezTo>
                  <a:cubicBezTo>
                    <a:pt x="3116114" y="92974"/>
                    <a:pt x="3157823" y="92155"/>
                    <a:pt x="3176663" y="90516"/>
                  </a:cubicBezTo>
                  <a:cubicBezTo>
                    <a:pt x="3174479" y="100619"/>
                    <a:pt x="3173387" y="115501"/>
                    <a:pt x="3173387" y="135160"/>
                  </a:cubicBezTo>
                  <a:lnTo>
                    <a:pt x="3173387" y="176118"/>
                  </a:lnTo>
                  <a:cubicBezTo>
                    <a:pt x="3173387" y="194139"/>
                    <a:pt x="3174479" y="207928"/>
                    <a:pt x="3176663" y="217485"/>
                  </a:cubicBezTo>
                  <a:cubicBezTo>
                    <a:pt x="3154546" y="215027"/>
                    <a:pt x="3126832" y="213799"/>
                    <a:pt x="3093520" y="213799"/>
                  </a:cubicBezTo>
                  <a:lnTo>
                    <a:pt x="2998088" y="213799"/>
                  </a:lnTo>
                  <a:cubicBezTo>
                    <a:pt x="2989078" y="227178"/>
                    <a:pt x="2981979" y="237281"/>
                    <a:pt x="2976791" y="244107"/>
                  </a:cubicBezTo>
                  <a:lnTo>
                    <a:pt x="3075089" y="244107"/>
                  </a:lnTo>
                  <a:cubicBezTo>
                    <a:pt x="3109220" y="244107"/>
                    <a:pt x="3139938" y="242742"/>
                    <a:pt x="3167243" y="240011"/>
                  </a:cubicBezTo>
                  <a:cubicBezTo>
                    <a:pt x="3136935" y="282334"/>
                    <a:pt x="3108810" y="311687"/>
                    <a:pt x="3082870" y="328070"/>
                  </a:cubicBezTo>
                  <a:cubicBezTo>
                    <a:pt x="3116456" y="338719"/>
                    <a:pt x="3164786" y="346910"/>
                    <a:pt x="3227860" y="352644"/>
                  </a:cubicBezTo>
                  <a:cubicBezTo>
                    <a:pt x="3219122" y="360836"/>
                    <a:pt x="3213115" y="369983"/>
                    <a:pt x="3209839" y="380086"/>
                  </a:cubicBezTo>
                  <a:cubicBezTo>
                    <a:pt x="3143215" y="369164"/>
                    <a:pt x="3092291" y="356604"/>
                    <a:pt x="3057067" y="342405"/>
                  </a:cubicBezTo>
                  <a:cubicBezTo>
                    <a:pt x="3022117" y="359061"/>
                    <a:pt x="2965459" y="372577"/>
                    <a:pt x="2887094" y="382953"/>
                  </a:cubicBezTo>
                  <a:cubicBezTo>
                    <a:pt x="2884363" y="374215"/>
                    <a:pt x="2877810" y="365478"/>
                    <a:pt x="2867434" y="356740"/>
                  </a:cubicBezTo>
                  <a:cubicBezTo>
                    <a:pt x="2934605" y="354010"/>
                    <a:pt x="2988668" y="344999"/>
                    <a:pt x="3029626" y="329708"/>
                  </a:cubicBezTo>
                  <a:cubicBezTo>
                    <a:pt x="3007236" y="318513"/>
                    <a:pt x="2983890" y="303086"/>
                    <a:pt x="2959588" y="283426"/>
                  </a:cubicBezTo>
                  <a:lnTo>
                    <a:pt x="2977610" y="268682"/>
                  </a:lnTo>
                  <a:cubicBezTo>
                    <a:pt x="3003004" y="290253"/>
                    <a:pt x="3029216" y="306772"/>
                    <a:pt x="3056248" y="318240"/>
                  </a:cubicBezTo>
                  <a:cubicBezTo>
                    <a:pt x="3083280" y="304315"/>
                    <a:pt x="3104032" y="286020"/>
                    <a:pt x="3118503" y="263357"/>
                  </a:cubicBezTo>
                  <a:lnTo>
                    <a:pt x="2961636" y="263357"/>
                  </a:lnTo>
                  <a:cubicBezTo>
                    <a:pt x="2946345" y="281651"/>
                    <a:pt x="2927095" y="300628"/>
                    <a:pt x="2903886" y="320288"/>
                  </a:cubicBezTo>
                  <a:cubicBezTo>
                    <a:pt x="2897606" y="311550"/>
                    <a:pt x="2889688" y="304861"/>
                    <a:pt x="2880131" y="300219"/>
                  </a:cubicBezTo>
                  <a:cubicBezTo>
                    <a:pt x="2919177" y="278102"/>
                    <a:pt x="2949759" y="249705"/>
                    <a:pt x="2971876" y="215027"/>
                  </a:cubicBezTo>
                  <a:cubicBezTo>
                    <a:pt x="2948666" y="215573"/>
                    <a:pt x="2932830" y="216392"/>
                    <a:pt x="2924365" y="217485"/>
                  </a:cubicBezTo>
                  <a:cubicBezTo>
                    <a:pt x="2926276" y="205470"/>
                    <a:pt x="2927232" y="191681"/>
                    <a:pt x="2927232" y="176118"/>
                  </a:cubicBezTo>
                  <a:lnTo>
                    <a:pt x="2927232" y="135160"/>
                  </a:lnTo>
                  <a:cubicBezTo>
                    <a:pt x="2927232" y="115774"/>
                    <a:pt x="2926276" y="100619"/>
                    <a:pt x="2924365" y="89697"/>
                  </a:cubicBezTo>
                  <a:close/>
                  <a:moveTo>
                    <a:pt x="2545099" y="86830"/>
                  </a:moveTo>
                  <a:cubicBezTo>
                    <a:pt x="2559570" y="107855"/>
                    <a:pt x="2571858" y="132293"/>
                    <a:pt x="2581960" y="160144"/>
                  </a:cubicBezTo>
                  <a:lnTo>
                    <a:pt x="2559843" y="170793"/>
                  </a:lnTo>
                  <a:cubicBezTo>
                    <a:pt x="2554382" y="148403"/>
                    <a:pt x="2543460" y="124102"/>
                    <a:pt x="2527077" y="97889"/>
                  </a:cubicBezTo>
                  <a:close/>
                  <a:moveTo>
                    <a:pt x="989533" y="85602"/>
                  </a:moveTo>
                  <a:cubicBezTo>
                    <a:pt x="1000182" y="98435"/>
                    <a:pt x="1010285" y="111678"/>
                    <a:pt x="1019841" y="125330"/>
                  </a:cubicBezTo>
                  <a:cubicBezTo>
                    <a:pt x="1090288" y="125330"/>
                    <a:pt x="1139847" y="124375"/>
                    <a:pt x="1168517" y="122463"/>
                  </a:cubicBezTo>
                  <a:cubicBezTo>
                    <a:pt x="1166606" y="132020"/>
                    <a:pt x="1165650" y="142737"/>
                    <a:pt x="1165650" y="154615"/>
                  </a:cubicBezTo>
                  <a:cubicBezTo>
                    <a:pt x="1165650" y="166493"/>
                    <a:pt x="1166333" y="177619"/>
                    <a:pt x="1167698" y="187995"/>
                  </a:cubicBezTo>
                  <a:lnTo>
                    <a:pt x="1140256" y="187995"/>
                  </a:lnTo>
                  <a:lnTo>
                    <a:pt x="1140256" y="143761"/>
                  </a:lnTo>
                  <a:lnTo>
                    <a:pt x="851506" y="143761"/>
                  </a:lnTo>
                  <a:lnTo>
                    <a:pt x="851506" y="189224"/>
                  </a:lnTo>
                  <a:lnTo>
                    <a:pt x="824065" y="189224"/>
                  </a:lnTo>
                  <a:cubicBezTo>
                    <a:pt x="825157" y="179667"/>
                    <a:pt x="825703" y="167721"/>
                    <a:pt x="825703" y="153386"/>
                  </a:cubicBezTo>
                  <a:cubicBezTo>
                    <a:pt x="825703" y="139051"/>
                    <a:pt x="825157" y="128743"/>
                    <a:pt x="824065" y="122463"/>
                  </a:cubicBezTo>
                  <a:cubicBezTo>
                    <a:pt x="854646" y="124375"/>
                    <a:pt x="911304" y="125330"/>
                    <a:pt x="994038" y="125330"/>
                  </a:cubicBezTo>
                  <a:cubicBezTo>
                    <a:pt x="988304" y="115774"/>
                    <a:pt x="981205" y="107446"/>
                    <a:pt x="972740" y="100346"/>
                  </a:cubicBezTo>
                  <a:close/>
                  <a:moveTo>
                    <a:pt x="3705015" y="80687"/>
                  </a:moveTo>
                  <a:cubicBezTo>
                    <a:pt x="3711841" y="83144"/>
                    <a:pt x="3716483" y="84578"/>
                    <a:pt x="3718941" y="84987"/>
                  </a:cubicBezTo>
                  <a:cubicBezTo>
                    <a:pt x="3721398" y="85397"/>
                    <a:pt x="3725835" y="85602"/>
                    <a:pt x="3732252" y="85602"/>
                  </a:cubicBezTo>
                  <a:cubicBezTo>
                    <a:pt x="3738669" y="85602"/>
                    <a:pt x="3741877" y="86625"/>
                    <a:pt x="3741877" y="88673"/>
                  </a:cubicBezTo>
                  <a:cubicBezTo>
                    <a:pt x="3741877" y="90721"/>
                    <a:pt x="3739829" y="93383"/>
                    <a:pt x="3735733" y="96660"/>
                  </a:cubicBezTo>
                  <a:cubicBezTo>
                    <a:pt x="3734641" y="97479"/>
                    <a:pt x="3733549" y="100619"/>
                    <a:pt x="3732456" y="106080"/>
                  </a:cubicBezTo>
                  <a:cubicBezTo>
                    <a:pt x="3731364" y="111541"/>
                    <a:pt x="3730818" y="117412"/>
                    <a:pt x="3730818" y="123692"/>
                  </a:cubicBezTo>
                  <a:lnTo>
                    <a:pt x="3730818" y="385001"/>
                  </a:lnTo>
                  <a:lnTo>
                    <a:pt x="3702967" y="385001"/>
                  </a:lnTo>
                  <a:cubicBezTo>
                    <a:pt x="3705698" y="360426"/>
                    <a:pt x="3707063" y="341449"/>
                    <a:pt x="3707063" y="328070"/>
                  </a:cubicBezTo>
                  <a:lnTo>
                    <a:pt x="3707063" y="132293"/>
                  </a:lnTo>
                  <a:cubicBezTo>
                    <a:pt x="3707063" y="114545"/>
                    <a:pt x="3706380" y="97343"/>
                    <a:pt x="3705015" y="80687"/>
                  </a:cubicBezTo>
                  <a:close/>
                  <a:moveTo>
                    <a:pt x="27851" y="65942"/>
                  </a:moveTo>
                  <a:cubicBezTo>
                    <a:pt x="63074" y="68126"/>
                    <a:pt x="111677" y="69219"/>
                    <a:pt x="173659" y="69219"/>
                  </a:cubicBezTo>
                  <a:cubicBezTo>
                    <a:pt x="235642" y="69219"/>
                    <a:pt x="283972" y="68126"/>
                    <a:pt x="318649" y="65942"/>
                  </a:cubicBezTo>
                  <a:lnTo>
                    <a:pt x="318649" y="93383"/>
                  </a:lnTo>
                  <a:cubicBezTo>
                    <a:pt x="286429" y="91745"/>
                    <a:pt x="240830" y="90926"/>
                    <a:pt x="181851" y="90926"/>
                  </a:cubicBezTo>
                  <a:cubicBezTo>
                    <a:pt x="122872" y="90926"/>
                    <a:pt x="71539" y="91745"/>
                    <a:pt x="27851" y="93383"/>
                  </a:cubicBezTo>
                  <a:close/>
                  <a:moveTo>
                    <a:pt x="3308956" y="65123"/>
                  </a:moveTo>
                  <a:lnTo>
                    <a:pt x="3308956" y="165469"/>
                  </a:lnTo>
                  <a:lnTo>
                    <a:pt x="3387594" y="165469"/>
                  </a:lnTo>
                  <a:lnTo>
                    <a:pt x="3387594" y="65123"/>
                  </a:lnTo>
                  <a:close/>
                  <a:moveTo>
                    <a:pt x="4016702" y="40958"/>
                  </a:moveTo>
                  <a:cubicBezTo>
                    <a:pt x="4014790" y="50788"/>
                    <a:pt x="4013835" y="66215"/>
                    <a:pt x="4013835" y="87240"/>
                  </a:cubicBezTo>
                  <a:lnTo>
                    <a:pt x="4013835" y="337490"/>
                  </a:lnTo>
                  <a:cubicBezTo>
                    <a:pt x="4013835" y="351416"/>
                    <a:pt x="4012265" y="361587"/>
                    <a:pt x="4009124" y="368004"/>
                  </a:cubicBezTo>
                  <a:cubicBezTo>
                    <a:pt x="4005984" y="374420"/>
                    <a:pt x="4000250" y="378789"/>
                    <a:pt x="3991922" y="381110"/>
                  </a:cubicBezTo>
                  <a:cubicBezTo>
                    <a:pt x="3983594" y="383431"/>
                    <a:pt x="3970283" y="384864"/>
                    <a:pt x="3951989" y="385410"/>
                  </a:cubicBezTo>
                  <a:cubicBezTo>
                    <a:pt x="3952808" y="374215"/>
                    <a:pt x="3949122" y="363976"/>
                    <a:pt x="3940930" y="354692"/>
                  </a:cubicBezTo>
                  <a:cubicBezTo>
                    <a:pt x="3953491" y="356877"/>
                    <a:pt x="3963184" y="357969"/>
                    <a:pt x="3970010" y="357969"/>
                  </a:cubicBezTo>
                  <a:cubicBezTo>
                    <a:pt x="3976837" y="357969"/>
                    <a:pt x="3981819" y="356740"/>
                    <a:pt x="3984960" y="354283"/>
                  </a:cubicBezTo>
                  <a:cubicBezTo>
                    <a:pt x="3988100" y="351825"/>
                    <a:pt x="3989670" y="346637"/>
                    <a:pt x="3989670" y="338719"/>
                  </a:cubicBezTo>
                  <a:lnTo>
                    <a:pt x="3989670" y="65123"/>
                  </a:lnTo>
                  <a:lnTo>
                    <a:pt x="3911441" y="65123"/>
                  </a:lnTo>
                  <a:cubicBezTo>
                    <a:pt x="3882225" y="65123"/>
                    <a:pt x="3857104" y="65942"/>
                    <a:pt x="3836079" y="67580"/>
                  </a:cubicBezTo>
                  <a:lnTo>
                    <a:pt x="3836079" y="41367"/>
                  </a:lnTo>
                  <a:cubicBezTo>
                    <a:pt x="3856558" y="43006"/>
                    <a:pt x="3887822" y="43825"/>
                    <a:pt x="3929872" y="43825"/>
                  </a:cubicBezTo>
                  <a:cubicBezTo>
                    <a:pt x="3971921" y="43825"/>
                    <a:pt x="4000864" y="42869"/>
                    <a:pt x="4016702" y="40958"/>
                  </a:cubicBezTo>
                  <a:close/>
                  <a:moveTo>
                    <a:pt x="3281514" y="40958"/>
                  </a:moveTo>
                  <a:cubicBezTo>
                    <a:pt x="3290252" y="43142"/>
                    <a:pt x="3312574" y="44234"/>
                    <a:pt x="3348480" y="44234"/>
                  </a:cubicBezTo>
                  <a:cubicBezTo>
                    <a:pt x="3384386" y="44234"/>
                    <a:pt x="3406708" y="43142"/>
                    <a:pt x="3415446" y="40958"/>
                  </a:cubicBezTo>
                  <a:cubicBezTo>
                    <a:pt x="3413807" y="48057"/>
                    <a:pt x="3412988" y="63211"/>
                    <a:pt x="3412988" y="86421"/>
                  </a:cubicBezTo>
                  <a:lnTo>
                    <a:pt x="3412988" y="285065"/>
                  </a:lnTo>
                  <a:cubicBezTo>
                    <a:pt x="3412988" y="302540"/>
                    <a:pt x="3413944" y="320561"/>
                    <a:pt x="3415855" y="339128"/>
                  </a:cubicBezTo>
                  <a:lnTo>
                    <a:pt x="3387594" y="339128"/>
                  </a:lnTo>
                  <a:lnTo>
                    <a:pt x="3387594" y="301038"/>
                  </a:lnTo>
                  <a:lnTo>
                    <a:pt x="3308956" y="301038"/>
                  </a:lnTo>
                  <a:lnTo>
                    <a:pt x="3308956" y="349368"/>
                  </a:lnTo>
                  <a:lnTo>
                    <a:pt x="3281105" y="349368"/>
                  </a:lnTo>
                  <a:cubicBezTo>
                    <a:pt x="3283016" y="333804"/>
                    <a:pt x="3283972" y="314281"/>
                    <a:pt x="3283972" y="290799"/>
                  </a:cubicBezTo>
                  <a:lnTo>
                    <a:pt x="3283972" y="86421"/>
                  </a:lnTo>
                  <a:cubicBezTo>
                    <a:pt x="3283972" y="64577"/>
                    <a:pt x="3283153" y="49422"/>
                    <a:pt x="3281514" y="40958"/>
                  </a:cubicBezTo>
                  <a:close/>
                  <a:moveTo>
                    <a:pt x="730272" y="32766"/>
                  </a:moveTo>
                  <a:lnTo>
                    <a:pt x="685219" y="156458"/>
                  </a:lnTo>
                  <a:lnTo>
                    <a:pt x="721261" y="156458"/>
                  </a:lnTo>
                  <a:cubicBezTo>
                    <a:pt x="728634" y="156458"/>
                    <a:pt x="737508" y="155639"/>
                    <a:pt x="747884" y="154001"/>
                  </a:cubicBezTo>
                  <a:cubicBezTo>
                    <a:pt x="739419" y="194139"/>
                    <a:pt x="731432" y="224174"/>
                    <a:pt x="723923" y="244107"/>
                  </a:cubicBezTo>
                  <a:cubicBezTo>
                    <a:pt x="716415" y="264040"/>
                    <a:pt x="706926" y="281378"/>
                    <a:pt x="695458" y="296123"/>
                  </a:cubicBezTo>
                  <a:cubicBezTo>
                    <a:pt x="707745" y="309776"/>
                    <a:pt x="719486" y="320629"/>
                    <a:pt x="730681" y="328684"/>
                  </a:cubicBezTo>
                  <a:cubicBezTo>
                    <a:pt x="741876" y="336739"/>
                    <a:pt x="757577" y="345136"/>
                    <a:pt x="777783" y="353873"/>
                  </a:cubicBezTo>
                  <a:cubicBezTo>
                    <a:pt x="769045" y="359607"/>
                    <a:pt x="762355" y="367389"/>
                    <a:pt x="757713" y="377219"/>
                  </a:cubicBezTo>
                  <a:cubicBezTo>
                    <a:pt x="730408" y="362201"/>
                    <a:pt x="704878" y="341040"/>
                    <a:pt x="681123" y="313735"/>
                  </a:cubicBezTo>
                  <a:cubicBezTo>
                    <a:pt x="653818" y="341040"/>
                    <a:pt x="617366" y="363703"/>
                    <a:pt x="571766" y="381724"/>
                  </a:cubicBezTo>
                  <a:cubicBezTo>
                    <a:pt x="567671" y="370802"/>
                    <a:pt x="560844" y="362611"/>
                    <a:pt x="551288" y="357150"/>
                  </a:cubicBezTo>
                  <a:cubicBezTo>
                    <a:pt x="578320" y="350050"/>
                    <a:pt x="600232" y="341995"/>
                    <a:pt x="617024" y="332985"/>
                  </a:cubicBezTo>
                  <a:cubicBezTo>
                    <a:pt x="633817" y="323974"/>
                    <a:pt x="649995" y="311550"/>
                    <a:pt x="665559" y="295714"/>
                  </a:cubicBezTo>
                  <a:cubicBezTo>
                    <a:pt x="645626" y="272231"/>
                    <a:pt x="625694" y="242196"/>
                    <a:pt x="605761" y="205607"/>
                  </a:cubicBezTo>
                  <a:lnTo>
                    <a:pt x="629107" y="194548"/>
                  </a:lnTo>
                  <a:cubicBezTo>
                    <a:pt x="640848" y="223765"/>
                    <a:pt x="657914" y="251889"/>
                    <a:pt x="680304" y="278921"/>
                  </a:cubicBezTo>
                  <a:cubicBezTo>
                    <a:pt x="699690" y="252708"/>
                    <a:pt x="712251" y="218440"/>
                    <a:pt x="717985" y="176118"/>
                  </a:cubicBezTo>
                  <a:lnTo>
                    <a:pt x="678665" y="176118"/>
                  </a:lnTo>
                  <a:cubicBezTo>
                    <a:pt x="671293" y="176118"/>
                    <a:pt x="662829" y="176937"/>
                    <a:pt x="653272" y="178575"/>
                  </a:cubicBezTo>
                  <a:lnTo>
                    <a:pt x="695868" y="58979"/>
                  </a:lnTo>
                  <a:lnTo>
                    <a:pt x="606580" y="58979"/>
                  </a:lnTo>
                  <a:cubicBezTo>
                    <a:pt x="606034" y="136525"/>
                    <a:pt x="603167" y="190931"/>
                    <a:pt x="597979" y="222195"/>
                  </a:cubicBezTo>
                  <a:cubicBezTo>
                    <a:pt x="592791" y="253459"/>
                    <a:pt x="584736" y="278443"/>
                    <a:pt x="573814" y="297147"/>
                  </a:cubicBezTo>
                  <a:cubicBezTo>
                    <a:pt x="562892" y="315851"/>
                    <a:pt x="546373" y="336261"/>
                    <a:pt x="524256" y="358378"/>
                  </a:cubicBezTo>
                  <a:cubicBezTo>
                    <a:pt x="518795" y="350733"/>
                    <a:pt x="510194" y="344999"/>
                    <a:pt x="498452" y="341176"/>
                  </a:cubicBezTo>
                  <a:cubicBezTo>
                    <a:pt x="535587" y="314964"/>
                    <a:pt x="559342" y="283290"/>
                    <a:pt x="569719" y="246155"/>
                  </a:cubicBezTo>
                  <a:cubicBezTo>
                    <a:pt x="580095" y="209020"/>
                    <a:pt x="584463" y="146628"/>
                    <a:pt x="582825" y="58979"/>
                  </a:cubicBezTo>
                  <a:cubicBezTo>
                    <a:pt x="560708" y="58979"/>
                    <a:pt x="546236" y="59525"/>
                    <a:pt x="539410" y="60617"/>
                  </a:cubicBezTo>
                  <a:lnTo>
                    <a:pt x="539410" y="36453"/>
                  </a:lnTo>
                  <a:cubicBezTo>
                    <a:pt x="558797" y="38091"/>
                    <a:pt x="588013" y="38910"/>
                    <a:pt x="627059" y="38910"/>
                  </a:cubicBezTo>
                  <a:cubicBezTo>
                    <a:pt x="666105" y="38910"/>
                    <a:pt x="700509" y="36862"/>
                    <a:pt x="730272" y="32766"/>
                  </a:cubicBezTo>
                  <a:close/>
                  <a:moveTo>
                    <a:pt x="1942204" y="25804"/>
                  </a:moveTo>
                  <a:cubicBezTo>
                    <a:pt x="1947119" y="36726"/>
                    <a:pt x="1953809" y="46419"/>
                    <a:pt x="1962274" y="54883"/>
                  </a:cubicBezTo>
                  <a:cubicBezTo>
                    <a:pt x="1964731" y="57341"/>
                    <a:pt x="1965960" y="59594"/>
                    <a:pt x="1965960" y="61641"/>
                  </a:cubicBezTo>
                  <a:cubicBezTo>
                    <a:pt x="1965960" y="63689"/>
                    <a:pt x="1964936" y="64713"/>
                    <a:pt x="1962888" y="64713"/>
                  </a:cubicBezTo>
                  <a:cubicBezTo>
                    <a:pt x="1960840" y="64713"/>
                    <a:pt x="1958997" y="64440"/>
                    <a:pt x="1957359" y="63894"/>
                  </a:cubicBezTo>
                  <a:cubicBezTo>
                    <a:pt x="1952444" y="62529"/>
                    <a:pt x="1944730" y="61846"/>
                    <a:pt x="1934218" y="61846"/>
                  </a:cubicBezTo>
                  <a:cubicBezTo>
                    <a:pt x="1923705" y="61846"/>
                    <a:pt x="1906844" y="62734"/>
                    <a:pt x="1883635" y="64508"/>
                  </a:cubicBezTo>
                  <a:cubicBezTo>
                    <a:pt x="1860426" y="66283"/>
                    <a:pt x="1830390" y="67990"/>
                    <a:pt x="1793529" y="69628"/>
                  </a:cubicBezTo>
                  <a:cubicBezTo>
                    <a:pt x="1756667" y="71266"/>
                    <a:pt x="1730454" y="71812"/>
                    <a:pt x="1714890" y="71266"/>
                  </a:cubicBezTo>
                  <a:lnTo>
                    <a:pt x="1714890" y="140075"/>
                  </a:lnTo>
                  <a:lnTo>
                    <a:pt x="1857832" y="140075"/>
                  </a:lnTo>
                  <a:cubicBezTo>
                    <a:pt x="1893055" y="140075"/>
                    <a:pt x="1922681" y="139256"/>
                    <a:pt x="1946710" y="137618"/>
                  </a:cubicBezTo>
                  <a:cubicBezTo>
                    <a:pt x="1925412" y="206426"/>
                    <a:pt x="1894011" y="260080"/>
                    <a:pt x="1852508" y="298581"/>
                  </a:cubicBezTo>
                  <a:cubicBezTo>
                    <a:pt x="1888823" y="323974"/>
                    <a:pt x="1933330" y="339675"/>
                    <a:pt x="1986029" y="345682"/>
                  </a:cubicBezTo>
                  <a:cubicBezTo>
                    <a:pt x="1977837" y="352781"/>
                    <a:pt x="1971148" y="363293"/>
                    <a:pt x="1965960" y="377219"/>
                  </a:cubicBezTo>
                  <a:cubicBezTo>
                    <a:pt x="1910530" y="362474"/>
                    <a:pt x="1866023" y="341995"/>
                    <a:pt x="1832438" y="315783"/>
                  </a:cubicBezTo>
                  <a:cubicBezTo>
                    <a:pt x="1799945" y="341176"/>
                    <a:pt x="1760763" y="362747"/>
                    <a:pt x="1714890" y="380496"/>
                  </a:cubicBezTo>
                  <a:cubicBezTo>
                    <a:pt x="1710794" y="368481"/>
                    <a:pt x="1703013" y="359744"/>
                    <a:pt x="1691545" y="354283"/>
                  </a:cubicBezTo>
                  <a:cubicBezTo>
                    <a:pt x="1742332" y="340630"/>
                    <a:pt x="1783153" y="322472"/>
                    <a:pt x="1814007" y="299809"/>
                  </a:cubicBezTo>
                  <a:cubicBezTo>
                    <a:pt x="1783972" y="266224"/>
                    <a:pt x="1759397" y="220215"/>
                    <a:pt x="1740284" y="161782"/>
                  </a:cubicBezTo>
                  <a:lnTo>
                    <a:pt x="1714890" y="161782"/>
                  </a:lnTo>
                  <a:cubicBezTo>
                    <a:pt x="1714617" y="206563"/>
                    <a:pt x="1710112" y="245268"/>
                    <a:pt x="1701374" y="277897"/>
                  </a:cubicBezTo>
                  <a:cubicBezTo>
                    <a:pt x="1692637" y="310526"/>
                    <a:pt x="1678575" y="341859"/>
                    <a:pt x="1659188" y="371894"/>
                  </a:cubicBezTo>
                  <a:cubicBezTo>
                    <a:pt x="1650996" y="364522"/>
                    <a:pt x="1641030" y="359471"/>
                    <a:pt x="1629289" y="356740"/>
                  </a:cubicBezTo>
                  <a:cubicBezTo>
                    <a:pt x="1669427" y="314690"/>
                    <a:pt x="1689496" y="248612"/>
                    <a:pt x="1689496" y="158506"/>
                  </a:cubicBezTo>
                  <a:cubicBezTo>
                    <a:pt x="1689496" y="118641"/>
                    <a:pt x="1688541" y="80960"/>
                    <a:pt x="1686629" y="45463"/>
                  </a:cubicBezTo>
                  <a:cubicBezTo>
                    <a:pt x="1710658" y="46009"/>
                    <a:pt x="1732912" y="46282"/>
                    <a:pt x="1753390" y="46282"/>
                  </a:cubicBezTo>
                  <a:cubicBezTo>
                    <a:pt x="1848685" y="46282"/>
                    <a:pt x="1911623" y="39456"/>
                    <a:pt x="1942204" y="25804"/>
                  </a:cubicBezTo>
                  <a:close/>
                  <a:moveTo>
                    <a:pt x="4072813" y="24165"/>
                  </a:moveTo>
                  <a:lnTo>
                    <a:pt x="4234186" y="24165"/>
                  </a:lnTo>
                  <a:lnTo>
                    <a:pt x="4234186" y="52836"/>
                  </a:lnTo>
                  <a:lnTo>
                    <a:pt x="4168654" y="52836"/>
                  </a:lnTo>
                  <a:lnTo>
                    <a:pt x="4168654" y="318240"/>
                  </a:lnTo>
                  <a:lnTo>
                    <a:pt x="4138755" y="318240"/>
                  </a:lnTo>
                  <a:lnTo>
                    <a:pt x="4138755" y="52836"/>
                  </a:lnTo>
                  <a:lnTo>
                    <a:pt x="4072813" y="52836"/>
                  </a:lnTo>
                  <a:close/>
                  <a:moveTo>
                    <a:pt x="1444980" y="13107"/>
                  </a:moveTo>
                  <a:cubicBezTo>
                    <a:pt x="1455629" y="18295"/>
                    <a:pt x="1465595" y="21435"/>
                    <a:pt x="1474879" y="22527"/>
                  </a:cubicBezTo>
                  <a:cubicBezTo>
                    <a:pt x="1478702" y="23073"/>
                    <a:pt x="1480613" y="24302"/>
                    <a:pt x="1480613" y="26213"/>
                  </a:cubicBezTo>
                  <a:cubicBezTo>
                    <a:pt x="1480613" y="28125"/>
                    <a:pt x="1478770" y="30514"/>
                    <a:pt x="1475084" y="33381"/>
                  </a:cubicBezTo>
                  <a:cubicBezTo>
                    <a:pt x="1471398" y="36248"/>
                    <a:pt x="1464640" y="52972"/>
                    <a:pt x="1454810" y="83554"/>
                  </a:cubicBezTo>
                  <a:lnTo>
                    <a:pt x="1519933" y="83554"/>
                  </a:lnTo>
                  <a:cubicBezTo>
                    <a:pt x="1535770" y="83554"/>
                    <a:pt x="1550924" y="82461"/>
                    <a:pt x="1565395" y="80277"/>
                  </a:cubicBezTo>
                  <a:cubicBezTo>
                    <a:pt x="1563757" y="92291"/>
                    <a:pt x="1562802" y="105807"/>
                    <a:pt x="1562528" y="120825"/>
                  </a:cubicBezTo>
                  <a:lnTo>
                    <a:pt x="1558433" y="329708"/>
                  </a:lnTo>
                  <a:cubicBezTo>
                    <a:pt x="1558159" y="349095"/>
                    <a:pt x="1550377" y="362065"/>
                    <a:pt x="1535087" y="368618"/>
                  </a:cubicBezTo>
                  <a:cubicBezTo>
                    <a:pt x="1519796" y="375171"/>
                    <a:pt x="1497542" y="378448"/>
                    <a:pt x="1468326" y="378448"/>
                  </a:cubicBezTo>
                  <a:cubicBezTo>
                    <a:pt x="1467507" y="368072"/>
                    <a:pt x="1463411" y="357423"/>
                    <a:pt x="1456039" y="346501"/>
                  </a:cubicBezTo>
                  <a:cubicBezTo>
                    <a:pt x="1468053" y="347047"/>
                    <a:pt x="1479385" y="347320"/>
                    <a:pt x="1490034" y="347320"/>
                  </a:cubicBezTo>
                  <a:cubicBezTo>
                    <a:pt x="1500682" y="347320"/>
                    <a:pt x="1509283" y="345886"/>
                    <a:pt x="1515837" y="343019"/>
                  </a:cubicBezTo>
                  <a:cubicBezTo>
                    <a:pt x="1522390" y="340152"/>
                    <a:pt x="1526690" y="335169"/>
                    <a:pt x="1528738" y="328070"/>
                  </a:cubicBezTo>
                  <a:cubicBezTo>
                    <a:pt x="1530786" y="320971"/>
                    <a:pt x="1531947" y="309503"/>
                    <a:pt x="1532220" y="293666"/>
                  </a:cubicBezTo>
                  <a:lnTo>
                    <a:pt x="1534268" y="105671"/>
                  </a:lnTo>
                  <a:lnTo>
                    <a:pt x="1447438" y="105671"/>
                  </a:lnTo>
                  <a:cubicBezTo>
                    <a:pt x="1435151" y="134887"/>
                    <a:pt x="1422317" y="160144"/>
                    <a:pt x="1408938" y="181442"/>
                  </a:cubicBezTo>
                  <a:cubicBezTo>
                    <a:pt x="1400746" y="175981"/>
                    <a:pt x="1392282" y="172022"/>
                    <a:pt x="1383544" y="169564"/>
                  </a:cubicBezTo>
                  <a:cubicBezTo>
                    <a:pt x="1401565" y="143898"/>
                    <a:pt x="1414603" y="119596"/>
                    <a:pt x="1422658" y="96660"/>
                  </a:cubicBezTo>
                  <a:cubicBezTo>
                    <a:pt x="1430713" y="73724"/>
                    <a:pt x="1438154" y="45873"/>
                    <a:pt x="1444980" y="13107"/>
                  </a:cubicBezTo>
                  <a:close/>
                  <a:moveTo>
                    <a:pt x="1296304" y="9830"/>
                  </a:moveTo>
                  <a:cubicBezTo>
                    <a:pt x="1306954" y="13380"/>
                    <a:pt x="1317739" y="16247"/>
                    <a:pt x="1328661" y="18431"/>
                  </a:cubicBezTo>
                  <a:cubicBezTo>
                    <a:pt x="1331665" y="18977"/>
                    <a:pt x="1333166" y="20138"/>
                    <a:pt x="1333166" y="21913"/>
                  </a:cubicBezTo>
                  <a:cubicBezTo>
                    <a:pt x="1333166" y="23687"/>
                    <a:pt x="1332074" y="25667"/>
                    <a:pt x="1329890" y="27851"/>
                  </a:cubicBezTo>
                  <a:cubicBezTo>
                    <a:pt x="1322517" y="35224"/>
                    <a:pt x="1313780" y="55976"/>
                    <a:pt x="1303677" y="90107"/>
                  </a:cubicBezTo>
                  <a:cubicBezTo>
                    <a:pt x="1333439" y="90107"/>
                    <a:pt x="1358696" y="89015"/>
                    <a:pt x="1379448" y="86830"/>
                  </a:cubicBezTo>
                  <a:cubicBezTo>
                    <a:pt x="1377537" y="97479"/>
                    <a:pt x="1376581" y="109903"/>
                    <a:pt x="1376581" y="124102"/>
                  </a:cubicBezTo>
                  <a:lnTo>
                    <a:pt x="1376581" y="319878"/>
                  </a:lnTo>
                  <a:cubicBezTo>
                    <a:pt x="1376581" y="341995"/>
                    <a:pt x="1377537" y="361928"/>
                    <a:pt x="1379448" y="379676"/>
                  </a:cubicBezTo>
                  <a:lnTo>
                    <a:pt x="1351597" y="379676"/>
                  </a:lnTo>
                  <a:lnTo>
                    <a:pt x="1351597" y="341995"/>
                  </a:lnTo>
                  <a:lnTo>
                    <a:pt x="1264767" y="341995"/>
                  </a:lnTo>
                  <a:lnTo>
                    <a:pt x="1264767" y="382953"/>
                  </a:lnTo>
                  <a:lnTo>
                    <a:pt x="1236097" y="382953"/>
                  </a:lnTo>
                  <a:cubicBezTo>
                    <a:pt x="1238281" y="362201"/>
                    <a:pt x="1239374" y="342269"/>
                    <a:pt x="1239374" y="323155"/>
                  </a:cubicBezTo>
                  <a:lnTo>
                    <a:pt x="1239374" y="124102"/>
                  </a:lnTo>
                  <a:cubicBezTo>
                    <a:pt x="1239374" y="111541"/>
                    <a:pt x="1238418" y="99118"/>
                    <a:pt x="1236507" y="86830"/>
                  </a:cubicBezTo>
                  <a:cubicBezTo>
                    <a:pt x="1248248" y="88742"/>
                    <a:pt x="1262992" y="89834"/>
                    <a:pt x="1280741" y="90107"/>
                  </a:cubicBezTo>
                  <a:cubicBezTo>
                    <a:pt x="1290024" y="61710"/>
                    <a:pt x="1295212" y="34951"/>
                    <a:pt x="1296304" y="9830"/>
                  </a:cubicBezTo>
                  <a:close/>
                  <a:moveTo>
                    <a:pt x="2494721" y="9011"/>
                  </a:moveTo>
                  <a:cubicBezTo>
                    <a:pt x="2502639" y="10922"/>
                    <a:pt x="2511036" y="11878"/>
                    <a:pt x="2519910" y="11878"/>
                  </a:cubicBezTo>
                  <a:cubicBezTo>
                    <a:pt x="2528784" y="11878"/>
                    <a:pt x="2533221" y="12970"/>
                    <a:pt x="2533221" y="15155"/>
                  </a:cubicBezTo>
                  <a:cubicBezTo>
                    <a:pt x="2533221" y="17339"/>
                    <a:pt x="2531446" y="19592"/>
                    <a:pt x="2527897" y="21913"/>
                  </a:cubicBezTo>
                  <a:cubicBezTo>
                    <a:pt x="2524347" y="24234"/>
                    <a:pt x="2522572" y="31128"/>
                    <a:pt x="2522572" y="42596"/>
                  </a:cubicBezTo>
                  <a:lnTo>
                    <a:pt x="2522572" y="314144"/>
                  </a:lnTo>
                  <a:cubicBezTo>
                    <a:pt x="2522572" y="328616"/>
                    <a:pt x="2523937" y="351279"/>
                    <a:pt x="2526668" y="382134"/>
                  </a:cubicBezTo>
                  <a:lnTo>
                    <a:pt x="2494721" y="382134"/>
                  </a:lnTo>
                  <a:cubicBezTo>
                    <a:pt x="2497451" y="355375"/>
                    <a:pt x="2498817" y="332575"/>
                    <a:pt x="2498817" y="313735"/>
                  </a:cubicBezTo>
                  <a:lnTo>
                    <a:pt x="2498817" y="63075"/>
                  </a:lnTo>
                  <a:cubicBezTo>
                    <a:pt x="2498817" y="41504"/>
                    <a:pt x="2497451" y="23483"/>
                    <a:pt x="2494721" y="9011"/>
                  </a:cubicBezTo>
                  <a:close/>
                  <a:moveTo>
                    <a:pt x="3732866" y="7782"/>
                  </a:moveTo>
                  <a:cubicBezTo>
                    <a:pt x="3757987" y="26077"/>
                    <a:pt x="3779012" y="44098"/>
                    <a:pt x="3795941" y="61846"/>
                  </a:cubicBezTo>
                  <a:lnTo>
                    <a:pt x="3775462" y="81506"/>
                  </a:lnTo>
                  <a:cubicBezTo>
                    <a:pt x="3762355" y="62119"/>
                    <a:pt x="3742969" y="43552"/>
                    <a:pt x="3717302" y="25804"/>
                  </a:cubicBezTo>
                  <a:close/>
                  <a:moveTo>
                    <a:pt x="2625375" y="7782"/>
                  </a:moveTo>
                  <a:cubicBezTo>
                    <a:pt x="2636024" y="11059"/>
                    <a:pt x="2645513" y="13107"/>
                    <a:pt x="2653841" y="13926"/>
                  </a:cubicBezTo>
                  <a:cubicBezTo>
                    <a:pt x="2662169" y="14745"/>
                    <a:pt x="2666333" y="16179"/>
                    <a:pt x="2666333" y="18226"/>
                  </a:cubicBezTo>
                  <a:cubicBezTo>
                    <a:pt x="2666333" y="20274"/>
                    <a:pt x="2664217" y="22800"/>
                    <a:pt x="2659984" y="25804"/>
                  </a:cubicBezTo>
                  <a:cubicBezTo>
                    <a:pt x="2655752" y="28807"/>
                    <a:pt x="2650769" y="45736"/>
                    <a:pt x="2645035" y="76591"/>
                  </a:cubicBezTo>
                  <a:lnTo>
                    <a:pt x="2731455" y="76591"/>
                  </a:lnTo>
                  <a:cubicBezTo>
                    <a:pt x="2769136" y="76591"/>
                    <a:pt x="2796305" y="75772"/>
                    <a:pt x="2812961" y="74133"/>
                  </a:cubicBezTo>
                  <a:lnTo>
                    <a:pt x="2812961" y="99118"/>
                  </a:lnTo>
                  <a:cubicBezTo>
                    <a:pt x="2796305" y="97479"/>
                    <a:pt x="2769136" y="96660"/>
                    <a:pt x="2731455" y="96660"/>
                  </a:cubicBezTo>
                  <a:lnTo>
                    <a:pt x="2641349" y="96660"/>
                  </a:lnTo>
                  <a:cubicBezTo>
                    <a:pt x="2627423" y="169564"/>
                    <a:pt x="2602712" y="230455"/>
                    <a:pt x="2567216" y="279331"/>
                  </a:cubicBezTo>
                  <a:cubicBezTo>
                    <a:pt x="2559297" y="269501"/>
                    <a:pt x="2550150" y="263494"/>
                    <a:pt x="2539774" y="261309"/>
                  </a:cubicBezTo>
                  <a:cubicBezTo>
                    <a:pt x="2579093" y="224447"/>
                    <a:pt x="2604896" y="169564"/>
                    <a:pt x="2617184" y="96660"/>
                  </a:cubicBezTo>
                  <a:cubicBezTo>
                    <a:pt x="2599982" y="96933"/>
                    <a:pt x="2585100" y="97752"/>
                    <a:pt x="2572540" y="99118"/>
                  </a:cubicBezTo>
                  <a:lnTo>
                    <a:pt x="2572540" y="74133"/>
                  </a:lnTo>
                  <a:cubicBezTo>
                    <a:pt x="2580732" y="75499"/>
                    <a:pt x="2596568" y="76318"/>
                    <a:pt x="2620051" y="76591"/>
                  </a:cubicBezTo>
                  <a:cubicBezTo>
                    <a:pt x="2623874" y="50105"/>
                    <a:pt x="2625785" y="33176"/>
                    <a:pt x="2625785" y="25804"/>
                  </a:cubicBezTo>
                  <a:cubicBezTo>
                    <a:pt x="2625785" y="18431"/>
                    <a:pt x="2625648" y="12424"/>
                    <a:pt x="2625375" y="7782"/>
                  </a:cubicBezTo>
                  <a:close/>
                  <a:moveTo>
                    <a:pt x="2949759" y="7373"/>
                  </a:moveTo>
                  <a:cubicBezTo>
                    <a:pt x="2957131" y="12834"/>
                    <a:pt x="2966142" y="16383"/>
                    <a:pt x="2976791" y="18022"/>
                  </a:cubicBezTo>
                  <a:cubicBezTo>
                    <a:pt x="2980886" y="18568"/>
                    <a:pt x="2982934" y="19796"/>
                    <a:pt x="2982934" y="21708"/>
                  </a:cubicBezTo>
                  <a:cubicBezTo>
                    <a:pt x="2982934" y="23619"/>
                    <a:pt x="2980477" y="25599"/>
                    <a:pt x="2975562" y="27647"/>
                  </a:cubicBezTo>
                  <a:cubicBezTo>
                    <a:pt x="2970647" y="29695"/>
                    <a:pt x="2963821" y="35906"/>
                    <a:pt x="2955083" y="46282"/>
                  </a:cubicBezTo>
                  <a:lnTo>
                    <a:pt x="3148812" y="46282"/>
                  </a:lnTo>
                  <a:cubicBezTo>
                    <a:pt x="3176117" y="46282"/>
                    <a:pt x="3195777" y="45327"/>
                    <a:pt x="3207791" y="43415"/>
                  </a:cubicBezTo>
                  <a:lnTo>
                    <a:pt x="3207791" y="69628"/>
                  </a:lnTo>
                  <a:cubicBezTo>
                    <a:pt x="3198780" y="67717"/>
                    <a:pt x="3179121" y="66761"/>
                    <a:pt x="3148812" y="66761"/>
                  </a:cubicBezTo>
                  <a:lnTo>
                    <a:pt x="2939110" y="66761"/>
                  </a:lnTo>
                  <a:cubicBezTo>
                    <a:pt x="2922454" y="88605"/>
                    <a:pt x="2903750" y="110176"/>
                    <a:pt x="2882998" y="131474"/>
                  </a:cubicBezTo>
                  <a:cubicBezTo>
                    <a:pt x="2876172" y="124102"/>
                    <a:pt x="2867434" y="118504"/>
                    <a:pt x="2856785" y="114681"/>
                  </a:cubicBezTo>
                  <a:cubicBezTo>
                    <a:pt x="2897197" y="88196"/>
                    <a:pt x="2928188" y="52426"/>
                    <a:pt x="2949759" y="7373"/>
                  </a:cubicBezTo>
                  <a:close/>
                  <a:moveTo>
                    <a:pt x="3548148" y="6963"/>
                  </a:moveTo>
                  <a:cubicBezTo>
                    <a:pt x="3555247" y="8874"/>
                    <a:pt x="3565896" y="9830"/>
                    <a:pt x="3580095" y="9830"/>
                  </a:cubicBezTo>
                  <a:cubicBezTo>
                    <a:pt x="3584736" y="9830"/>
                    <a:pt x="3587057" y="10922"/>
                    <a:pt x="3587057" y="13107"/>
                  </a:cubicBezTo>
                  <a:cubicBezTo>
                    <a:pt x="3587057" y="15291"/>
                    <a:pt x="3585487" y="17271"/>
                    <a:pt x="3582347" y="19046"/>
                  </a:cubicBezTo>
                  <a:cubicBezTo>
                    <a:pt x="3579207" y="20820"/>
                    <a:pt x="3577637" y="26213"/>
                    <a:pt x="3577637" y="35224"/>
                  </a:cubicBezTo>
                  <a:lnTo>
                    <a:pt x="3577637" y="108947"/>
                  </a:lnTo>
                  <a:cubicBezTo>
                    <a:pt x="3600573" y="108674"/>
                    <a:pt x="3621462" y="107582"/>
                    <a:pt x="3640302" y="105671"/>
                  </a:cubicBezTo>
                  <a:lnTo>
                    <a:pt x="3640302" y="133112"/>
                  </a:lnTo>
                  <a:cubicBezTo>
                    <a:pt x="3625557" y="131201"/>
                    <a:pt x="3604669" y="130245"/>
                    <a:pt x="3577637" y="130245"/>
                  </a:cubicBezTo>
                  <a:lnTo>
                    <a:pt x="3577637" y="333394"/>
                  </a:lnTo>
                  <a:cubicBezTo>
                    <a:pt x="3577637" y="346228"/>
                    <a:pt x="3575658" y="356058"/>
                    <a:pt x="3571699" y="362884"/>
                  </a:cubicBezTo>
                  <a:cubicBezTo>
                    <a:pt x="3567739" y="369710"/>
                    <a:pt x="3559616" y="374762"/>
                    <a:pt x="3547329" y="378038"/>
                  </a:cubicBezTo>
                  <a:cubicBezTo>
                    <a:pt x="3535041" y="381315"/>
                    <a:pt x="3516201" y="382953"/>
                    <a:pt x="3490807" y="382953"/>
                  </a:cubicBezTo>
                  <a:cubicBezTo>
                    <a:pt x="3490807" y="370120"/>
                    <a:pt x="3485892" y="358515"/>
                    <a:pt x="3476062" y="348139"/>
                  </a:cubicBezTo>
                  <a:cubicBezTo>
                    <a:pt x="3494357" y="351143"/>
                    <a:pt x="3509033" y="352644"/>
                    <a:pt x="3520092" y="352644"/>
                  </a:cubicBezTo>
                  <a:cubicBezTo>
                    <a:pt x="3531150" y="352644"/>
                    <a:pt x="3539342" y="350460"/>
                    <a:pt x="3544666" y="346091"/>
                  </a:cubicBezTo>
                  <a:cubicBezTo>
                    <a:pt x="3549991" y="341722"/>
                    <a:pt x="3552653" y="332848"/>
                    <a:pt x="3552653" y="319469"/>
                  </a:cubicBezTo>
                  <a:lnTo>
                    <a:pt x="3552653" y="129836"/>
                  </a:lnTo>
                  <a:lnTo>
                    <a:pt x="3500228" y="129836"/>
                  </a:lnTo>
                  <a:cubicBezTo>
                    <a:pt x="3470465" y="129836"/>
                    <a:pt x="3444662" y="130928"/>
                    <a:pt x="3422818" y="133112"/>
                  </a:cubicBezTo>
                  <a:lnTo>
                    <a:pt x="3422818" y="105671"/>
                  </a:lnTo>
                  <a:cubicBezTo>
                    <a:pt x="3444389" y="107855"/>
                    <a:pt x="3470192" y="108947"/>
                    <a:pt x="3500228" y="108947"/>
                  </a:cubicBezTo>
                  <a:lnTo>
                    <a:pt x="3552653" y="108947"/>
                  </a:lnTo>
                  <a:cubicBezTo>
                    <a:pt x="3552653" y="55703"/>
                    <a:pt x="3551151" y="21708"/>
                    <a:pt x="3548148" y="6963"/>
                  </a:cubicBezTo>
                  <a:close/>
                  <a:moveTo>
                    <a:pt x="464458" y="6554"/>
                  </a:moveTo>
                  <a:cubicBezTo>
                    <a:pt x="471011" y="8465"/>
                    <a:pt x="475858" y="9625"/>
                    <a:pt x="478998" y="10035"/>
                  </a:cubicBezTo>
                  <a:cubicBezTo>
                    <a:pt x="482138" y="10445"/>
                    <a:pt x="486711" y="10649"/>
                    <a:pt x="492718" y="10649"/>
                  </a:cubicBezTo>
                  <a:cubicBezTo>
                    <a:pt x="498725" y="10649"/>
                    <a:pt x="501729" y="11537"/>
                    <a:pt x="501729" y="13312"/>
                  </a:cubicBezTo>
                  <a:cubicBezTo>
                    <a:pt x="501729" y="15086"/>
                    <a:pt x="500364" y="17203"/>
                    <a:pt x="497633" y="19660"/>
                  </a:cubicBezTo>
                  <a:cubicBezTo>
                    <a:pt x="494903" y="22117"/>
                    <a:pt x="492855" y="24780"/>
                    <a:pt x="491490" y="27647"/>
                  </a:cubicBezTo>
                  <a:cubicBezTo>
                    <a:pt x="490124" y="30514"/>
                    <a:pt x="489442" y="32903"/>
                    <a:pt x="489442" y="34814"/>
                  </a:cubicBezTo>
                  <a:lnTo>
                    <a:pt x="489442" y="95431"/>
                  </a:lnTo>
                  <a:cubicBezTo>
                    <a:pt x="515655" y="95158"/>
                    <a:pt x="534768" y="94066"/>
                    <a:pt x="546782" y="92155"/>
                  </a:cubicBezTo>
                  <a:lnTo>
                    <a:pt x="546782" y="119596"/>
                  </a:lnTo>
                  <a:cubicBezTo>
                    <a:pt x="530945" y="117685"/>
                    <a:pt x="511832" y="116593"/>
                    <a:pt x="489442" y="116320"/>
                  </a:cubicBezTo>
                  <a:lnTo>
                    <a:pt x="489442" y="140894"/>
                  </a:lnTo>
                  <a:cubicBezTo>
                    <a:pt x="511286" y="166015"/>
                    <a:pt x="531628" y="191818"/>
                    <a:pt x="550468" y="218304"/>
                  </a:cubicBezTo>
                  <a:lnTo>
                    <a:pt x="527123" y="233868"/>
                  </a:lnTo>
                  <a:cubicBezTo>
                    <a:pt x="517293" y="213662"/>
                    <a:pt x="504733" y="192091"/>
                    <a:pt x="489442" y="169155"/>
                  </a:cubicBezTo>
                  <a:lnTo>
                    <a:pt x="489442" y="306772"/>
                  </a:lnTo>
                  <a:cubicBezTo>
                    <a:pt x="489442" y="327524"/>
                    <a:pt x="490807" y="352371"/>
                    <a:pt x="493538" y="381315"/>
                  </a:cubicBezTo>
                  <a:lnTo>
                    <a:pt x="462410" y="381315"/>
                  </a:lnTo>
                  <a:cubicBezTo>
                    <a:pt x="465140" y="352371"/>
                    <a:pt x="466506" y="327524"/>
                    <a:pt x="466506" y="306772"/>
                  </a:cubicBezTo>
                  <a:lnTo>
                    <a:pt x="466506" y="176118"/>
                  </a:lnTo>
                  <a:cubicBezTo>
                    <a:pt x="455038" y="215437"/>
                    <a:pt x="437562" y="252981"/>
                    <a:pt x="414080" y="288751"/>
                  </a:cubicBezTo>
                  <a:cubicBezTo>
                    <a:pt x="409165" y="280286"/>
                    <a:pt x="401793" y="274279"/>
                    <a:pt x="391963" y="270729"/>
                  </a:cubicBezTo>
                  <a:cubicBezTo>
                    <a:pt x="420906" y="237417"/>
                    <a:pt x="445754" y="186494"/>
                    <a:pt x="466506" y="117958"/>
                  </a:cubicBezTo>
                  <a:lnTo>
                    <a:pt x="466506" y="116320"/>
                  </a:lnTo>
                  <a:cubicBezTo>
                    <a:pt x="439747" y="116866"/>
                    <a:pt x="418312" y="117958"/>
                    <a:pt x="402202" y="119596"/>
                  </a:cubicBezTo>
                  <a:lnTo>
                    <a:pt x="402202" y="92155"/>
                  </a:lnTo>
                  <a:cubicBezTo>
                    <a:pt x="418585" y="94339"/>
                    <a:pt x="440020" y="95431"/>
                    <a:pt x="466506" y="95431"/>
                  </a:cubicBezTo>
                  <a:cubicBezTo>
                    <a:pt x="466506" y="40548"/>
                    <a:pt x="465823" y="10922"/>
                    <a:pt x="464458" y="6554"/>
                  </a:cubicBezTo>
                  <a:close/>
                  <a:moveTo>
                    <a:pt x="883862" y="6144"/>
                  </a:moveTo>
                  <a:cubicBezTo>
                    <a:pt x="893146" y="12970"/>
                    <a:pt x="900109" y="16998"/>
                    <a:pt x="904751" y="18226"/>
                  </a:cubicBezTo>
                  <a:cubicBezTo>
                    <a:pt x="909393" y="19455"/>
                    <a:pt x="911714" y="20957"/>
                    <a:pt x="911714" y="22732"/>
                  </a:cubicBezTo>
                  <a:cubicBezTo>
                    <a:pt x="911714" y="24507"/>
                    <a:pt x="910417" y="25940"/>
                    <a:pt x="907823" y="27032"/>
                  </a:cubicBezTo>
                  <a:cubicBezTo>
                    <a:pt x="905229" y="28125"/>
                    <a:pt x="899290" y="34132"/>
                    <a:pt x="890006" y="45054"/>
                  </a:cubicBezTo>
                  <a:cubicBezTo>
                    <a:pt x="950896" y="44781"/>
                    <a:pt x="984891" y="43142"/>
                    <a:pt x="991990" y="40139"/>
                  </a:cubicBezTo>
                  <a:lnTo>
                    <a:pt x="991990" y="66352"/>
                  </a:lnTo>
                  <a:cubicBezTo>
                    <a:pt x="983253" y="64440"/>
                    <a:pt x="961818" y="63484"/>
                    <a:pt x="927687" y="63484"/>
                  </a:cubicBezTo>
                  <a:cubicBezTo>
                    <a:pt x="933694" y="75226"/>
                    <a:pt x="940384" y="89697"/>
                    <a:pt x="947756" y="106899"/>
                  </a:cubicBezTo>
                  <a:lnTo>
                    <a:pt x="919905" y="114272"/>
                  </a:lnTo>
                  <a:cubicBezTo>
                    <a:pt x="917721" y="97343"/>
                    <a:pt x="913215" y="80414"/>
                    <a:pt x="906389" y="63484"/>
                  </a:cubicBezTo>
                  <a:lnTo>
                    <a:pt x="874852" y="63484"/>
                  </a:lnTo>
                  <a:cubicBezTo>
                    <a:pt x="862838" y="77956"/>
                    <a:pt x="848639" y="92837"/>
                    <a:pt x="832256" y="108128"/>
                  </a:cubicBezTo>
                  <a:cubicBezTo>
                    <a:pt x="826522" y="100483"/>
                    <a:pt x="819559" y="95158"/>
                    <a:pt x="811368" y="92155"/>
                  </a:cubicBezTo>
                  <a:cubicBezTo>
                    <a:pt x="843041" y="71676"/>
                    <a:pt x="867206" y="43006"/>
                    <a:pt x="883862" y="6144"/>
                  </a:cubicBezTo>
                  <a:close/>
                  <a:moveTo>
                    <a:pt x="1051379" y="4915"/>
                  </a:moveTo>
                  <a:cubicBezTo>
                    <a:pt x="1060662" y="10103"/>
                    <a:pt x="1067830" y="13721"/>
                    <a:pt x="1072881" y="15769"/>
                  </a:cubicBezTo>
                  <a:cubicBezTo>
                    <a:pt x="1077933" y="17817"/>
                    <a:pt x="1080458" y="19660"/>
                    <a:pt x="1080458" y="21298"/>
                  </a:cubicBezTo>
                  <a:cubicBezTo>
                    <a:pt x="1080458" y="22937"/>
                    <a:pt x="1078547" y="24575"/>
                    <a:pt x="1074724" y="26213"/>
                  </a:cubicBezTo>
                  <a:cubicBezTo>
                    <a:pt x="1070902" y="27851"/>
                    <a:pt x="1065031" y="34678"/>
                    <a:pt x="1057113" y="46692"/>
                  </a:cubicBezTo>
                  <a:cubicBezTo>
                    <a:pt x="1123464" y="46419"/>
                    <a:pt x="1162237" y="44371"/>
                    <a:pt x="1173432" y="40548"/>
                  </a:cubicBezTo>
                  <a:lnTo>
                    <a:pt x="1173432" y="66761"/>
                  </a:lnTo>
                  <a:cubicBezTo>
                    <a:pt x="1165514" y="65123"/>
                    <a:pt x="1140393" y="64304"/>
                    <a:pt x="1098070" y="64304"/>
                  </a:cubicBezTo>
                  <a:cubicBezTo>
                    <a:pt x="1107627" y="83417"/>
                    <a:pt x="1114180" y="96797"/>
                    <a:pt x="1117730" y="104442"/>
                  </a:cubicBezTo>
                  <a:lnTo>
                    <a:pt x="1090698" y="112633"/>
                  </a:lnTo>
                  <a:cubicBezTo>
                    <a:pt x="1088786" y="100619"/>
                    <a:pt x="1083872" y="84509"/>
                    <a:pt x="1075953" y="64304"/>
                  </a:cubicBezTo>
                  <a:lnTo>
                    <a:pt x="1046054" y="64304"/>
                  </a:lnTo>
                  <a:cubicBezTo>
                    <a:pt x="1037590" y="77956"/>
                    <a:pt x="1029262" y="90243"/>
                    <a:pt x="1021070" y="101165"/>
                  </a:cubicBezTo>
                  <a:cubicBezTo>
                    <a:pt x="1015063" y="93793"/>
                    <a:pt x="1007827" y="89151"/>
                    <a:pt x="999363" y="87240"/>
                  </a:cubicBezTo>
                  <a:cubicBezTo>
                    <a:pt x="1025849" y="60481"/>
                    <a:pt x="1043187" y="33039"/>
                    <a:pt x="1051379" y="4915"/>
                  </a:cubicBezTo>
                  <a:close/>
                  <a:moveTo>
                    <a:pt x="2211295" y="0"/>
                  </a:moveTo>
                  <a:cubicBezTo>
                    <a:pt x="2224128" y="4915"/>
                    <a:pt x="2234777" y="8055"/>
                    <a:pt x="2243242" y="9421"/>
                  </a:cubicBezTo>
                  <a:cubicBezTo>
                    <a:pt x="2248157" y="10513"/>
                    <a:pt x="2250614" y="12083"/>
                    <a:pt x="2250614" y="14131"/>
                  </a:cubicBezTo>
                  <a:cubicBezTo>
                    <a:pt x="2250614" y="16179"/>
                    <a:pt x="2247747" y="18226"/>
                    <a:pt x="2242013" y="20274"/>
                  </a:cubicBezTo>
                  <a:cubicBezTo>
                    <a:pt x="2236279" y="22322"/>
                    <a:pt x="2223719" y="37681"/>
                    <a:pt x="2204332" y="66352"/>
                  </a:cubicBezTo>
                  <a:lnTo>
                    <a:pt x="2257167" y="66352"/>
                  </a:lnTo>
                  <a:cubicBezTo>
                    <a:pt x="2322972" y="66352"/>
                    <a:pt x="2363384" y="64440"/>
                    <a:pt x="2378402" y="60617"/>
                  </a:cubicBezTo>
                  <a:cubicBezTo>
                    <a:pt x="2376490" y="70993"/>
                    <a:pt x="2375535" y="96660"/>
                    <a:pt x="2375535" y="137618"/>
                  </a:cubicBezTo>
                  <a:lnTo>
                    <a:pt x="2375535" y="334214"/>
                  </a:lnTo>
                  <a:cubicBezTo>
                    <a:pt x="2375535" y="343497"/>
                    <a:pt x="2373760" y="350528"/>
                    <a:pt x="2370210" y="355307"/>
                  </a:cubicBezTo>
                  <a:cubicBezTo>
                    <a:pt x="2366660" y="360085"/>
                    <a:pt x="2358742" y="363771"/>
                    <a:pt x="2346455" y="366365"/>
                  </a:cubicBezTo>
                  <a:cubicBezTo>
                    <a:pt x="2334167" y="368959"/>
                    <a:pt x="2314918" y="370393"/>
                    <a:pt x="2288705" y="370666"/>
                  </a:cubicBezTo>
                  <a:cubicBezTo>
                    <a:pt x="2289524" y="358378"/>
                    <a:pt x="2285155" y="347456"/>
                    <a:pt x="2275598" y="337900"/>
                  </a:cubicBezTo>
                  <a:cubicBezTo>
                    <a:pt x="2296077" y="340903"/>
                    <a:pt x="2311777" y="342405"/>
                    <a:pt x="2322699" y="342405"/>
                  </a:cubicBezTo>
                  <a:cubicBezTo>
                    <a:pt x="2333621" y="342405"/>
                    <a:pt x="2340721" y="340767"/>
                    <a:pt x="2343997" y="337490"/>
                  </a:cubicBezTo>
                  <a:cubicBezTo>
                    <a:pt x="2347274" y="334214"/>
                    <a:pt x="2348912" y="328616"/>
                    <a:pt x="2348912" y="320698"/>
                  </a:cubicBezTo>
                  <a:lnTo>
                    <a:pt x="2348912" y="86421"/>
                  </a:lnTo>
                  <a:lnTo>
                    <a:pt x="2099071" y="86421"/>
                  </a:lnTo>
                  <a:lnTo>
                    <a:pt x="2099071" y="371485"/>
                  </a:lnTo>
                  <a:lnTo>
                    <a:pt x="2068353" y="371485"/>
                  </a:lnTo>
                  <a:cubicBezTo>
                    <a:pt x="2071357" y="343088"/>
                    <a:pt x="2072859" y="310322"/>
                    <a:pt x="2072859" y="273187"/>
                  </a:cubicBezTo>
                  <a:lnTo>
                    <a:pt x="2072859" y="137618"/>
                  </a:lnTo>
                  <a:cubicBezTo>
                    <a:pt x="2072859" y="106217"/>
                    <a:pt x="2071767" y="80550"/>
                    <a:pt x="2069582" y="60617"/>
                  </a:cubicBezTo>
                  <a:cubicBezTo>
                    <a:pt x="2079958" y="64440"/>
                    <a:pt x="2100027" y="66352"/>
                    <a:pt x="2129790" y="66352"/>
                  </a:cubicBezTo>
                  <a:lnTo>
                    <a:pt x="2179758" y="66352"/>
                  </a:lnTo>
                  <a:cubicBezTo>
                    <a:pt x="2195868" y="41777"/>
                    <a:pt x="2206380" y="19660"/>
                    <a:pt x="221129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5819042-991A-443F-8482-3CF70B8EF5ED}"/>
                </a:ext>
              </a:extLst>
            </p:cNvPr>
            <p:cNvSpPr txBox="1"/>
            <p:nvPr/>
          </p:nvSpPr>
          <p:spPr>
            <a:xfrm>
              <a:off x="6914090" y="2926270"/>
              <a:ext cx="3612860" cy="381314"/>
            </a:xfrm>
            <a:custGeom>
              <a:avLst/>
              <a:gdLst/>
              <a:ahLst/>
              <a:cxnLst/>
              <a:rect l="l" t="t" r="r" b="b"/>
              <a:pathLst>
                <a:path w="3612860" h="381314">
                  <a:moveTo>
                    <a:pt x="139255" y="287522"/>
                  </a:moveTo>
                  <a:cubicBezTo>
                    <a:pt x="138709" y="294621"/>
                    <a:pt x="139665" y="302540"/>
                    <a:pt x="142122" y="311277"/>
                  </a:cubicBezTo>
                  <a:cubicBezTo>
                    <a:pt x="78228" y="324657"/>
                    <a:pt x="35496" y="335169"/>
                    <a:pt x="13925" y="342814"/>
                  </a:cubicBezTo>
                  <a:cubicBezTo>
                    <a:pt x="12560" y="331892"/>
                    <a:pt x="8601" y="321380"/>
                    <a:pt x="2047" y="311277"/>
                  </a:cubicBezTo>
                  <a:cubicBezTo>
                    <a:pt x="43551" y="309366"/>
                    <a:pt x="89287" y="301447"/>
                    <a:pt x="139255" y="287522"/>
                  </a:cubicBezTo>
                  <a:close/>
                  <a:moveTo>
                    <a:pt x="921543" y="257213"/>
                  </a:moveTo>
                  <a:lnTo>
                    <a:pt x="921543" y="326841"/>
                  </a:lnTo>
                  <a:lnTo>
                    <a:pt x="1073086" y="326841"/>
                  </a:lnTo>
                  <a:lnTo>
                    <a:pt x="1073086" y="257213"/>
                  </a:lnTo>
                  <a:close/>
                  <a:moveTo>
                    <a:pt x="185537" y="240421"/>
                  </a:moveTo>
                  <a:lnTo>
                    <a:pt x="185537" y="321107"/>
                  </a:lnTo>
                  <a:lnTo>
                    <a:pt x="315372" y="321107"/>
                  </a:lnTo>
                  <a:lnTo>
                    <a:pt x="315372" y="240421"/>
                  </a:lnTo>
                  <a:close/>
                  <a:moveTo>
                    <a:pt x="1270501" y="223219"/>
                  </a:moveTo>
                  <a:lnTo>
                    <a:pt x="1270501" y="318240"/>
                  </a:lnTo>
                  <a:lnTo>
                    <a:pt x="1357331" y="318240"/>
                  </a:lnTo>
                  <a:lnTo>
                    <a:pt x="1357331" y="223219"/>
                  </a:lnTo>
                  <a:close/>
                  <a:moveTo>
                    <a:pt x="3398652" y="221580"/>
                  </a:moveTo>
                  <a:lnTo>
                    <a:pt x="3398652" y="282197"/>
                  </a:lnTo>
                  <a:lnTo>
                    <a:pt x="3509238" y="282197"/>
                  </a:lnTo>
                  <a:lnTo>
                    <a:pt x="3509238" y="221580"/>
                  </a:lnTo>
                  <a:close/>
                  <a:moveTo>
                    <a:pt x="158915" y="217894"/>
                  </a:moveTo>
                  <a:cubicBezTo>
                    <a:pt x="173932" y="219805"/>
                    <a:pt x="204651" y="220761"/>
                    <a:pt x="251069" y="220761"/>
                  </a:cubicBezTo>
                  <a:cubicBezTo>
                    <a:pt x="297488" y="220761"/>
                    <a:pt x="327796" y="219805"/>
                    <a:pt x="341995" y="217894"/>
                  </a:cubicBezTo>
                  <a:cubicBezTo>
                    <a:pt x="340083" y="230181"/>
                    <a:pt x="339128" y="245609"/>
                    <a:pt x="339128" y="264176"/>
                  </a:cubicBezTo>
                  <a:lnTo>
                    <a:pt x="339128" y="311277"/>
                  </a:lnTo>
                  <a:cubicBezTo>
                    <a:pt x="339128" y="327660"/>
                    <a:pt x="340220" y="347320"/>
                    <a:pt x="342404" y="370256"/>
                  </a:cubicBezTo>
                  <a:lnTo>
                    <a:pt x="315372" y="370256"/>
                  </a:lnTo>
                  <a:lnTo>
                    <a:pt x="315372" y="341176"/>
                  </a:lnTo>
                  <a:lnTo>
                    <a:pt x="185537" y="341176"/>
                  </a:lnTo>
                  <a:lnTo>
                    <a:pt x="185537" y="373123"/>
                  </a:lnTo>
                  <a:lnTo>
                    <a:pt x="157276" y="373123"/>
                  </a:lnTo>
                  <a:cubicBezTo>
                    <a:pt x="160007" y="353736"/>
                    <a:pt x="161372" y="331892"/>
                    <a:pt x="161372" y="307591"/>
                  </a:cubicBezTo>
                  <a:lnTo>
                    <a:pt x="161372" y="264176"/>
                  </a:lnTo>
                  <a:cubicBezTo>
                    <a:pt x="161372" y="247793"/>
                    <a:pt x="160553" y="232366"/>
                    <a:pt x="158915" y="217894"/>
                  </a:cubicBezTo>
                  <a:close/>
                  <a:moveTo>
                    <a:pt x="2905115" y="180623"/>
                  </a:moveTo>
                  <a:lnTo>
                    <a:pt x="2905115" y="277692"/>
                  </a:lnTo>
                  <a:lnTo>
                    <a:pt x="2983753" y="277692"/>
                  </a:lnTo>
                  <a:lnTo>
                    <a:pt x="2983753" y="180623"/>
                  </a:lnTo>
                  <a:close/>
                  <a:moveTo>
                    <a:pt x="2643806" y="178165"/>
                  </a:moveTo>
                  <a:lnTo>
                    <a:pt x="2643806" y="240830"/>
                  </a:lnTo>
                  <a:lnTo>
                    <a:pt x="2743333" y="240830"/>
                  </a:lnTo>
                  <a:lnTo>
                    <a:pt x="2743333" y="178165"/>
                  </a:lnTo>
                  <a:close/>
                  <a:moveTo>
                    <a:pt x="2516019" y="178165"/>
                  </a:moveTo>
                  <a:lnTo>
                    <a:pt x="2516019" y="240830"/>
                  </a:lnTo>
                  <a:lnTo>
                    <a:pt x="2618003" y="240830"/>
                  </a:lnTo>
                  <a:lnTo>
                    <a:pt x="2618003" y="178165"/>
                  </a:lnTo>
                  <a:close/>
                  <a:moveTo>
                    <a:pt x="595931" y="178165"/>
                  </a:moveTo>
                  <a:lnTo>
                    <a:pt x="595931" y="240830"/>
                  </a:lnTo>
                  <a:lnTo>
                    <a:pt x="695458" y="240830"/>
                  </a:lnTo>
                  <a:lnTo>
                    <a:pt x="695458" y="178165"/>
                  </a:lnTo>
                  <a:close/>
                  <a:moveTo>
                    <a:pt x="468144" y="178165"/>
                  </a:moveTo>
                  <a:lnTo>
                    <a:pt x="468144" y="240830"/>
                  </a:lnTo>
                  <a:lnTo>
                    <a:pt x="570128" y="240830"/>
                  </a:lnTo>
                  <a:lnTo>
                    <a:pt x="570128" y="178165"/>
                  </a:lnTo>
                  <a:close/>
                  <a:moveTo>
                    <a:pt x="3061982" y="165468"/>
                  </a:moveTo>
                  <a:cubicBezTo>
                    <a:pt x="3087649" y="195504"/>
                    <a:pt x="3107718" y="222126"/>
                    <a:pt x="3122190" y="245336"/>
                  </a:cubicBezTo>
                  <a:lnTo>
                    <a:pt x="3098434" y="260899"/>
                  </a:lnTo>
                  <a:cubicBezTo>
                    <a:pt x="3084782" y="232502"/>
                    <a:pt x="3065668" y="205334"/>
                    <a:pt x="3041094" y="179394"/>
                  </a:cubicBezTo>
                  <a:close/>
                  <a:moveTo>
                    <a:pt x="1457267" y="165059"/>
                  </a:moveTo>
                  <a:cubicBezTo>
                    <a:pt x="1472831" y="190452"/>
                    <a:pt x="1488395" y="221444"/>
                    <a:pt x="1503959" y="258032"/>
                  </a:cubicBezTo>
                  <a:lnTo>
                    <a:pt x="1481022" y="271548"/>
                  </a:lnTo>
                  <a:cubicBezTo>
                    <a:pt x="1464913" y="232502"/>
                    <a:pt x="1449485" y="202057"/>
                    <a:pt x="1434741" y="180213"/>
                  </a:cubicBezTo>
                  <a:close/>
                  <a:moveTo>
                    <a:pt x="999363" y="158506"/>
                  </a:moveTo>
                  <a:cubicBezTo>
                    <a:pt x="961682" y="194275"/>
                    <a:pt x="929325" y="219942"/>
                    <a:pt x="902293" y="235506"/>
                  </a:cubicBezTo>
                  <a:cubicBezTo>
                    <a:pt x="917038" y="236598"/>
                    <a:pt x="946800" y="237144"/>
                    <a:pt x="991581" y="237144"/>
                  </a:cubicBezTo>
                  <a:cubicBezTo>
                    <a:pt x="1036361" y="237144"/>
                    <a:pt x="1070492" y="236598"/>
                    <a:pt x="1093974" y="235506"/>
                  </a:cubicBezTo>
                  <a:cubicBezTo>
                    <a:pt x="1064212" y="218850"/>
                    <a:pt x="1032675" y="193183"/>
                    <a:pt x="999363" y="158506"/>
                  </a:cubicBezTo>
                  <a:close/>
                  <a:moveTo>
                    <a:pt x="3398652" y="141303"/>
                  </a:moveTo>
                  <a:lnTo>
                    <a:pt x="3398652" y="202330"/>
                  </a:lnTo>
                  <a:lnTo>
                    <a:pt x="3509238" y="202330"/>
                  </a:lnTo>
                  <a:lnTo>
                    <a:pt x="3509238" y="141303"/>
                  </a:lnTo>
                  <a:close/>
                  <a:moveTo>
                    <a:pt x="995267" y="120006"/>
                  </a:moveTo>
                  <a:cubicBezTo>
                    <a:pt x="1003185" y="126286"/>
                    <a:pt x="1011923" y="131610"/>
                    <a:pt x="1021480" y="135979"/>
                  </a:cubicBezTo>
                  <a:cubicBezTo>
                    <a:pt x="1024756" y="137344"/>
                    <a:pt x="1026394" y="138983"/>
                    <a:pt x="1026394" y="140894"/>
                  </a:cubicBezTo>
                  <a:cubicBezTo>
                    <a:pt x="1026394" y="142805"/>
                    <a:pt x="1024825" y="143761"/>
                    <a:pt x="1021684" y="143761"/>
                  </a:cubicBezTo>
                  <a:cubicBezTo>
                    <a:pt x="1018544" y="143761"/>
                    <a:pt x="1015609" y="144717"/>
                    <a:pt x="1012878" y="146628"/>
                  </a:cubicBezTo>
                  <a:cubicBezTo>
                    <a:pt x="1056567" y="195504"/>
                    <a:pt x="1112132" y="226359"/>
                    <a:pt x="1179576" y="239192"/>
                  </a:cubicBezTo>
                  <a:cubicBezTo>
                    <a:pt x="1171657" y="246564"/>
                    <a:pt x="1166196" y="255438"/>
                    <a:pt x="1163193" y="265814"/>
                  </a:cubicBezTo>
                  <a:cubicBezTo>
                    <a:pt x="1138345" y="257077"/>
                    <a:pt x="1117457" y="248203"/>
                    <a:pt x="1100528" y="239192"/>
                  </a:cubicBezTo>
                  <a:cubicBezTo>
                    <a:pt x="1099708" y="249295"/>
                    <a:pt x="1099299" y="258305"/>
                    <a:pt x="1099299" y="266224"/>
                  </a:cubicBezTo>
                  <a:lnTo>
                    <a:pt x="1099299" y="346501"/>
                  </a:lnTo>
                  <a:cubicBezTo>
                    <a:pt x="1099299" y="354146"/>
                    <a:pt x="1099981" y="362747"/>
                    <a:pt x="1101347" y="372304"/>
                  </a:cubicBezTo>
                  <a:lnTo>
                    <a:pt x="1073086" y="372304"/>
                  </a:lnTo>
                  <a:lnTo>
                    <a:pt x="1073086" y="345681"/>
                  </a:lnTo>
                  <a:lnTo>
                    <a:pt x="921543" y="345681"/>
                  </a:lnTo>
                  <a:lnTo>
                    <a:pt x="921543" y="376400"/>
                  </a:lnTo>
                  <a:lnTo>
                    <a:pt x="893283" y="376400"/>
                  </a:lnTo>
                  <a:cubicBezTo>
                    <a:pt x="895194" y="363293"/>
                    <a:pt x="896150" y="353190"/>
                    <a:pt x="896150" y="346091"/>
                  </a:cubicBezTo>
                  <a:lnTo>
                    <a:pt x="896150" y="264176"/>
                  </a:lnTo>
                  <a:cubicBezTo>
                    <a:pt x="896150" y="255984"/>
                    <a:pt x="895604" y="248066"/>
                    <a:pt x="894511" y="240421"/>
                  </a:cubicBezTo>
                  <a:cubicBezTo>
                    <a:pt x="876763" y="250250"/>
                    <a:pt x="856694" y="260353"/>
                    <a:pt x="834304" y="270729"/>
                  </a:cubicBezTo>
                  <a:cubicBezTo>
                    <a:pt x="831300" y="261445"/>
                    <a:pt x="825020" y="253800"/>
                    <a:pt x="815463" y="247793"/>
                  </a:cubicBezTo>
                  <a:cubicBezTo>
                    <a:pt x="854783" y="236598"/>
                    <a:pt x="886866" y="221990"/>
                    <a:pt x="911713" y="203968"/>
                  </a:cubicBezTo>
                  <a:cubicBezTo>
                    <a:pt x="936561" y="185947"/>
                    <a:pt x="955606" y="170861"/>
                    <a:pt x="968849" y="158710"/>
                  </a:cubicBezTo>
                  <a:cubicBezTo>
                    <a:pt x="982092" y="146560"/>
                    <a:pt x="990898" y="133658"/>
                    <a:pt x="995267" y="120006"/>
                  </a:cubicBezTo>
                  <a:close/>
                  <a:moveTo>
                    <a:pt x="3374488" y="118777"/>
                  </a:moveTo>
                  <a:cubicBezTo>
                    <a:pt x="3388960" y="120688"/>
                    <a:pt x="3415445" y="121644"/>
                    <a:pt x="3453946" y="121644"/>
                  </a:cubicBezTo>
                  <a:cubicBezTo>
                    <a:pt x="3492446" y="121644"/>
                    <a:pt x="3519204" y="120688"/>
                    <a:pt x="3534222" y="118777"/>
                  </a:cubicBezTo>
                  <a:cubicBezTo>
                    <a:pt x="3533403" y="125603"/>
                    <a:pt x="3532993" y="134068"/>
                    <a:pt x="3532993" y="144171"/>
                  </a:cubicBezTo>
                  <a:lnTo>
                    <a:pt x="3532993" y="278102"/>
                  </a:lnTo>
                  <a:cubicBezTo>
                    <a:pt x="3532993" y="287931"/>
                    <a:pt x="3533403" y="296396"/>
                    <a:pt x="3534222" y="303495"/>
                  </a:cubicBezTo>
                  <a:cubicBezTo>
                    <a:pt x="3519204" y="301584"/>
                    <a:pt x="3492514" y="300628"/>
                    <a:pt x="3454150" y="300628"/>
                  </a:cubicBezTo>
                  <a:cubicBezTo>
                    <a:pt x="3415787" y="300628"/>
                    <a:pt x="3389232" y="301584"/>
                    <a:pt x="3374488" y="303495"/>
                  </a:cubicBezTo>
                  <a:cubicBezTo>
                    <a:pt x="3375307" y="291208"/>
                    <a:pt x="3375716" y="282743"/>
                    <a:pt x="3375716" y="278102"/>
                  </a:cubicBezTo>
                  <a:lnTo>
                    <a:pt x="3375716" y="144171"/>
                  </a:lnTo>
                  <a:cubicBezTo>
                    <a:pt x="3375716" y="135979"/>
                    <a:pt x="3375307" y="127514"/>
                    <a:pt x="3374488" y="118777"/>
                  </a:cubicBezTo>
                  <a:close/>
                  <a:moveTo>
                    <a:pt x="1270501" y="107309"/>
                  </a:moveTo>
                  <a:lnTo>
                    <a:pt x="1270501" y="202740"/>
                  </a:lnTo>
                  <a:lnTo>
                    <a:pt x="1357331" y="202740"/>
                  </a:lnTo>
                  <a:lnTo>
                    <a:pt x="1357331" y="107309"/>
                  </a:lnTo>
                  <a:close/>
                  <a:moveTo>
                    <a:pt x="2643806" y="90926"/>
                  </a:moveTo>
                  <a:lnTo>
                    <a:pt x="2643806" y="158096"/>
                  </a:lnTo>
                  <a:lnTo>
                    <a:pt x="2743333" y="158096"/>
                  </a:lnTo>
                  <a:lnTo>
                    <a:pt x="2743333" y="90926"/>
                  </a:lnTo>
                  <a:close/>
                  <a:moveTo>
                    <a:pt x="2516019" y="90926"/>
                  </a:moveTo>
                  <a:lnTo>
                    <a:pt x="2516019" y="158096"/>
                  </a:lnTo>
                  <a:lnTo>
                    <a:pt x="2618003" y="158096"/>
                  </a:lnTo>
                  <a:lnTo>
                    <a:pt x="2618003" y="90926"/>
                  </a:lnTo>
                  <a:close/>
                  <a:moveTo>
                    <a:pt x="595931" y="90926"/>
                  </a:moveTo>
                  <a:lnTo>
                    <a:pt x="595931" y="158096"/>
                  </a:lnTo>
                  <a:lnTo>
                    <a:pt x="695458" y="158096"/>
                  </a:lnTo>
                  <a:lnTo>
                    <a:pt x="695458" y="90926"/>
                  </a:lnTo>
                  <a:close/>
                  <a:moveTo>
                    <a:pt x="468144" y="90926"/>
                  </a:moveTo>
                  <a:lnTo>
                    <a:pt x="468144" y="158096"/>
                  </a:lnTo>
                  <a:lnTo>
                    <a:pt x="570128" y="158096"/>
                  </a:lnTo>
                  <a:lnTo>
                    <a:pt x="570128" y="90926"/>
                  </a:lnTo>
                  <a:close/>
                  <a:moveTo>
                    <a:pt x="1046464" y="87649"/>
                  </a:moveTo>
                  <a:cubicBezTo>
                    <a:pt x="1085783" y="108674"/>
                    <a:pt x="1118959" y="130518"/>
                    <a:pt x="1145990" y="153181"/>
                  </a:cubicBezTo>
                  <a:lnTo>
                    <a:pt x="1129607" y="172431"/>
                  </a:lnTo>
                  <a:cubicBezTo>
                    <a:pt x="1105033" y="148676"/>
                    <a:pt x="1073222" y="126422"/>
                    <a:pt x="1034176" y="105670"/>
                  </a:cubicBezTo>
                  <a:close/>
                  <a:moveTo>
                    <a:pt x="944479" y="83963"/>
                  </a:moveTo>
                  <a:cubicBezTo>
                    <a:pt x="950760" y="91608"/>
                    <a:pt x="957586" y="97342"/>
                    <a:pt x="964958" y="101165"/>
                  </a:cubicBezTo>
                  <a:cubicBezTo>
                    <a:pt x="967689" y="102530"/>
                    <a:pt x="969054" y="104032"/>
                    <a:pt x="969054" y="105670"/>
                  </a:cubicBezTo>
                  <a:cubicBezTo>
                    <a:pt x="969054" y="107309"/>
                    <a:pt x="967552" y="108264"/>
                    <a:pt x="964549" y="108537"/>
                  </a:cubicBezTo>
                  <a:cubicBezTo>
                    <a:pt x="959361" y="108811"/>
                    <a:pt x="951579" y="113316"/>
                    <a:pt x="941203" y="122053"/>
                  </a:cubicBezTo>
                  <a:cubicBezTo>
                    <a:pt x="913898" y="144171"/>
                    <a:pt x="888777" y="163284"/>
                    <a:pt x="865841" y="179394"/>
                  </a:cubicBezTo>
                  <a:cubicBezTo>
                    <a:pt x="862565" y="170383"/>
                    <a:pt x="856284" y="163557"/>
                    <a:pt x="847001" y="158915"/>
                  </a:cubicBezTo>
                  <a:cubicBezTo>
                    <a:pt x="892873" y="135979"/>
                    <a:pt x="925366" y="110995"/>
                    <a:pt x="944479" y="83963"/>
                  </a:cubicBezTo>
                  <a:close/>
                  <a:moveTo>
                    <a:pt x="3301174" y="76591"/>
                  </a:moveTo>
                  <a:cubicBezTo>
                    <a:pt x="3308000" y="79048"/>
                    <a:pt x="3312642" y="80482"/>
                    <a:pt x="3315099" y="80891"/>
                  </a:cubicBezTo>
                  <a:cubicBezTo>
                    <a:pt x="3317557" y="81301"/>
                    <a:pt x="3321994" y="81506"/>
                    <a:pt x="3328411" y="81506"/>
                  </a:cubicBezTo>
                  <a:cubicBezTo>
                    <a:pt x="3334827" y="81506"/>
                    <a:pt x="3338036" y="82529"/>
                    <a:pt x="3338036" y="84577"/>
                  </a:cubicBezTo>
                  <a:cubicBezTo>
                    <a:pt x="3338036" y="86625"/>
                    <a:pt x="3335988" y="89287"/>
                    <a:pt x="3331892" y="92564"/>
                  </a:cubicBezTo>
                  <a:cubicBezTo>
                    <a:pt x="3330800" y="93383"/>
                    <a:pt x="3329708" y="96523"/>
                    <a:pt x="3328615" y="101984"/>
                  </a:cubicBezTo>
                  <a:cubicBezTo>
                    <a:pt x="3327523" y="107445"/>
                    <a:pt x="3326977" y="113316"/>
                    <a:pt x="3326977" y="119596"/>
                  </a:cubicBezTo>
                  <a:lnTo>
                    <a:pt x="3326977" y="380905"/>
                  </a:lnTo>
                  <a:lnTo>
                    <a:pt x="3299126" y="380905"/>
                  </a:lnTo>
                  <a:cubicBezTo>
                    <a:pt x="3301856" y="356330"/>
                    <a:pt x="3303222" y="337353"/>
                    <a:pt x="3303222" y="323974"/>
                  </a:cubicBezTo>
                  <a:lnTo>
                    <a:pt x="3303222" y="128197"/>
                  </a:lnTo>
                  <a:cubicBezTo>
                    <a:pt x="3303222" y="110449"/>
                    <a:pt x="3302539" y="93247"/>
                    <a:pt x="3301174" y="76591"/>
                  </a:cubicBezTo>
                  <a:close/>
                  <a:moveTo>
                    <a:pt x="2905115" y="61027"/>
                  </a:moveTo>
                  <a:lnTo>
                    <a:pt x="2905115" y="161373"/>
                  </a:lnTo>
                  <a:lnTo>
                    <a:pt x="2983753" y="161373"/>
                  </a:lnTo>
                  <a:lnTo>
                    <a:pt x="2983753" y="61027"/>
                  </a:lnTo>
                  <a:close/>
                  <a:moveTo>
                    <a:pt x="3612860" y="36862"/>
                  </a:moveTo>
                  <a:cubicBezTo>
                    <a:pt x="3610949" y="46692"/>
                    <a:pt x="3609994" y="62119"/>
                    <a:pt x="3609994" y="83144"/>
                  </a:cubicBezTo>
                  <a:lnTo>
                    <a:pt x="3609994" y="333394"/>
                  </a:lnTo>
                  <a:cubicBezTo>
                    <a:pt x="3609994" y="347320"/>
                    <a:pt x="3608424" y="357491"/>
                    <a:pt x="3605283" y="363908"/>
                  </a:cubicBezTo>
                  <a:cubicBezTo>
                    <a:pt x="3602143" y="370324"/>
                    <a:pt x="3596409" y="374693"/>
                    <a:pt x="3588081" y="377014"/>
                  </a:cubicBezTo>
                  <a:cubicBezTo>
                    <a:pt x="3579753" y="379335"/>
                    <a:pt x="3566442" y="380768"/>
                    <a:pt x="3548148" y="381314"/>
                  </a:cubicBezTo>
                  <a:cubicBezTo>
                    <a:pt x="3548967" y="370119"/>
                    <a:pt x="3545280" y="359880"/>
                    <a:pt x="3537089" y="350596"/>
                  </a:cubicBezTo>
                  <a:cubicBezTo>
                    <a:pt x="3549650" y="352781"/>
                    <a:pt x="3559342" y="353873"/>
                    <a:pt x="3566169" y="353873"/>
                  </a:cubicBezTo>
                  <a:cubicBezTo>
                    <a:pt x="3572995" y="353873"/>
                    <a:pt x="3577978" y="352644"/>
                    <a:pt x="3581118" y="350187"/>
                  </a:cubicBezTo>
                  <a:cubicBezTo>
                    <a:pt x="3584258" y="347729"/>
                    <a:pt x="3585828" y="342541"/>
                    <a:pt x="3585828" y="334623"/>
                  </a:cubicBezTo>
                  <a:lnTo>
                    <a:pt x="3585828" y="61027"/>
                  </a:lnTo>
                  <a:lnTo>
                    <a:pt x="3507600" y="61027"/>
                  </a:lnTo>
                  <a:cubicBezTo>
                    <a:pt x="3478384" y="61027"/>
                    <a:pt x="3453263" y="61846"/>
                    <a:pt x="3432238" y="63484"/>
                  </a:cubicBezTo>
                  <a:lnTo>
                    <a:pt x="3432238" y="37271"/>
                  </a:lnTo>
                  <a:cubicBezTo>
                    <a:pt x="3452717" y="38910"/>
                    <a:pt x="3483981" y="39729"/>
                    <a:pt x="3526030" y="39729"/>
                  </a:cubicBezTo>
                  <a:cubicBezTo>
                    <a:pt x="3568080" y="39729"/>
                    <a:pt x="3597024" y="38773"/>
                    <a:pt x="3612860" y="36862"/>
                  </a:cubicBezTo>
                  <a:close/>
                  <a:moveTo>
                    <a:pt x="2877673" y="36862"/>
                  </a:moveTo>
                  <a:cubicBezTo>
                    <a:pt x="2886411" y="39046"/>
                    <a:pt x="2908733" y="40138"/>
                    <a:pt x="2944639" y="40138"/>
                  </a:cubicBezTo>
                  <a:cubicBezTo>
                    <a:pt x="2980545" y="40138"/>
                    <a:pt x="3002867" y="39046"/>
                    <a:pt x="3011604" y="36862"/>
                  </a:cubicBezTo>
                  <a:cubicBezTo>
                    <a:pt x="3009966" y="43961"/>
                    <a:pt x="3009147" y="59115"/>
                    <a:pt x="3009147" y="82325"/>
                  </a:cubicBezTo>
                  <a:lnTo>
                    <a:pt x="3009147" y="280969"/>
                  </a:lnTo>
                  <a:cubicBezTo>
                    <a:pt x="3009147" y="298444"/>
                    <a:pt x="3010102" y="316465"/>
                    <a:pt x="3012014" y="335032"/>
                  </a:cubicBezTo>
                  <a:lnTo>
                    <a:pt x="2983753" y="335032"/>
                  </a:lnTo>
                  <a:lnTo>
                    <a:pt x="2983753" y="296942"/>
                  </a:lnTo>
                  <a:lnTo>
                    <a:pt x="2905115" y="296942"/>
                  </a:lnTo>
                  <a:lnTo>
                    <a:pt x="2905115" y="345272"/>
                  </a:lnTo>
                  <a:lnTo>
                    <a:pt x="2877264" y="345272"/>
                  </a:lnTo>
                  <a:cubicBezTo>
                    <a:pt x="2879175" y="329708"/>
                    <a:pt x="2880131" y="310185"/>
                    <a:pt x="2880131" y="286703"/>
                  </a:cubicBezTo>
                  <a:lnTo>
                    <a:pt x="2880131" y="82325"/>
                  </a:lnTo>
                  <a:cubicBezTo>
                    <a:pt x="2880131" y="60481"/>
                    <a:pt x="2879312" y="45326"/>
                    <a:pt x="2877673" y="36862"/>
                  </a:cubicBezTo>
                  <a:close/>
                  <a:moveTo>
                    <a:pt x="69627" y="11059"/>
                  </a:moveTo>
                  <a:cubicBezTo>
                    <a:pt x="77819" y="17339"/>
                    <a:pt x="85669" y="21298"/>
                    <a:pt x="93178" y="22936"/>
                  </a:cubicBezTo>
                  <a:cubicBezTo>
                    <a:pt x="100687" y="24575"/>
                    <a:pt x="104441" y="26486"/>
                    <a:pt x="104441" y="28670"/>
                  </a:cubicBezTo>
                  <a:cubicBezTo>
                    <a:pt x="104441" y="30855"/>
                    <a:pt x="102666" y="32493"/>
                    <a:pt x="99117" y="33585"/>
                  </a:cubicBezTo>
                  <a:cubicBezTo>
                    <a:pt x="95567" y="34677"/>
                    <a:pt x="91949" y="37340"/>
                    <a:pt x="88263" y="41572"/>
                  </a:cubicBezTo>
                  <a:cubicBezTo>
                    <a:pt x="84577" y="45804"/>
                    <a:pt x="78775" y="54883"/>
                    <a:pt x="70856" y="68809"/>
                  </a:cubicBezTo>
                  <a:cubicBezTo>
                    <a:pt x="62938" y="82734"/>
                    <a:pt x="50923" y="104715"/>
                    <a:pt x="34813" y="134750"/>
                  </a:cubicBezTo>
                  <a:lnTo>
                    <a:pt x="95021" y="131883"/>
                  </a:lnTo>
                  <a:cubicBezTo>
                    <a:pt x="107308" y="111951"/>
                    <a:pt x="114817" y="96796"/>
                    <a:pt x="117548" y="86420"/>
                  </a:cubicBezTo>
                  <a:cubicBezTo>
                    <a:pt x="127377" y="94612"/>
                    <a:pt x="136252" y="100756"/>
                    <a:pt x="144170" y="104851"/>
                  </a:cubicBezTo>
                  <a:cubicBezTo>
                    <a:pt x="147174" y="106490"/>
                    <a:pt x="148675" y="108060"/>
                    <a:pt x="148675" y="109561"/>
                  </a:cubicBezTo>
                  <a:cubicBezTo>
                    <a:pt x="148675" y="111063"/>
                    <a:pt x="146969" y="112292"/>
                    <a:pt x="143556" y="113248"/>
                  </a:cubicBezTo>
                  <a:cubicBezTo>
                    <a:pt x="140143" y="114203"/>
                    <a:pt x="137071" y="115842"/>
                    <a:pt x="134340" y="118162"/>
                  </a:cubicBezTo>
                  <a:cubicBezTo>
                    <a:pt x="131610" y="120483"/>
                    <a:pt x="127377" y="125535"/>
                    <a:pt x="121643" y="133317"/>
                  </a:cubicBezTo>
                  <a:cubicBezTo>
                    <a:pt x="115909" y="141099"/>
                    <a:pt x="106216" y="154683"/>
                    <a:pt x="92564" y="174069"/>
                  </a:cubicBezTo>
                  <a:lnTo>
                    <a:pt x="49149" y="237554"/>
                  </a:lnTo>
                  <a:lnTo>
                    <a:pt x="130654" y="226905"/>
                  </a:lnTo>
                  <a:cubicBezTo>
                    <a:pt x="129289" y="232093"/>
                    <a:pt x="128606" y="236393"/>
                    <a:pt x="128606" y="239806"/>
                  </a:cubicBezTo>
                  <a:cubicBezTo>
                    <a:pt x="128606" y="243219"/>
                    <a:pt x="128879" y="246428"/>
                    <a:pt x="129425" y="249431"/>
                  </a:cubicBezTo>
                  <a:lnTo>
                    <a:pt x="53654" y="258032"/>
                  </a:lnTo>
                  <a:cubicBezTo>
                    <a:pt x="35906" y="260490"/>
                    <a:pt x="23209" y="263630"/>
                    <a:pt x="15563" y="267453"/>
                  </a:cubicBezTo>
                  <a:cubicBezTo>
                    <a:pt x="14471" y="257623"/>
                    <a:pt x="11604" y="248749"/>
                    <a:pt x="6962" y="240830"/>
                  </a:cubicBezTo>
                  <a:cubicBezTo>
                    <a:pt x="11331" y="240011"/>
                    <a:pt x="16792" y="237485"/>
                    <a:pt x="23345" y="233253"/>
                  </a:cubicBezTo>
                  <a:cubicBezTo>
                    <a:pt x="29899" y="229021"/>
                    <a:pt x="36725" y="221717"/>
                    <a:pt x="43824" y="211341"/>
                  </a:cubicBezTo>
                  <a:lnTo>
                    <a:pt x="82324" y="152362"/>
                  </a:lnTo>
                  <a:lnTo>
                    <a:pt x="39319" y="155229"/>
                  </a:lnTo>
                  <a:cubicBezTo>
                    <a:pt x="27578" y="156048"/>
                    <a:pt x="17748" y="158233"/>
                    <a:pt x="9829" y="161782"/>
                  </a:cubicBezTo>
                  <a:cubicBezTo>
                    <a:pt x="9010" y="150860"/>
                    <a:pt x="5734" y="141030"/>
                    <a:pt x="0" y="132293"/>
                  </a:cubicBezTo>
                  <a:cubicBezTo>
                    <a:pt x="16656" y="129016"/>
                    <a:pt x="39865" y="88605"/>
                    <a:pt x="69627" y="11059"/>
                  </a:cubicBezTo>
                  <a:close/>
                  <a:moveTo>
                    <a:pt x="1810730" y="9420"/>
                  </a:moveTo>
                  <a:cubicBezTo>
                    <a:pt x="1821926" y="25803"/>
                    <a:pt x="1832984" y="45190"/>
                    <a:pt x="1843906" y="67580"/>
                  </a:cubicBezTo>
                  <a:cubicBezTo>
                    <a:pt x="1910803" y="67580"/>
                    <a:pt x="1963502" y="66351"/>
                    <a:pt x="2002002" y="63894"/>
                  </a:cubicBezTo>
                  <a:lnTo>
                    <a:pt x="2002002" y="92974"/>
                  </a:lnTo>
                  <a:cubicBezTo>
                    <a:pt x="1962137" y="90243"/>
                    <a:pt x="1902612" y="88878"/>
                    <a:pt x="1823427" y="88878"/>
                  </a:cubicBezTo>
                  <a:cubicBezTo>
                    <a:pt x="1797214" y="122736"/>
                    <a:pt x="1766223" y="154000"/>
                    <a:pt x="1730454" y="182671"/>
                  </a:cubicBezTo>
                  <a:lnTo>
                    <a:pt x="1914762" y="178165"/>
                  </a:lnTo>
                  <a:cubicBezTo>
                    <a:pt x="1898653" y="158779"/>
                    <a:pt x="1882133" y="141440"/>
                    <a:pt x="1865204" y="126149"/>
                  </a:cubicBezTo>
                  <a:lnTo>
                    <a:pt x="1884454" y="110585"/>
                  </a:lnTo>
                  <a:cubicBezTo>
                    <a:pt x="1920224" y="145809"/>
                    <a:pt x="1949850" y="179530"/>
                    <a:pt x="1973332" y="211750"/>
                  </a:cubicBezTo>
                  <a:lnTo>
                    <a:pt x="1950805" y="228543"/>
                  </a:lnTo>
                  <a:cubicBezTo>
                    <a:pt x="1943979" y="217348"/>
                    <a:pt x="1936880" y="206699"/>
                    <a:pt x="1929507" y="196596"/>
                  </a:cubicBezTo>
                  <a:lnTo>
                    <a:pt x="1872986" y="199054"/>
                  </a:lnTo>
                  <a:lnTo>
                    <a:pt x="1872986" y="319469"/>
                  </a:lnTo>
                  <a:cubicBezTo>
                    <a:pt x="1872986" y="327114"/>
                    <a:pt x="1874010" y="332575"/>
                    <a:pt x="1876058" y="335852"/>
                  </a:cubicBezTo>
                  <a:cubicBezTo>
                    <a:pt x="1878106" y="339128"/>
                    <a:pt x="1882747" y="341381"/>
                    <a:pt x="1889983" y="342610"/>
                  </a:cubicBezTo>
                  <a:cubicBezTo>
                    <a:pt x="1897219" y="343838"/>
                    <a:pt x="1910530" y="344453"/>
                    <a:pt x="1929917" y="344453"/>
                  </a:cubicBezTo>
                  <a:cubicBezTo>
                    <a:pt x="1949303" y="344453"/>
                    <a:pt x="1961727" y="341176"/>
                    <a:pt x="1967188" y="334623"/>
                  </a:cubicBezTo>
                  <a:cubicBezTo>
                    <a:pt x="1972649" y="328070"/>
                    <a:pt x="1975380" y="314963"/>
                    <a:pt x="1975380" y="295304"/>
                  </a:cubicBezTo>
                  <a:cubicBezTo>
                    <a:pt x="1985209" y="302949"/>
                    <a:pt x="1995176" y="307591"/>
                    <a:pt x="2005278" y="309229"/>
                  </a:cubicBezTo>
                  <a:cubicBezTo>
                    <a:pt x="2002548" y="322609"/>
                    <a:pt x="1999340" y="333599"/>
                    <a:pt x="1995654" y="342200"/>
                  </a:cubicBezTo>
                  <a:cubicBezTo>
                    <a:pt x="1991968" y="350801"/>
                    <a:pt x="1985551" y="357423"/>
                    <a:pt x="1976404" y="362064"/>
                  </a:cubicBezTo>
                  <a:cubicBezTo>
                    <a:pt x="1967256" y="366706"/>
                    <a:pt x="1950191" y="369027"/>
                    <a:pt x="1925207" y="369027"/>
                  </a:cubicBezTo>
                  <a:cubicBezTo>
                    <a:pt x="1900222" y="369027"/>
                    <a:pt x="1882679" y="367867"/>
                    <a:pt x="1872576" y="365546"/>
                  </a:cubicBezTo>
                  <a:cubicBezTo>
                    <a:pt x="1862473" y="363225"/>
                    <a:pt x="1855784" y="359266"/>
                    <a:pt x="1852507" y="353668"/>
                  </a:cubicBezTo>
                  <a:cubicBezTo>
                    <a:pt x="1849230" y="348071"/>
                    <a:pt x="1847592" y="339401"/>
                    <a:pt x="1847592" y="327660"/>
                  </a:cubicBezTo>
                  <a:lnTo>
                    <a:pt x="1847592" y="200282"/>
                  </a:lnTo>
                  <a:lnTo>
                    <a:pt x="1777145" y="203149"/>
                  </a:lnTo>
                  <a:cubicBezTo>
                    <a:pt x="1777145" y="259398"/>
                    <a:pt x="1768886" y="298853"/>
                    <a:pt x="1752366" y="321517"/>
                  </a:cubicBezTo>
                  <a:cubicBezTo>
                    <a:pt x="1735846" y="344180"/>
                    <a:pt x="1706835" y="362337"/>
                    <a:pt x="1665331" y="375990"/>
                  </a:cubicBezTo>
                  <a:cubicBezTo>
                    <a:pt x="1660962" y="363976"/>
                    <a:pt x="1653727" y="355102"/>
                    <a:pt x="1643624" y="349368"/>
                  </a:cubicBezTo>
                  <a:cubicBezTo>
                    <a:pt x="1685674" y="339811"/>
                    <a:pt x="1714412" y="325749"/>
                    <a:pt x="1729839" y="307181"/>
                  </a:cubicBezTo>
                  <a:cubicBezTo>
                    <a:pt x="1745267" y="288614"/>
                    <a:pt x="1752980" y="254210"/>
                    <a:pt x="1752980" y="203968"/>
                  </a:cubicBezTo>
                  <a:cubicBezTo>
                    <a:pt x="1721307" y="205607"/>
                    <a:pt x="1697824" y="208474"/>
                    <a:pt x="1682534" y="212570"/>
                  </a:cubicBezTo>
                  <a:cubicBezTo>
                    <a:pt x="1681168" y="201374"/>
                    <a:pt x="1678165" y="191545"/>
                    <a:pt x="1673523" y="183080"/>
                  </a:cubicBezTo>
                  <a:cubicBezTo>
                    <a:pt x="1685264" y="182807"/>
                    <a:pt x="1695981" y="180008"/>
                    <a:pt x="1705674" y="174684"/>
                  </a:cubicBezTo>
                  <a:cubicBezTo>
                    <a:pt x="1715368" y="169359"/>
                    <a:pt x="1729430" y="157277"/>
                    <a:pt x="1747861" y="138436"/>
                  </a:cubicBezTo>
                  <a:cubicBezTo>
                    <a:pt x="1766292" y="119596"/>
                    <a:pt x="1780422" y="103076"/>
                    <a:pt x="1790252" y="88878"/>
                  </a:cubicBezTo>
                  <a:cubicBezTo>
                    <a:pt x="1733184" y="88878"/>
                    <a:pt x="1684308" y="90243"/>
                    <a:pt x="1643624" y="92974"/>
                  </a:cubicBezTo>
                  <a:lnTo>
                    <a:pt x="1643624" y="63894"/>
                  </a:lnTo>
                  <a:cubicBezTo>
                    <a:pt x="1685127" y="66351"/>
                    <a:pt x="1742604" y="67580"/>
                    <a:pt x="1816055" y="67580"/>
                  </a:cubicBezTo>
                  <a:cubicBezTo>
                    <a:pt x="1806771" y="50105"/>
                    <a:pt x="1795713" y="35633"/>
                    <a:pt x="1782879" y="24165"/>
                  </a:cubicBezTo>
                  <a:close/>
                  <a:moveTo>
                    <a:pt x="1450714" y="9011"/>
                  </a:moveTo>
                  <a:cubicBezTo>
                    <a:pt x="1461363" y="14199"/>
                    <a:pt x="1471329" y="17339"/>
                    <a:pt x="1480613" y="18431"/>
                  </a:cubicBezTo>
                  <a:cubicBezTo>
                    <a:pt x="1484436" y="18977"/>
                    <a:pt x="1486347" y="20206"/>
                    <a:pt x="1486347" y="22117"/>
                  </a:cubicBezTo>
                  <a:cubicBezTo>
                    <a:pt x="1486347" y="24029"/>
                    <a:pt x="1484504" y="26418"/>
                    <a:pt x="1480818" y="29285"/>
                  </a:cubicBezTo>
                  <a:cubicBezTo>
                    <a:pt x="1477132" y="32152"/>
                    <a:pt x="1470374" y="48876"/>
                    <a:pt x="1460544" y="79458"/>
                  </a:cubicBezTo>
                  <a:lnTo>
                    <a:pt x="1525666" y="79458"/>
                  </a:lnTo>
                  <a:cubicBezTo>
                    <a:pt x="1541503" y="79458"/>
                    <a:pt x="1556658" y="78365"/>
                    <a:pt x="1571129" y="76181"/>
                  </a:cubicBezTo>
                  <a:cubicBezTo>
                    <a:pt x="1569491" y="88195"/>
                    <a:pt x="1568535" y="101711"/>
                    <a:pt x="1568262" y="116729"/>
                  </a:cubicBezTo>
                  <a:lnTo>
                    <a:pt x="1564166" y="325612"/>
                  </a:lnTo>
                  <a:cubicBezTo>
                    <a:pt x="1563893" y="344999"/>
                    <a:pt x="1556111" y="357969"/>
                    <a:pt x="1540820" y="364522"/>
                  </a:cubicBezTo>
                  <a:cubicBezTo>
                    <a:pt x="1525530" y="371075"/>
                    <a:pt x="1503276" y="374352"/>
                    <a:pt x="1474060" y="374352"/>
                  </a:cubicBezTo>
                  <a:cubicBezTo>
                    <a:pt x="1473241" y="363976"/>
                    <a:pt x="1469145" y="353327"/>
                    <a:pt x="1461773" y="342405"/>
                  </a:cubicBezTo>
                  <a:cubicBezTo>
                    <a:pt x="1473787" y="342951"/>
                    <a:pt x="1485118" y="343224"/>
                    <a:pt x="1495767" y="343224"/>
                  </a:cubicBezTo>
                  <a:cubicBezTo>
                    <a:pt x="1506416" y="343224"/>
                    <a:pt x="1515017" y="341790"/>
                    <a:pt x="1521570" y="338923"/>
                  </a:cubicBezTo>
                  <a:cubicBezTo>
                    <a:pt x="1528124" y="336056"/>
                    <a:pt x="1532424" y="331073"/>
                    <a:pt x="1534472" y="323974"/>
                  </a:cubicBezTo>
                  <a:cubicBezTo>
                    <a:pt x="1536520" y="316875"/>
                    <a:pt x="1537680" y="305407"/>
                    <a:pt x="1537954" y="289570"/>
                  </a:cubicBezTo>
                  <a:lnTo>
                    <a:pt x="1540001" y="101575"/>
                  </a:lnTo>
                  <a:lnTo>
                    <a:pt x="1453172" y="101575"/>
                  </a:lnTo>
                  <a:cubicBezTo>
                    <a:pt x="1440884" y="130791"/>
                    <a:pt x="1428051" y="156048"/>
                    <a:pt x="1414672" y="177346"/>
                  </a:cubicBezTo>
                  <a:cubicBezTo>
                    <a:pt x="1406480" y="171885"/>
                    <a:pt x="1398016" y="167926"/>
                    <a:pt x="1389278" y="165468"/>
                  </a:cubicBezTo>
                  <a:cubicBezTo>
                    <a:pt x="1407299" y="139802"/>
                    <a:pt x="1420337" y="115500"/>
                    <a:pt x="1428392" y="92564"/>
                  </a:cubicBezTo>
                  <a:cubicBezTo>
                    <a:pt x="1436447" y="69628"/>
                    <a:pt x="1443888" y="41777"/>
                    <a:pt x="1450714" y="9011"/>
                  </a:cubicBezTo>
                  <a:close/>
                  <a:moveTo>
                    <a:pt x="2136342" y="7782"/>
                  </a:moveTo>
                  <a:cubicBezTo>
                    <a:pt x="2150268" y="28534"/>
                    <a:pt x="2162146" y="50514"/>
                    <a:pt x="2171976" y="73724"/>
                  </a:cubicBezTo>
                  <a:cubicBezTo>
                    <a:pt x="2196550" y="73724"/>
                    <a:pt x="2219077" y="72768"/>
                    <a:pt x="2239556" y="70857"/>
                  </a:cubicBezTo>
                  <a:lnTo>
                    <a:pt x="2239556" y="96250"/>
                  </a:lnTo>
                  <a:cubicBezTo>
                    <a:pt x="2211977" y="94339"/>
                    <a:pt x="2175935" y="93383"/>
                    <a:pt x="2131428" y="93383"/>
                  </a:cubicBezTo>
                  <a:lnTo>
                    <a:pt x="2131428" y="163421"/>
                  </a:lnTo>
                  <a:lnTo>
                    <a:pt x="2183853" y="163421"/>
                  </a:lnTo>
                  <a:cubicBezTo>
                    <a:pt x="2197506" y="163421"/>
                    <a:pt x="2208701" y="162874"/>
                    <a:pt x="2217438" y="161782"/>
                  </a:cubicBezTo>
                  <a:lnTo>
                    <a:pt x="2207199" y="315782"/>
                  </a:lnTo>
                  <a:cubicBezTo>
                    <a:pt x="2206380" y="326158"/>
                    <a:pt x="2203991" y="334009"/>
                    <a:pt x="2200032" y="339333"/>
                  </a:cubicBezTo>
                  <a:cubicBezTo>
                    <a:pt x="2196072" y="344657"/>
                    <a:pt x="2189178" y="348617"/>
                    <a:pt x="2179348" y="351211"/>
                  </a:cubicBezTo>
                  <a:cubicBezTo>
                    <a:pt x="2169518" y="353805"/>
                    <a:pt x="2154500" y="355784"/>
                    <a:pt x="2134295" y="357150"/>
                  </a:cubicBezTo>
                  <a:cubicBezTo>
                    <a:pt x="2134841" y="346228"/>
                    <a:pt x="2131564" y="335852"/>
                    <a:pt x="2124465" y="326022"/>
                  </a:cubicBezTo>
                  <a:cubicBezTo>
                    <a:pt x="2137298" y="327660"/>
                    <a:pt x="2148084" y="328479"/>
                    <a:pt x="2156821" y="328479"/>
                  </a:cubicBezTo>
                  <a:cubicBezTo>
                    <a:pt x="2165559" y="328479"/>
                    <a:pt x="2172180" y="327114"/>
                    <a:pt x="2176686" y="324384"/>
                  </a:cubicBezTo>
                  <a:cubicBezTo>
                    <a:pt x="2181191" y="321653"/>
                    <a:pt x="2183717" y="315509"/>
                    <a:pt x="2184263" y="305953"/>
                  </a:cubicBezTo>
                  <a:lnTo>
                    <a:pt x="2191635" y="183080"/>
                  </a:lnTo>
                  <a:lnTo>
                    <a:pt x="2131428" y="183080"/>
                  </a:lnTo>
                  <a:cubicBezTo>
                    <a:pt x="2131155" y="219396"/>
                    <a:pt x="2126376" y="251684"/>
                    <a:pt x="2117092" y="279945"/>
                  </a:cubicBezTo>
                  <a:cubicBezTo>
                    <a:pt x="2107809" y="308205"/>
                    <a:pt x="2090880" y="338309"/>
                    <a:pt x="2066305" y="370256"/>
                  </a:cubicBezTo>
                  <a:cubicBezTo>
                    <a:pt x="2058387" y="362884"/>
                    <a:pt x="2049513" y="357696"/>
                    <a:pt x="2039683" y="354692"/>
                  </a:cubicBezTo>
                  <a:cubicBezTo>
                    <a:pt x="2064530" y="329571"/>
                    <a:pt x="2081937" y="304383"/>
                    <a:pt x="2091904" y="279125"/>
                  </a:cubicBezTo>
                  <a:cubicBezTo>
                    <a:pt x="2101870" y="253868"/>
                    <a:pt x="2106853" y="219259"/>
                    <a:pt x="2106853" y="175298"/>
                  </a:cubicBezTo>
                  <a:lnTo>
                    <a:pt x="2106853" y="93383"/>
                  </a:lnTo>
                  <a:cubicBezTo>
                    <a:pt x="2085282" y="93656"/>
                    <a:pt x="2066169" y="94612"/>
                    <a:pt x="2049513" y="96250"/>
                  </a:cubicBezTo>
                  <a:lnTo>
                    <a:pt x="2049513" y="70857"/>
                  </a:lnTo>
                  <a:cubicBezTo>
                    <a:pt x="2075179" y="72768"/>
                    <a:pt x="2106990" y="73724"/>
                    <a:pt x="2144944" y="73724"/>
                  </a:cubicBezTo>
                  <a:cubicBezTo>
                    <a:pt x="2133748" y="52153"/>
                    <a:pt x="2122417" y="34677"/>
                    <a:pt x="2110949" y="21298"/>
                  </a:cubicBezTo>
                  <a:close/>
                  <a:moveTo>
                    <a:pt x="2277236" y="7372"/>
                  </a:moveTo>
                  <a:cubicBezTo>
                    <a:pt x="2286793" y="12287"/>
                    <a:pt x="2296623" y="15291"/>
                    <a:pt x="2306726" y="16383"/>
                  </a:cubicBezTo>
                  <a:cubicBezTo>
                    <a:pt x="2311094" y="16929"/>
                    <a:pt x="2313279" y="18158"/>
                    <a:pt x="2313279" y="20069"/>
                  </a:cubicBezTo>
                  <a:cubicBezTo>
                    <a:pt x="2313279" y="21981"/>
                    <a:pt x="2311094" y="24302"/>
                    <a:pt x="2306726" y="27032"/>
                  </a:cubicBezTo>
                  <a:cubicBezTo>
                    <a:pt x="2302357" y="29763"/>
                    <a:pt x="2298125" y="37271"/>
                    <a:pt x="2294029" y="49559"/>
                  </a:cubicBezTo>
                  <a:cubicBezTo>
                    <a:pt x="2289933" y="61846"/>
                    <a:pt x="2285974" y="73041"/>
                    <a:pt x="2282151" y="83144"/>
                  </a:cubicBezTo>
                  <a:lnTo>
                    <a:pt x="2359152" y="83144"/>
                  </a:lnTo>
                  <a:cubicBezTo>
                    <a:pt x="2380995" y="83144"/>
                    <a:pt x="2398744" y="82598"/>
                    <a:pt x="2412396" y="81506"/>
                  </a:cubicBezTo>
                  <a:lnTo>
                    <a:pt x="2412396" y="105261"/>
                  </a:lnTo>
                  <a:cubicBezTo>
                    <a:pt x="2407208" y="104715"/>
                    <a:pt x="2395604" y="104169"/>
                    <a:pt x="2377582" y="103623"/>
                  </a:cubicBezTo>
                  <a:cubicBezTo>
                    <a:pt x="2370483" y="190999"/>
                    <a:pt x="2355056" y="252844"/>
                    <a:pt x="2331300" y="289160"/>
                  </a:cubicBezTo>
                  <a:cubicBezTo>
                    <a:pt x="2353144" y="315100"/>
                    <a:pt x="2382907" y="333940"/>
                    <a:pt x="2420588" y="345681"/>
                  </a:cubicBezTo>
                  <a:cubicBezTo>
                    <a:pt x="2410758" y="353600"/>
                    <a:pt x="2403522" y="363020"/>
                    <a:pt x="2398880" y="373942"/>
                  </a:cubicBezTo>
                  <a:cubicBezTo>
                    <a:pt x="2363930" y="356467"/>
                    <a:pt x="2336215" y="335306"/>
                    <a:pt x="2315736" y="310458"/>
                  </a:cubicBezTo>
                  <a:cubicBezTo>
                    <a:pt x="2297715" y="332575"/>
                    <a:pt x="2267816" y="354965"/>
                    <a:pt x="2226040" y="377628"/>
                  </a:cubicBezTo>
                  <a:cubicBezTo>
                    <a:pt x="2221124" y="369164"/>
                    <a:pt x="2212933" y="361928"/>
                    <a:pt x="2201465" y="355921"/>
                  </a:cubicBezTo>
                  <a:cubicBezTo>
                    <a:pt x="2247610" y="337353"/>
                    <a:pt x="2280786" y="315236"/>
                    <a:pt x="2300992" y="289570"/>
                  </a:cubicBezTo>
                  <a:cubicBezTo>
                    <a:pt x="2280513" y="256804"/>
                    <a:pt x="2266041" y="211614"/>
                    <a:pt x="2257577" y="154000"/>
                  </a:cubicBezTo>
                  <a:lnTo>
                    <a:pt x="2282561" y="149085"/>
                  </a:lnTo>
                  <a:cubicBezTo>
                    <a:pt x="2285838" y="197415"/>
                    <a:pt x="2296896" y="237008"/>
                    <a:pt x="2315736" y="267862"/>
                  </a:cubicBezTo>
                  <a:cubicBezTo>
                    <a:pt x="2335942" y="233185"/>
                    <a:pt x="2348093" y="178438"/>
                    <a:pt x="2352188" y="103623"/>
                  </a:cubicBezTo>
                  <a:lnTo>
                    <a:pt x="2273960" y="103623"/>
                  </a:lnTo>
                  <a:cubicBezTo>
                    <a:pt x="2265495" y="123555"/>
                    <a:pt x="2255256" y="143897"/>
                    <a:pt x="2243242" y="164649"/>
                  </a:cubicBezTo>
                  <a:cubicBezTo>
                    <a:pt x="2235050" y="158369"/>
                    <a:pt x="2226586" y="154683"/>
                    <a:pt x="2217848" y="153591"/>
                  </a:cubicBezTo>
                  <a:cubicBezTo>
                    <a:pt x="2232047" y="136389"/>
                    <a:pt x="2244470" y="114613"/>
                    <a:pt x="2255119" y="88264"/>
                  </a:cubicBezTo>
                  <a:cubicBezTo>
                    <a:pt x="2265768" y="61914"/>
                    <a:pt x="2273141" y="34950"/>
                    <a:pt x="2277236" y="7372"/>
                  </a:cubicBezTo>
                  <a:close/>
                  <a:moveTo>
                    <a:pt x="1302038" y="5734"/>
                  </a:moveTo>
                  <a:cubicBezTo>
                    <a:pt x="1312687" y="9284"/>
                    <a:pt x="1323473" y="12151"/>
                    <a:pt x="1334395" y="14335"/>
                  </a:cubicBezTo>
                  <a:cubicBezTo>
                    <a:pt x="1337398" y="14881"/>
                    <a:pt x="1338900" y="16042"/>
                    <a:pt x="1338900" y="17817"/>
                  </a:cubicBezTo>
                  <a:cubicBezTo>
                    <a:pt x="1338900" y="19591"/>
                    <a:pt x="1337808" y="21571"/>
                    <a:pt x="1335624" y="23755"/>
                  </a:cubicBezTo>
                  <a:cubicBezTo>
                    <a:pt x="1328251" y="31128"/>
                    <a:pt x="1319514" y="51880"/>
                    <a:pt x="1309411" y="86011"/>
                  </a:cubicBezTo>
                  <a:cubicBezTo>
                    <a:pt x="1339173" y="86011"/>
                    <a:pt x="1364430" y="84919"/>
                    <a:pt x="1385182" y="82734"/>
                  </a:cubicBezTo>
                  <a:cubicBezTo>
                    <a:pt x="1383271" y="93383"/>
                    <a:pt x="1382315" y="105807"/>
                    <a:pt x="1382315" y="120006"/>
                  </a:cubicBezTo>
                  <a:lnTo>
                    <a:pt x="1382315" y="315782"/>
                  </a:lnTo>
                  <a:cubicBezTo>
                    <a:pt x="1382315" y="337899"/>
                    <a:pt x="1383271" y="357832"/>
                    <a:pt x="1385182" y="375580"/>
                  </a:cubicBezTo>
                  <a:lnTo>
                    <a:pt x="1357331" y="375580"/>
                  </a:lnTo>
                  <a:lnTo>
                    <a:pt x="1357331" y="337899"/>
                  </a:lnTo>
                  <a:lnTo>
                    <a:pt x="1270501" y="337899"/>
                  </a:lnTo>
                  <a:lnTo>
                    <a:pt x="1270501" y="378857"/>
                  </a:lnTo>
                  <a:lnTo>
                    <a:pt x="1241831" y="378857"/>
                  </a:lnTo>
                  <a:cubicBezTo>
                    <a:pt x="1244015" y="358105"/>
                    <a:pt x="1245107" y="338173"/>
                    <a:pt x="1245107" y="319059"/>
                  </a:cubicBezTo>
                  <a:lnTo>
                    <a:pt x="1245107" y="120006"/>
                  </a:lnTo>
                  <a:cubicBezTo>
                    <a:pt x="1245107" y="107445"/>
                    <a:pt x="1244152" y="95022"/>
                    <a:pt x="1242241" y="82734"/>
                  </a:cubicBezTo>
                  <a:cubicBezTo>
                    <a:pt x="1253982" y="84646"/>
                    <a:pt x="1268726" y="85738"/>
                    <a:pt x="1286475" y="86011"/>
                  </a:cubicBezTo>
                  <a:cubicBezTo>
                    <a:pt x="1295758" y="57614"/>
                    <a:pt x="1300946" y="30855"/>
                    <a:pt x="1302038" y="5734"/>
                  </a:cubicBezTo>
                  <a:close/>
                  <a:moveTo>
                    <a:pt x="234277" y="5325"/>
                  </a:moveTo>
                  <a:cubicBezTo>
                    <a:pt x="244925" y="7236"/>
                    <a:pt x="255574" y="8192"/>
                    <a:pt x="266223" y="8192"/>
                  </a:cubicBezTo>
                  <a:cubicBezTo>
                    <a:pt x="270046" y="8192"/>
                    <a:pt x="271957" y="8942"/>
                    <a:pt x="271957" y="10444"/>
                  </a:cubicBezTo>
                  <a:cubicBezTo>
                    <a:pt x="271957" y="11946"/>
                    <a:pt x="271002" y="13038"/>
                    <a:pt x="269090" y="13721"/>
                  </a:cubicBezTo>
                  <a:cubicBezTo>
                    <a:pt x="267179" y="14404"/>
                    <a:pt x="265609" y="16042"/>
                    <a:pt x="264380" y="18636"/>
                  </a:cubicBezTo>
                  <a:cubicBezTo>
                    <a:pt x="263152" y="21230"/>
                    <a:pt x="262537" y="23892"/>
                    <a:pt x="262537" y="26622"/>
                  </a:cubicBezTo>
                  <a:lnTo>
                    <a:pt x="262537" y="72495"/>
                  </a:lnTo>
                  <a:cubicBezTo>
                    <a:pt x="306771" y="72495"/>
                    <a:pt x="341858" y="71130"/>
                    <a:pt x="367798" y="68399"/>
                  </a:cubicBezTo>
                  <a:lnTo>
                    <a:pt x="367798" y="96660"/>
                  </a:lnTo>
                  <a:cubicBezTo>
                    <a:pt x="341858" y="93929"/>
                    <a:pt x="306771" y="92564"/>
                    <a:pt x="262537" y="92564"/>
                  </a:cubicBezTo>
                  <a:lnTo>
                    <a:pt x="262537" y="156867"/>
                  </a:lnTo>
                  <a:cubicBezTo>
                    <a:pt x="303222" y="156594"/>
                    <a:pt x="334486" y="155229"/>
                    <a:pt x="356330" y="152772"/>
                  </a:cubicBezTo>
                  <a:lnTo>
                    <a:pt x="356330" y="180623"/>
                  </a:lnTo>
                  <a:cubicBezTo>
                    <a:pt x="332301" y="177892"/>
                    <a:pt x="296873" y="176527"/>
                    <a:pt x="250045" y="176527"/>
                  </a:cubicBezTo>
                  <a:cubicBezTo>
                    <a:pt x="203217" y="176527"/>
                    <a:pt x="167925" y="177892"/>
                    <a:pt x="144170" y="180623"/>
                  </a:cubicBezTo>
                  <a:lnTo>
                    <a:pt x="144170" y="152772"/>
                  </a:lnTo>
                  <a:cubicBezTo>
                    <a:pt x="166014" y="155229"/>
                    <a:pt x="197005" y="156594"/>
                    <a:pt x="237144" y="156867"/>
                  </a:cubicBezTo>
                  <a:lnTo>
                    <a:pt x="237144" y="92564"/>
                  </a:lnTo>
                  <a:cubicBezTo>
                    <a:pt x="196459" y="92837"/>
                    <a:pt x="162737" y="94202"/>
                    <a:pt x="135979" y="96660"/>
                  </a:cubicBezTo>
                  <a:lnTo>
                    <a:pt x="135979" y="68399"/>
                  </a:lnTo>
                  <a:cubicBezTo>
                    <a:pt x="162737" y="70857"/>
                    <a:pt x="196459" y="72222"/>
                    <a:pt x="237144" y="72495"/>
                  </a:cubicBezTo>
                  <a:lnTo>
                    <a:pt x="237144" y="60208"/>
                  </a:lnTo>
                  <a:cubicBezTo>
                    <a:pt x="237144" y="35906"/>
                    <a:pt x="236188" y="17612"/>
                    <a:pt x="234277" y="5325"/>
                  </a:cubicBezTo>
                  <a:close/>
                  <a:moveTo>
                    <a:pt x="3329025" y="3686"/>
                  </a:moveTo>
                  <a:cubicBezTo>
                    <a:pt x="3354146" y="21981"/>
                    <a:pt x="3375170" y="40002"/>
                    <a:pt x="3392100" y="57750"/>
                  </a:cubicBezTo>
                  <a:lnTo>
                    <a:pt x="3371621" y="77410"/>
                  </a:lnTo>
                  <a:cubicBezTo>
                    <a:pt x="3358514" y="58023"/>
                    <a:pt x="3339128" y="39456"/>
                    <a:pt x="3313461" y="21708"/>
                  </a:cubicBezTo>
                  <a:close/>
                  <a:moveTo>
                    <a:pt x="2613497" y="3686"/>
                  </a:moveTo>
                  <a:cubicBezTo>
                    <a:pt x="2625785" y="5325"/>
                    <a:pt x="2637799" y="6144"/>
                    <a:pt x="2649540" y="6144"/>
                  </a:cubicBezTo>
                  <a:cubicBezTo>
                    <a:pt x="2654455" y="6144"/>
                    <a:pt x="2656912" y="7304"/>
                    <a:pt x="2656912" y="9625"/>
                  </a:cubicBezTo>
                  <a:cubicBezTo>
                    <a:pt x="2656912" y="11946"/>
                    <a:pt x="2655547" y="13653"/>
                    <a:pt x="2652817" y="14745"/>
                  </a:cubicBezTo>
                  <a:cubicBezTo>
                    <a:pt x="2650086" y="15837"/>
                    <a:pt x="2647902" y="17885"/>
                    <a:pt x="2646263" y="20888"/>
                  </a:cubicBezTo>
                  <a:cubicBezTo>
                    <a:pt x="2644625" y="23892"/>
                    <a:pt x="2643806" y="26622"/>
                    <a:pt x="2643806" y="29080"/>
                  </a:cubicBezTo>
                  <a:lnTo>
                    <a:pt x="2643806" y="70447"/>
                  </a:lnTo>
                  <a:cubicBezTo>
                    <a:pt x="2702785" y="70174"/>
                    <a:pt x="2745517" y="68536"/>
                    <a:pt x="2772003" y="65532"/>
                  </a:cubicBezTo>
                  <a:cubicBezTo>
                    <a:pt x="2770092" y="76727"/>
                    <a:pt x="2769136" y="92154"/>
                    <a:pt x="2769136" y="111814"/>
                  </a:cubicBezTo>
                  <a:lnTo>
                    <a:pt x="2769136" y="232639"/>
                  </a:lnTo>
                  <a:cubicBezTo>
                    <a:pt x="2769136" y="252025"/>
                    <a:pt x="2770501" y="271548"/>
                    <a:pt x="2773232" y="291208"/>
                  </a:cubicBezTo>
                  <a:lnTo>
                    <a:pt x="2743333" y="291208"/>
                  </a:lnTo>
                  <a:lnTo>
                    <a:pt x="2743333" y="261719"/>
                  </a:lnTo>
                  <a:lnTo>
                    <a:pt x="2643806" y="261719"/>
                  </a:lnTo>
                  <a:lnTo>
                    <a:pt x="2643806" y="319059"/>
                  </a:lnTo>
                  <a:cubicBezTo>
                    <a:pt x="2643806" y="328070"/>
                    <a:pt x="2644694" y="334623"/>
                    <a:pt x="2646468" y="338719"/>
                  </a:cubicBezTo>
                  <a:cubicBezTo>
                    <a:pt x="2648243" y="342814"/>
                    <a:pt x="2652134" y="345750"/>
                    <a:pt x="2658141" y="347525"/>
                  </a:cubicBezTo>
                  <a:cubicBezTo>
                    <a:pt x="2664148" y="349299"/>
                    <a:pt x="2673841" y="350187"/>
                    <a:pt x="2687221" y="350187"/>
                  </a:cubicBezTo>
                  <a:lnTo>
                    <a:pt x="2751934" y="349777"/>
                  </a:lnTo>
                  <a:cubicBezTo>
                    <a:pt x="2768317" y="349777"/>
                    <a:pt x="2779307" y="344862"/>
                    <a:pt x="2784904" y="335032"/>
                  </a:cubicBezTo>
                  <a:cubicBezTo>
                    <a:pt x="2790502" y="325203"/>
                    <a:pt x="2794530" y="310321"/>
                    <a:pt x="2796987" y="290389"/>
                  </a:cubicBezTo>
                  <a:cubicBezTo>
                    <a:pt x="2803267" y="297761"/>
                    <a:pt x="2812551" y="303359"/>
                    <a:pt x="2824838" y="307181"/>
                  </a:cubicBezTo>
                  <a:cubicBezTo>
                    <a:pt x="2818285" y="332575"/>
                    <a:pt x="2810162" y="350050"/>
                    <a:pt x="2800468" y="359607"/>
                  </a:cubicBezTo>
                  <a:cubicBezTo>
                    <a:pt x="2790775" y="369164"/>
                    <a:pt x="2774734" y="373942"/>
                    <a:pt x="2752344" y="373942"/>
                  </a:cubicBezTo>
                  <a:lnTo>
                    <a:pt x="2687630" y="373533"/>
                  </a:lnTo>
                  <a:cubicBezTo>
                    <a:pt x="2666060" y="373533"/>
                    <a:pt x="2650496" y="372031"/>
                    <a:pt x="2640939" y="369027"/>
                  </a:cubicBezTo>
                  <a:cubicBezTo>
                    <a:pt x="2631382" y="366024"/>
                    <a:pt x="2625170" y="360767"/>
                    <a:pt x="2622303" y="353259"/>
                  </a:cubicBezTo>
                  <a:cubicBezTo>
                    <a:pt x="2619436" y="345750"/>
                    <a:pt x="2618003" y="333531"/>
                    <a:pt x="2618003" y="316602"/>
                  </a:cubicBezTo>
                  <a:lnTo>
                    <a:pt x="2618003" y="261719"/>
                  </a:lnTo>
                  <a:lnTo>
                    <a:pt x="2516019" y="261719"/>
                  </a:lnTo>
                  <a:lnTo>
                    <a:pt x="2516019" y="299399"/>
                  </a:lnTo>
                  <a:lnTo>
                    <a:pt x="2487348" y="299399"/>
                  </a:lnTo>
                  <a:cubicBezTo>
                    <a:pt x="2490352" y="279740"/>
                    <a:pt x="2491854" y="258852"/>
                    <a:pt x="2491854" y="236734"/>
                  </a:cubicBezTo>
                  <a:lnTo>
                    <a:pt x="2491854" y="111814"/>
                  </a:lnTo>
                  <a:cubicBezTo>
                    <a:pt x="2491854" y="93793"/>
                    <a:pt x="2490898" y="78365"/>
                    <a:pt x="2488986" y="65532"/>
                  </a:cubicBezTo>
                  <a:cubicBezTo>
                    <a:pt x="2516838" y="68536"/>
                    <a:pt x="2559843" y="70174"/>
                    <a:pt x="2618003" y="70447"/>
                  </a:cubicBezTo>
                  <a:cubicBezTo>
                    <a:pt x="2618003" y="40138"/>
                    <a:pt x="2616501" y="17885"/>
                    <a:pt x="2613497" y="3686"/>
                  </a:cubicBezTo>
                  <a:close/>
                  <a:moveTo>
                    <a:pt x="565623" y="3686"/>
                  </a:moveTo>
                  <a:cubicBezTo>
                    <a:pt x="577910" y="5325"/>
                    <a:pt x="589924" y="6144"/>
                    <a:pt x="601665" y="6144"/>
                  </a:cubicBezTo>
                  <a:cubicBezTo>
                    <a:pt x="606580" y="6144"/>
                    <a:pt x="609038" y="7304"/>
                    <a:pt x="609038" y="9625"/>
                  </a:cubicBezTo>
                  <a:cubicBezTo>
                    <a:pt x="609038" y="11946"/>
                    <a:pt x="607672" y="13653"/>
                    <a:pt x="604942" y="14745"/>
                  </a:cubicBezTo>
                  <a:cubicBezTo>
                    <a:pt x="602211" y="15837"/>
                    <a:pt x="600027" y="17885"/>
                    <a:pt x="598389" y="20888"/>
                  </a:cubicBezTo>
                  <a:cubicBezTo>
                    <a:pt x="596750" y="23892"/>
                    <a:pt x="595931" y="26622"/>
                    <a:pt x="595931" y="29080"/>
                  </a:cubicBezTo>
                  <a:lnTo>
                    <a:pt x="595931" y="70447"/>
                  </a:lnTo>
                  <a:cubicBezTo>
                    <a:pt x="654910" y="70174"/>
                    <a:pt x="697642" y="68536"/>
                    <a:pt x="724128" y="65532"/>
                  </a:cubicBezTo>
                  <a:cubicBezTo>
                    <a:pt x="722217" y="76727"/>
                    <a:pt x="721261" y="92154"/>
                    <a:pt x="721261" y="111814"/>
                  </a:cubicBezTo>
                  <a:lnTo>
                    <a:pt x="721261" y="232639"/>
                  </a:lnTo>
                  <a:cubicBezTo>
                    <a:pt x="721261" y="252025"/>
                    <a:pt x="722626" y="271548"/>
                    <a:pt x="725357" y="291208"/>
                  </a:cubicBezTo>
                  <a:lnTo>
                    <a:pt x="695458" y="291208"/>
                  </a:lnTo>
                  <a:lnTo>
                    <a:pt x="695458" y="261719"/>
                  </a:lnTo>
                  <a:lnTo>
                    <a:pt x="595931" y="261719"/>
                  </a:lnTo>
                  <a:lnTo>
                    <a:pt x="595931" y="319059"/>
                  </a:lnTo>
                  <a:cubicBezTo>
                    <a:pt x="595931" y="328070"/>
                    <a:pt x="596819" y="334623"/>
                    <a:pt x="598593" y="338719"/>
                  </a:cubicBezTo>
                  <a:cubicBezTo>
                    <a:pt x="600368" y="342814"/>
                    <a:pt x="604259" y="345750"/>
                    <a:pt x="610266" y="347525"/>
                  </a:cubicBezTo>
                  <a:cubicBezTo>
                    <a:pt x="616273" y="349299"/>
                    <a:pt x="625967" y="350187"/>
                    <a:pt x="639346" y="350187"/>
                  </a:cubicBezTo>
                  <a:lnTo>
                    <a:pt x="704059" y="349777"/>
                  </a:lnTo>
                  <a:cubicBezTo>
                    <a:pt x="720442" y="349777"/>
                    <a:pt x="731432" y="344862"/>
                    <a:pt x="737030" y="335032"/>
                  </a:cubicBezTo>
                  <a:cubicBezTo>
                    <a:pt x="742627" y="325203"/>
                    <a:pt x="746655" y="310321"/>
                    <a:pt x="749112" y="290389"/>
                  </a:cubicBezTo>
                  <a:cubicBezTo>
                    <a:pt x="755392" y="297761"/>
                    <a:pt x="764676" y="303359"/>
                    <a:pt x="776963" y="307181"/>
                  </a:cubicBezTo>
                  <a:cubicBezTo>
                    <a:pt x="770410" y="332575"/>
                    <a:pt x="762287" y="350050"/>
                    <a:pt x="752594" y="359607"/>
                  </a:cubicBezTo>
                  <a:cubicBezTo>
                    <a:pt x="742900" y="369164"/>
                    <a:pt x="726859" y="373942"/>
                    <a:pt x="704469" y="373942"/>
                  </a:cubicBezTo>
                  <a:lnTo>
                    <a:pt x="639756" y="373533"/>
                  </a:lnTo>
                  <a:cubicBezTo>
                    <a:pt x="618185" y="373533"/>
                    <a:pt x="602621" y="372031"/>
                    <a:pt x="593064" y="369027"/>
                  </a:cubicBezTo>
                  <a:cubicBezTo>
                    <a:pt x="583507" y="366024"/>
                    <a:pt x="577296" y="360767"/>
                    <a:pt x="574429" y="353259"/>
                  </a:cubicBezTo>
                  <a:cubicBezTo>
                    <a:pt x="571562" y="345750"/>
                    <a:pt x="570128" y="333531"/>
                    <a:pt x="570128" y="316602"/>
                  </a:cubicBezTo>
                  <a:lnTo>
                    <a:pt x="570128" y="261719"/>
                  </a:lnTo>
                  <a:lnTo>
                    <a:pt x="468144" y="261719"/>
                  </a:lnTo>
                  <a:lnTo>
                    <a:pt x="468144" y="299399"/>
                  </a:lnTo>
                  <a:lnTo>
                    <a:pt x="439474" y="299399"/>
                  </a:lnTo>
                  <a:cubicBezTo>
                    <a:pt x="442477" y="279740"/>
                    <a:pt x="443979" y="258852"/>
                    <a:pt x="443979" y="236734"/>
                  </a:cubicBezTo>
                  <a:lnTo>
                    <a:pt x="443979" y="111814"/>
                  </a:lnTo>
                  <a:cubicBezTo>
                    <a:pt x="443979" y="93793"/>
                    <a:pt x="443023" y="78365"/>
                    <a:pt x="441112" y="65532"/>
                  </a:cubicBezTo>
                  <a:cubicBezTo>
                    <a:pt x="468963" y="68536"/>
                    <a:pt x="511968" y="70174"/>
                    <a:pt x="570128" y="70447"/>
                  </a:cubicBezTo>
                  <a:cubicBezTo>
                    <a:pt x="570128" y="40138"/>
                    <a:pt x="568626" y="17885"/>
                    <a:pt x="565623" y="3686"/>
                  </a:cubicBezTo>
                  <a:close/>
                  <a:moveTo>
                    <a:pt x="3144306" y="2867"/>
                  </a:moveTo>
                  <a:cubicBezTo>
                    <a:pt x="3151406" y="4778"/>
                    <a:pt x="3162055" y="5734"/>
                    <a:pt x="3176254" y="5734"/>
                  </a:cubicBezTo>
                  <a:cubicBezTo>
                    <a:pt x="3180895" y="5734"/>
                    <a:pt x="3183216" y="6826"/>
                    <a:pt x="3183216" y="9011"/>
                  </a:cubicBezTo>
                  <a:cubicBezTo>
                    <a:pt x="3183216" y="11195"/>
                    <a:pt x="3181646" y="13175"/>
                    <a:pt x="3178506" y="14950"/>
                  </a:cubicBezTo>
                  <a:cubicBezTo>
                    <a:pt x="3175366" y="16724"/>
                    <a:pt x="3173796" y="22117"/>
                    <a:pt x="3173796" y="31128"/>
                  </a:cubicBezTo>
                  <a:lnTo>
                    <a:pt x="3173796" y="104851"/>
                  </a:lnTo>
                  <a:cubicBezTo>
                    <a:pt x="3196732" y="104578"/>
                    <a:pt x="3217621" y="103486"/>
                    <a:pt x="3236461" y="101575"/>
                  </a:cubicBezTo>
                  <a:lnTo>
                    <a:pt x="3236461" y="129016"/>
                  </a:lnTo>
                  <a:cubicBezTo>
                    <a:pt x="3221716" y="127105"/>
                    <a:pt x="3200828" y="126149"/>
                    <a:pt x="3173796" y="126149"/>
                  </a:cubicBezTo>
                  <a:lnTo>
                    <a:pt x="3173796" y="329298"/>
                  </a:lnTo>
                  <a:cubicBezTo>
                    <a:pt x="3173796" y="342132"/>
                    <a:pt x="3171816" y="351962"/>
                    <a:pt x="3167857" y="358788"/>
                  </a:cubicBezTo>
                  <a:cubicBezTo>
                    <a:pt x="3163898" y="365614"/>
                    <a:pt x="3155775" y="370666"/>
                    <a:pt x="3143487" y="373942"/>
                  </a:cubicBezTo>
                  <a:cubicBezTo>
                    <a:pt x="3131200" y="377219"/>
                    <a:pt x="3112360" y="378857"/>
                    <a:pt x="3086966" y="378857"/>
                  </a:cubicBezTo>
                  <a:cubicBezTo>
                    <a:pt x="3086966" y="366024"/>
                    <a:pt x="3082051" y="354419"/>
                    <a:pt x="3072221" y="344043"/>
                  </a:cubicBezTo>
                  <a:cubicBezTo>
                    <a:pt x="3090516" y="347047"/>
                    <a:pt x="3105192" y="348548"/>
                    <a:pt x="3116251" y="348548"/>
                  </a:cubicBezTo>
                  <a:cubicBezTo>
                    <a:pt x="3127309" y="348548"/>
                    <a:pt x="3135501" y="346364"/>
                    <a:pt x="3140825" y="341995"/>
                  </a:cubicBezTo>
                  <a:cubicBezTo>
                    <a:pt x="3146150" y="337626"/>
                    <a:pt x="3148812" y="328752"/>
                    <a:pt x="3148812" y="315373"/>
                  </a:cubicBezTo>
                  <a:lnTo>
                    <a:pt x="3148812" y="125740"/>
                  </a:lnTo>
                  <a:lnTo>
                    <a:pt x="3096386" y="125740"/>
                  </a:lnTo>
                  <a:cubicBezTo>
                    <a:pt x="3066624" y="125740"/>
                    <a:pt x="3040821" y="126832"/>
                    <a:pt x="3018977" y="129016"/>
                  </a:cubicBezTo>
                  <a:lnTo>
                    <a:pt x="3018977" y="101575"/>
                  </a:lnTo>
                  <a:cubicBezTo>
                    <a:pt x="3040548" y="103759"/>
                    <a:pt x="3066351" y="104851"/>
                    <a:pt x="3096386" y="104851"/>
                  </a:cubicBezTo>
                  <a:lnTo>
                    <a:pt x="3148812" y="104851"/>
                  </a:lnTo>
                  <a:cubicBezTo>
                    <a:pt x="3148812" y="51607"/>
                    <a:pt x="3147310" y="17612"/>
                    <a:pt x="3144306" y="2867"/>
                  </a:cubicBezTo>
                  <a:close/>
                  <a:moveTo>
                    <a:pt x="989123" y="0"/>
                  </a:moveTo>
                  <a:cubicBezTo>
                    <a:pt x="1000864" y="15837"/>
                    <a:pt x="1011650" y="32220"/>
                    <a:pt x="1021480" y="49149"/>
                  </a:cubicBezTo>
                  <a:cubicBezTo>
                    <a:pt x="1088377" y="49149"/>
                    <a:pt x="1134659" y="48330"/>
                    <a:pt x="1160326" y="46692"/>
                  </a:cubicBezTo>
                  <a:lnTo>
                    <a:pt x="1160326" y="123692"/>
                  </a:lnTo>
                  <a:lnTo>
                    <a:pt x="1134932" y="123692"/>
                  </a:lnTo>
                  <a:lnTo>
                    <a:pt x="1134932" y="70447"/>
                  </a:lnTo>
                  <a:lnTo>
                    <a:pt x="864612" y="70447"/>
                  </a:lnTo>
                  <a:lnTo>
                    <a:pt x="864612" y="125740"/>
                  </a:lnTo>
                  <a:lnTo>
                    <a:pt x="840038" y="125740"/>
                  </a:lnTo>
                  <a:lnTo>
                    <a:pt x="840038" y="46692"/>
                  </a:lnTo>
                  <a:cubicBezTo>
                    <a:pt x="857240" y="48330"/>
                    <a:pt x="908437" y="49149"/>
                    <a:pt x="993628" y="49149"/>
                  </a:cubicBezTo>
                  <a:cubicBezTo>
                    <a:pt x="986529" y="37135"/>
                    <a:pt x="976972" y="24438"/>
                    <a:pt x="964958" y="1105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6958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 advClick="0" advTm="1000">
        <p15:prstTrans prst="fracture"/>
      </p:transition>
    </mc:Choice>
    <mc:Fallback xmlns="">
      <p:transition spd="slow" advClick="0" advTm="1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E4611548-0228-4A00-A192-6D72F536A7C8}"/>
              </a:ext>
            </a:extLst>
          </p:cNvPr>
          <p:cNvGrpSpPr/>
          <p:nvPr/>
        </p:nvGrpSpPr>
        <p:grpSpPr>
          <a:xfrm>
            <a:off x="1153732" y="1998449"/>
            <a:ext cx="9884536" cy="2426522"/>
            <a:chOff x="1153732" y="1998449"/>
            <a:chExt cx="9884536" cy="242652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BA23645-A3BA-4AFE-97C8-3F582B5F797B}"/>
                </a:ext>
              </a:extLst>
            </p:cNvPr>
            <p:cNvSpPr txBox="1"/>
            <p:nvPr/>
          </p:nvSpPr>
          <p:spPr>
            <a:xfrm>
              <a:off x="2298368" y="3429000"/>
              <a:ext cx="6875589" cy="995971"/>
            </a:xfrm>
            <a:custGeom>
              <a:avLst/>
              <a:gdLst/>
              <a:ahLst/>
              <a:cxnLst/>
              <a:rect l="l" t="t" r="r" b="b"/>
              <a:pathLst>
                <a:path w="2729619" h="429846">
                  <a:moveTo>
                    <a:pt x="2189830" y="324719"/>
                  </a:moveTo>
                  <a:cubicBezTo>
                    <a:pt x="2223978" y="348255"/>
                    <a:pt x="2251657" y="372758"/>
                    <a:pt x="2272869" y="398228"/>
                  </a:cubicBezTo>
                  <a:lnTo>
                    <a:pt x="2248895" y="422224"/>
                  </a:lnTo>
                  <a:cubicBezTo>
                    <a:pt x="2229754" y="396626"/>
                    <a:pt x="2204049" y="371830"/>
                    <a:pt x="2171778" y="347836"/>
                  </a:cubicBezTo>
                  <a:close/>
                  <a:moveTo>
                    <a:pt x="89875" y="308746"/>
                  </a:moveTo>
                  <a:lnTo>
                    <a:pt x="89875" y="343107"/>
                  </a:lnTo>
                  <a:cubicBezTo>
                    <a:pt x="118245" y="338326"/>
                    <a:pt x="141210" y="334418"/>
                    <a:pt x="158769" y="331384"/>
                  </a:cubicBezTo>
                  <a:lnTo>
                    <a:pt x="158769" y="308746"/>
                  </a:lnTo>
                  <a:close/>
                  <a:moveTo>
                    <a:pt x="615350" y="293944"/>
                  </a:moveTo>
                  <a:lnTo>
                    <a:pt x="615350" y="330113"/>
                  </a:lnTo>
                  <a:lnTo>
                    <a:pt x="729550" y="330113"/>
                  </a:lnTo>
                  <a:lnTo>
                    <a:pt x="729550" y="293944"/>
                  </a:lnTo>
                  <a:close/>
                  <a:moveTo>
                    <a:pt x="577503" y="260582"/>
                  </a:moveTo>
                  <a:cubicBezTo>
                    <a:pt x="597910" y="262383"/>
                    <a:pt x="629465" y="263283"/>
                    <a:pt x="672168" y="263283"/>
                  </a:cubicBezTo>
                  <a:cubicBezTo>
                    <a:pt x="714871" y="263283"/>
                    <a:pt x="746167" y="262383"/>
                    <a:pt x="766055" y="260582"/>
                  </a:cubicBezTo>
                  <a:cubicBezTo>
                    <a:pt x="765155" y="275499"/>
                    <a:pt x="764705" y="292234"/>
                    <a:pt x="764705" y="310789"/>
                  </a:cubicBezTo>
                  <a:cubicBezTo>
                    <a:pt x="764705" y="329343"/>
                    <a:pt x="765155" y="346603"/>
                    <a:pt x="766055" y="362567"/>
                  </a:cubicBezTo>
                  <a:cubicBezTo>
                    <a:pt x="747210" y="361371"/>
                    <a:pt x="715869" y="360774"/>
                    <a:pt x="672032" y="360774"/>
                  </a:cubicBezTo>
                  <a:cubicBezTo>
                    <a:pt x="628196" y="360774"/>
                    <a:pt x="596686" y="361521"/>
                    <a:pt x="577503" y="363017"/>
                  </a:cubicBezTo>
                  <a:cubicBezTo>
                    <a:pt x="579298" y="345581"/>
                    <a:pt x="580196" y="327597"/>
                    <a:pt x="580196" y="309063"/>
                  </a:cubicBezTo>
                  <a:cubicBezTo>
                    <a:pt x="580196" y="290530"/>
                    <a:pt x="579298" y="274370"/>
                    <a:pt x="577503" y="260582"/>
                  </a:cubicBezTo>
                  <a:close/>
                  <a:moveTo>
                    <a:pt x="89875" y="252681"/>
                  </a:moveTo>
                  <a:lnTo>
                    <a:pt x="89875" y="280328"/>
                  </a:lnTo>
                  <a:lnTo>
                    <a:pt x="158769" y="280328"/>
                  </a:lnTo>
                  <a:lnTo>
                    <a:pt x="158769" y="252681"/>
                  </a:lnTo>
                  <a:close/>
                  <a:moveTo>
                    <a:pt x="334584" y="244609"/>
                  </a:moveTo>
                  <a:cubicBezTo>
                    <a:pt x="291979" y="244609"/>
                    <a:pt x="265276" y="244816"/>
                    <a:pt x="254474" y="245231"/>
                  </a:cubicBezTo>
                  <a:cubicBezTo>
                    <a:pt x="267824" y="276234"/>
                    <a:pt x="282942" y="301235"/>
                    <a:pt x="299830" y="320233"/>
                  </a:cubicBezTo>
                  <a:cubicBezTo>
                    <a:pt x="316589" y="298263"/>
                    <a:pt x="328174" y="273055"/>
                    <a:pt x="334584" y="244609"/>
                  </a:cubicBezTo>
                  <a:close/>
                  <a:moveTo>
                    <a:pt x="1909931" y="218420"/>
                  </a:moveTo>
                  <a:cubicBezTo>
                    <a:pt x="1921557" y="224440"/>
                    <a:pt x="1931741" y="229002"/>
                    <a:pt x="1940485" y="232107"/>
                  </a:cubicBezTo>
                  <a:cubicBezTo>
                    <a:pt x="1946786" y="234808"/>
                    <a:pt x="1949936" y="238131"/>
                    <a:pt x="1949936" y="242077"/>
                  </a:cubicBezTo>
                  <a:cubicBezTo>
                    <a:pt x="1949936" y="246022"/>
                    <a:pt x="1948057" y="248532"/>
                    <a:pt x="1944300" y="249606"/>
                  </a:cubicBezTo>
                  <a:cubicBezTo>
                    <a:pt x="1940542" y="250680"/>
                    <a:pt x="1937516" y="252810"/>
                    <a:pt x="1935220" y="255996"/>
                  </a:cubicBezTo>
                  <a:cubicBezTo>
                    <a:pt x="1932925" y="259182"/>
                    <a:pt x="1928636" y="267357"/>
                    <a:pt x="1922354" y="280521"/>
                  </a:cubicBezTo>
                  <a:cubicBezTo>
                    <a:pt x="1916072" y="293684"/>
                    <a:pt x="1906293" y="308624"/>
                    <a:pt x="1893015" y="325341"/>
                  </a:cubicBezTo>
                  <a:cubicBezTo>
                    <a:pt x="1884809" y="319125"/>
                    <a:pt x="1874422" y="314153"/>
                    <a:pt x="1861854" y="310424"/>
                  </a:cubicBezTo>
                  <a:cubicBezTo>
                    <a:pt x="1886262" y="282921"/>
                    <a:pt x="1902287" y="252253"/>
                    <a:pt x="1909931" y="218420"/>
                  </a:cubicBezTo>
                  <a:close/>
                  <a:moveTo>
                    <a:pt x="499914" y="207662"/>
                  </a:moveTo>
                  <a:cubicBezTo>
                    <a:pt x="526837" y="210657"/>
                    <a:pt x="586461" y="212155"/>
                    <a:pt x="678787" y="212155"/>
                  </a:cubicBezTo>
                  <a:cubicBezTo>
                    <a:pt x="771113" y="212155"/>
                    <a:pt x="828158" y="210657"/>
                    <a:pt x="849923" y="207662"/>
                  </a:cubicBezTo>
                  <a:cubicBezTo>
                    <a:pt x="846936" y="226083"/>
                    <a:pt x="845443" y="250031"/>
                    <a:pt x="845443" y="279506"/>
                  </a:cubicBezTo>
                  <a:lnTo>
                    <a:pt x="845443" y="368760"/>
                  </a:lnTo>
                  <a:cubicBezTo>
                    <a:pt x="845443" y="383786"/>
                    <a:pt x="843804" y="394837"/>
                    <a:pt x="840525" y="401914"/>
                  </a:cubicBezTo>
                  <a:cubicBezTo>
                    <a:pt x="837246" y="408991"/>
                    <a:pt x="830194" y="414065"/>
                    <a:pt x="819369" y="417134"/>
                  </a:cubicBezTo>
                  <a:cubicBezTo>
                    <a:pt x="808543" y="420204"/>
                    <a:pt x="789705" y="422498"/>
                    <a:pt x="762855" y="424017"/>
                  </a:cubicBezTo>
                  <a:cubicBezTo>
                    <a:pt x="762507" y="409892"/>
                    <a:pt x="757982" y="395480"/>
                    <a:pt x="749281" y="380783"/>
                  </a:cubicBezTo>
                  <a:cubicBezTo>
                    <a:pt x="765745" y="382583"/>
                    <a:pt x="778394" y="383484"/>
                    <a:pt x="787229" y="383484"/>
                  </a:cubicBezTo>
                  <a:cubicBezTo>
                    <a:pt x="796063" y="383484"/>
                    <a:pt x="801665" y="382129"/>
                    <a:pt x="804035" y="379419"/>
                  </a:cubicBezTo>
                  <a:cubicBezTo>
                    <a:pt x="806404" y="376709"/>
                    <a:pt x="807589" y="370913"/>
                    <a:pt x="807589" y="362031"/>
                  </a:cubicBezTo>
                  <a:lnTo>
                    <a:pt x="807589" y="243266"/>
                  </a:lnTo>
                  <a:lnTo>
                    <a:pt x="540898" y="243266"/>
                  </a:lnTo>
                  <a:lnTo>
                    <a:pt x="540898" y="419531"/>
                  </a:lnTo>
                  <a:lnTo>
                    <a:pt x="497221" y="419531"/>
                  </a:lnTo>
                  <a:cubicBezTo>
                    <a:pt x="501408" y="394128"/>
                    <a:pt x="503501" y="366589"/>
                    <a:pt x="503501" y="336913"/>
                  </a:cubicBezTo>
                  <a:lnTo>
                    <a:pt x="503501" y="279506"/>
                  </a:lnTo>
                  <a:cubicBezTo>
                    <a:pt x="503501" y="253322"/>
                    <a:pt x="502305" y="229374"/>
                    <a:pt x="499914" y="207662"/>
                  </a:cubicBezTo>
                  <a:close/>
                  <a:moveTo>
                    <a:pt x="1955594" y="197339"/>
                  </a:moveTo>
                  <a:cubicBezTo>
                    <a:pt x="1973596" y="198891"/>
                    <a:pt x="1986199" y="199759"/>
                    <a:pt x="1993402" y="199943"/>
                  </a:cubicBezTo>
                  <a:cubicBezTo>
                    <a:pt x="2000606" y="200126"/>
                    <a:pt x="2004207" y="202875"/>
                    <a:pt x="2004207" y="208190"/>
                  </a:cubicBezTo>
                  <a:cubicBezTo>
                    <a:pt x="2004207" y="211586"/>
                    <a:pt x="2002564" y="214110"/>
                    <a:pt x="1999278" y="215763"/>
                  </a:cubicBezTo>
                  <a:cubicBezTo>
                    <a:pt x="1995987" y="217201"/>
                    <a:pt x="1994342" y="221854"/>
                    <a:pt x="1994342" y="229721"/>
                  </a:cubicBezTo>
                  <a:lnTo>
                    <a:pt x="1994342" y="312610"/>
                  </a:lnTo>
                  <a:cubicBezTo>
                    <a:pt x="2008443" y="289150"/>
                    <a:pt x="2020026" y="260594"/>
                    <a:pt x="2029089" y="226943"/>
                  </a:cubicBezTo>
                  <a:cubicBezTo>
                    <a:pt x="2040766" y="233786"/>
                    <a:pt x="2050080" y="238056"/>
                    <a:pt x="2057028" y="239751"/>
                  </a:cubicBezTo>
                  <a:cubicBezTo>
                    <a:pt x="2063977" y="241447"/>
                    <a:pt x="2067451" y="244532"/>
                    <a:pt x="2067451" y="249006"/>
                  </a:cubicBezTo>
                  <a:cubicBezTo>
                    <a:pt x="2067451" y="253480"/>
                    <a:pt x="2066001" y="256533"/>
                    <a:pt x="2063100" y="258164"/>
                  </a:cubicBezTo>
                  <a:cubicBezTo>
                    <a:pt x="2060200" y="259795"/>
                    <a:pt x="2056558" y="263439"/>
                    <a:pt x="2052174" y="269094"/>
                  </a:cubicBezTo>
                  <a:cubicBezTo>
                    <a:pt x="2047790" y="274750"/>
                    <a:pt x="2043745" y="281428"/>
                    <a:pt x="2040040" y="289129"/>
                  </a:cubicBezTo>
                  <a:cubicBezTo>
                    <a:pt x="2023571" y="323590"/>
                    <a:pt x="2002476" y="351019"/>
                    <a:pt x="1976754" y="371414"/>
                  </a:cubicBezTo>
                  <a:cubicBezTo>
                    <a:pt x="1951032" y="391810"/>
                    <a:pt x="1917523" y="408446"/>
                    <a:pt x="1876227" y="421324"/>
                  </a:cubicBezTo>
                  <a:cubicBezTo>
                    <a:pt x="1873012" y="409708"/>
                    <a:pt x="1866728" y="399290"/>
                    <a:pt x="1857375" y="390070"/>
                  </a:cubicBezTo>
                  <a:cubicBezTo>
                    <a:pt x="1903976" y="377059"/>
                    <a:pt x="1937913" y="361736"/>
                    <a:pt x="1959187" y="344100"/>
                  </a:cubicBezTo>
                  <a:lnTo>
                    <a:pt x="1959187" y="251703"/>
                  </a:lnTo>
                  <a:cubicBezTo>
                    <a:pt x="1959187" y="230314"/>
                    <a:pt x="1957990" y="212193"/>
                    <a:pt x="1955594" y="197339"/>
                  </a:cubicBezTo>
                  <a:close/>
                  <a:moveTo>
                    <a:pt x="89875" y="195274"/>
                  </a:moveTo>
                  <a:lnTo>
                    <a:pt x="89875" y="224714"/>
                  </a:lnTo>
                  <a:lnTo>
                    <a:pt x="158769" y="224714"/>
                  </a:lnTo>
                  <a:lnTo>
                    <a:pt x="158769" y="195274"/>
                  </a:lnTo>
                  <a:close/>
                  <a:moveTo>
                    <a:pt x="2627256" y="190166"/>
                  </a:moveTo>
                  <a:cubicBezTo>
                    <a:pt x="2657036" y="209988"/>
                    <a:pt x="2684431" y="232708"/>
                    <a:pt x="2709438" y="258325"/>
                  </a:cubicBezTo>
                  <a:lnTo>
                    <a:pt x="2684206" y="280492"/>
                  </a:lnTo>
                  <a:cubicBezTo>
                    <a:pt x="2666009" y="260618"/>
                    <a:pt x="2640572" y="238651"/>
                    <a:pt x="2607897" y="214591"/>
                  </a:cubicBezTo>
                  <a:close/>
                  <a:moveTo>
                    <a:pt x="2427296" y="181644"/>
                  </a:moveTo>
                  <a:cubicBezTo>
                    <a:pt x="2431735" y="192750"/>
                    <a:pt x="2438023" y="201978"/>
                    <a:pt x="2446163" y="209326"/>
                  </a:cubicBezTo>
                  <a:cubicBezTo>
                    <a:pt x="2424369" y="226504"/>
                    <a:pt x="2392930" y="252617"/>
                    <a:pt x="2351844" y="287664"/>
                  </a:cubicBezTo>
                  <a:cubicBezTo>
                    <a:pt x="2345195" y="276601"/>
                    <a:pt x="2336658" y="268393"/>
                    <a:pt x="2326233" y="263040"/>
                  </a:cubicBezTo>
                  <a:cubicBezTo>
                    <a:pt x="2367805" y="237327"/>
                    <a:pt x="2401493" y="210195"/>
                    <a:pt x="2427296" y="181644"/>
                  </a:cubicBezTo>
                  <a:close/>
                  <a:moveTo>
                    <a:pt x="2142624" y="177608"/>
                  </a:moveTo>
                  <a:cubicBezTo>
                    <a:pt x="2154716" y="179108"/>
                    <a:pt x="2168202" y="179858"/>
                    <a:pt x="2183080" y="179858"/>
                  </a:cubicBezTo>
                  <a:cubicBezTo>
                    <a:pt x="2188218" y="179858"/>
                    <a:pt x="2190788" y="181951"/>
                    <a:pt x="2190788" y="186137"/>
                  </a:cubicBezTo>
                  <a:cubicBezTo>
                    <a:pt x="2190788" y="190324"/>
                    <a:pt x="2189838" y="193195"/>
                    <a:pt x="2187937" y="194753"/>
                  </a:cubicBezTo>
                  <a:cubicBezTo>
                    <a:pt x="2186037" y="196310"/>
                    <a:pt x="2184169" y="199318"/>
                    <a:pt x="2182333" y="203775"/>
                  </a:cubicBezTo>
                  <a:cubicBezTo>
                    <a:pt x="2180497" y="208233"/>
                    <a:pt x="2179579" y="210848"/>
                    <a:pt x="2179579" y="211619"/>
                  </a:cubicBezTo>
                  <a:cubicBezTo>
                    <a:pt x="2178622" y="257787"/>
                    <a:pt x="2175845" y="290366"/>
                    <a:pt x="2171249" y="309356"/>
                  </a:cubicBezTo>
                  <a:cubicBezTo>
                    <a:pt x="2166654" y="328347"/>
                    <a:pt x="2155254" y="347787"/>
                    <a:pt x="2137049" y="367678"/>
                  </a:cubicBezTo>
                  <a:cubicBezTo>
                    <a:pt x="2118844" y="387569"/>
                    <a:pt x="2091806" y="407244"/>
                    <a:pt x="2055935" y="426703"/>
                  </a:cubicBezTo>
                  <a:cubicBezTo>
                    <a:pt x="2053368" y="418531"/>
                    <a:pt x="2046534" y="408706"/>
                    <a:pt x="2035432" y="397228"/>
                  </a:cubicBezTo>
                  <a:cubicBezTo>
                    <a:pt x="2063050" y="385517"/>
                    <a:pt x="2084926" y="372175"/>
                    <a:pt x="2101059" y="357202"/>
                  </a:cubicBezTo>
                  <a:cubicBezTo>
                    <a:pt x="2117192" y="342228"/>
                    <a:pt x="2128601" y="326022"/>
                    <a:pt x="2135288" y="308581"/>
                  </a:cubicBezTo>
                  <a:cubicBezTo>
                    <a:pt x="2141974" y="291141"/>
                    <a:pt x="2145318" y="264407"/>
                    <a:pt x="2145318" y="228378"/>
                  </a:cubicBezTo>
                  <a:cubicBezTo>
                    <a:pt x="2145318" y="213510"/>
                    <a:pt x="2144420" y="196586"/>
                    <a:pt x="2142624" y="177608"/>
                  </a:cubicBezTo>
                  <a:close/>
                  <a:moveTo>
                    <a:pt x="0" y="161463"/>
                  </a:moveTo>
                  <a:cubicBezTo>
                    <a:pt x="29913" y="164759"/>
                    <a:pt x="98476" y="166406"/>
                    <a:pt x="205690" y="166406"/>
                  </a:cubicBezTo>
                  <a:cubicBezTo>
                    <a:pt x="312903" y="166406"/>
                    <a:pt x="381192" y="164759"/>
                    <a:pt x="410558" y="161463"/>
                  </a:cubicBezTo>
                  <a:lnTo>
                    <a:pt x="410558" y="198860"/>
                  </a:lnTo>
                  <a:cubicBezTo>
                    <a:pt x="389141" y="196470"/>
                    <a:pt x="316632" y="195274"/>
                    <a:pt x="193031" y="195274"/>
                  </a:cubicBezTo>
                  <a:lnTo>
                    <a:pt x="193031" y="325169"/>
                  </a:lnTo>
                  <a:lnTo>
                    <a:pt x="230257" y="317097"/>
                  </a:lnTo>
                  <a:cubicBezTo>
                    <a:pt x="229957" y="324393"/>
                    <a:pt x="229807" y="330529"/>
                    <a:pt x="229807" y="335506"/>
                  </a:cubicBezTo>
                  <a:cubicBezTo>
                    <a:pt x="229807" y="340483"/>
                    <a:pt x="229957" y="346019"/>
                    <a:pt x="230257" y="352115"/>
                  </a:cubicBezTo>
                  <a:cubicBezTo>
                    <a:pt x="219508" y="353620"/>
                    <a:pt x="207099" y="355544"/>
                    <a:pt x="193031" y="357887"/>
                  </a:cubicBezTo>
                  <a:lnTo>
                    <a:pt x="195504" y="397553"/>
                  </a:lnTo>
                  <a:lnTo>
                    <a:pt x="239730" y="374022"/>
                  </a:lnTo>
                  <a:cubicBezTo>
                    <a:pt x="254081" y="364639"/>
                    <a:pt x="267012" y="354268"/>
                    <a:pt x="278520" y="342907"/>
                  </a:cubicBezTo>
                  <a:cubicBezTo>
                    <a:pt x="260665" y="325614"/>
                    <a:pt x="242039" y="293446"/>
                    <a:pt x="222642" y="246402"/>
                  </a:cubicBezTo>
                  <a:lnTo>
                    <a:pt x="208104" y="247302"/>
                  </a:lnTo>
                  <a:lnTo>
                    <a:pt x="208104" y="212591"/>
                  </a:lnTo>
                  <a:cubicBezTo>
                    <a:pt x="228569" y="215286"/>
                    <a:pt x="256842" y="216634"/>
                    <a:pt x="292925" y="216634"/>
                  </a:cubicBezTo>
                  <a:cubicBezTo>
                    <a:pt x="329009" y="216634"/>
                    <a:pt x="357156" y="215286"/>
                    <a:pt x="377368" y="212591"/>
                  </a:cubicBezTo>
                  <a:cubicBezTo>
                    <a:pt x="364228" y="266026"/>
                    <a:pt x="345540" y="308824"/>
                    <a:pt x="321304" y="340985"/>
                  </a:cubicBezTo>
                  <a:cubicBezTo>
                    <a:pt x="342378" y="359011"/>
                    <a:pt x="373327" y="376990"/>
                    <a:pt x="414151" y="394921"/>
                  </a:cubicBezTo>
                  <a:cubicBezTo>
                    <a:pt x="404469" y="402141"/>
                    <a:pt x="396473" y="412437"/>
                    <a:pt x="390163" y="425810"/>
                  </a:cubicBezTo>
                  <a:cubicBezTo>
                    <a:pt x="346576" y="401969"/>
                    <a:pt x="316880" y="381338"/>
                    <a:pt x="301073" y="363917"/>
                  </a:cubicBezTo>
                  <a:cubicBezTo>
                    <a:pt x="283847" y="383572"/>
                    <a:pt x="256853" y="404500"/>
                    <a:pt x="220091" y="426703"/>
                  </a:cubicBezTo>
                  <a:cubicBezTo>
                    <a:pt x="216939" y="420586"/>
                    <a:pt x="213055" y="415235"/>
                    <a:pt x="208442" y="410651"/>
                  </a:cubicBezTo>
                  <a:lnTo>
                    <a:pt x="195755" y="401590"/>
                  </a:lnTo>
                  <a:lnTo>
                    <a:pt x="197517" y="429846"/>
                  </a:lnTo>
                  <a:lnTo>
                    <a:pt x="156526" y="429846"/>
                  </a:lnTo>
                  <a:cubicBezTo>
                    <a:pt x="158022" y="410449"/>
                    <a:pt x="158769" y="387875"/>
                    <a:pt x="158769" y="362124"/>
                  </a:cubicBezTo>
                  <a:cubicBezTo>
                    <a:pt x="87956" y="374382"/>
                    <a:pt x="39843" y="383500"/>
                    <a:pt x="14430" y="389477"/>
                  </a:cubicBezTo>
                  <a:cubicBezTo>
                    <a:pt x="13244" y="378390"/>
                    <a:pt x="9927" y="365779"/>
                    <a:pt x="4479" y="351644"/>
                  </a:cubicBezTo>
                  <a:cubicBezTo>
                    <a:pt x="22829" y="350510"/>
                    <a:pt x="39574" y="349174"/>
                    <a:pt x="54714" y="347636"/>
                  </a:cubicBezTo>
                  <a:lnTo>
                    <a:pt x="54714" y="195724"/>
                  </a:lnTo>
                  <a:cubicBezTo>
                    <a:pt x="48132" y="195724"/>
                    <a:pt x="29894" y="196770"/>
                    <a:pt x="0" y="198860"/>
                  </a:cubicBezTo>
                  <a:close/>
                  <a:moveTo>
                    <a:pt x="589340" y="135174"/>
                  </a:moveTo>
                  <a:lnTo>
                    <a:pt x="589340" y="163263"/>
                  </a:lnTo>
                  <a:lnTo>
                    <a:pt x="751975" y="163263"/>
                  </a:lnTo>
                  <a:lnTo>
                    <a:pt x="751975" y="135174"/>
                  </a:lnTo>
                  <a:close/>
                  <a:moveTo>
                    <a:pt x="107363" y="109156"/>
                  </a:moveTo>
                  <a:lnTo>
                    <a:pt x="107363" y="126037"/>
                  </a:lnTo>
                  <a:lnTo>
                    <a:pt x="305881" y="126037"/>
                  </a:lnTo>
                  <a:lnTo>
                    <a:pt x="305881" y="109156"/>
                  </a:lnTo>
                  <a:close/>
                  <a:moveTo>
                    <a:pt x="551942" y="102706"/>
                  </a:moveTo>
                  <a:cubicBezTo>
                    <a:pt x="579593" y="104206"/>
                    <a:pt x="619140" y="104956"/>
                    <a:pt x="670582" y="104956"/>
                  </a:cubicBezTo>
                  <a:cubicBezTo>
                    <a:pt x="722024" y="104956"/>
                    <a:pt x="761473" y="104206"/>
                    <a:pt x="788929" y="102706"/>
                  </a:cubicBezTo>
                  <a:cubicBezTo>
                    <a:pt x="788029" y="117045"/>
                    <a:pt x="787579" y="132138"/>
                    <a:pt x="787579" y="147983"/>
                  </a:cubicBezTo>
                  <a:cubicBezTo>
                    <a:pt x="787579" y="163827"/>
                    <a:pt x="788029" y="179591"/>
                    <a:pt x="788929" y="195274"/>
                  </a:cubicBezTo>
                  <a:cubicBezTo>
                    <a:pt x="757625" y="194379"/>
                    <a:pt x="717228" y="193931"/>
                    <a:pt x="667739" y="193931"/>
                  </a:cubicBezTo>
                  <a:cubicBezTo>
                    <a:pt x="618249" y="193931"/>
                    <a:pt x="579651" y="194529"/>
                    <a:pt x="551942" y="195724"/>
                  </a:cubicBezTo>
                  <a:cubicBezTo>
                    <a:pt x="553733" y="178860"/>
                    <a:pt x="554628" y="162588"/>
                    <a:pt x="554628" y="146908"/>
                  </a:cubicBezTo>
                  <a:cubicBezTo>
                    <a:pt x="554628" y="131227"/>
                    <a:pt x="553733" y="116493"/>
                    <a:pt x="551942" y="102706"/>
                  </a:cubicBezTo>
                  <a:close/>
                  <a:moveTo>
                    <a:pt x="2653046" y="93733"/>
                  </a:moveTo>
                  <a:cubicBezTo>
                    <a:pt x="2665776" y="103487"/>
                    <a:pt x="2674619" y="109851"/>
                    <a:pt x="2679577" y="112825"/>
                  </a:cubicBezTo>
                  <a:cubicBezTo>
                    <a:pt x="2684535" y="115799"/>
                    <a:pt x="2687014" y="119034"/>
                    <a:pt x="2687014" y="122529"/>
                  </a:cubicBezTo>
                  <a:cubicBezTo>
                    <a:pt x="2687014" y="128268"/>
                    <a:pt x="2684643" y="131138"/>
                    <a:pt x="2679902" y="131138"/>
                  </a:cubicBezTo>
                  <a:cubicBezTo>
                    <a:pt x="2675161" y="131138"/>
                    <a:pt x="2670109" y="133131"/>
                    <a:pt x="2664747" y="137117"/>
                  </a:cubicBezTo>
                  <a:cubicBezTo>
                    <a:pt x="2659384" y="141103"/>
                    <a:pt x="2652111" y="147305"/>
                    <a:pt x="2642926" y="155723"/>
                  </a:cubicBezTo>
                  <a:cubicBezTo>
                    <a:pt x="2633742" y="164141"/>
                    <a:pt x="2623216" y="173288"/>
                    <a:pt x="2611347" y="183166"/>
                  </a:cubicBezTo>
                  <a:cubicBezTo>
                    <a:pt x="2605970" y="175831"/>
                    <a:pt x="2598541" y="169023"/>
                    <a:pt x="2589059" y="162742"/>
                  </a:cubicBezTo>
                  <a:cubicBezTo>
                    <a:pt x="2614852" y="143420"/>
                    <a:pt x="2636181" y="120417"/>
                    <a:pt x="2653046" y="93733"/>
                  </a:cubicBezTo>
                  <a:close/>
                  <a:moveTo>
                    <a:pt x="107363" y="61615"/>
                  </a:moveTo>
                  <a:lnTo>
                    <a:pt x="107363" y="81189"/>
                  </a:lnTo>
                  <a:lnTo>
                    <a:pt x="305881" y="81189"/>
                  </a:lnTo>
                  <a:lnTo>
                    <a:pt x="305881" y="61615"/>
                  </a:lnTo>
                  <a:close/>
                  <a:moveTo>
                    <a:pt x="975155" y="53371"/>
                  </a:moveTo>
                  <a:cubicBezTo>
                    <a:pt x="1026204" y="55471"/>
                    <a:pt x="1082442" y="56521"/>
                    <a:pt x="1143869" y="56521"/>
                  </a:cubicBezTo>
                  <a:cubicBezTo>
                    <a:pt x="1205295" y="56521"/>
                    <a:pt x="1261245" y="55471"/>
                    <a:pt x="1311718" y="53371"/>
                  </a:cubicBezTo>
                  <a:lnTo>
                    <a:pt x="1311718" y="90318"/>
                  </a:lnTo>
                  <a:cubicBezTo>
                    <a:pt x="1264541" y="89123"/>
                    <a:pt x="1215354" y="88525"/>
                    <a:pt x="1164157" y="88525"/>
                  </a:cubicBezTo>
                  <a:lnTo>
                    <a:pt x="1164157" y="351637"/>
                  </a:lnTo>
                  <a:cubicBezTo>
                    <a:pt x="1242510" y="351637"/>
                    <a:pt x="1300069" y="350289"/>
                    <a:pt x="1336836" y="347593"/>
                  </a:cubicBezTo>
                  <a:lnTo>
                    <a:pt x="1336836" y="389927"/>
                  </a:lnTo>
                  <a:cubicBezTo>
                    <a:pt x="1299845" y="387836"/>
                    <a:pt x="1256459" y="386791"/>
                    <a:pt x="1206677" y="386791"/>
                  </a:cubicBezTo>
                  <a:lnTo>
                    <a:pt x="1076610" y="386791"/>
                  </a:lnTo>
                  <a:cubicBezTo>
                    <a:pt x="1024723" y="386791"/>
                    <a:pt x="979693" y="387836"/>
                    <a:pt x="941522" y="389927"/>
                  </a:cubicBezTo>
                  <a:lnTo>
                    <a:pt x="941522" y="347593"/>
                  </a:lnTo>
                  <a:cubicBezTo>
                    <a:pt x="973283" y="350289"/>
                    <a:pt x="1034429" y="351637"/>
                    <a:pt x="1124959" y="351637"/>
                  </a:cubicBezTo>
                  <a:lnTo>
                    <a:pt x="1124959" y="88525"/>
                  </a:lnTo>
                  <a:cubicBezTo>
                    <a:pt x="1053398" y="88525"/>
                    <a:pt x="1003463" y="89123"/>
                    <a:pt x="975155" y="90318"/>
                  </a:cubicBezTo>
                  <a:close/>
                  <a:moveTo>
                    <a:pt x="2064586" y="36326"/>
                  </a:moveTo>
                  <a:cubicBezTo>
                    <a:pt x="2092842" y="39021"/>
                    <a:pt x="2127005" y="40369"/>
                    <a:pt x="2167074" y="40369"/>
                  </a:cubicBezTo>
                  <a:cubicBezTo>
                    <a:pt x="2207143" y="40369"/>
                    <a:pt x="2240613" y="39021"/>
                    <a:pt x="2267483" y="36326"/>
                  </a:cubicBezTo>
                  <a:lnTo>
                    <a:pt x="2267483" y="74173"/>
                  </a:lnTo>
                  <a:cubicBezTo>
                    <a:pt x="2245456" y="71783"/>
                    <a:pt x="2215998" y="70587"/>
                    <a:pt x="2179108" y="70587"/>
                  </a:cubicBezTo>
                  <a:cubicBezTo>
                    <a:pt x="2175369" y="87656"/>
                    <a:pt x="2169397" y="105839"/>
                    <a:pt x="2161191" y="125137"/>
                  </a:cubicBezTo>
                  <a:cubicBezTo>
                    <a:pt x="2199158" y="125137"/>
                    <a:pt x="2227711" y="124387"/>
                    <a:pt x="2246852" y="122887"/>
                  </a:cubicBezTo>
                  <a:cubicBezTo>
                    <a:pt x="2246256" y="148223"/>
                    <a:pt x="2245959" y="168138"/>
                    <a:pt x="2245959" y="182630"/>
                  </a:cubicBezTo>
                  <a:lnTo>
                    <a:pt x="2245959" y="262461"/>
                  </a:lnTo>
                  <a:cubicBezTo>
                    <a:pt x="2245959" y="279559"/>
                    <a:pt x="2246256" y="300518"/>
                    <a:pt x="2246852" y="325341"/>
                  </a:cubicBezTo>
                  <a:lnTo>
                    <a:pt x="2209904" y="325341"/>
                  </a:lnTo>
                  <a:lnTo>
                    <a:pt x="2209904" y="154462"/>
                  </a:lnTo>
                  <a:lnTo>
                    <a:pt x="2112749" y="154462"/>
                  </a:lnTo>
                  <a:lnTo>
                    <a:pt x="2112749" y="328484"/>
                  </a:lnTo>
                  <a:lnTo>
                    <a:pt x="2075795" y="328484"/>
                  </a:lnTo>
                  <a:cubicBezTo>
                    <a:pt x="2076695" y="306795"/>
                    <a:pt x="2077145" y="285686"/>
                    <a:pt x="2077145" y="265154"/>
                  </a:cubicBezTo>
                  <a:lnTo>
                    <a:pt x="2077145" y="182630"/>
                  </a:lnTo>
                  <a:cubicBezTo>
                    <a:pt x="2077145" y="156098"/>
                    <a:pt x="2076547" y="136184"/>
                    <a:pt x="2075352" y="122887"/>
                  </a:cubicBezTo>
                  <a:cubicBezTo>
                    <a:pt x="2093083" y="124092"/>
                    <a:pt x="2110728" y="124694"/>
                    <a:pt x="2128287" y="124694"/>
                  </a:cubicBezTo>
                  <a:cubicBezTo>
                    <a:pt x="2135497" y="107335"/>
                    <a:pt x="2141024" y="89299"/>
                    <a:pt x="2144868" y="70587"/>
                  </a:cubicBezTo>
                  <a:cubicBezTo>
                    <a:pt x="2116254" y="70587"/>
                    <a:pt x="2089494" y="71783"/>
                    <a:pt x="2064586" y="74173"/>
                  </a:cubicBezTo>
                  <a:close/>
                  <a:moveTo>
                    <a:pt x="68622" y="30947"/>
                  </a:moveTo>
                  <a:cubicBezTo>
                    <a:pt x="86925" y="32147"/>
                    <a:pt x="130568" y="32747"/>
                    <a:pt x="199553" y="32747"/>
                  </a:cubicBezTo>
                  <a:cubicBezTo>
                    <a:pt x="268538" y="32747"/>
                    <a:pt x="316299" y="32147"/>
                    <a:pt x="342835" y="30947"/>
                  </a:cubicBezTo>
                  <a:cubicBezTo>
                    <a:pt x="341935" y="49454"/>
                    <a:pt x="341485" y="69147"/>
                    <a:pt x="341485" y="90025"/>
                  </a:cubicBezTo>
                  <a:cubicBezTo>
                    <a:pt x="341485" y="110904"/>
                    <a:pt x="341935" y="132681"/>
                    <a:pt x="342835" y="155355"/>
                  </a:cubicBezTo>
                  <a:cubicBezTo>
                    <a:pt x="315370" y="154160"/>
                    <a:pt x="266389" y="153562"/>
                    <a:pt x="195892" y="153562"/>
                  </a:cubicBezTo>
                  <a:cubicBezTo>
                    <a:pt x="125395" y="153562"/>
                    <a:pt x="83119" y="154010"/>
                    <a:pt x="69065" y="154905"/>
                  </a:cubicBezTo>
                  <a:cubicBezTo>
                    <a:pt x="70561" y="128992"/>
                    <a:pt x="71309" y="107695"/>
                    <a:pt x="71309" y="91015"/>
                  </a:cubicBezTo>
                  <a:cubicBezTo>
                    <a:pt x="71309" y="74334"/>
                    <a:pt x="70413" y="54311"/>
                    <a:pt x="68622" y="30947"/>
                  </a:cubicBezTo>
                  <a:close/>
                  <a:moveTo>
                    <a:pt x="1961423" y="12551"/>
                  </a:moveTo>
                  <a:cubicBezTo>
                    <a:pt x="1980030" y="14104"/>
                    <a:pt x="1993084" y="14971"/>
                    <a:pt x="2000585" y="15152"/>
                  </a:cubicBezTo>
                  <a:cubicBezTo>
                    <a:pt x="2008086" y="15333"/>
                    <a:pt x="2011837" y="17603"/>
                    <a:pt x="2011837" y="21963"/>
                  </a:cubicBezTo>
                  <a:cubicBezTo>
                    <a:pt x="2011837" y="26323"/>
                    <a:pt x="2010003" y="29813"/>
                    <a:pt x="2006336" y="32432"/>
                  </a:cubicBezTo>
                  <a:cubicBezTo>
                    <a:pt x="2003126" y="35042"/>
                    <a:pt x="2001521" y="40107"/>
                    <a:pt x="2001521" y="47627"/>
                  </a:cubicBezTo>
                  <a:lnTo>
                    <a:pt x="2001521" y="81632"/>
                  </a:lnTo>
                  <a:lnTo>
                    <a:pt x="2034175" y="81632"/>
                  </a:lnTo>
                  <a:cubicBezTo>
                    <a:pt x="2045662" y="81632"/>
                    <a:pt x="2056904" y="80734"/>
                    <a:pt x="2067901" y="78938"/>
                  </a:cubicBezTo>
                  <a:lnTo>
                    <a:pt x="2067901" y="114093"/>
                  </a:lnTo>
                  <a:cubicBezTo>
                    <a:pt x="2056704" y="112597"/>
                    <a:pt x="2045462" y="111850"/>
                    <a:pt x="2034175" y="111850"/>
                  </a:cubicBezTo>
                  <a:lnTo>
                    <a:pt x="2001521" y="111850"/>
                  </a:lnTo>
                  <a:lnTo>
                    <a:pt x="2001521" y="157455"/>
                  </a:lnTo>
                  <a:cubicBezTo>
                    <a:pt x="2031077" y="157184"/>
                    <a:pt x="2054399" y="156277"/>
                    <a:pt x="2071487" y="154733"/>
                  </a:cubicBezTo>
                  <a:lnTo>
                    <a:pt x="2071487" y="190788"/>
                  </a:lnTo>
                  <a:cubicBezTo>
                    <a:pt x="2055814" y="188397"/>
                    <a:pt x="2020678" y="187202"/>
                    <a:pt x="1966081" y="187202"/>
                  </a:cubicBezTo>
                  <a:cubicBezTo>
                    <a:pt x="1911484" y="187202"/>
                    <a:pt x="1875396" y="188397"/>
                    <a:pt x="1857818" y="190788"/>
                  </a:cubicBezTo>
                  <a:lnTo>
                    <a:pt x="1857818" y="154733"/>
                  </a:lnTo>
                  <a:cubicBezTo>
                    <a:pt x="1877253" y="156281"/>
                    <a:pt x="1891607" y="157029"/>
                    <a:pt x="1900880" y="156977"/>
                  </a:cubicBezTo>
                  <a:cubicBezTo>
                    <a:pt x="1900880" y="115962"/>
                    <a:pt x="1900584" y="90227"/>
                    <a:pt x="1899991" y="79771"/>
                  </a:cubicBezTo>
                  <a:cubicBezTo>
                    <a:pt x="1899398" y="69314"/>
                    <a:pt x="1898349" y="59467"/>
                    <a:pt x="1896844" y="50228"/>
                  </a:cubicBezTo>
                  <a:cubicBezTo>
                    <a:pt x="1908912" y="52628"/>
                    <a:pt x="1921797" y="53828"/>
                    <a:pt x="1935499" y="53828"/>
                  </a:cubicBezTo>
                  <a:cubicBezTo>
                    <a:pt x="1942138" y="53828"/>
                    <a:pt x="1945457" y="56037"/>
                    <a:pt x="1945457" y="60454"/>
                  </a:cubicBezTo>
                  <a:cubicBezTo>
                    <a:pt x="1945457" y="64871"/>
                    <a:pt x="1944228" y="67693"/>
                    <a:pt x="1941771" y="68919"/>
                  </a:cubicBezTo>
                  <a:cubicBezTo>
                    <a:pt x="1939313" y="70146"/>
                    <a:pt x="1937594" y="71904"/>
                    <a:pt x="1936613" y="74195"/>
                  </a:cubicBezTo>
                  <a:cubicBezTo>
                    <a:pt x="1935632" y="76486"/>
                    <a:pt x="1935142" y="78543"/>
                    <a:pt x="1935142" y="80367"/>
                  </a:cubicBezTo>
                  <a:lnTo>
                    <a:pt x="1935142" y="157434"/>
                  </a:lnTo>
                  <a:lnTo>
                    <a:pt x="1965017" y="157434"/>
                  </a:lnTo>
                  <a:lnTo>
                    <a:pt x="1965017" y="66915"/>
                  </a:lnTo>
                  <a:cubicBezTo>
                    <a:pt x="1965017" y="45232"/>
                    <a:pt x="1963819" y="27110"/>
                    <a:pt x="1961423" y="12551"/>
                  </a:cubicBezTo>
                  <a:close/>
                  <a:moveTo>
                    <a:pt x="1624003" y="4929"/>
                  </a:moveTo>
                  <a:cubicBezTo>
                    <a:pt x="1634771" y="10058"/>
                    <a:pt x="1642144" y="13286"/>
                    <a:pt x="1646123" y="14612"/>
                  </a:cubicBezTo>
                  <a:cubicBezTo>
                    <a:pt x="1650102" y="15939"/>
                    <a:pt x="1655584" y="16602"/>
                    <a:pt x="1662568" y="16602"/>
                  </a:cubicBezTo>
                  <a:cubicBezTo>
                    <a:pt x="1669552" y="16602"/>
                    <a:pt x="1673044" y="19682"/>
                    <a:pt x="1673044" y="25842"/>
                  </a:cubicBezTo>
                  <a:cubicBezTo>
                    <a:pt x="1673044" y="32003"/>
                    <a:pt x="1669756" y="36319"/>
                    <a:pt x="1663179" y="38790"/>
                  </a:cubicBezTo>
                  <a:cubicBezTo>
                    <a:pt x="1661326" y="39614"/>
                    <a:pt x="1659087" y="42190"/>
                    <a:pt x="1656460" y="46516"/>
                  </a:cubicBezTo>
                  <a:cubicBezTo>
                    <a:pt x="1653834" y="50843"/>
                    <a:pt x="1649456" y="59585"/>
                    <a:pt x="1643326" y="72741"/>
                  </a:cubicBezTo>
                  <a:cubicBezTo>
                    <a:pt x="1637197" y="85898"/>
                    <a:pt x="1632151" y="93795"/>
                    <a:pt x="1628189" y="96433"/>
                  </a:cubicBezTo>
                  <a:lnTo>
                    <a:pt x="1736645" y="96433"/>
                  </a:lnTo>
                  <a:cubicBezTo>
                    <a:pt x="1762353" y="96433"/>
                    <a:pt x="1787199" y="95086"/>
                    <a:pt x="1811183" y="92390"/>
                  </a:cubicBezTo>
                  <a:lnTo>
                    <a:pt x="1811183" y="131138"/>
                  </a:lnTo>
                  <a:cubicBezTo>
                    <a:pt x="1780351" y="128747"/>
                    <a:pt x="1755505" y="127552"/>
                    <a:pt x="1736645" y="127552"/>
                  </a:cubicBezTo>
                  <a:lnTo>
                    <a:pt x="1661829" y="127552"/>
                  </a:lnTo>
                  <a:lnTo>
                    <a:pt x="1661829" y="190174"/>
                  </a:lnTo>
                  <a:lnTo>
                    <a:pt x="1702555" y="190174"/>
                  </a:lnTo>
                  <a:cubicBezTo>
                    <a:pt x="1731564" y="190174"/>
                    <a:pt x="1761046" y="188526"/>
                    <a:pt x="1791002" y="185230"/>
                  </a:cubicBezTo>
                  <a:lnTo>
                    <a:pt x="1791002" y="223528"/>
                  </a:lnTo>
                  <a:cubicBezTo>
                    <a:pt x="1763346" y="220837"/>
                    <a:pt x="1734014" y="219492"/>
                    <a:pt x="1703005" y="219492"/>
                  </a:cubicBezTo>
                  <a:lnTo>
                    <a:pt x="1661829" y="219492"/>
                  </a:lnTo>
                  <a:lnTo>
                    <a:pt x="1661829" y="282121"/>
                  </a:lnTo>
                  <a:lnTo>
                    <a:pt x="1713321" y="282121"/>
                  </a:lnTo>
                  <a:cubicBezTo>
                    <a:pt x="1740119" y="282121"/>
                    <a:pt x="1771395" y="280473"/>
                    <a:pt x="1807147" y="277177"/>
                  </a:cubicBezTo>
                  <a:lnTo>
                    <a:pt x="1807147" y="316818"/>
                  </a:lnTo>
                  <a:cubicBezTo>
                    <a:pt x="1774786" y="314127"/>
                    <a:pt x="1743660" y="312782"/>
                    <a:pt x="1713771" y="312782"/>
                  </a:cubicBezTo>
                  <a:lnTo>
                    <a:pt x="1661829" y="312782"/>
                  </a:lnTo>
                  <a:lnTo>
                    <a:pt x="1661829" y="344093"/>
                  </a:lnTo>
                  <a:cubicBezTo>
                    <a:pt x="1661829" y="369239"/>
                    <a:pt x="1663024" y="396776"/>
                    <a:pt x="1665415" y="426703"/>
                  </a:cubicBezTo>
                  <a:lnTo>
                    <a:pt x="1619495" y="426703"/>
                  </a:lnTo>
                  <a:cubicBezTo>
                    <a:pt x="1622186" y="391437"/>
                    <a:pt x="1623531" y="363900"/>
                    <a:pt x="1623531" y="344093"/>
                  </a:cubicBezTo>
                  <a:lnTo>
                    <a:pt x="1623531" y="127552"/>
                  </a:lnTo>
                  <a:lnTo>
                    <a:pt x="1612615" y="127552"/>
                  </a:lnTo>
                  <a:cubicBezTo>
                    <a:pt x="1593313" y="157512"/>
                    <a:pt x="1570565" y="185021"/>
                    <a:pt x="1544371" y="210076"/>
                  </a:cubicBezTo>
                  <a:cubicBezTo>
                    <a:pt x="1536708" y="200223"/>
                    <a:pt x="1524073" y="193203"/>
                    <a:pt x="1506466" y="189016"/>
                  </a:cubicBezTo>
                  <a:cubicBezTo>
                    <a:pt x="1534737" y="169971"/>
                    <a:pt x="1560877" y="142403"/>
                    <a:pt x="1584887" y="106313"/>
                  </a:cubicBezTo>
                  <a:cubicBezTo>
                    <a:pt x="1608897" y="70223"/>
                    <a:pt x="1621936" y="36428"/>
                    <a:pt x="1624003" y="4929"/>
                  </a:cubicBezTo>
                  <a:close/>
                  <a:moveTo>
                    <a:pt x="668814" y="4036"/>
                  </a:moveTo>
                  <a:cubicBezTo>
                    <a:pt x="679020" y="24381"/>
                    <a:pt x="686257" y="42024"/>
                    <a:pt x="690524" y="56964"/>
                  </a:cubicBezTo>
                  <a:cubicBezTo>
                    <a:pt x="768048" y="56964"/>
                    <a:pt x="827610" y="55316"/>
                    <a:pt x="869211" y="52021"/>
                  </a:cubicBezTo>
                  <a:lnTo>
                    <a:pt x="869211" y="92119"/>
                  </a:lnTo>
                  <a:cubicBezTo>
                    <a:pt x="824334" y="89128"/>
                    <a:pt x="757394" y="87632"/>
                    <a:pt x="668393" y="87632"/>
                  </a:cubicBezTo>
                  <a:cubicBezTo>
                    <a:pt x="579391" y="87632"/>
                    <a:pt x="515457" y="89128"/>
                    <a:pt x="476590" y="92119"/>
                  </a:cubicBezTo>
                  <a:lnTo>
                    <a:pt x="476590" y="52021"/>
                  </a:lnTo>
                  <a:cubicBezTo>
                    <a:pt x="519910" y="55316"/>
                    <a:pt x="578217" y="56964"/>
                    <a:pt x="651512" y="56964"/>
                  </a:cubicBezTo>
                  <a:cubicBezTo>
                    <a:pt x="646402" y="47953"/>
                    <a:pt x="638777" y="34902"/>
                    <a:pt x="628638" y="17809"/>
                  </a:cubicBezTo>
                  <a:close/>
                  <a:moveTo>
                    <a:pt x="2503848" y="0"/>
                  </a:moveTo>
                  <a:cubicBezTo>
                    <a:pt x="2517907" y="15154"/>
                    <a:pt x="2530268" y="33395"/>
                    <a:pt x="2540931" y="54721"/>
                  </a:cubicBezTo>
                  <a:cubicBezTo>
                    <a:pt x="2614231" y="54721"/>
                    <a:pt x="2668905" y="53076"/>
                    <a:pt x="2704952" y="49785"/>
                  </a:cubicBezTo>
                  <a:lnTo>
                    <a:pt x="2704952" y="88082"/>
                  </a:lnTo>
                  <a:cubicBezTo>
                    <a:pt x="2686550" y="86587"/>
                    <a:pt x="2661351" y="85465"/>
                    <a:pt x="2629357" y="84718"/>
                  </a:cubicBezTo>
                  <a:lnTo>
                    <a:pt x="2521736" y="83680"/>
                  </a:lnTo>
                  <a:lnTo>
                    <a:pt x="2528508" y="85689"/>
                  </a:lnTo>
                  <a:cubicBezTo>
                    <a:pt x="2534309" y="88247"/>
                    <a:pt x="2537210" y="91811"/>
                    <a:pt x="2537210" y="96383"/>
                  </a:cubicBezTo>
                  <a:cubicBezTo>
                    <a:pt x="2537210" y="100955"/>
                    <a:pt x="2534606" y="103589"/>
                    <a:pt x="2529398" y="104284"/>
                  </a:cubicBezTo>
                  <a:cubicBezTo>
                    <a:pt x="2524190" y="104980"/>
                    <a:pt x="2517550" y="110428"/>
                    <a:pt x="2509478" y="120629"/>
                  </a:cubicBezTo>
                  <a:cubicBezTo>
                    <a:pt x="2501405" y="130831"/>
                    <a:pt x="2492856" y="138910"/>
                    <a:pt x="2483831" y="144868"/>
                  </a:cubicBezTo>
                  <a:lnTo>
                    <a:pt x="2533288" y="143239"/>
                  </a:lnTo>
                  <a:cubicBezTo>
                    <a:pt x="2543880" y="129928"/>
                    <a:pt x="2552790" y="116119"/>
                    <a:pt x="2560020" y="101813"/>
                  </a:cubicBezTo>
                  <a:cubicBezTo>
                    <a:pt x="2574464" y="112371"/>
                    <a:pt x="2584514" y="118593"/>
                    <a:pt x="2590170" y="120479"/>
                  </a:cubicBezTo>
                  <a:cubicBezTo>
                    <a:pt x="2595825" y="122365"/>
                    <a:pt x="2598653" y="125806"/>
                    <a:pt x="2598653" y="130802"/>
                  </a:cubicBezTo>
                  <a:cubicBezTo>
                    <a:pt x="2598653" y="135798"/>
                    <a:pt x="2595646" y="138639"/>
                    <a:pt x="2589634" y="139324"/>
                  </a:cubicBezTo>
                  <a:cubicBezTo>
                    <a:pt x="2583621" y="140010"/>
                    <a:pt x="2567642" y="153745"/>
                    <a:pt x="2541696" y="180530"/>
                  </a:cubicBezTo>
                  <a:cubicBezTo>
                    <a:pt x="2521617" y="203271"/>
                    <a:pt x="2502329" y="220537"/>
                    <a:pt x="2483831" y="232329"/>
                  </a:cubicBezTo>
                  <a:lnTo>
                    <a:pt x="2566185" y="227535"/>
                  </a:lnTo>
                  <a:cubicBezTo>
                    <a:pt x="2560751" y="223921"/>
                    <a:pt x="2552528" y="214724"/>
                    <a:pt x="2541517" y="199946"/>
                  </a:cubicBezTo>
                  <a:lnTo>
                    <a:pt x="2565670" y="182544"/>
                  </a:lnTo>
                  <a:cubicBezTo>
                    <a:pt x="2590830" y="211448"/>
                    <a:pt x="2610945" y="239713"/>
                    <a:pt x="2626013" y="267340"/>
                  </a:cubicBezTo>
                  <a:lnTo>
                    <a:pt x="2595796" y="283628"/>
                  </a:lnTo>
                  <a:cubicBezTo>
                    <a:pt x="2590399" y="271503"/>
                    <a:pt x="2585258" y="261337"/>
                    <a:pt x="2580372" y="253132"/>
                  </a:cubicBezTo>
                  <a:lnTo>
                    <a:pt x="2535859" y="256832"/>
                  </a:lnTo>
                  <a:lnTo>
                    <a:pt x="2535859" y="302302"/>
                  </a:lnTo>
                  <a:cubicBezTo>
                    <a:pt x="2630704" y="302302"/>
                    <a:pt x="2695291" y="300654"/>
                    <a:pt x="2729619" y="297358"/>
                  </a:cubicBezTo>
                  <a:lnTo>
                    <a:pt x="2729619" y="335656"/>
                  </a:lnTo>
                  <a:cubicBezTo>
                    <a:pt x="2687152" y="332665"/>
                    <a:pt x="2622565" y="331170"/>
                    <a:pt x="2535859" y="331170"/>
                  </a:cubicBezTo>
                  <a:lnTo>
                    <a:pt x="2535859" y="345436"/>
                  </a:lnTo>
                  <a:cubicBezTo>
                    <a:pt x="2535859" y="371382"/>
                    <a:pt x="2537205" y="399519"/>
                    <a:pt x="2539896" y="429846"/>
                  </a:cubicBezTo>
                  <a:lnTo>
                    <a:pt x="2496669" y="429846"/>
                  </a:lnTo>
                  <a:cubicBezTo>
                    <a:pt x="2499360" y="394275"/>
                    <a:pt x="2500705" y="366138"/>
                    <a:pt x="2500705" y="345436"/>
                  </a:cubicBezTo>
                  <a:lnTo>
                    <a:pt x="2500705" y="331170"/>
                  </a:lnTo>
                  <a:cubicBezTo>
                    <a:pt x="2411894" y="331170"/>
                    <a:pt x="2349103" y="332665"/>
                    <a:pt x="2312331" y="335656"/>
                  </a:cubicBezTo>
                  <a:lnTo>
                    <a:pt x="2312331" y="297358"/>
                  </a:lnTo>
                  <a:cubicBezTo>
                    <a:pt x="2348060" y="300654"/>
                    <a:pt x="2410851" y="302302"/>
                    <a:pt x="2500705" y="302302"/>
                  </a:cubicBezTo>
                  <a:lnTo>
                    <a:pt x="2500705" y="259411"/>
                  </a:lnTo>
                  <a:cubicBezTo>
                    <a:pt x="2475935" y="261468"/>
                    <a:pt x="2454840" y="264607"/>
                    <a:pt x="2437419" y="268826"/>
                  </a:cubicBezTo>
                  <a:cubicBezTo>
                    <a:pt x="2435447" y="257877"/>
                    <a:pt x="2431725" y="246919"/>
                    <a:pt x="2426253" y="235951"/>
                  </a:cubicBezTo>
                  <a:cubicBezTo>
                    <a:pt x="2441150" y="231193"/>
                    <a:pt x="2454597" y="223610"/>
                    <a:pt x="2466594" y="213202"/>
                  </a:cubicBezTo>
                  <a:cubicBezTo>
                    <a:pt x="2478590" y="202793"/>
                    <a:pt x="2494595" y="188595"/>
                    <a:pt x="2514607" y="170607"/>
                  </a:cubicBezTo>
                  <a:lnTo>
                    <a:pt x="2476202" y="175479"/>
                  </a:lnTo>
                  <a:cubicBezTo>
                    <a:pt x="2462886" y="176670"/>
                    <a:pt x="2449825" y="178932"/>
                    <a:pt x="2437019" y="182266"/>
                  </a:cubicBezTo>
                  <a:cubicBezTo>
                    <a:pt x="2437019" y="176982"/>
                    <a:pt x="2436420" y="171998"/>
                    <a:pt x="2435224" y="167314"/>
                  </a:cubicBezTo>
                  <a:lnTo>
                    <a:pt x="2430782" y="156465"/>
                  </a:lnTo>
                  <a:lnTo>
                    <a:pt x="2405900" y="177779"/>
                  </a:lnTo>
                  <a:cubicBezTo>
                    <a:pt x="2391798" y="160687"/>
                    <a:pt x="2370474" y="142677"/>
                    <a:pt x="2341928" y="123751"/>
                  </a:cubicBezTo>
                  <a:lnTo>
                    <a:pt x="2361395" y="99569"/>
                  </a:lnTo>
                  <a:lnTo>
                    <a:pt x="2430194" y="155029"/>
                  </a:lnTo>
                  <a:lnTo>
                    <a:pt x="2429839" y="154162"/>
                  </a:lnTo>
                  <a:cubicBezTo>
                    <a:pt x="2451627" y="146990"/>
                    <a:pt x="2474054" y="123468"/>
                    <a:pt x="2497119" y="83596"/>
                  </a:cubicBezTo>
                  <a:cubicBezTo>
                    <a:pt x="2428344" y="83596"/>
                    <a:pt x="2375718" y="85091"/>
                    <a:pt x="2339242" y="88082"/>
                  </a:cubicBezTo>
                  <a:lnTo>
                    <a:pt x="2339242" y="49785"/>
                  </a:lnTo>
                  <a:cubicBezTo>
                    <a:pt x="2373832" y="53076"/>
                    <a:pt x="2429446" y="54721"/>
                    <a:pt x="2506084" y="54721"/>
                  </a:cubicBezTo>
                  <a:cubicBezTo>
                    <a:pt x="2498374" y="45720"/>
                    <a:pt x="2487311" y="34280"/>
                    <a:pt x="2472894" y="20402"/>
                  </a:cubicBezTo>
                  <a:close/>
                  <a:moveTo>
                    <a:pt x="1500023" y="0"/>
                  </a:moveTo>
                  <a:cubicBezTo>
                    <a:pt x="1514877" y="7391"/>
                    <a:pt x="1526421" y="12011"/>
                    <a:pt x="1534656" y="13859"/>
                  </a:cubicBezTo>
                  <a:cubicBezTo>
                    <a:pt x="1542890" y="15707"/>
                    <a:pt x="1547007" y="19434"/>
                    <a:pt x="1547007" y="25042"/>
                  </a:cubicBezTo>
                  <a:cubicBezTo>
                    <a:pt x="1547007" y="30650"/>
                    <a:pt x="1544387" y="34299"/>
                    <a:pt x="1539146" y="35990"/>
                  </a:cubicBezTo>
                  <a:cubicBezTo>
                    <a:pt x="1533904" y="37681"/>
                    <a:pt x="1529048" y="41391"/>
                    <a:pt x="1524576" y="47120"/>
                  </a:cubicBezTo>
                  <a:cubicBezTo>
                    <a:pt x="1520104" y="52849"/>
                    <a:pt x="1512034" y="65394"/>
                    <a:pt x="1500366" y="84753"/>
                  </a:cubicBezTo>
                  <a:lnTo>
                    <a:pt x="1500366" y="426703"/>
                  </a:lnTo>
                  <a:lnTo>
                    <a:pt x="1457582" y="426703"/>
                  </a:lnTo>
                  <a:cubicBezTo>
                    <a:pt x="1460873" y="391389"/>
                    <a:pt x="1462518" y="358769"/>
                    <a:pt x="1462518" y="328841"/>
                  </a:cubicBezTo>
                  <a:lnTo>
                    <a:pt x="1462518" y="136517"/>
                  </a:lnTo>
                  <a:cubicBezTo>
                    <a:pt x="1455389" y="156286"/>
                    <a:pt x="1443006" y="175722"/>
                    <a:pt x="1425371" y="194824"/>
                  </a:cubicBezTo>
                  <a:cubicBezTo>
                    <a:pt x="1415169" y="184861"/>
                    <a:pt x="1403182" y="179189"/>
                    <a:pt x="1389409" y="177808"/>
                  </a:cubicBezTo>
                  <a:cubicBezTo>
                    <a:pt x="1406845" y="161296"/>
                    <a:pt x="1427251" y="136174"/>
                    <a:pt x="1450627" y="102441"/>
                  </a:cubicBezTo>
                  <a:cubicBezTo>
                    <a:pt x="1474004" y="68708"/>
                    <a:pt x="1490469" y="34561"/>
                    <a:pt x="1500023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4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EF07ED0-1FC2-4760-B1A6-E967553C3082}"/>
                </a:ext>
              </a:extLst>
            </p:cNvPr>
            <p:cNvSpPr txBox="1"/>
            <p:nvPr/>
          </p:nvSpPr>
          <p:spPr>
            <a:xfrm>
              <a:off x="1153732" y="2007373"/>
              <a:ext cx="1580991" cy="688423"/>
            </a:xfrm>
            <a:custGeom>
              <a:avLst/>
              <a:gdLst/>
              <a:ahLst/>
              <a:cxnLst/>
              <a:rect l="l" t="t" r="r" b="b"/>
              <a:pathLst>
                <a:path w="877740" h="415495">
                  <a:moveTo>
                    <a:pt x="107642" y="181194"/>
                  </a:moveTo>
                  <a:cubicBezTo>
                    <a:pt x="120219" y="183895"/>
                    <a:pt x="133404" y="185245"/>
                    <a:pt x="147197" y="185245"/>
                  </a:cubicBezTo>
                  <a:cubicBezTo>
                    <a:pt x="154731" y="185245"/>
                    <a:pt x="158498" y="187287"/>
                    <a:pt x="158498" y="191371"/>
                  </a:cubicBezTo>
                  <a:cubicBezTo>
                    <a:pt x="158498" y="195454"/>
                    <a:pt x="156704" y="198468"/>
                    <a:pt x="153115" y="200411"/>
                  </a:cubicBezTo>
                  <a:cubicBezTo>
                    <a:pt x="149527" y="202354"/>
                    <a:pt x="147732" y="204950"/>
                    <a:pt x="147732" y="208198"/>
                  </a:cubicBezTo>
                  <a:lnTo>
                    <a:pt x="147732" y="243552"/>
                  </a:lnTo>
                  <a:cubicBezTo>
                    <a:pt x="182846" y="243552"/>
                    <a:pt x="212898" y="241904"/>
                    <a:pt x="237886" y="238609"/>
                  </a:cubicBezTo>
                  <a:lnTo>
                    <a:pt x="237886" y="280042"/>
                  </a:lnTo>
                  <a:cubicBezTo>
                    <a:pt x="212593" y="277052"/>
                    <a:pt x="182541" y="275556"/>
                    <a:pt x="147732" y="275556"/>
                  </a:cubicBezTo>
                  <a:lnTo>
                    <a:pt x="147732" y="338628"/>
                  </a:lnTo>
                  <a:cubicBezTo>
                    <a:pt x="184889" y="333037"/>
                    <a:pt x="218977" y="326608"/>
                    <a:pt x="249995" y="319340"/>
                  </a:cubicBezTo>
                  <a:cubicBezTo>
                    <a:pt x="247304" y="330889"/>
                    <a:pt x="245959" y="339193"/>
                    <a:pt x="245959" y="344250"/>
                  </a:cubicBezTo>
                  <a:cubicBezTo>
                    <a:pt x="245959" y="349308"/>
                    <a:pt x="246109" y="354378"/>
                    <a:pt x="246409" y="359459"/>
                  </a:cubicBezTo>
                  <a:cubicBezTo>
                    <a:pt x="154250" y="367780"/>
                    <a:pt x="76133" y="380626"/>
                    <a:pt x="12058" y="398000"/>
                  </a:cubicBezTo>
                  <a:cubicBezTo>
                    <a:pt x="10948" y="383093"/>
                    <a:pt x="6929" y="368220"/>
                    <a:pt x="0" y="353380"/>
                  </a:cubicBezTo>
                  <a:cubicBezTo>
                    <a:pt x="36247" y="351685"/>
                    <a:pt x="73325" y="348310"/>
                    <a:pt x="111235" y="343257"/>
                  </a:cubicBezTo>
                  <a:lnTo>
                    <a:pt x="111235" y="275556"/>
                  </a:lnTo>
                  <a:cubicBezTo>
                    <a:pt x="74297" y="275556"/>
                    <a:pt x="43198" y="277052"/>
                    <a:pt x="17937" y="280042"/>
                  </a:cubicBezTo>
                  <a:lnTo>
                    <a:pt x="17937" y="238609"/>
                  </a:lnTo>
                  <a:cubicBezTo>
                    <a:pt x="42888" y="241904"/>
                    <a:pt x="73987" y="243552"/>
                    <a:pt x="111235" y="243552"/>
                  </a:cubicBezTo>
                  <a:cubicBezTo>
                    <a:pt x="110940" y="217592"/>
                    <a:pt x="109742" y="196806"/>
                    <a:pt x="107642" y="181194"/>
                  </a:cubicBezTo>
                  <a:close/>
                  <a:moveTo>
                    <a:pt x="698768" y="144590"/>
                  </a:moveTo>
                  <a:cubicBezTo>
                    <a:pt x="673336" y="147271"/>
                    <a:pt x="645233" y="149026"/>
                    <a:pt x="614457" y="149855"/>
                  </a:cubicBezTo>
                  <a:lnTo>
                    <a:pt x="614457" y="215291"/>
                  </a:lnTo>
                  <a:lnTo>
                    <a:pt x="705783" y="215291"/>
                  </a:lnTo>
                  <a:cubicBezTo>
                    <a:pt x="701911" y="192284"/>
                    <a:pt x="699573" y="168716"/>
                    <a:pt x="698768" y="144590"/>
                  </a:cubicBezTo>
                  <a:close/>
                  <a:moveTo>
                    <a:pt x="819462" y="91940"/>
                  </a:moveTo>
                  <a:cubicBezTo>
                    <a:pt x="824767" y="106185"/>
                    <a:pt x="830384" y="116405"/>
                    <a:pt x="836314" y="122601"/>
                  </a:cubicBezTo>
                  <a:cubicBezTo>
                    <a:pt x="839114" y="125873"/>
                    <a:pt x="840514" y="129384"/>
                    <a:pt x="840514" y="133135"/>
                  </a:cubicBezTo>
                  <a:cubicBezTo>
                    <a:pt x="840514" y="136885"/>
                    <a:pt x="838539" y="138760"/>
                    <a:pt x="834588" y="138760"/>
                  </a:cubicBezTo>
                  <a:cubicBezTo>
                    <a:pt x="830638" y="138760"/>
                    <a:pt x="827167" y="138163"/>
                    <a:pt x="824176" y="136967"/>
                  </a:cubicBezTo>
                  <a:cubicBezTo>
                    <a:pt x="821185" y="135772"/>
                    <a:pt x="815144" y="135174"/>
                    <a:pt x="806053" y="135174"/>
                  </a:cubicBezTo>
                  <a:cubicBezTo>
                    <a:pt x="796961" y="135174"/>
                    <a:pt x="773015" y="137267"/>
                    <a:pt x="734215" y="141454"/>
                  </a:cubicBezTo>
                  <a:cubicBezTo>
                    <a:pt x="734215" y="165247"/>
                    <a:pt x="736108" y="189860"/>
                    <a:pt x="739894" y="215291"/>
                  </a:cubicBezTo>
                  <a:cubicBezTo>
                    <a:pt x="787367" y="215291"/>
                    <a:pt x="824045" y="214094"/>
                    <a:pt x="849930" y="211698"/>
                  </a:cubicBezTo>
                  <a:lnTo>
                    <a:pt x="849930" y="247302"/>
                  </a:lnTo>
                  <a:cubicBezTo>
                    <a:pt x="821464" y="246702"/>
                    <a:pt x="786331" y="246402"/>
                    <a:pt x="744531" y="246402"/>
                  </a:cubicBezTo>
                  <a:cubicBezTo>
                    <a:pt x="754156" y="283993"/>
                    <a:pt x="768787" y="313547"/>
                    <a:pt x="788425" y="335064"/>
                  </a:cubicBezTo>
                  <a:cubicBezTo>
                    <a:pt x="808064" y="356580"/>
                    <a:pt x="821209" y="367339"/>
                    <a:pt x="827863" y="367339"/>
                  </a:cubicBezTo>
                  <a:cubicBezTo>
                    <a:pt x="830268" y="367339"/>
                    <a:pt x="832430" y="363947"/>
                    <a:pt x="834349" y="357163"/>
                  </a:cubicBezTo>
                  <a:cubicBezTo>
                    <a:pt x="836268" y="350379"/>
                    <a:pt x="838078" y="337173"/>
                    <a:pt x="839778" y="317547"/>
                  </a:cubicBezTo>
                  <a:cubicBezTo>
                    <a:pt x="853194" y="329377"/>
                    <a:pt x="865848" y="335828"/>
                    <a:pt x="877740" y="336899"/>
                  </a:cubicBezTo>
                  <a:cubicBezTo>
                    <a:pt x="872449" y="362007"/>
                    <a:pt x="866303" y="380262"/>
                    <a:pt x="859302" y="391663"/>
                  </a:cubicBezTo>
                  <a:cubicBezTo>
                    <a:pt x="852301" y="403065"/>
                    <a:pt x="843467" y="408766"/>
                    <a:pt x="832799" y="408766"/>
                  </a:cubicBezTo>
                  <a:cubicBezTo>
                    <a:pt x="816430" y="408766"/>
                    <a:pt x="794665" y="393882"/>
                    <a:pt x="767505" y="364114"/>
                  </a:cubicBezTo>
                  <a:cubicBezTo>
                    <a:pt x="740344" y="334346"/>
                    <a:pt x="721402" y="295109"/>
                    <a:pt x="710676" y="246402"/>
                  </a:cubicBezTo>
                  <a:lnTo>
                    <a:pt x="614457" y="246402"/>
                  </a:lnTo>
                  <a:lnTo>
                    <a:pt x="614457" y="351187"/>
                  </a:lnTo>
                  <a:lnTo>
                    <a:pt x="700575" y="298259"/>
                  </a:lnTo>
                  <a:cubicBezTo>
                    <a:pt x="699680" y="312532"/>
                    <a:pt x="700875" y="324591"/>
                    <a:pt x="704161" y="334435"/>
                  </a:cubicBezTo>
                  <a:lnTo>
                    <a:pt x="698359" y="337923"/>
                  </a:lnTo>
                  <a:lnTo>
                    <a:pt x="729516" y="358570"/>
                  </a:lnTo>
                  <a:cubicBezTo>
                    <a:pt x="739616" y="366123"/>
                    <a:pt x="748657" y="373835"/>
                    <a:pt x="756639" y="381705"/>
                  </a:cubicBezTo>
                  <a:lnTo>
                    <a:pt x="732886" y="406522"/>
                  </a:lnTo>
                  <a:cubicBezTo>
                    <a:pt x="720861" y="392959"/>
                    <a:pt x="701511" y="377600"/>
                    <a:pt x="674836" y="360445"/>
                  </a:cubicBezTo>
                  <a:lnTo>
                    <a:pt x="690544" y="342621"/>
                  </a:lnTo>
                  <a:lnTo>
                    <a:pt x="624730" y="382184"/>
                  </a:lnTo>
                  <a:cubicBezTo>
                    <a:pt x="611995" y="389704"/>
                    <a:pt x="599398" y="399014"/>
                    <a:pt x="586940" y="410116"/>
                  </a:cubicBezTo>
                  <a:cubicBezTo>
                    <a:pt x="580953" y="398681"/>
                    <a:pt x="572726" y="388794"/>
                    <a:pt x="562258" y="380455"/>
                  </a:cubicBezTo>
                  <a:cubicBezTo>
                    <a:pt x="569373" y="373378"/>
                    <a:pt x="574142" y="367351"/>
                    <a:pt x="576563" y="362374"/>
                  </a:cubicBezTo>
                  <a:cubicBezTo>
                    <a:pt x="578985" y="357397"/>
                    <a:pt x="580196" y="350406"/>
                    <a:pt x="580196" y="341400"/>
                  </a:cubicBezTo>
                  <a:lnTo>
                    <a:pt x="580196" y="186666"/>
                  </a:lnTo>
                  <a:cubicBezTo>
                    <a:pt x="580196" y="156043"/>
                    <a:pt x="579151" y="132093"/>
                    <a:pt x="577060" y="114814"/>
                  </a:cubicBezTo>
                  <a:cubicBezTo>
                    <a:pt x="588080" y="115719"/>
                    <a:pt x="599022" y="116172"/>
                    <a:pt x="609885" y="116172"/>
                  </a:cubicBezTo>
                  <a:cubicBezTo>
                    <a:pt x="644875" y="116172"/>
                    <a:pt x="683783" y="113801"/>
                    <a:pt x="726607" y="109060"/>
                  </a:cubicBezTo>
                  <a:cubicBezTo>
                    <a:pt x="769431" y="104319"/>
                    <a:pt x="800383" y="98612"/>
                    <a:pt x="819462" y="91940"/>
                  </a:cubicBezTo>
                  <a:close/>
                  <a:moveTo>
                    <a:pt x="267762" y="58750"/>
                  </a:moveTo>
                  <a:cubicBezTo>
                    <a:pt x="277910" y="61451"/>
                    <a:pt x="290648" y="62801"/>
                    <a:pt x="305973" y="62801"/>
                  </a:cubicBezTo>
                  <a:cubicBezTo>
                    <a:pt x="312312" y="62801"/>
                    <a:pt x="315482" y="64884"/>
                    <a:pt x="315482" y="69052"/>
                  </a:cubicBezTo>
                  <a:cubicBezTo>
                    <a:pt x="315482" y="73219"/>
                    <a:pt x="313911" y="76274"/>
                    <a:pt x="310770" y="78217"/>
                  </a:cubicBezTo>
                  <a:cubicBezTo>
                    <a:pt x="307630" y="80160"/>
                    <a:pt x="306059" y="83270"/>
                    <a:pt x="306059" y="87547"/>
                  </a:cubicBezTo>
                  <a:lnTo>
                    <a:pt x="306059" y="220756"/>
                  </a:lnTo>
                  <a:cubicBezTo>
                    <a:pt x="306059" y="242659"/>
                    <a:pt x="307107" y="267953"/>
                    <a:pt x="309202" y="296637"/>
                  </a:cubicBezTo>
                  <a:lnTo>
                    <a:pt x="268212" y="296637"/>
                  </a:lnTo>
                  <a:cubicBezTo>
                    <a:pt x="270302" y="267038"/>
                    <a:pt x="271348" y="241745"/>
                    <a:pt x="271348" y="220756"/>
                  </a:cubicBezTo>
                  <a:lnTo>
                    <a:pt x="271348" y="122980"/>
                  </a:lnTo>
                  <a:cubicBezTo>
                    <a:pt x="271348" y="97238"/>
                    <a:pt x="270152" y="75829"/>
                    <a:pt x="267762" y="58750"/>
                  </a:cubicBezTo>
                  <a:close/>
                  <a:moveTo>
                    <a:pt x="8072" y="28254"/>
                  </a:moveTo>
                  <a:cubicBezTo>
                    <a:pt x="37223" y="30949"/>
                    <a:pt x="78433" y="32297"/>
                    <a:pt x="131702" y="32297"/>
                  </a:cubicBezTo>
                  <a:cubicBezTo>
                    <a:pt x="184970" y="32297"/>
                    <a:pt x="225897" y="30949"/>
                    <a:pt x="254481" y="28254"/>
                  </a:cubicBezTo>
                  <a:lnTo>
                    <a:pt x="254481" y="67451"/>
                  </a:lnTo>
                  <a:cubicBezTo>
                    <a:pt x="225416" y="65056"/>
                    <a:pt x="187154" y="63858"/>
                    <a:pt x="139696" y="63858"/>
                  </a:cubicBezTo>
                  <a:cubicBezTo>
                    <a:pt x="119426" y="92814"/>
                    <a:pt x="95195" y="121163"/>
                    <a:pt x="67001" y="148904"/>
                  </a:cubicBezTo>
                  <a:lnTo>
                    <a:pt x="191066" y="143575"/>
                  </a:lnTo>
                  <a:cubicBezTo>
                    <a:pt x="178079" y="132531"/>
                    <a:pt x="163727" y="119422"/>
                    <a:pt x="148011" y="104249"/>
                  </a:cubicBezTo>
                  <a:lnTo>
                    <a:pt x="174407" y="82075"/>
                  </a:lnTo>
                  <a:cubicBezTo>
                    <a:pt x="205773" y="112317"/>
                    <a:pt x="232912" y="143806"/>
                    <a:pt x="255824" y="176544"/>
                  </a:cubicBezTo>
                  <a:lnTo>
                    <a:pt x="225906" y="197968"/>
                  </a:lnTo>
                  <a:cubicBezTo>
                    <a:pt x="219948" y="188043"/>
                    <a:pt x="214048" y="179073"/>
                    <a:pt x="208204" y="171057"/>
                  </a:cubicBezTo>
                  <a:lnTo>
                    <a:pt x="86075" y="180923"/>
                  </a:lnTo>
                  <a:cubicBezTo>
                    <a:pt x="63581" y="182675"/>
                    <a:pt x="43993" y="185666"/>
                    <a:pt x="27310" y="189895"/>
                  </a:cubicBezTo>
                  <a:cubicBezTo>
                    <a:pt x="24743" y="175065"/>
                    <a:pt x="20273" y="160482"/>
                    <a:pt x="13901" y="146147"/>
                  </a:cubicBezTo>
                  <a:cubicBezTo>
                    <a:pt x="22940" y="145685"/>
                    <a:pt x="30393" y="143203"/>
                    <a:pt x="36258" y="138700"/>
                  </a:cubicBezTo>
                  <a:cubicBezTo>
                    <a:pt x="42123" y="134197"/>
                    <a:pt x="51994" y="123605"/>
                    <a:pt x="65872" y="106924"/>
                  </a:cubicBezTo>
                  <a:cubicBezTo>
                    <a:pt x="79750" y="90244"/>
                    <a:pt x="90982" y="75888"/>
                    <a:pt x="99569" y="63858"/>
                  </a:cubicBezTo>
                  <a:cubicBezTo>
                    <a:pt x="61388" y="63858"/>
                    <a:pt x="30889" y="65056"/>
                    <a:pt x="8072" y="67451"/>
                  </a:cubicBezTo>
                  <a:close/>
                  <a:moveTo>
                    <a:pt x="345357" y="1793"/>
                  </a:moveTo>
                  <a:cubicBezTo>
                    <a:pt x="355758" y="3941"/>
                    <a:pt x="363338" y="5077"/>
                    <a:pt x="368096" y="5201"/>
                  </a:cubicBezTo>
                  <a:cubicBezTo>
                    <a:pt x="372853" y="5325"/>
                    <a:pt x="378729" y="5387"/>
                    <a:pt x="385723" y="5387"/>
                  </a:cubicBezTo>
                  <a:cubicBezTo>
                    <a:pt x="392716" y="5387"/>
                    <a:pt x="396213" y="7802"/>
                    <a:pt x="396213" y="12634"/>
                  </a:cubicBezTo>
                  <a:cubicBezTo>
                    <a:pt x="396213" y="17465"/>
                    <a:pt x="394568" y="20778"/>
                    <a:pt x="391277" y="22571"/>
                  </a:cubicBezTo>
                  <a:cubicBezTo>
                    <a:pt x="387986" y="24364"/>
                    <a:pt x="386341" y="27334"/>
                    <a:pt x="386341" y="31483"/>
                  </a:cubicBezTo>
                  <a:lnTo>
                    <a:pt x="386341" y="364724"/>
                  </a:lnTo>
                  <a:cubicBezTo>
                    <a:pt x="386341" y="376045"/>
                    <a:pt x="384357" y="384896"/>
                    <a:pt x="380390" y="391278"/>
                  </a:cubicBezTo>
                  <a:cubicBezTo>
                    <a:pt x="376423" y="397659"/>
                    <a:pt x="368773" y="402686"/>
                    <a:pt x="357441" y="406358"/>
                  </a:cubicBezTo>
                  <a:cubicBezTo>
                    <a:pt x="346108" y="410030"/>
                    <a:pt x="327579" y="413076"/>
                    <a:pt x="301852" y="415495"/>
                  </a:cubicBezTo>
                  <a:cubicBezTo>
                    <a:pt x="301852" y="400407"/>
                    <a:pt x="296918" y="384503"/>
                    <a:pt x="287050" y="367782"/>
                  </a:cubicBezTo>
                  <a:cubicBezTo>
                    <a:pt x="307590" y="370778"/>
                    <a:pt x="321737" y="372275"/>
                    <a:pt x="329491" y="372275"/>
                  </a:cubicBezTo>
                  <a:cubicBezTo>
                    <a:pt x="337244" y="372275"/>
                    <a:pt x="342424" y="371351"/>
                    <a:pt x="345032" y="369504"/>
                  </a:cubicBezTo>
                  <a:cubicBezTo>
                    <a:pt x="347639" y="367656"/>
                    <a:pt x="348943" y="363074"/>
                    <a:pt x="348943" y="355759"/>
                  </a:cubicBezTo>
                  <a:lnTo>
                    <a:pt x="348943" y="79917"/>
                  </a:lnTo>
                  <a:cubicBezTo>
                    <a:pt x="348943" y="49847"/>
                    <a:pt x="347748" y="23805"/>
                    <a:pt x="345357" y="1793"/>
                  </a:cubicBezTo>
                  <a:close/>
                  <a:moveTo>
                    <a:pt x="667107" y="0"/>
                  </a:moveTo>
                  <a:cubicBezTo>
                    <a:pt x="681156" y="15607"/>
                    <a:pt x="693372" y="32952"/>
                    <a:pt x="703754" y="52035"/>
                  </a:cubicBezTo>
                  <a:cubicBezTo>
                    <a:pt x="789903" y="52035"/>
                    <a:pt x="841469" y="50537"/>
                    <a:pt x="858452" y="47542"/>
                  </a:cubicBezTo>
                  <a:lnTo>
                    <a:pt x="858452" y="85389"/>
                  </a:lnTo>
                  <a:cubicBezTo>
                    <a:pt x="838045" y="83594"/>
                    <a:pt x="797499" y="82696"/>
                    <a:pt x="736815" y="82696"/>
                  </a:cubicBezTo>
                  <a:lnTo>
                    <a:pt x="548963" y="82696"/>
                  </a:lnTo>
                  <a:cubicBezTo>
                    <a:pt x="549273" y="107814"/>
                    <a:pt x="549428" y="128266"/>
                    <a:pt x="549428" y="144054"/>
                  </a:cubicBezTo>
                  <a:cubicBezTo>
                    <a:pt x="549428" y="223516"/>
                    <a:pt x="545786" y="280163"/>
                    <a:pt x="538501" y="313993"/>
                  </a:cubicBezTo>
                  <a:cubicBezTo>
                    <a:pt x="531217" y="347823"/>
                    <a:pt x="517193" y="381507"/>
                    <a:pt x="496428" y="415045"/>
                  </a:cubicBezTo>
                  <a:cubicBezTo>
                    <a:pt x="484917" y="408282"/>
                    <a:pt x="472175" y="402927"/>
                    <a:pt x="458202" y="398979"/>
                  </a:cubicBezTo>
                  <a:cubicBezTo>
                    <a:pt x="478990" y="369970"/>
                    <a:pt x="493531" y="338734"/>
                    <a:pt x="501825" y="305270"/>
                  </a:cubicBezTo>
                  <a:cubicBezTo>
                    <a:pt x="510119" y="271807"/>
                    <a:pt x="514266" y="228086"/>
                    <a:pt x="514266" y="174108"/>
                  </a:cubicBezTo>
                  <a:cubicBezTo>
                    <a:pt x="514266" y="139660"/>
                    <a:pt x="512623" y="97472"/>
                    <a:pt x="509337" y="47542"/>
                  </a:cubicBezTo>
                  <a:cubicBezTo>
                    <a:pt x="525982" y="50537"/>
                    <a:pt x="578007" y="52035"/>
                    <a:pt x="665414" y="52035"/>
                  </a:cubicBezTo>
                  <a:cubicBezTo>
                    <a:pt x="656393" y="43167"/>
                    <a:pt x="645780" y="31845"/>
                    <a:pt x="633574" y="1806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3E56979-6919-4548-8B71-35D9C9C7211E}"/>
                </a:ext>
              </a:extLst>
            </p:cNvPr>
            <p:cNvSpPr txBox="1"/>
            <p:nvPr/>
          </p:nvSpPr>
          <p:spPr>
            <a:xfrm>
              <a:off x="2865436" y="2024155"/>
              <a:ext cx="2373189" cy="701796"/>
            </a:xfrm>
            <a:custGeom>
              <a:avLst/>
              <a:gdLst/>
              <a:ahLst/>
              <a:cxnLst/>
              <a:rect l="l" t="t" r="r" b="b"/>
              <a:pathLst>
                <a:path w="1317555" h="423567">
                  <a:moveTo>
                    <a:pt x="0" y="200482"/>
                  </a:moveTo>
                  <a:cubicBezTo>
                    <a:pt x="43148" y="203182"/>
                    <a:pt x="111268" y="204533"/>
                    <a:pt x="204361" y="204533"/>
                  </a:cubicBezTo>
                  <a:cubicBezTo>
                    <a:pt x="297453" y="204533"/>
                    <a:pt x="365440" y="203182"/>
                    <a:pt x="408322" y="200482"/>
                  </a:cubicBezTo>
                  <a:lnTo>
                    <a:pt x="408322" y="236987"/>
                  </a:lnTo>
                  <a:cubicBezTo>
                    <a:pt x="358444" y="234596"/>
                    <a:pt x="297149" y="233400"/>
                    <a:pt x="224435" y="233400"/>
                  </a:cubicBezTo>
                  <a:lnTo>
                    <a:pt x="224435" y="276742"/>
                  </a:lnTo>
                  <a:cubicBezTo>
                    <a:pt x="288867" y="276742"/>
                    <a:pt x="333120" y="275244"/>
                    <a:pt x="357194" y="272248"/>
                  </a:cubicBezTo>
                  <a:lnTo>
                    <a:pt x="357194" y="309646"/>
                  </a:lnTo>
                  <a:cubicBezTo>
                    <a:pt x="333239" y="307855"/>
                    <a:pt x="288986" y="306960"/>
                    <a:pt x="224435" y="306960"/>
                  </a:cubicBezTo>
                  <a:lnTo>
                    <a:pt x="224435" y="373889"/>
                  </a:lnTo>
                  <a:cubicBezTo>
                    <a:pt x="241046" y="376699"/>
                    <a:pt x="264833" y="378104"/>
                    <a:pt x="295794" y="378104"/>
                  </a:cubicBezTo>
                  <a:cubicBezTo>
                    <a:pt x="326755" y="378104"/>
                    <a:pt x="366807" y="376606"/>
                    <a:pt x="415952" y="373611"/>
                  </a:cubicBezTo>
                  <a:cubicBezTo>
                    <a:pt x="412027" y="383469"/>
                    <a:pt x="409551" y="389943"/>
                    <a:pt x="408522" y="393031"/>
                  </a:cubicBezTo>
                  <a:cubicBezTo>
                    <a:pt x="407493" y="396120"/>
                    <a:pt x="406979" y="402522"/>
                    <a:pt x="406979" y="412237"/>
                  </a:cubicBezTo>
                  <a:cubicBezTo>
                    <a:pt x="382400" y="412913"/>
                    <a:pt x="360692" y="413252"/>
                    <a:pt x="341857" y="413252"/>
                  </a:cubicBezTo>
                  <a:cubicBezTo>
                    <a:pt x="291793" y="413252"/>
                    <a:pt x="251261" y="411211"/>
                    <a:pt x="220259" y="407129"/>
                  </a:cubicBezTo>
                  <a:cubicBezTo>
                    <a:pt x="189258" y="403048"/>
                    <a:pt x="162995" y="394212"/>
                    <a:pt x="141471" y="380622"/>
                  </a:cubicBezTo>
                  <a:cubicBezTo>
                    <a:pt x="119947" y="367033"/>
                    <a:pt x="103967" y="352644"/>
                    <a:pt x="93533" y="337456"/>
                  </a:cubicBezTo>
                  <a:cubicBezTo>
                    <a:pt x="77359" y="367893"/>
                    <a:pt x="57392" y="395702"/>
                    <a:pt x="33632" y="420881"/>
                  </a:cubicBezTo>
                  <a:cubicBezTo>
                    <a:pt x="24360" y="411708"/>
                    <a:pt x="14497" y="404191"/>
                    <a:pt x="4043" y="398328"/>
                  </a:cubicBezTo>
                  <a:cubicBezTo>
                    <a:pt x="49110" y="359295"/>
                    <a:pt x="77790" y="310839"/>
                    <a:pt x="90082" y="252960"/>
                  </a:cubicBezTo>
                  <a:cubicBezTo>
                    <a:pt x="104941" y="259818"/>
                    <a:pt x="116883" y="264554"/>
                    <a:pt x="125908" y="267169"/>
                  </a:cubicBezTo>
                  <a:cubicBezTo>
                    <a:pt x="130894" y="269164"/>
                    <a:pt x="133388" y="272165"/>
                    <a:pt x="133388" y="276170"/>
                  </a:cubicBezTo>
                  <a:cubicBezTo>
                    <a:pt x="133388" y="280175"/>
                    <a:pt x="130956" y="283556"/>
                    <a:pt x="126094" y="286311"/>
                  </a:cubicBezTo>
                  <a:cubicBezTo>
                    <a:pt x="121231" y="289066"/>
                    <a:pt x="115440" y="296992"/>
                    <a:pt x="108720" y="310089"/>
                  </a:cubicBezTo>
                  <a:cubicBezTo>
                    <a:pt x="130018" y="337644"/>
                    <a:pt x="156271" y="356278"/>
                    <a:pt x="187480" y="365988"/>
                  </a:cubicBezTo>
                  <a:lnTo>
                    <a:pt x="187480" y="233400"/>
                  </a:lnTo>
                  <a:cubicBezTo>
                    <a:pt x="112033" y="233400"/>
                    <a:pt x="49539" y="234596"/>
                    <a:pt x="0" y="236987"/>
                  </a:cubicBezTo>
                  <a:close/>
                  <a:moveTo>
                    <a:pt x="112306" y="126651"/>
                  </a:moveTo>
                  <a:lnTo>
                    <a:pt x="112306" y="155198"/>
                  </a:lnTo>
                  <a:lnTo>
                    <a:pt x="295122" y="155198"/>
                  </a:lnTo>
                  <a:lnTo>
                    <a:pt x="295122" y="126651"/>
                  </a:lnTo>
                  <a:close/>
                  <a:moveTo>
                    <a:pt x="1198890" y="84768"/>
                  </a:moveTo>
                  <a:cubicBezTo>
                    <a:pt x="1213230" y="91664"/>
                    <a:pt x="1224407" y="96448"/>
                    <a:pt x="1232423" y="99119"/>
                  </a:cubicBezTo>
                  <a:cubicBezTo>
                    <a:pt x="1240438" y="101791"/>
                    <a:pt x="1244446" y="105769"/>
                    <a:pt x="1244446" y="111053"/>
                  </a:cubicBezTo>
                  <a:cubicBezTo>
                    <a:pt x="1244446" y="116337"/>
                    <a:pt x="1240912" y="119858"/>
                    <a:pt x="1233844" y="121615"/>
                  </a:cubicBezTo>
                  <a:cubicBezTo>
                    <a:pt x="1232430" y="122010"/>
                    <a:pt x="1229257" y="124331"/>
                    <a:pt x="1224325" y="128577"/>
                  </a:cubicBezTo>
                  <a:cubicBezTo>
                    <a:pt x="1219394" y="132822"/>
                    <a:pt x="1215037" y="135562"/>
                    <a:pt x="1211256" y="136796"/>
                  </a:cubicBezTo>
                  <a:cubicBezTo>
                    <a:pt x="1169503" y="198403"/>
                    <a:pt x="1138648" y="241286"/>
                    <a:pt x="1118691" y="265444"/>
                  </a:cubicBezTo>
                  <a:cubicBezTo>
                    <a:pt x="1098733" y="289602"/>
                    <a:pt x="1075617" y="312801"/>
                    <a:pt x="1049343" y="335042"/>
                  </a:cubicBezTo>
                  <a:lnTo>
                    <a:pt x="1243374" y="328219"/>
                  </a:lnTo>
                  <a:cubicBezTo>
                    <a:pt x="1231430" y="312879"/>
                    <a:pt x="1213339" y="290017"/>
                    <a:pt x="1189103" y="259632"/>
                  </a:cubicBezTo>
                  <a:lnTo>
                    <a:pt x="1215985" y="240401"/>
                  </a:lnTo>
                  <a:cubicBezTo>
                    <a:pt x="1254418" y="284964"/>
                    <a:pt x="1288275" y="332727"/>
                    <a:pt x="1317555" y="383691"/>
                  </a:cubicBezTo>
                  <a:lnTo>
                    <a:pt x="1285236" y="399800"/>
                  </a:lnTo>
                  <a:lnTo>
                    <a:pt x="1261133" y="360781"/>
                  </a:lnTo>
                  <a:cubicBezTo>
                    <a:pt x="1172013" y="365848"/>
                    <a:pt x="1109293" y="369801"/>
                    <a:pt x="1072974" y="372639"/>
                  </a:cubicBezTo>
                  <a:cubicBezTo>
                    <a:pt x="1036655" y="375478"/>
                    <a:pt x="1007673" y="379297"/>
                    <a:pt x="986028" y="384098"/>
                  </a:cubicBezTo>
                  <a:cubicBezTo>
                    <a:pt x="984532" y="370653"/>
                    <a:pt x="981060" y="357999"/>
                    <a:pt x="975612" y="346136"/>
                  </a:cubicBezTo>
                  <a:cubicBezTo>
                    <a:pt x="988923" y="340683"/>
                    <a:pt x="1001733" y="333194"/>
                    <a:pt x="1014042" y="323669"/>
                  </a:cubicBezTo>
                  <a:cubicBezTo>
                    <a:pt x="1026351" y="314144"/>
                    <a:pt x="1045231" y="294657"/>
                    <a:pt x="1070685" y="265208"/>
                  </a:cubicBezTo>
                  <a:cubicBezTo>
                    <a:pt x="1096138" y="235759"/>
                    <a:pt x="1119799" y="205605"/>
                    <a:pt x="1141669" y="174747"/>
                  </a:cubicBezTo>
                  <a:cubicBezTo>
                    <a:pt x="1163538" y="143888"/>
                    <a:pt x="1182612" y="113895"/>
                    <a:pt x="1198890" y="84768"/>
                  </a:cubicBezTo>
                  <a:close/>
                  <a:moveTo>
                    <a:pt x="112306" y="64308"/>
                  </a:moveTo>
                  <a:lnTo>
                    <a:pt x="112306" y="97333"/>
                  </a:lnTo>
                  <a:lnTo>
                    <a:pt x="295122" y="97333"/>
                  </a:lnTo>
                  <a:lnTo>
                    <a:pt x="295122" y="64308"/>
                  </a:lnTo>
                  <a:close/>
                  <a:moveTo>
                    <a:pt x="72216" y="31397"/>
                  </a:moveTo>
                  <a:cubicBezTo>
                    <a:pt x="85355" y="33792"/>
                    <a:pt x="128976" y="34990"/>
                    <a:pt x="203078" y="34990"/>
                  </a:cubicBezTo>
                  <a:cubicBezTo>
                    <a:pt x="277181" y="34990"/>
                    <a:pt x="321225" y="33792"/>
                    <a:pt x="335213" y="31397"/>
                  </a:cubicBezTo>
                  <a:cubicBezTo>
                    <a:pt x="333422" y="45436"/>
                    <a:pt x="332527" y="61910"/>
                    <a:pt x="332527" y="80817"/>
                  </a:cubicBezTo>
                  <a:lnTo>
                    <a:pt x="332527" y="139574"/>
                  </a:lnTo>
                  <a:cubicBezTo>
                    <a:pt x="332527" y="153410"/>
                    <a:pt x="333422" y="168988"/>
                    <a:pt x="335213" y="186309"/>
                  </a:cubicBezTo>
                  <a:cubicBezTo>
                    <a:pt x="326797" y="184513"/>
                    <a:pt x="282597" y="183616"/>
                    <a:pt x="202611" y="183616"/>
                  </a:cubicBezTo>
                  <a:cubicBezTo>
                    <a:pt x="122624" y="183616"/>
                    <a:pt x="79159" y="184213"/>
                    <a:pt x="72216" y="185409"/>
                  </a:cubicBezTo>
                  <a:cubicBezTo>
                    <a:pt x="73711" y="166011"/>
                    <a:pt x="74459" y="150433"/>
                    <a:pt x="74459" y="138674"/>
                  </a:cubicBezTo>
                  <a:lnTo>
                    <a:pt x="74459" y="79924"/>
                  </a:lnTo>
                  <a:cubicBezTo>
                    <a:pt x="74459" y="59564"/>
                    <a:pt x="73711" y="43389"/>
                    <a:pt x="72216" y="31397"/>
                  </a:cubicBezTo>
                  <a:close/>
                  <a:moveTo>
                    <a:pt x="704440" y="3586"/>
                  </a:moveTo>
                  <a:cubicBezTo>
                    <a:pt x="721918" y="6582"/>
                    <a:pt x="735512" y="8079"/>
                    <a:pt x="745220" y="8079"/>
                  </a:cubicBezTo>
                  <a:cubicBezTo>
                    <a:pt x="754928" y="8079"/>
                    <a:pt x="759783" y="10094"/>
                    <a:pt x="759783" y="14123"/>
                  </a:cubicBezTo>
                  <a:cubicBezTo>
                    <a:pt x="759783" y="18152"/>
                    <a:pt x="757689" y="21437"/>
                    <a:pt x="753503" y="23978"/>
                  </a:cubicBezTo>
                  <a:cubicBezTo>
                    <a:pt x="749317" y="26519"/>
                    <a:pt x="747224" y="36645"/>
                    <a:pt x="747224" y="54357"/>
                  </a:cubicBezTo>
                  <a:lnTo>
                    <a:pt x="747224" y="149361"/>
                  </a:lnTo>
                  <a:cubicBezTo>
                    <a:pt x="794154" y="149361"/>
                    <a:pt x="837211" y="147864"/>
                    <a:pt x="876397" y="144868"/>
                  </a:cubicBezTo>
                  <a:lnTo>
                    <a:pt x="876397" y="184066"/>
                  </a:lnTo>
                  <a:cubicBezTo>
                    <a:pt x="842879" y="181375"/>
                    <a:pt x="799821" y="180030"/>
                    <a:pt x="747224" y="180030"/>
                  </a:cubicBezTo>
                  <a:lnTo>
                    <a:pt x="747224" y="338264"/>
                  </a:lnTo>
                  <a:cubicBezTo>
                    <a:pt x="747224" y="361981"/>
                    <a:pt x="748419" y="390415"/>
                    <a:pt x="750810" y="423567"/>
                  </a:cubicBezTo>
                  <a:lnTo>
                    <a:pt x="706233" y="423567"/>
                  </a:lnTo>
                  <a:cubicBezTo>
                    <a:pt x="708624" y="395154"/>
                    <a:pt x="709819" y="366720"/>
                    <a:pt x="709819" y="338264"/>
                  </a:cubicBezTo>
                  <a:lnTo>
                    <a:pt x="709819" y="180030"/>
                  </a:lnTo>
                  <a:cubicBezTo>
                    <a:pt x="653903" y="180030"/>
                    <a:pt x="609052" y="181375"/>
                    <a:pt x="575267" y="184066"/>
                  </a:cubicBezTo>
                  <a:lnTo>
                    <a:pt x="575267" y="144868"/>
                  </a:lnTo>
                  <a:cubicBezTo>
                    <a:pt x="615591" y="147864"/>
                    <a:pt x="660442" y="149361"/>
                    <a:pt x="709819" y="149361"/>
                  </a:cubicBezTo>
                  <a:lnTo>
                    <a:pt x="709819" y="76781"/>
                  </a:lnTo>
                  <a:cubicBezTo>
                    <a:pt x="709819" y="46253"/>
                    <a:pt x="708026" y="21855"/>
                    <a:pt x="704440" y="3586"/>
                  </a:cubicBezTo>
                  <a:close/>
                  <a:moveTo>
                    <a:pt x="1112515" y="2693"/>
                  </a:moveTo>
                  <a:cubicBezTo>
                    <a:pt x="1124383" y="9580"/>
                    <a:pt x="1136289" y="14626"/>
                    <a:pt x="1148234" y="17831"/>
                  </a:cubicBezTo>
                  <a:cubicBezTo>
                    <a:pt x="1153768" y="19679"/>
                    <a:pt x="1156535" y="22769"/>
                    <a:pt x="1156535" y="27103"/>
                  </a:cubicBezTo>
                  <a:cubicBezTo>
                    <a:pt x="1156535" y="31437"/>
                    <a:pt x="1154632" y="34421"/>
                    <a:pt x="1150827" y="36054"/>
                  </a:cubicBezTo>
                  <a:cubicBezTo>
                    <a:pt x="1147022" y="37688"/>
                    <a:pt x="1142682" y="41011"/>
                    <a:pt x="1137807" y="46023"/>
                  </a:cubicBezTo>
                  <a:cubicBezTo>
                    <a:pt x="1132933" y="51036"/>
                    <a:pt x="1128860" y="56012"/>
                    <a:pt x="1125588" y="60950"/>
                  </a:cubicBezTo>
                  <a:cubicBezTo>
                    <a:pt x="1097708" y="105094"/>
                    <a:pt x="1073917" y="139349"/>
                    <a:pt x="1054215" y="163717"/>
                  </a:cubicBezTo>
                  <a:cubicBezTo>
                    <a:pt x="1034512" y="188084"/>
                    <a:pt x="1007671" y="216844"/>
                    <a:pt x="973690" y="249995"/>
                  </a:cubicBezTo>
                  <a:cubicBezTo>
                    <a:pt x="962713" y="241932"/>
                    <a:pt x="950647" y="235560"/>
                    <a:pt x="937493" y="230879"/>
                  </a:cubicBezTo>
                  <a:cubicBezTo>
                    <a:pt x="974421" y="199865"/>
                    <a:pt x="1008695" y="164169"/>
                    <a:pt x="1040313" y="123790"/>
                  </a:cubicBezTo>
                  <a:cubicBezTo>
                    <a:pt x="1071931" y="83411"/>
                    <a:pt x="1095998" y="43046"/>
                    <a:pt x="1112515" y="2693"/>
                  </a:cubicBezTo>
                  <a:close/>
                  <a:moveTo>
                    <a:pt x="554371" y="0"/>
                  </a:moveTo>
                  <a:cubicBezTo>
                    <a:pt x="570926" y="7067"/>
                    <a:pt x="582987" y="11289"/>
                    <a:pt x="590554" y="12666"/>
                  </a:cubicBezTo>
                  <a:cubicBezTo>
                    <a:pt x="598122" y="14042"/>
                    <a:pt x="601906" y="17548"/>
                    <a:pt x="601906" y="23185"/>
                  </a:cubicBezTo>
                  <a:cubicBezTo>
                    <a:pt x="601906" y="28821"/>
                    <a:pt x="599838" y="32069"/>
                    <a:pt x="595701" y="32929"/>
                  </a:cubicBezTo>
                  <a:cubicBezTo>
                    <a:pt x="591565" y="33789"/>
                    <a:pt x="587287" y="38017"/>
                    <a:pt x="582868" y="45613"/>
                  </a:cubicBezTo>
                  <a:cubicBezTo>
                    <a:pt x="578448" y="53209"/>
                    <a:pt x="570890" y="68858"/>
                    <a:pt x="560193" y="92561"/>
                  </a:cubicBezTo>
                  <a:lnTo>
                    <a:pt x="560193" y="422674"/>
                  </a:lnTo>
                  <a:lnTo>
                    <a:pt x="517860" y="422674"/>
                  </a:lnTo>
                  <a:cubicBezTo>
                    <a:pt x="521446" y="390313"/>
                    <a:pt x="523239" y="356644"/>
                    <a:pt x="523239" y="321669"/>
                  </a:cubicBezTo>
                  <a:lnTo>
                    <a:pt x="523239" y="146390"/>
                  </a:lnTo>
                  <a:cubicBezTo>
                    <a:pt x="514085" y="168783"/>
                    <a:pt x="501055" y="189862"/>
                    <a:pt x="484148" y="209626"/>
                  </a:cubicBezTo>
                  <a:cubicBezTo>
                    <a:pt x="473966" y="200696"/>
                    <a:pt x="462776" y="194327"/>
                    <a:pt x="450580" y="190517"/>
                  </a:cubicBezTo>
                  <a:cubicBezTo>
                    <a:pt x="477669" y="162751"/>
                    <a:pt x="501198" y="129122"/>
                    <a:pt x="521167" y="89629"/>
                  </a:cubicBezTo>
                  <a:cubicBezTo>
                    <a:pt x="541136" y="50136"/>
                    <a:pt x="552204" y="20260"/>
                    <a:pt x="55437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6AB37BE-0585-4B95-9E6C-E51E086A951B}"/>
                </a:ext>
              </a:extLst>
            </p:cNvPr>
            <p:cNvSpPr txBox="1"/>
            <p:nvPr/>
          </p:nvSpPr>
          <p:spPr>
            <a:xfrm>
              <a:off x="5369338" y="1998449"/>
              <a:ext cx="2368324" cy="697346"/>
            </a:xfrm>
            <a:custGeom>
              <a:avLst/>
              <a:gdLst/>
              <a:ahLst/>
              <a:cxnLst/>
              <a:rect l="l" t="t" r="r" b="b"/>
              <a:pathLst>
                <a:path w="1314854" h="420881">
                  <a:moveTo>
                    <a:pt x="538934" y="147561"/>
                  </a:moveTo>
                  <a:cubicBezTo>
                    <a:pt x="572066" y="149962"/>
                    <a:pt x="617164" y="151162"/>
                    <a:pt x="674225" y="151162"/>
                  </a:cubicBezTo>
                  <a:cubicBezTo>
                    <a:pt x="731287" y="151162"/>
                    <a:pt x="776399" y="149962"/>
                    <a:pt x="809560" y="147561"/>
                  </a:cubicBezTo>
                  <a:lnTo>
                    <a:pt x="809560" y="184959"/>
                  </a:lnTo>
                  <a:cubicBezTo>
                    <a:pt x="777847" y="182868"/>
                    <a:pt x="739275" y="181823"/>
                    <a:pt x="693846" y="181823"/>
                  </a:cubicBezTo>
                  <a:lnTo>
                    <a:pt x="693846" y="248488"/>
                  </a:lnTo>
                  <a:cubicBezTo>
                    <a:pt x="767746" y="248488"/>
                    <a:pt x="816933" y="247288"/>
                    <a:pt x="841407" y="244888"/>
                  </a:cubicBezTo>
                  <a:lnTo>
                    <a:pt x="841407" y="281842"/>
                  </a:lnTo>
                  <a:cubicBezTo>
                    <a:pt x="821562" y="280047"/>
                    <a:pt x="772375" y="279149"/>
                    <a:pt x="693846" y="279149"/>
                  </a:cubicBezTo>
                  <a:lnTo>
                    <a:pt x="693846" y="360824"/>
                  </a:lnTo>
                  <a:cubicBezTo>
                    <a:pt x="712781" y="363676"/>
                    <a:pt x="735234" y="365103"/>
                    <a:pt x="761204" y="365103"/>
                  </a:cubicBezTo>
                  <a:cubicBezTo>
                    <a:pt x="787174" y="365103"/>
                    <a:pt x="827065" y="363155"/>
                    <a:pt x="880876" y="359259"/>
                  </a:cubicBezTo>
                  <a:cubicBezTo>
                    <a:pt x="875385" y="374523"/>
                    <a:pt x="871925" y="388763"/>
                    <a:pt x="870496" y="401979"/>
                  </a:cubicBezTo>
                  <a:cubicBezTo>
                    <a:pt x="848056" y="402322"/>
                    <a:pt x="828910" y="402493"/>
                    <a:pt x="813061" y="402493"/>
                  </a:cubicBezTo>
                  <a:cubicBezTo>
                    <a:pt x="757911" y="402493"/>
                    <a:pt x="715787" y="400458"/>
                    <a:pt x="686688" y="396389"/>
                  </a:cubicBezTo>
                  <a:cubicBezTo>
                    <a:pt x="657589" y="392319"/>
                    <a:pt x="632766" y="384917"/>
                    <a:pt x="612218" y="374182"/>
                  </a:cubicBezTo>
                  <a:cubicBezTo>
                    <a:pt x="591670" y="363448"/>
                    <a:pt x="574271" y="347917"/>
                    <a:pt x="560022" y="327591"/>
                  </a:cubicBezTo>
                  <a:cubicBezTo>
                    <a:pt x="543920" y="361505"/>
                    <a:pt x="520812" y="391406"/>
                    <a:pt x="490699" y="417295"/>
                  </a:cubicBezTo>
                  <a:cubicBezTo>
                    <a:pt x="482946" y="407799"/>
                    <a:pt x="472113" y="399840"/>
                    <a:pt x="458202" y="393421"/>
                  </a:cubicBezTo>
                  <a:cubicBezTo>
                    <a:pt x="517810" y="351020"/>
                    <a:pt x="550864" y="292689"/>
                    <a:pt x="557364" y="218427"/>
                  </a:cubicBezTo>
                  <a:cubicBezTo>
                    <a:pt x="571633" y="223014"/>
                    <a:pt x="583370" y="225733"/>
                    <a:pt x="592576" y="226585"/>
                  </a:cubicBezTo>
                  <a:cubicBezTo>
                    <a:pt x="601782" y="227438"/>
                    <a:pt x="606385" y="229786"/>
                    <a:pt x="606385" y="233629"/>
                  </a:cubicBezTo>
                  <a:cubicBezTo>
                    <a:pt x="606385" y="237473"/>
                    <a:pt x="603920" y="240963"/>
                    <a:pt x="598991" y="244102"/>
                  </a:cubicBezTo>
                  <a:cubicBezTo>
                    <a:pt x="593262" y="247336"/>
                    <a:pt x="587602" y="258220"/>
                    <a:pt x="582010" y="276756"/>
                  </a:cubicBezTo>
                  <a:cubicBezTo>
                    <a:pt x="579829" y="284395"/>
                    <a:pt x="577338" y="291308"/>
                    <a:pt x="574538" y="297494"/>
                  </a:cubicBezTo>
                  <a:cubicBezTo>
                    <a:pt x="596369" y="327384"/>
                    <a:pt x="623970" y="346477"/>
                    <a:pt x="657341" y="354773"/>
                  </a:cubicBezTo>
                  <a:lnTo>
                    <a:pt x="657341" y="181823"/>
                  </a:lnTo>
                  <a:cubicBezTo>
                    <a:pt x="610645" y="181823"/>
                    <a:pt x="571176" y="182868"/>
                    <a:pt x="538934" y="184959"/>
                  </a:cubicBezTo>
                  <a:close/>
                  <a:moveTo>
                    <a:pt x="257617" y="119929"/>
                  </a:moveTo>
                  <a:cubicBezTo>
                    <a:pt x="257617" y="143213"/>
                    <a:pt x="255972" y="173207"/>
                    <a:pt x="252681" y="209912"/>
                  </a:cubicBezTo>
                  <a:lnTo>
                    <a:pt x="325362" y="209912"/>
                  </a:lnTo>
                  <a:lnTo>
                    <a:pt x="330105" y="119929"/>
                  </a:lnTo>
                  <a:close/>
                  <a:moveTo>
                    <a:pt x="33018" y="42612"/>
                  </a:moveTo>
                  <a:cubicBezTo>
                    <a:pt x="63374" y="62820"/>
                    <a:pt x="91147" y="87537"/>
                    <a:pt x="116336" y="116765"/>
                  </a:cubicBezTo>
                  <a:lnTo>
                    <a:pt x="89096" y="141010"/>
                  </a:lnTo>
                  <a:cubicBezTo>
                    <a:pt x="69413" y="115341"/>
                    <a:pt x="43300" y="90949"/>
                    <a:pt x="10758" y="67837"/>
                  </a:cubicBezTo>
                  <a:close/>
                  <a:moveTo>
                    <a:pt x="1314854" y="32740"/>
                  </a:moveTo>
                  <a:lnTo>
                    <a:pt x="1314854" y="67966"/>
                  </a:lnTo>
                  <a:cubicBezTo>
                    <a:pt x="1303029" y="69042"/>
                    <a:pt x="1285695" y="78000"/>
                    <a:pt x="1262852" y="94840"/>
                  </a:cubicBezTo>
                  <a:cubicBezTo>
                    <a:pt x="1240008" y="111681"/>
                    <a:pt x="1207110" y="137341"/>
                    <a:pt x="1164157" y="171821"/>
                  </a:cubicBezTo>
                  <a:lnTo>
                    <a:pt x="1164157" y="371904"/>
                  </a:lnTo>
                  <a:cubicBezTo>
                    <a:pt x="1164157" y="383991"/>
                    <a:pt x="1161669" y="393381"/>
                    <a:pt x="1156692" y="400075"/>
                  </a:cubicBezTo>
                  <a:cubicBezTo>
                    <a:pt x="1151715" y="406769"/>
                    <a:pt x="1142328" y="411685"/>
                    <a:pt x="1128531" y="414823"/>
                  </a:cubicBezTo>
                  <a:cubicBezTo>
                    <a:pt x="1114734" y="417962"/>
                    <a:pt x="1092315" y="419681"/>
                    <a:pt x="1061273" y="419981"/>
                  </a:cubicBezTo>
                  <a:cubicBezTo>
                    <a:pt x="1062768" y="404322"/>
                    <a:pt x="1059480" y="390211"/>
                    <a:pt x="1051407" y="377647"/>
                  </a:cubicBezTo>
                  <a:cubicBezTo>
                    <a:pt x="1072824" y="380643"/>
                    <a:pt x="1088573" y="382141"/>
                    <a:pt x="1098652" y="382141"/>
                  </a:cubicBezTo>
                  <a:cubicBezTo>
                    <a:pt x="1108732" y="382141"/>
                    <a:pt x="1116010" y="380689"/>
                    <a:pt x="1120487" y="377786"/>
                  </a:cubicBezTo>
                  <a:cubicBezTo>
                    <a:pt x="1124964" y="374884"/>
                    <a:pt x="1127202" y="367241"/>
                    <a:pt x="1127202" y="354859"/>
                  </a:cubicBezTo>
                  <a:lnTo>
                    <a:pt x="1127202" y="153141"/>
                  </a:lnTo>
                  <a:cubicBezTo>
                    <a:pt x="1163316" y="130604"/>
                    <a:pt x="1203236" y="102639"/>
                    <a:pt x="1246960" y="69244"/>
                  </a:cubicBezTo>
                  <a:cubicBezTo>
                    <a:pt x="1174704" y="69244"/>
                    <a:pt x="1119448" y="69692"/>
                    <a:pt x="1081193" y="70587"/>
                  </a:cubicBezTo>
                  <a:cubicBezTo>
                    <a:pt x="1042938" y="71483"/>
                    <a:pt x="1006247" y="73876"/>
                    <a:pt x="971119" y="77767"/>
                  </a:cubicBezTo>
                  <a:lnTo>
                    <a:pt x="971119" y="33190"/>
                  </a:lnTo>
                  <a:cubicBezTo>
                    <a:pt x="1005189" y="35885"/>
                    <a:pt x="1064622" y="37233"/>
                    <a:pt x="1149416" y="37233"/>
                  </a:cubicBezTo>
                  <a:cubicBezTo>
                    <a:pt x="1234210" y="37233"/>
                    <a:pt x="1289356" y="35735"/>
                    <a:pt x="1314854" y="32740"/>
                  </a:cubicBezTo>
                  <a:close/>
                  <a:moveTo>
                    <a:pt x="217977" y="450"/>
                  </a:moveTo>
                  <a:cubicBezTo>
                    <a:pt x="229335" y="2550"/>
                    <a:pt x="237736" y="3600"/>
                    <a:pt x="243180" y="3600"/>
                  </a:cubicBezTo>
                  <a:cubicBezTo>
                    <a:pt x="260877" y="3600"/>
                    <a:pt x="269726" y="5794"/>
                    <a:pt x="269726" y="10180"/>
                  </a:cubicBezTo>
                  <a:cubicBezTo>
                    <a:pt x="269726" y="14566"/>
                    <a:pt x="267242" y="18621"/>
                    <a:pt x="262275" y="22346"/>
                  </a:cubicBezTo>
                  <a:cubicBezTo>
                    <a:pt x="259170" y="25041"/>
                    <a:pt x="257617" y="47199"/>
                    <a:pt x="257617" y="88818"/>
                  </a:cubicBezTo>
                  <a:cubicBezTo>
                    <a:pt x="309329" y="88818"/>
                    <a:pt x="346107" y="87170"/>
                    <a:pt x="367953" y="83875"/>
                  </a:cubicBezTo>
                  <a:lnTo>
                    <a:pt x="360773" y="209912"/>
                  </a:lnTo>
                  <a:cubicBezTo>
                    <a:pt x="376970" y="209912"/>
                    <a:pt x="394163" y="208264"/>
                    <a:pt x="412351" y="204968"/>
                  </a:cubicBezTo>
                  <a:lnTo>
                    <a:pt x="412351" y="244616"/>
                  </a:lnTo>
                  <a:cubicBezTo>
                    <a:pt x="382314" y="241625"/>
                    <a:pt x="337613" y="240130"/>
                    <a:pt x="278249" y="240130"/>
                  </a:cubicBezTo>
                  <a:cubicBezTo>
                    <a:pt x="305990" y="302438"/>
                    <a:pt x="352036" y="349536"/>
                    <a:pt x="416387" y="381426"/>
                  </a:cubicBezTo>
                  <a:cubicBezTo>
                    <a:pt x="406062" y="390099"/>
                    <a:pt x="397485" y="400410"/>
                    <a:pt x="390655" y="412359"/>
                  </a:cubicBezTo>
                  <a:cubicBezTo>
                    <a:pt x="319023" y="368272"/>
                    <a:pt x="272007" y="310863"/>
                    <a:pt x="249609" y="240130"/>
                  </a:cubicBezTo>
                  <a:lnTo>
                    <a:pt x="249295" y="240130"/>
                  </a:lnTo>
                  <a:cubicBezTo>
                    <a:pt x="243628" y="274415"/>
                    <a:pt x="231056" y="305711"/>
                    <a:pt x="211580" y="334017"/>
                  </a:cubicBezTo>
                  <a:cubicBezTo>
                    <a:pt x="192103" y="362323"/>
                    <a:pt x="161363" y="391277"/>
                    <a:pt x="119357" y="420881"/>
                  </a:cubicBezTo>
                  <a:cubicBezTo>
                    <a:pt x="110575" y="410818"/>
                    <a:pt x="99493" y="402441"/>
                    <a:pt x="86110" y="395749"/>
                  </a:cubicBezTo>
                  <a:cubicBezTo>
                    <a:pt x="125882" y="370970"/>
                    <a:pt x="155524" y="346403"/>
                    <a:pt x="175036" y="322047"/>
                  </a:cubicBezTo>
                  <a:cubicBezTo>
                    <a:pt x="194548" y="297692"/>
                    <a:pt x="207366" y="270386"/>
                    <a:pt x="213491" y="240130"/>
                  </a:cubicBezTo>
                  <a:cubicBezTo>
                    <a:pt x="175319" y="240721"/>
                    <a:pt x="142277" y="242216"/>
                    <a:pt x="114364" y="244616"/>
                  </a:cubicBezTo>
                  <a:lnTo>
                    <a:pt x="114364" y="215537"/>
                  </a:lnTo>
                  <a:lnTo>
                    <a:pt x="37876" y="360331"/>
                  </a:lnTo>
                  <a:cubicBezTo>
                    <a:pt x="27513" y="353368"/>
                    <a:pt x="14887" y="346655"/>
                    <a:pt x="0" y="340192"/>
                  </a:cubicBezTo>
                  <a:cubicBezTo>
                    <a:pt x="37633" y="298140"/>
                    <a:pt x="65153" y="247683"/>
                    <a:pt x="82560" y="188824"/>
                  </a:cubicBezTo>
                  <a:cubicBezTo>
                    <a:pt x="87961" y="193088"/>
                    <a:pt x="93587" y="196924"/>
                    <a:pt x="99441" y="200330"/>
                  </a:cubicBezTo>
                  <a:lnTo>
                    <a:pt x="114364" y="207639"/>
                  </a:lnTo>
                  <a:lnTo>
                    <a:pt x="114364" y="204968"/>
                  </a:lnTo>
                  <a:cubicBezTo>
                    <a:pt x="143429" y="207716"/>
                    <a:pt x="177631" y="209367"/>
                    <a:pt x="216970" y="209919"/>
                  </a:cubicBezTo>
                  <a:cubicBezTo>
                    <a:pt x="219732" y="179534"/>
                    <a:pt x="221263" y="149538"/>
                    <a:pt x="221563" y="119929"/>
                  </a:cubicBezTo>
                  <a:cubicBezTo>
                    <a:pt x="180596" y="119929"/>
                    <a:pt x="150247" y="120677"/>
                    <a:pt x="130516" y="122172"/>
                  </a:cubicBezTo>
                  <a:lnTo>
                    <a:pt x="130516" y="83875"/>
                  </a:lnTo>
                  <a:cubicBezTo>
                    <a:pt x="152609" y="87170"/>
                    <a:pt x="182808" y="88818"/>
                    <a:pt x="221113" y="88818"/>
                  </a:cubicBezTo>
                  <a:cubicBezTo>
                    <a:pt x="221113" y="63991"/>
                    <a:pt x="220068" y="34535"/>
                    <a:pt x="217977" y="450"/>
                  </a:cubicBezTo>
                  <a:close/>
                  <a:moveTo>
                    <a:pt x="660977" y="0"/>
                  </a:moveTo>
                  <a:cubicBezTo>
                    <a:pt x="674417" y="16083"/>
                    <a:pt x="686362" y="36116"/>
                    <a:pt x="696810" y="60100"/>
                  </a:cubicBezTo>
                  <a:cubicBezTo>
                    <a:pt x="772434" y="60105"/>
                    <a:pt x="825117" y="58760"/>
                    <a:pt x="854859" y="56064"/>
                  </a:cubicBezTo>
                  <a:lnTo>
                    <a:pt x="854859" y="156255"/>
                  </a:lnTo>
                  <a:lnTo>
                    <a:pt x="818804" y="156255"/>
                  </a:lnTo>
                  <a:lnTo>
                    <a:pt x="818804" y="92119"/>
                  </a:lnTo>
                  <a:lnTo>
                    <a:pt x="523853" y="92119"/>
                  </a:lnTo>
                  <a:lnTo>
                    <a:pt x="523853" y="157605"/>
                  </a:lnTo>
                  <a:lnTo>
                    <a:pt x="488249" y="157605"/>
                  </a:lnTo>
                  <a:lnTo>
                    <a:pt x="488249" y="56064"/>
                  </a:lnTo>
                  <a:cubicBezTo>
                    <a:pt x="517471" y="59060"/>
                    <a:pt x="574283" y="60558"/>
                    <a:pt x="658684" y="60558"/>
                  </a:cubicBezTo>
                  <a:cubicBezTo>
                    <a:pt x="650817" y="48713"/>
                    <a:pt x="639456" y="34680"/>
                    <a:pt x="624601" y="1845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2031ED3-B8C8-4A36-A3A3-AC3D80EA71BC}"/>
                </a:ext>
              </a:extLst>
            </p:cNvPr>
            <p:cNvSpPr txBox="1"/>
            <p:nvPr/>
          </p:nvSpPr>
          <p:spPr>
            <a:xfrm>
              <a:off x="7804197" y="1998449"/>
              <a:ext cx="2396621" cy="703288"/>
            </a:xfrm>
            <a:custGeom>
              <a:avLst/>
              <a:gdLst/>
              <a:ahLst/>
              <a:cxnLst/>
              <a:rect l="l" t="t" r="r" b="b"/>
              <a:pathLst>
                <a:path w="1330564" h="424467">
                  <a:moveTo>
                    <a:pt x="0" y="333249"/>
                  </a:moveTo>
                  <a:cubicBezTo>
                    <a:pt x="42267" y="335944"/>
                    <a:pt x="106324" y="337292"/>
                    <a:pt x="192170" y="337292"/>
                  </a:cubicBezTo>
                  <a:cubicBezTo>
                    <a:pt x="278017" y="337292"/>
                    <a:pt x="347079" y="335944"/>
                    <a:pt x="399357" y="333249"/>
                  </a:cubicBezTo>
                  <a:lnTo>
                    <a:pt x="399357" y="374682"/>
                  </a:lnTo>
                  <a:cubicBezTo>
                    <a:pt x="351841" y="371692"/>
                    <a:pt x="285127" y="370196"/>
                    <a:pt x="199214" y="370196"/>
                  </a:cubicBezTo>
                  <a:cubicBezTo>
                    <a:pt x="113301" y="370196"/>
                    <a:pt x="46896" y="371692"/>
                    <a:pt x="0" y="374682"/>
                  </a:cubicBezTo>
                  <a:close/>
                  <a:moveTo>
                    <a:pt x="1039928" y="325798"/>
                  </a:moveTo>
                  <a:lnTo>
                    <a:pt x="1039928" y="363302"/>
                  </a:lnTo>
                  <a:lnTo>
                    <a:pt x="1241581" y="363302"/>
                  </a:lnTo>
                  <a:lnTo>
                    <a:pt x="1241581" y="325798"/>
                  </a:lnTo>
                  <a:close/>
                  <a:moveTo>
                    <a:pt x="1039928" y="212319"/>
                  </a:moveTo>
                  <a:lnTo>
                    <a:pt x="1039928" y="242209"/>
                  </a:lnTo>
                  <a:lnTo>
                    <a:pt x="1218707" y="242209"/>
                  </a:lnTo>
                  <a:lnTo>
                    <a:pt x="1218707" y="212319"/>
                  </a:lnTo>
                  <a:close/>
                  <a:moveTo>
                    <a:pt x="1000730" y="179858"/>
                  </a:moveTo>
                  <a:cubicBezTo>
                    <a:pt x="1040968" y="181358"/>
                    <a:pt x="1084865" y="182108"/>
                    <a:pt x="1132421" y="182108"/>
                  </a:cubicBezTo>
                  <a:cubicBezTo>
                    <a:pt x="1179977" y="182108"/>
                    <a:pt x="1221205" y="181358"/>
                    <a:pt x="1256105" y="179858"/>
                  </a:cubicBezTo>
                  <a:cubicBezTo>
                    <a:pt x="1254314" y="194446"/>
                    <a:pt x="1253419" y="210876"/>
                    <a:pt x="1253419" y="229150"/>
                  </a:cubicBezTo>
                  <a:cubicBezTo>
                    <a:pt x="1253419" y="247424"/>
                    <a:pt x="1254314" y="262447"/>
                    <a:pt x="1256105" y="274220"/>
                  </a:cubicBezTo>
                  <a:cubicBezTo>
                    <a:pt x="1225977" y="272724"/>
                    <a:pt x="1187527" y="271977"/>
                    <a:pt x="1140754" y="271977"/>
                  </a:cubicBezTo>
                  <a:lnTo>
                    <a:pt x="1039928" y="271977"/>
                  </a:lnTo>
                  <a:lnTo>
                    <a:pt x="1039928" y="296030"/>
                  </a:lnTo>
                  <a:lnTo>
                    <a:pt x="1143448" y="296030"/>
                  </a:lnTo>
                  <a:cubicBezTo>
                    <a:pt x="1187739" y="296030"/>
                    <a:pt x="1233366" y="295280"/>
                    <a:pt x="1280329" y="293779"/>
                  </a:cubicBezTo>
                  <a:cubicBezTo>
                    <a:pt x="1278834" y="302114"/>
                    <a:pt x="1278086" y="313803"/>
                    <a:pt x="1278086" y="328848"/>
                  </a:cubicBezTo>
                  <a:lnTo>
                    <a:pt x="1278086" y="377740"/>
                  </a:lnTo>
                  <a:cubicBezTo>
                    <a:pt x="1278086" y="388898"/>
                    <a:pt x="1279131" y="402083"/>
                    <a:pt x="1281222" y="417295"/>
                  </a:cubicBezTo>
                  <a:lnTo>
                    <a:pt x="1241581" y="417295"/>
                  </a:lnTo>
                  <a:lnTo>
                    <a:pt x="1241581" y="393971"/>
                  </a:lnTo>
                  <a:lnTo>
                    <a:pt x="1039928" y="393971"/>
                  </a:lnTo>
                  <a:cubicBezTo>
                    <a:pt x="1040461" y="404229"/>
                    <a:pt x="1041206" y="414395"/>
                    <a:pt x="1042164" y="424467"/>
                  </a:cubicBezTo>
                  <a:lnTo>
                    <a:pt x="999830" y="424467"/>
                  </a:lnTo>
                  <a:cubicBezTo>
                    <a:pt x="1002225" y="406055"/>
                    <a:pt x="1003423" y="391225"/>
                    <a:pt x="1003423" y="379976"/>
                  </a:cubicBezTo>
                  <a:lnTo>
                    <a:pt x="1003423" y="228378"/>
                  </a:lnTo>
                  <a:cubicBezTo>
                    <a:pt x="1003423" y="206823"/>
                    <a:pt x="1002525" y="190650"/>
                    <a:pt x="1000730" y="179858"/>
                  </a:cubicBezTo>
                  <a:close/>
                  <a:moveTo>
                    <a:pt x="691582" y="68351"/>
                  </a:moveTo>
                  <a:cubicBezTo>
                    <a:pt x="691142" y="129941"/>
                    <a:pt x="689250" y="178181"/>
                    <a:pt x="685906" y="213070"/>
                  </a:cubicBezTo>
                  <a:lnTo>
                    <a:pt x="685027" y="221072"/>
                  </a:lnTo>
                  <a:lnTo>
                    <a:pt x="714192" y="207662"/>
                  </a:lnTo>
                  <a:cubicBezTo>
                    <a:pt x="728084" y="241423"/>
                    <a:pt x="745855" y="272222"/>
                    <a:pt x="767505" y="300059"/>
                  </a:cubicBezTo>
                  <a:cubicBezTo>
                    <a:pt x="785946" y="273427"/>
                    <a:pt x="798264" y="238949"/>
                    <a:pt x="804460" y="196624"/>
                  </a:cubicBezTo>
                  <a:lnTo>
                    <a:pt x="765977" y="196624"/>
                  </a:lnTo>
                  <a:cubicBezTo>
                    <a:pt x="758376" y="196624"/>
                    <a:pt x="747581" y="197522"/>
                    <a:pt x="733594" y="199318"/>
                  </a:cubicBezTo>
                  <a:lnTo>
                    <a:pt x="780236" y="68351"/>
                  </a:lnTo>
                  <a:close/>
                  <a:moveTo>
                    <a:pt x="30504" y="66830"/>
                  </a:moveTo>
                  <a:cubicBezTo>
                    <a:pt x="71585" y="69525"/>
                    <a:pt x="126309" y="70873"/>
                    <a:pt x="194674" y="70873"/>
                  </a:cubicBezTo>
                  <a:cubicBezTo>
                    <a:pt x="263040" y="70873"/>
                    <a:pt x="317511" y="69525"/>
                    <a:pt x="358087" y="66830"/>
                  </a:cubicBezTo>
                  <a:lnTo>
                    <a:pt x="358087" y="106027"/>
                  </a:lnTo>
                  <a:cubicBezTo>
                    <a:pt x="319573" y="104232"/>
                    <a:pt x="268093" y="103334"/>
                    <a:pt x="203647" y="103334"/>
                  </a:cubicBezTo>
                  <a:cubicBezTo>
                    <a:pt x="139201" y="103334"/>
                    <a:pt x="81486" y="104232"/>
                    <a:pt x="30504" y="106027"/>
                  </a:cubicBezTo>
                  <a:close/>
                  <a:moveTo>
                    <a:pt x="526832" y="1793"/>
                  </a:moveTo>
                  <a:cubicBezTo>
                    <a:pt x="537667" y="4265"/>
                    <a:pt x="544660" y="5706"/>
                    <a:pt x="547810" y="6118"/>
                  </a:cubicBezTo>
                  <a:cubicBezTo>
                    <a:pt x="550960" y="6530"/>
                    <a:pt x="556578" y="6736"/>
                    <a:pt x="564662" y="6736"/>
                  </a:cubicBezTo>
                  <a:cubicBezTo>
                    <a:pt x="572746" y="6736"/>
                    <a:pt x="576789" y="8729"/>
                    <a:pt x="576789" y="12716"/>
                  </a:cubicBezTo>
                  <a:cubicBezTo>
                    <a:pt x="576789" y="16702"/>
                    <a:pt x="575146" y="20175"/>
                    <a:pt x="571860" y="23135"/>
                  </a:cubicBezTo>
                  <a:cubicBezTo>
                    <a:pt x="568573" y="26095"/>
                    <a:pt x="566330" y="28832"/>
                    <a:pt x="565130" y="31347"/>
                  </a:cubicBezTo>
                  <a:cubicBezTo>
                    <a:pt x="563930" y="33861"/>
                    <a:pt x="563330" y="35850"/>
                    <a:pt x="563330" y="37312"/>
                  </a:cubicBezTo>
                  <a:lnTo>
                    <a:pt x="563330" y="99598"/>
                  </a:lnTo>
                  <a:cubicBezTo>
                    <a:pt x="588433" y="99336"/>
                    <a:pt x="609364" y="97981"/>
                    <a:pt x="626123" y="95533"/>
                  </a:cubicBezTo>
                  <a:lnTo>
                    <a:pt x="626123" y="134731"/>
                  </a:lnTo>
                  <a:cubicBezTo>
                    <a:pt x="605335" y="132631"/>
                    <a:pt x="584404" y="131433"/>
                    <a:pt x="563330" y="131138"/>
                  </a:cubicBezTo>
                  <a:lnTo>
                    <a:pt x="563330" y="152162"/>
                  </a:lnTo>
                  <a:cubicBezTo>
                    <a:pt x="586871" y="179236"/>
                    <a:pt x="609147" y="208366"/>
                    <a:pt x="630160" y="239551"/>
                  </a:cubicBezTo>
                  <a:lnTo>
                    <a:pt x="598184" y="259861"/>
                  </a:lnTo>
                  <a:cubicBezTo>
                    <a:pt x="586054" y="236372"/>
                    <a:pt x="574436" y="212753"/>
                    <a:pt x="563330" y="189002"/>
                  </a:cubicBezTo>
                  <a:lnTo>
                    <a:pt x="563330" y="335127"/>
                  </a:lnTo>
                  <a:cubicBezTo>
                    <a:pt x="563330" y="346615"/>
                    <a:pt x="563704" y="359542"/>
                    <a:pt x="564451" y="373909"/>
                  </a:cubicBezTo>
                  <a:lnTo>
                    <a:pt x="564461" y="374059"/>
                  </a:lnTo>
                  <a:lnTo>
                    <a:pt x="614368" y="324155"/>
                  </a:lnTo>
                  <a:cubicBezTo>
                    <a:pt x="627415" y="306298"/>
                    <a:pt x="636739" y="287352"/>
                    <a:pt x="642340" y="267319"/>
                  </a:cubicBezTo>
                  <a:cubicBezTo>
                    <a:pt x="653541" y="227252"/>
                    <a:pt x="658273" y="160929"/>
                    <a:pt x="656534" y="68351"/>
                  </a:cubicBezTo>
                  <a:cubicBezTo>
                    <a:pt x="635784" y="68351"/>
                    <a:pt x="619908" y="68949"/>
                    <a:pt x="608907" y="70144"/>
                  </a:cubicBezTo>
                  <a:lnTo>
                    <a:pt x="608907" y="34540"/>
                  </a:lnTo>
                  <a:cubicBezTo>
                    <a:pt x="632905" y="36635"/>
                    <a:pt x="666324" y="37683"/>
                    <a:pt x="709162" y="37683"/>
                  </a:cubicBezTo>
                  <a:cubicBezTo>
                    <a:pt x="752001" y="37683"/>
                    <a:pt x="791299" y="35290"/>
                    <a:pt x="827056" y="30504"/>
                  </a:cubicBezTo>
                  <a:lnTo>
                    <a:pt x="777721" y="166406"/>
                  </a:lnTo>
                  <a:lnTo>
                    <a:pt x="812618" y="166406"/>
                  </a:lnTo>
                  <a:cubicBezTo>
                    <a:pt x="820486" y="166406"/>
                    <a:pt x="831728" y="165359"/>
                    <a:pt x="846344" y="163263"/>
                  </a:cubicBezTo>
                  <a:cubicBezTo>
                    <a:pt x="836957" y="211045"/>
                    <a:pt x="828075" y="246053"/>
                    <a:pt x="819698" y="268287"/>
                  </a:cubicBezTo>
                  <a:cubicBezTo>
                    <a:pt x="811320" y="290521"/>
                    <a:pt x="801067" y="308917"/>
                    <a:pt x="788937" y="323476"/>
                  </a:cubicBezTo>
                  <a:cubicBezTo>
                    <a:pt x="801471" y="336497"/>
                    <a:pt x="813729" y="347318"/>
                    <a:pt x="825709" y="355941"/>
                  </a:cubicBezTo>
                  <a:cubicBezTo>
                    <a:pt x="837689" y="364563"/>
                    <a:pt x="855481" y="374642"/>
                    <a:pt x="879084" y="386177"/>
                  </a:cubicBezTo>
                  <a:cubicBezTo>
                    <a:pt x="868806" y="394944"/>
                    <a:pt x="860624" y="405167"/>
                    <a:pt x="854538" y="416845"/>
                  </a:cubicBezTo>
                  <a:cubicBezTo>
                    <a:pt x="821291" y="399776"/>
                    <a:pt x="792573" y="376602"/>
                    <a:pt x="768384" y="347322"/>
                  </a:cubicBezTo>
                  <a:cubicBezTo>
                    <a:pt x="740395" y="376787"/>
                    <a:pt x="699685" y="401607"/>
                    <a:pt x="646254" y="421781"/>
                  </a:cubicBezTo>
                  <a:cubicBezTo>
                    <a:pt x="641068" y="408894"/>
                    <a:pt x="632955" y="397985"/>
                    <a:pt x="621916" y="389056"/>
                  </a:cubicBezTo>
                  <a:cubicBezTo>
                    <a:pt x="653224" y="379631"/>
                    <a:pt x="677930" y="370062"/>
                    <a:pt x="696032" y="360348"/>
                  </a:cubicBezTo>
                  <a:cubicBezTo>
                    <a:pt x="714134" y="350635"/>
                    <a:pt x="731139" y="338187"/>
                    <a:pt x="747046" y="323004"/>
                  </a:cubicBezTo>
                  <a:cubicBezTo>
                    <a:pt x="731008" y="304984"/>
                    <a:pt x="714721" y="281665"/>
                    <a:pt x="698185" y="253048"/>
                  </a:cubicBezTo>
                  <a:lnTo>
                    <a:pt x="684303" y="227667"/>
                  </a:lnTo>
                  <a:lnTo>
                    <a:pt x="684112" y="229402"/>
                  </a:lnTo>
                  <a:cubicBezTo>
                    <a:pt x="683474" y="234475"/>
                    <a:pt x="682796" y="239177"/>
                    <a:pt x="682077" y="243509"/>
                  </a:cubicBezTo>
                  <a:cubicBezTo>
                    <a:pt x="676326" y="278161"/>
                    <a:pt x="667349" y="305936"/>
                    <a:pt x="655145" y="326834"/>
                  </a:cubicBezTo>
                  <a:cubicBezTo>
                    <a:pt x="642941" y="347731"/>
                    <a:pt x="623311" y="370858"/>
                    <a:pt x="596255" y="396214"/>
                  </a:cubicBezTo>
                  <a:cubicBezTo>
                    <a:pt x="592483" y="391789"/>
                    <a:pt x="587914" y="387764"/>
                    <a:pt x="582548" y="384139"/>
                  </a:cubicBezTo>
                  <a:lnTo>
                    <a:pt x="564500" y="374692"/>
                  </a:lnTo>
                  <a:lnTo>
                    <a:pt x="565853" y="396540"/>
                  </a:lnTo>
                  <a:cubicBezTo>
                    <a:pt x="566414" y="404444"/>
                    <a:pt x="567068" y="412707"/>
                    <a:pt x="567816" y="421331"/>
                  </a:cubicBezTo>
                  <a:lnTo>
                    <a:pt x="524589" y="421331"/>
                  </a:lnTo>
                  <a:cubicBezTo>
                    <a:pt x="527575" y="386336"/>
                    <a:pt x="529068" y="357602"/>
                    <a:pt x="529068" y="335127"/>
                  </a:cubicBezTo>
                  <a:lnTo>
                    <a:pt x="529068" y="196624"/>
                  </a:lnTo>
                  <a:cubicBezTo>
                    <a:pt x="522315" y="237996"/>
                    <a:pt x="504611" y="279111"/>
                    <a:pt x="475955" y="319968"/>
                  </a:cubicBezTo>
                  <a:cubicBezTo>
                    <a:pt x="468644" y="310167"/>
                    <a:pt x="459141" y="302783"/>
                    <a:pt x="447444" y="297816"/>
                  </a:cubicBezTo>
                  <a:cubicBezTo>
                    <a:pt x="471383" y="268483"/>
                    <a:pt x="492672" y="229250"/>
                    <a:pt x="511312" y="180115"/>
                  </a:cubicBezTo>
                  <a:lnTo>
                    <a:pt x="527877" y="131198"/>
                  </a:lnTo>
                  <a:lnTo>
                    <a:pt x="458653" y="134731"/>
                  </a:lnTo>
                  <a:lnTo>
                    <a:pt x="458653" y="95533"/>
                  </a:lnTo>
                  <a:cubicBezTo>
                    <a:pt x="479712" y="98234"/>
                    <a:pt x="503184" y="99584"/>
                    <a:pt x="529068" y="99584"/>
                  </a:cubicBezTo>
                  <a:cubicBezTo>
                    <a:pt x="529068" y="42872"/>
                    <a:pt x="528323" y="10275"/>
                    <a:pt x="526832" y="1793"/>
                  </a:cubicBezTo>
                  <a:close/>
                  <a:moveTo>
                    <a:pt x="1006931" y="1350"/>
                  </a:moveTo>
                  <a:cubicBezTo>
                    <a:pt x="1019813" y="9427"/>
                    <a:pt x="1029206" y="14247"/>
                    <a:pt x="1035109" y="15809"/>
                  </a:cubicBezTo>
                  <a:cubicBezTo>
                    <a:pt x="1041012" y="17371"/>
                    <a:pt x="1043964" y="20127"/>
                    <a:pt x="1043964" y="24078"/>
                  </a:cubicBezTo>
                  <a:cubicBezTo>
                    <a:pt x="1043964" y="28028"/>
                    <a:pt x="1042244" y="30730"/>
                    <a:pt x="1038806" y="32182"/>
                  </a:cubicBezTo>
                  <a:cubicBezTo>
                    <a:pt x="1035367" y="33635"/>
                    <a:pt x="1029162" y="37559"/>
                    <a:pt x="1020189" y="43955"/>
                  </a:cubicBezTo>
                  <a:cubicBezTo>
                    <a:pt x="1083235" y="43960"/>
                    <a:pt x="1120461" y="42167"/>
                    <a:pt x="1131868" y="38576"/>
                  </a:cubicBezTo>
                  <a:lnTo>
                    <a:pt x="1131868" y="76424"/>
                  </a:lnTo>
                  <a:cubicBezTo>
                    <a:pt x="1118795" y="74328"/>
                    <a:pt x="1095323" y="73280"/>
                    <a:pt x="1061452" y="73280"/>
                  </a:cubicBezTo>
                  <a:cubicBezTo>
                    <a:pt x="1067791" y="82134"/>
                    <a:pt x="1075118" y="97491"/>
                    <a:pt x="1083433" y="119350"/>
                  </a:cubicBezTo>
                  <a:lnTo>
                    <a:pt x="1044450" y="128902"/>
                  </a:lnTo>
                  <a:cubicBezTo>
                    <a:pt x="1041659" y="108090"/>
                    <a:pt x="1036982" y="89549"/>
                    <a:pt x="1030419" y="73280"/>
                  </a:cubicBezTo>
                  <a:lnTo>
                    <a:pt x="1001158" y="73280"/>
                  </a:lnTo>
                  <a:cubicBezTo>
                    <a:pt x="988838" y="88125"/>
                    <a:pt x="972357" y="104422"/>
                    <a:pt x="951717" y="122172"/>
                  </a:cubicBezTo>
                  <a:cubicBezTo>
                    <a:pt x="943963" y="113357"/>
                    <a:pt x="935036" y="106449"/>
                    <a:pt x="924935" y="101448"/>
                  </a:cubicBezTo>
                  <a:cubicBezTo>
                    <a:pt x="960120" y="76421"/>
                    <a:pt x="987452" y="43055"/>
                    <a:pt x="1006931" y="1350"/>
                  </a:cubicBezTo>
                  <a:close/>
                  <a:moveTo>
                    <a:pt x="1189446" y="0"/>
                  </a:moveTo>
                  <a:cubicBezTo>
                    <a:pt x="1202777" y="6239"/>
                    <a:pt x="1212660" y="10663"/>
                    <a:pt x="1219097" y="13273"/>
                  </a:cubicBezTo>
                  <a:cubicBezTo>
                    <a:pt x="1225533" y="15883"/>
                    <a:pt x="1228751" y="19027"/>
                    <a:pt x="1228751" y="22706"/>
                  </a:cubicBezTo>
                  <a:cubicBezTo>
                    <a:pt x="1228751" y="26385"/>
                    <a:pt x="1226407" y="29230"/>
                    <a:pt x="1221718" y="31239"/>
                  </a:cubicBezTo>
                  <a:cubicBezTo>
                    <a:pt x="1217029" y="33249"/>
                    <a:pt x="1210851" y="38086"/>
                    <a:pt x="1203184" y="45748"/>
                  </a:cubicBezTo>
                  <a:cubicBezTo>
                    <a:pt x="1272288" y="45758"/>
                    <a:pt x="1314748" y="43515"/>
                    <a:pt x="1330564" y="39019"/>
                  </a:cubicBezTo>
                  <a:lnTo>
                    <a:pt x="1330564" y="76874"/>
                  </a:lnTo>
                  <a:cubicBezTo>
                    <a:pt x="1318453" y="75078"/>
                    <a:pt x="1290942" y="74181"/>
                    <a:pt x="1248032" y="74181"/>
                  </a:cubicBezTo>
                  <a:cubicBezTo>
                    <a:pt x="1258276" y="91083"/>
                    <a:pt x="1265453" y="105184"/>
                    <a:pt x="1269563" y="116486"/>
                  </a:cubicBezTo>
                  <a:lnTo>
                    <a:pt x="1231637" y="127101"/>
                  </a:lnTo>
                  <a:cubicBezTo>
                    <a:pt x="1229037" y="111652"/>
                    <a:pt x="1223851" y="94012"/>
                    <a:pt x="1216078" y="74181"/>
                  </a:cubicBezTo>
                  <a:lnTo>
                    <a:pt x="1189032" y="74181"/>
                  </a:lnTo>
                  <a:cubicBezTo>
                    <a:pt x="1180474" y="87977"/>
                    <a:pt x="1170553" y="101432"/>
                    <a:pt x="1159271" y="114543"/>
                  </a:cubicBezTo>
                  <a:cubicBezTo>
                    <a:pt x="1155082" y="110371"/>
                    <a:pt x="1150615" y="106862"/>
                    <a:pt x="1145869" y="104016"/>
                  </a:cubicBezTo>
                  <a:lnTo>
                    <a:pt x="1133224" y="98524"/>
                  </a:lnTo>
                  <a:lnTo>
                    <a:pt x="1160257" y="132324"/>
                  </a:lnTo>
                  <a:cubicBezTo>
                    <a:pt x="1236166" y="132324"/>
                    <a:pt x="1291140" y="131123"/>
                    <a:pt x="1325178" y="128723"/>
                  </a:cubicBezTo>
                  <a:cubicBezTo>
                    <a:pt x="1323087" y="142382"/>
                    <a:pt x="1322041" y="155684"/>
                    <a:pt x="1322041" y="168628"/>
                  </a:cubicBezTo>
                  <a:cubicBezTo>
                    <a:pt x="1322041" y="181573"/>
                    <a:pt x="1322789" y="195241"/>
                    <a:pt x="1324285" y="209633"/>
                  </a:cubicBezTo>
                  <a:lnTo>
                    <a:pt x="1285087" y="209633"/>
                  </a:lnTo>
                  <a:lnTo>
                    <a:pt x="1285087" y="161191"/>
                  </a:lnTo>
                  <a:lnTo>
                    <a:pt x="978027" y="161191"/>
                  </a:lnTo>
                  <a:lnTo>
                    <a:pt x="978027" y="210976"/>
                  </a:lnTo>
                  <a:lnTo>
                    <a:pt x="938836" y="210976"/>
                  </a:lnTo>
                  <a:cubicBezTo>
                    <a:pt x="940032" y="197174"/>
                    <a:pt x="940629" y="182627"/>
                    <a:pt x="940629" y="167335"/>
                  </a:cubicBezTo>
                  <a:cubicBezTo>
                    <a:pt x="940629" y="152043"/>
                    <a:pt x="940032" y="139172"/>
                    <a:pt x="938836" y="128723"/>
                  </a:cubicBezTo>
                  <a:cubicBezTo>
                    <a:pt x="974841" y="131123"/>
                    <a:pt x="1036884" y="132324"/>
                    <a:pt x="1124967" y="132324"/>
                  </a:cubicBezTo>
                  <a:cubicBezTo>
                    <a:pt x="1119471" y="126756"/>
                    <a:pt x="1111696" y="119105"/>
                    <a:pt x="1101642" y="109371"/>
                  </a:cubicBezTo>
                  <a:lnTo>
                    <a:pt x="1125095" y="88361"/>
                  </a:lnTo>
                  <a:lnTo>
                    <a:pt x="1131564" y="96448"/>
                  </a:lnTo>
                  <a:lnTo>
                    <a:pt x="1167415" y="48752"/>
                  </a:lnTo>
                  <a:cubicBezTo>
                    <a:pt x="1177190" y="32507"/>
                    <a:pt x="1184534" y="16257"/>
                    <a:pt x="118944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DC7129F-1FB3-4F0F-A47D-A21B9679808A}"/>
                </a:ext>
              </a:extLst>
            </p:cNvPr>
            <p:cNvSpPr txBox="1"/>
            <p:nvPr/>
          </p:nvSpPr>
          <p:spPr>
            <a:xfrm>
              <a:off x="10372278" y="1998449"/>
              <a:ext cx="665990" cy="692139"/>
            </a:xfrm>
            <a:custGeom>
              <a:avLst/>
              <a:gdLst/>
              <a:ahLst/>
              <a:cxnLst/>
              <a:rect l="l" t="t" r="r" b="b"/>
              <a:pathLst>
                <a:path w="369747" h="417738">
                  <a:moveTo>
                    <a:pt x="40534" y="247303"/>
                  </a:moveTo>
                  <a:lnTo>
                    <a:pt x="40534" y="342672"/>
                  </a:lnTo>
                  <a:lnTo>
                    <a:pt x="126481" y="342672"/>
                  </a:lnTo>
                  <a:lnTo>
                    <a:pt x="126481" y="247303"/>
                  </a:lnTo>
                  <a:close/>
                  <a:moveTo>
                    <a:pt x="241909" y="174472"/>
                  </a:moveTo>
                  <a:cubicBezTo>
                    <a:pt x="260726" y="204157"/>
                    <a:pt x="278819" y="240285"/>
                    <a:pt x="296187" y="282857"/>
                  </a:cubicBezTo>
                  <a:lnTo>
                    <a:pt x="264234" y="300224"/>
                  </a:lnTo>
                  <a:cubicBezTo>
                    <a:pt x="245345" y="255861"/>
                    <a:pt x="227684" y="220685"/>
                    <a:pt x="211248" y="194696"/>
                  </a:cubicBezTo>
                  <a:close/>
                  <a:moveTo>
                    <a:pt x="40534" y="120373"/>
                  </a:moveTo>
                  <a:lnTo>
                    <a:pt x="40534" y="216192"/>
                  </a:lnTo>
                  <a:lnTo>
                    <a:pt x="126481" y="216192"/>
                  </a:lnTo>
                  <a:lnTo>
                    <a:pt x="126481" y="120373"/>
                  </a:lnTo>
                  <a:close/>
                  <a:moveTo>
                    <a:pt x="66180" y="0"/>
                  </a:moveTo>
                  <a:cubicBezTo>
                    <a:pt x="81611" y="4339"/>
                    <a:pt x="95136" y="7673"/>
                    <a:pt x="106757" y="10001"/>
                  </a:cubicBezTo>
                  <a:cubicBezTo>
                    <a:pt x="112543" y="11063"/>
                    <a:pt x="115436" y="13436"/>
                    <a:pt x="115436" y="17120"/>
                  </a:cubicBezTo>
                  <a:cubicBezTo>
                    <a:pt x="115436" y="20804"/>
                    <a:pt x="113788" y="24294"/>
                    <a:pt x="110493" y="27589"/>
                  </a:cubicBezTo>
                  <a:cubicBezTo>
                    <a:pt x="102963" y="35119"/>
                    <a:pt x="93848" y="55376"/>
                    <a:pt x="83147" y="88361"/>
                  </a:cubicBezTo>
                  <a:cubicBezTo>
                    <a:pt x="112765" y="88361"/>
                    <a:pt x="140423" y="87014"/>
                    <a:pt x="166121" y="84318"/>
                  </a:cubicBezTo>
                  <a:cubicBezTo>
                    <a:pt x="164026" y="99082"/>
                    <a:pt x="162978" y="114210"/>
                    <a:pt x="162978" y="129702"/>
                  </a:cubicBezTo>
                  <a:lnTo>
                    <a:pt x="162978" y="179752"/>
                  </a:lnTo>
                  <a:lnTo>
                    <a:pt x="175376" y="159521"/>
                  </a:lnTo>
                  <a:cubicBezTo>
                    <a:pt x="188240" y="137392"/>
                    <a:pt x="197954" y="116979"/>
                    <a:pt x="204519" y="98284"/>
                  </a:cubicBezTo>
                  <a:cubicBezTo>
                    <a:pt x="213272" y="73357"/>
                    <a:pt x="221745" y="41791"/>
                    <a:pt x="229936" y="3586"/>
                  </a:cubicBezTo>
                  <a:cubicBezTo>
                    <a:pt x="244800" y="9687"/>
                    <a:pt x="257235" y="13326"/>
                    <a:pt x="267241" y="14502"/>
                  </a:cubicBezTo>
                  <a:cubicBezTo>
                    <a:pt x="273685" y="15426"/>
                    <a:pt x="276906" y="17891"/>
                    <a:pt x="276906" y="21896"/>
                  </a:cubicBezTo>
                  <a:cubicBezTo>
                    <a:pt x="276906" y="25901"/>
                    <a:pt x="274765" y="29569"/>
                    <a:pt x="270481" y="32901"/>
                  </a:cubicBezTo>
                  <a:cubicBezTo>
                    <a:pt x="266197" y="36232"/>
                    <a:pt x="258919" y="52328"/>
                    <a:pt x="248646" y="81189"/>
                  </a:cubicBezTo>
                  <a:lnTo>
                    <a:pt x="315390" y="81189"/>
                  </a:lnTo>
                  <a:cubicBezTo>
                    <a:pt x="332540" y="81189"/>
                    <a:pt x="350659" y="79839"/>
                    <a:pt x="369747" y="77139"/>
                  </a:cubicBezTo>
                  <a:cubicBezTo>
                    <a:pt x="367894" y="93845"/>
                    <a:pt x="366823" y="110219"/>
                    <a:pt x="366532" y="126259"/>
                  </a:cubicBezTo>
                  <a:lnTo>
                    <a:pt x="362053" y="354930"/>
                  </a:lnTo>
                  <a:cubicBezTo>
                    <a:pt x="361724" y="378162"/>
                    <a:pt x="352603" y="393615"/>
                    <a:pt x="334689" y="401290"/>
                  </a:cubicBezTo>
                  <a:cubicBezTo>
                    <a:pt x="316775" y="408964"/>
                    <a:pt x="290089" y="412802"/>
                    <a:pt x="254632" y="412802"/>
                  </a:cubicBezTo>
                  <a:cubicBezTo>
                    <a:pt x="253585" y="399500"/>
                    <a:pt x="248991" y="384791"/>
                    <a:pt x="240852" y="368675"/>
                  </a:cubicBezTo>
                  <a:cubicBezTo>
                    <a:pt x="256216" y="369580"/>
                    <a:pt x="269775" y="370032"/>
                    <a:pt x="281528" y="370032"/>
                  </a:cubicBezTo>
                  <a:cubicBezTo>
                    <a:pt x="293282" y="370032"/>
                    <a:pt x="302256" y="368679"/>
                    <a:pt x="308450" y="365971"/>
                  </a:cubicBezTo>
                  <a:cubicBezTo>
                    <a:pt x="314643" y="363264"/>
                    <a:pt x="318756" y="358384"/>
                    <a:pt x="320787" y="351334"/>
                  </a:cubicBezTo>
                  <a:cubicBezTo>
                    <a:pt x="322818" y="344283"/>
                    <a:pt x="323979" y="332301"/>
                    <a:pt x="324270" y="315390"/>
                  </a:cubicBezTo>
                  <a:lnTo>
                    <a:pt x="326513" y="114093"/>
                  </a:lnTo>
                  <a:lnTo>
                    <a:pt x="238973" y="114093"/>
                  </a:lnTo>
                  <a:cubicBezTo>
                    <a:pt x="226081" y="144754"/>
                    <a:pt x="211489" y="172412"/>
                    <a:pt x="195196" y="197068"/>
                  </a:cubicBezTo>
                  <a:lnTo>
                    <a:pt x="162978" y="182890"/>
                  </a:lnTo>
                  <a:lnTo>
                    <a:pt x="162978" y="344093"/>
                  </a:lnTo>
                  <a:cubicBezTo>
                    <a:pt x="162978" y="368501"/>
                    <a:pt x="164026" y="391854"/>
                    <a:pt x="166121" y="414152"/>
                  </a:cubicBezTo>
                  <a:lnTo>
                    <a:pt x="126481" y="414152"/>
                  </a:lnTo>
                  <a:lnTo>
                    <a:pt x="126481" y="372883"/>
                  </a:lnTo>
                  <a:lnTo>
                    <a:pt x="40534" y="372883"/>
                  </a:lnTo>
                  <a:lnTo>
                    <a:pt x="40534" y="417738"/>
                  </a:lnTo>
                  <a:lnTo>
                    <a:pt x="0" y="417738"/>
                  </a:lnTo>
                  <a:cubicBezTo>
                    <a:pt x="2391" y="391692"/>
                    <a:pt x="3587" y="368339"/>
                    <a:pt x="3587" y="347679"/>
                  </a:cubicBezTo>
                  <a:lnTo>
                    <a:pt x="3587" y="129702"/>
                  </a:lnTo>
                  <a:cubicBezTo>
                    <a:pt x="3587" y="116424"/>
                    <a:pt x="2539" y="101296"/>
                    <a:pt x="443" y="84318"/>
                  </a:cubicBezTo>
                  <a:cubicBezTo>
                    <a:pt x="16864" y="86771"/>
                    <a:pt x="33398" y="88123"/>
                    <a:pt x="50042" y="88376"/>
                  </a:cubicBezTo>
                  <a:cubicBezTo>
                    <a:pt x="59453" y="59591"/>
                    <a:pt x="64832" y="30133"/>
                    <a:pt x="6618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600" b="1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7235753"/>
      </p:ext>
    </p:extLst>
  </p:cSld>
  <p:clrMapOvr>
    <a:masterClrMapping/>
  </p:clrMapOvr>
  <p:transition spd="med" advClick="0" advTm="1000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6D989CC-7D4A-42B4-A1A8-069D53E3E7B7}"/>
              </a:ext>
            </a:extLst>
          </p:cNvPr>
          <p:cNvGrpSpPr/>
          <p:nvPr/>
        </p:nvGrpSpPr>
        <p:grpSpPr>
          <a:xfrm>
            <a:off x="1985661" y="2111433"/>
            <a:ext cx="8396896" cy="646331"/>
            <a:chOff x="1985661" y="2111433"/>
            <a:chExt cx="8396896" cy="646331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3BD09F4-FEAE-41C2-B91C-0EA1CFCDF818}"/>
                </a:ext>
              </a:extLst>
            </p:cNvPr>
            <p:cNvSpPr txBox="1"/>
            <p:nvPr/>
          </p:nvSpPr>
          <p:spPr>
            <a:xfrm>
              <a:off x="1985661" y="2111433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肖特基二极管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82C14071-BC5F-4911-B641-0F3CB58A0614}"/>
                </a:ext>
              </a:extLst>
            </p:cNvPr>
            <p:cNvSpPr txBox="1"/>
            <p:nvPr/>
          </p:nvSpPr>
          <p:spPr>
            <a:xfrm>
              <a:off x="7427902" y="2111433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由</a:t>
              </a:r>
              <a:r>
                <a:rPr lang="zh-CN" altLang="en-US" sz="3600" dirty="0">
                  <a:solidFill>
                    <a:srgbClr val="00B0F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结电容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决定</a:t>
              </a:r>
            </a:p>
          </p:txBody>
        </p:sp>
        <p:sp>
          <p:nvSpPr>
            <p:cNvPr id="6" name="箭头: 下 5">
              <a:extLst>
                <a:ext uri="{FF2B5EF4-FFF2-40B4-BE49-F238E27FC236}">
                  <a16:creationId xmlns:a16="http://schemas.microsoft.com/office/drawing/2014/main" id="{92CC0DE2-7DE1-434F-B111-04606F4AA964}"/>
                </a:ext>
              </a:extLst>
            </p:cNvPr>
            <p:cNvSpPr/>
            <p:nvPr/>
          </p:nvSpPr>
          <p:spPr>
            <a:xfrm rot="16200000">
              <a:off x="5993214" y="2205482"/>
              <a:ext cx="280746" cy="458233"/>
            </a:xfrm>
            <a:prstGeom prst="downArrow">
              <a:avLst/>
            </a:prstGeom>
            <a:solidFill>
              <a:srgbClr val="00B0F0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739D78C-0A47-48F2-B89B-331B9AB1AEA7}"/>
              </a:ext>
            </a:extLst>
          </p:cNvPr>
          <p:cNvGrpSpPr/>
          <p:nvPr/>
        </p:nvGrpSpPr>
        <p:grpSpPr>
          <a:xfrm>
            <a:off x="1370909" y="3618629"/>
            <a:ext cx="9782692" cy="646331"/>
            <a:chOff x="1370909" y="3618629"/>
            <a:chExt cx="9782692" cy="646331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341F1A5-9D20-4714-9EEF-793910EE7CDF}"/>
                </a:ext>
              </a:extLst>
            </p:cNvPr>
            <p:cNvSpPr txBox="1"/>
            <p:nvPr/>
          </p:nvSpPr>
          <p:spPr>
            <a:xfrm>
              <a:off x="1370909" y="3618629"/>
              <a:ext cx="41841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PN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结构成的二极管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AFEB91E-0E32-40A4-A85D-B5D95F4E55D2}"/>
                </a:ext>
              </a:extLst>
            </p:cNvPr>
            <p:cNvSpPr txBox="1"/>
            <p:nvPr/>
          </p:nvSpPr>
          <p:spPr>
            <a:xfrm>
              <a:off x="6656857" y="3618629"/>
              <a:ext cx="44967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由</a:t>
              </a:r>
              <a:r>
                <a:rPr lang="zh-CN" altLang="en-US" sz="3600" dirty="0">
                  <a:solidFill>
                    <a:srgbClr val="00B0F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反向恢复时间</a:t>
              </a:r>
              <a:r>
                <a:rPr lang="zh-CN" altLang="en-US" sz="3600" dirty="0">
                  <a:latin typeface="华文细黑" panose="02010600040101010101" pitchFamily="2" charset="-122"/>
                  <a:ea typeface="华文细黑" panose="02010600040101010101" pitchFamily="2" charset="-122"/>
                </a:rPr>
                <a:t>决定</a:t>
              </a:r>
            </a:p>
          </p:txBody>
        </p:sp>
        <p:sp>
          <p:nvSpPr>
            <p:cNvPr id="7" name="箭头: 下 6">
              <a:extLst>
                <a:ext uri="{FF2B5EF4-FFF2-40B4-BE49-F238E27FC236}">
                  <a16:creationId xmlns:a16="http://schemas.microsoft.com/office/drawing/2014/main" id="{C8D4AEA5-CD41-492C-B8A3-E884A81233DE}"/>
                </a:ext>
              </a:extLst>
            </p:cNvPr>
            <p:cNvSpPr/>
            <p:nvPr/>
          </p:nvSpPr>
          <p:spPr>
            <a:xfrm rot="16200000">
              <a:off x="5993214" y="3712678"/>
              <a:ext cx="280746" cy="458233"/>
            </a:xfrm>
            <a:prstGeom prst="downArrow">
              <a:avLst/>
            </a:prstGeom>
            <a:solidFill>
              <a:srgbClr val="00B0F0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0C1CE4F-C919-4793-A6F3-95AFE29BDB36}"/>
              </a:ext>
            </a:extLst>
          </p:cNvPr>
          <p:cNvSpPr txBox="1"/>
          <p:nvPr/>
        </p:nvSpPr>
        <p:spPr>
          <a:xfrm>
            <a:off x="2482875" y="-859416"/>
            <a:ext cx="2859020" cy="445559"/>
          </a:xfrm>
          <a:custGeom>
            <a:avLst/>
            <a:gdLst/>
            <a:ahLst/>
            <a:cxnLst/>
            <a:rect l="l" t="t" r="r" b="b"/>
            <a:pathLst>
              <a:path w="1379098" h="214923">
                <a:moveTo>
                  <a:pt x="1109203" y="162360"/>
                </a:moveTo>
                <a:cubicBezTo>
                  <a:pt x="1126277" y="174128"/>
                  <a:pt x="1140117" y="186379"/>
                  <a:pt x="1150723" y="199114"/>
                </a:cubicBezTo>
                <a:lnTo>
                  <a:pt x="1138735" y="211112"/>
                </a:lnTo>
                <a:cubicBezTo>
                  <a:pt x="1129165" y="198313"/>
                  <a:pt x="1116313" y="185915"/>
                  <a:pt x="1100177" y="173918"/>
                </a:cubicBezTo>
                <a:close/>
                <a:moveTo>
                  <a:pt x="44938" y="154373"/>
                </a:moveTo>
                <a:lnTo>
                  <a:pt x="44938" y="171554"/>
                </a:lnTo>
                <a:cubicBezTo>
                  <a:pt x="59123" y="169163"/>
                  <a:pt x="70606" y="167209"/>
                  <a:pt x="79385" y="165692"/>
                </a:cubicBezTo>
                <a:lnTo>
                  <a:pt x="79385" y="154373"/>
                </a:lnTo>
                <a:close/>
                <a:moveTo>
                  <a:pt x="312438" y="146972"/>
                </a:moveTo>
                <a:lnTo>
                  <a:pt x="312438" y="165056"/>
                </a:lnTo>
                <a:lnTo>
                  <a:pt x="369538" y="165056"/>
                </a:lnTo>
                <a:lnTo>
                  <a:pt x="369538" y="146972"/>
                </a:lnTo>
                <a:close/>
                <a:moveTo>
                  <a:pt x="293515" y="130291"/>
                </a:moveTo>
                <a:cubicBezTo>
                  <a:pt x="303718" y="131191"/>
                  <a:pt x="319496" y="131641"/>
                  <a:pt x="340847" y="131641"/>
                </a:cubicBezTo>
                <a:cubicBezTo>
                  <a:pt x="362199" y="131641"/>
                  <a:pt x="377847" y="131191"/>
                  <a:pt x="387791" y="130291"/>
                </a:cubicBezTo>
                <a:cubicBezTo>
                  <a:pt x="387341" y="137749"/>
                  <a:pt x="387116" y="146117"/>
                  <a:pt x="387116" y="155394"/>
                </a:cubicBezTo>
                <a:cubicBezTo>
                  <a:pt x="387116" y="164672"/>
                  <a:pt x="387341" y="173301"/>
                  <a:pt x="387791" y="181283"/>
                </a:cubicBezTo>
                <a:cubicBezTo>
                  <a:pt x="378368" y="180686"/>
                  <a:pt x="362698" y="180387"/>
                  <a:pt x="340779" y="180387"/>
                </a:cubicBezTo>
                <a:cubicBezTo>
                  <a:pt x="318861" y="180387"/>
                  <a:pt x="303106" y="180761"/>
                  <a:pt x="293515" y="181508"/>
                </a:cubicBezTo>
                <a:cubicBezTo>
                  <a:pt x="294412" y="172791"/>
                  <a:pt x="294861" y="163798"/>
                  <a:pt x="294861" y="154532"/>
                </a:cubicBezTo>
                <a:cubicBezTo>
                  <a:pt x="294861" y="145265"/>
                  <a:pt x="294412" y="137185"/>
                  <a:pt x="293515" y="130291"/>
                </a:cubicBezTo>
                <a:close/>
                <a:moveTo>
                  <a:pt x="44938" y="126341"/>
                </a:moveTo>
                <a:lnTo>
                  <a:pt x="44938" y="140164"/>
                </a:lnTo>
                <a:lnTo>
                  <a:pt x="79385" y="140164"/>
                </a:lnTo>
                <a:lnTo>
                  <a:pt x="79385" y="126341"/>
                </a:lnTo>
                <a:close/>
                <a:moveTo>
                  <a:pt x="167293" y="122305"/>
                </a:moveTo>
                <a:cubicBezTo>
                  <a:pt x="145990" y="122305"/>
                  <a:pt x="132638" y="122408"/>
                  <a:pt x="127238" y="122615"/>
                </a:cubicBezTo>
                <a:cubicBezTo>
                  <a:pt x="133912" y="138117"/>
                  <a:pt x="141472" y="150618"/>
                  <a:pt x="149916" y="160116"/>
                </a:cubicBezTo>
                <a:cubicBezTo>
                  <a:pt x="158295" y="149132"/>
                  <a:pt x="164088" y="136528"/>
                  <a:pt x="167293" y="122305"/>
                </a:cubicBezTo>
                <a:close/>
                <a:moveTo>
                  <a:pt x="969254" y="109210"/>
                </a:moveTo>
                <a:cubicBezTo>
                  <a:pt x="975066" y="112220"/>
                  <a:pt x="980159" y="114501"/>
                  <a:pt x="984531" y="116054"/>
                </a:cubicBezTo>
                <a:cubicBezTo>
                  <a:pt x="987681" y="117404"/>
                  <a:pt x="989256" y="119065"/>
                  <a:pt x="989256" y="121038"/>
                </a:cubicBezTo>
                <a:cubicBezTo>
                  <a:pt x="989256" y="123011"/>
                  <a:pt x="988317" y="124266"/>
                  <a:pt x="986438" y="124803"/>
                </a:cubicBezTo>
                <a:cubicBezTo>
                  <a:pt x="984559" y="125340"/>
                  <a:pt x="983046" y="126405"/>
                  <a:pt x="981898" y="127998"/>
                </a:cubicBezTo>
                <a:cubicBezTo>
                  <a:pt x="980750" y="129591"/>
                  <a:pt x="978606" y="133679"/>
                  <a:pt x="975465" y="140260"/>
                </a:cubicBezTo>
                <a:cubicBezTo>
                  <a:pt x="972324" y="146842"/>
                  <a:pt x="967434" y="154312"/>
                  <a:pt x="960795" y="162670"/>
                </a:cubicBezTo>
                <a:cubicBezTo>
                  <a:pt x="956693" y="159563"/>
                  <a:pt x="951499" y="157077"/>
                  <a:pt x="945215" y="155212"/>
                </a:cubicBezTo>
                <a:cubicBezTo>
                  <a:pt x="957419" y="141460"/>
                  <a:pt x="965432" y="126126"/>
                  <a:pt x="969254" y="109210"/>
                </a:cubicBezTo>
                <a:close/>
                <a:moveTo>
                  <a:pt x="254720" y="103831"/>
                </a:moveTo>
                <a:cubicBezTo>
                  <a:pt x="268182" y="105329"/>
                  <a:pt x="297994" y="106078"/>
                  <a:pt x="344157" y="106078"/>
                </a:cubicBezTo>
                <a:cubicBezTo>
                  <a:pt x="390319" y="106078"/>
                  <a:pt x="418842" y="105329"/>
                  <a:pt x="429724" y="103831"/>
                </a:cubicBezTo>
                <a:cubicBezTo>
                  <a:pt x="428231" y="113041"/>
                  <a:pt x="427485" y="125016"/>
                  <a:pt x="427485" y="139753"/>
                </a:cubicBezTo>
                <a:lnTo>
                  <a:pt x="427485" y="184380"/>
                </a:lnTo>
                <a:cubicBezTo>
                  <a:pt x="427485" y="191893"/>
                  <a:pt x="426665" y="197419"/>
                  <a:pt x="425026" y="200957"/>
                </a:cubicBezTo>
                <a:cubicBezTo>
                  <a:pt x="423386" y="204496"/>
                  <a:pt x="419860" y="207032"/>
                  <a:pt x="414447" y="208567"/>
                </a:cubicBezTo>
                <a:cubicBezTo>
                  <a:pt x="409035" y="210102"/>
                  <a:pt x="399616" y="211249"/>
                  <a:pt x="386190" y="212009"/>
                </a:cubicBezTo>
                <a:cubicBezTo>
                  <a:pt x="386017" y="204946"/>
                  <a:pt x="383754" y="197740"/>
                  <a:pt x="379404" y="190392"/>
                </a:cubicBezTo>
                <a:cubicBezTo>
                  <a:pt x="387636" y="191292"/>
                  <a:pt x="393960" y="191742"/>
                  <a:pt x="398378" y="191742"/>
                </a:cubicBezTo>
                <a:cubicBezTo>
                  <a:pt x="402795" y="191742"/>
                  <a:pt x="405596" y="191064"/>
                  <a:pt x="406780" y="189709"/>
                </a:cubicBezTo>
                <a:cubicBezTo>
                  <a:pt x="407965" y="188354"/>
                  <a:pt x="408557" y="185456"/>
                  <a:pt x="408557" y="181015"/>
                </a:cubicBezTo>
                <a:lnTo>
                  <a:pt x="408557" y="121633"/>
                </a:lnTo>
                <a:lnTo>
                  <a:pt x="275212" y="121633"/>
                </a:lnTo>
                <a:lnTo>
                  <a:pt x="275212" y="209765"/>
                </a:lnTo>
                <a:lnTo>
                  <a:pt x="253374" y="209765"/>
                </a:lnTo>
                <a:cubicBezTo>
                  <a:pt x="255467" y="197064"/>
                  <a:pt x="256513" y="183294"/>
                  <a:pt x="256513" y="168457"/>
                </a:cubicBezTo>
                <a:lnTo>
                  <a:pt x="256513" y="139753"/>
                </a:lnTo>
                <a:cubicBezTo>
                  <a:pt x="256513" y="126661"/>
                  <a:pt x="255916" y="114687"/>
                  <a:pt x="254720" y="103831"/>
                </a:cubicBezTo>
                <a:close/>
                <a:moveTo>
                  <a:pt x="992085" y="98669"/>
                </a:moveTo>
                <a:cubicBezTo>
                  <a:pt x="1001086" y="99446"/>
                  <a:pt x="1007388" y="99880"/>
                  <a:pt x="1010989" y="99971"/>
                </a:cubicBezTo>
                <a:cubicBezTo>
                  <a:pt x="1014591" y="100063"/>
                  <a:pt x="1016392" y="101438"/>
                  <a:pt x="1016392" y="104095"/>
                </a:cubicBezTo>
                <a:cubicBezTo>
                  <a:pt x="1016392" y="105793"/>
                  <a:pt x="1015570" y="107055"/>
                  <a:pt x="1013927" y="107881"/>
                </a:cubicBezTo>
                <a:cubicBezTo>
                  <a:pt x="1012282" y="108600"/>
                  <a:pt x="1011459" y="110927"/>
                  <a:pt x="1011459" y="114861"/>
                </a:cubicBezTo>
                <a:lnTo>
                  <a:pt x="1011459" y="156305"/>
                </a:lnTo>
                <a:cubicBezTo>
                  <a:pt x="1018510" y="144575"/>
                  <a:pt x="1024301" y="130297"/>
                  <a:pt x="1028833" y="113471"/>
                </a:cubicBezTo>
                <a:cubicBezTo>
                  <a:pt x="1034671" y="116893"/>
                  <a:pt x="1039328" y="119028"/>
                  <a:pt x="1042802" y="119876"/>
                </a:cubicBezTo>
                <a:cubicBezTo>
                  <a:pt x="1046276" y="120723"/>
                  <a:pt x="1048014" y="122266"/>
                  <a:pt x="1048014" y="124503"/>
                </a:cubicBezTo>
                <a:cubicBezTo>
                  <a:pt x="1048014" y="126740"/>
                  <a:pt x="1047288" y="128267"/>
                  <a:pt x="1045838" y="129082"/>
                </a:cubicBezTo>
                <a:cubicBezTo>
                  <a:pt x="1044388" y="129898"/>
                  <a:pt x="1042567" y="131719"/>
                  <a:pt x="1040375" y="134547"/>
                </a:cubicBezTo>
                <a:cubicBezTo>
                  <a:pt x="1038183" y="137375"/>
                  <a:pt x="1036161" y="140714"/>
                  <a:pt x="1034308" y="144564"/>
                </a:cubicBezTo>
                <a:cubicBezTo>
                  <a:pt x="1026074" y="161795"/>
                  <a:pt x="1015526" y="175509"/>
                  <a:pt x="1002665" y="185707"/>
                </a:cubicBezTo>
                <a:cubicBezTo>
                  <a:pt x="989804" y="195905"/>
                  <a:pt x="973049" y="204223"/>
                  <a:pt x="952402" y="210662"/>
                </a:cubicBezTo>
                <a:cubicBezTo>
                  <a:pt x="950794" y="204854"/>
                  <a:pt x="947652" y="199645"/>
                  <a:pt x="942975" y="195035"/>
                </a:cubicBezTo>
                <a:cubicBezTo>
                  <a:pt x="966276" y="188529"/>
                  <a:pt x="983245" y="180868"/>
                  <a:pt x="993882" y="172050"/>
                </a:cubicBezTo>
                <a:lnTo>
                  <a:pt x="993882" y="125851"/>
                </a:lnTo>
                <a:cubicBezTo>
                  <a:pt x="993882" y="115157"/>
                  <a:pt x="993283" y="106097"/>
                  <a:pt x="992085" y="98669"/>
                </a:cubicBezTo>
                <a:close/>
                <a:moveTo>
                  <a:pt x="44938" y="97637"/>
                </a:moveTo>
                <a:lnTo>
                  <a:pt x="44938" y="112357"/>
                </a:lnTo>
                <a:lnTo>
                  <a:pt x="79385" y="112357"/>
                </a:lnTo>
                <a:lnTo>
                  <a:pt x="79385" y="97637"/>
                </a:lnTo>
                <a:close/>
                <a:moveTo>
                  <a:pt x="1327916" y="95083"/>
                </a:moveTo>
                <a:cubicBezTo>
                  <a:pt x="1342806" y="104994"/>
                  <a:pt x="1356503" y="116354"/>
                  <a:pt x="1369007" y="129163"/>
                </a:cubicBezTo>
                <a:lnTo>
                  <a:pt x="1356391" y="140246"/>
                </a:lnTo>
                <a:cubicBezTo>
                  <a:pt x="1347293" y="130309"/>
                  <a:pt x="1334574" y="119326"/>
                  <a:pt x="1318236" y="107296"/>
                </a:cubicBezTo>
                <a:close/>
                <a:moveTo>
                  <a:pt x="1227936" y="90822"/>
                </a:moveTo>
                <a:cubicBezTo>
                  <a:pt x="1230155" y="96375"/>
                  <a:pt x="1233300" y="100989"/>
                  <a:pt x="1237369" y="104663"/>
                </a:cubicBezTo>
                <a:cubicBezTo>
                  <a:pt x="1226473" y="113252"/>
                  <a:pt x="1210753" y="126309"/>
                  <a:pt x="1190210" y="143832"/>
                </a:cubicBezTo>
                <a:cubicBezTo>
                  <a:pt x="1186886" y="138301"/>
                  <a:pt x="1182617" y="134196"/>
                  <a:pt x="1177405" y="131520"/>
                </a:cubicBezTo>
                <a:cubicBezTo>
                  <a:pt x="1198191" y="118664"/>
                  <a:pt x="1215034" y="105098"/>
                  <a:pt x="1227936" y="90822"/>
                </a:cubicBezTo>
                <a:close/>
                <a:moveTo>
                  <a:pt x="1085600" y="88804"/>
                </a:moveTo>
                <a:cubicBezTo>
                  <a:pt x="1091646" y="89554"/>
                  <a:pt x="1098389" y="89929"/>
                  <a:pt x="1105828" y="89929"/>
                </a:cubicBezTo>
                <a:cubicBezTo>
                  <a:pt x="1108397" y="89929"/>
                  <a:pt x="1109682" y="90976"/>
                  <a:pt x="1109682" y="93069"/>
                </a:cubicBezTo>
                <a:cubicBezTo>
                  <a:pt x="1109682" y="95162"/>
                  <a:pt x="1109207" y="96598"/>
                  <a:pt x="1108257" y="97376"/>
                </a:cubicBezTo>
                <a:cubicBezTo>
                  <a:pt x="1107307" y="98155"/>
                  <a:pt x="1106373" y="99659"/>
                  <a:pt x="1105455" y="101888"/>
                </a:cubicBezTo>
                <a:cubicBezTo>
                  <a:pt x="1104537" y="104117"/>
                  <a:pt x="1104078" y="105424"/>
                  <a:pt x="1104078" y="105810"/>
                </a:cubicBezTo>
                <a:cubicBezTo>
                  <a:pt x="1103599" y="128893"/>
                  <a:pt x="1102211" y="145183"/>
                  <a:pt x="1099913" y="154678"/>
                </a:cubicBezTo>
                <a:cubicBezTo>
                  <a:pt x="1097615" y="164173"/>
                  <a:pt x="1091915" y="173894"/>
                  <a:pt x="1082813" y="183839"/>
                </a:cubicBezTo>
                <a:cubicBezTo>
                  <a:pt x="1073710" y="193784"/>
                  <a:pt x="1060191" y="203622"/>
                  <a:pt x="1042256" y="213352"/>
                </a:cubicBezTo>
                <a:cubicBezTo>
                  <a:pt x="1040972" y="209265"/>
                  <a:pt x="1037555" y="204353"/>
                  <a:pt x="1032004" y="198614"/>
                </a:cubicBezTo>
                <a:cubicBezTo>
                  <a:pt x="1045813" y="192759"/>
                  <a:pt x="1056751" y="186088"/>
                  <a:pt x="1064817" y="178601"/>
                </a:cubicBezTo>
                <a:cubicBezTo>
                  <a:pt x="1072884" y="171114"/>
                  <a:pt x="1078589" y="163011"/>
                  <a:pt x="1081932" y="154291"/>
                </a:cubicBezTo>
                <a:cubicBezTo>
                  <a:pt x="1085275" y="145571"/>
                  <a:pt x="1086947" y="132203"/>
                  <a:pt x="1086947" y="114189"/>
                </a:cubicBezTo>
                <a:cubicBezTo>
                  <a:pt x="1086947" y="106755"/>
                  <a:pt x="1086498" y="98293"/>
                  <a:pt x="1085600" y="88804"/>
                </a:cubicBezTo>
                <a:close/>
                <a:moveTo>
                  <a:pt x="0" y="80731"/>
                </a:moveTo>
                <a:cubicBezTo>
                  <a:pt x="14957" y="82379"/>
                  <a:pt x="49239" y="83203"/>
                  <a:pt x="102845" y="83203"/>
                </a:cubicBezTo>
                <a:cubicBezTo>
                  <a:pt x="156452" y="83203"/>
                  <a:pt x="190597" y="82379"/>
                  <a:pt x="205280" y="80731"/>
                </a:cubicBezTo>
                <a:lnTo>
                  <a:pt x="205280" y="99430"/>
                </a:lnTo>
                <a:cubicBezTo>
                  <a:pt x="194571" y="98235"/>
                  <a:pt x="158317" y="97637"/>
                  <a:pt x="96516" y="97637"/>
                </a:cubicBezTo>
                <a:lnTo>
                  <a:pt x="96516" y="162585"/>
                </a:lnTo>
                <a:lnTo>
                  <a:pt x="115129" y="158548"/>
                </a:lnTo>
                <a:cubicBezTo>
                  <a:pt x="114979" y="162196"/>
                  <a:pt x="114904" y="165265"/>
                  <a:pt x="114904" y="167753"/>
                </a:cubicBezTo>
                <a:cubicBezTo>
                  <a:pt x="114904" y="170241"/>
                  <a:pt x="114979" y="173010"/>
                  <a:pt x="115129" y="176058"/>
                </a:cubicBezTo>
                <a:cubicBezTo>
                  <a:pt x="109755" y="176810"/>
                  <a:pt x="103550" y="177772"/>
                  <a:pt x="96516" y="178944"/>
                </a:cubicBezTo>
                <a:lnTo>
                  <a:pt x="97753" y="198777"/>
                </a:lnTo>
                <a:lnTo>
                  <a:pt x="119865" y="187011"/>
                </a:lnTo>
                <a:cubicBezTo>
                  <a:pt x="127041" y="182320"/>
                  <a:pt x="133506" y="177134"/>
                  <a:pt x="139261" y="171454"/>
                </a:cubicBezTo>
                <a:cubicBezTo>
                  <a:pt x="130333" y="162807"/>
                  <a:pt x="121020" y="146723"/>
                  <a:pt x="111322" y="123201"/>
                </a:cubicBezTo>
                <a:lnTo>
                  <a:pt x="104053" y="123651"/>
                </a:lnTo>
                <a:lnTo>
                  <a:pt x="104053" y="106295"/>
                </a:lnTo>
                <a:cubicBezTo>
                  <a:pt x="114285" y="107643"/>
                  <a:pt x="128422" y="108317"/>
                  <a:pt x="146463" y="108317"/>
                </a:cubicBezTo>
                <a:cubicBezTo>
                  <a:pt x="164505" y="108317"/>
                  <a:pt x="178579" y="107643"/>
                  <a:pt x="188685" y="106295"/>
                </a:cubicBezTo>
                <a:cubicBezTo>
                  <a:pt x="182115" y="133013"/>
                  <a:pt x="172771" y="154412"/>
                  <a:pt x="160653" y="170493"/>
                </a:cubicBezTo>
                <a:cubicBezTo>
                  <a:pt x="171190" y="179506"/>
                  <a:pt x="186664" y="188495"/>
                  <a:pt x="207076" y="197460"/>
                </a:cubicBezTo>
                <a:cubicBezTo>
                  <a:pt x="202235" y="201070"/>
                  <a:pt x="198237" y="206219"/>
                  <a:pt x="195082" y="212905"/>
                </a:cubicBezTo>
                <a:cubicBezTo>
                  <a:pt x="173289" y="200985"/>
                  <a:pt x="158441" y="190669"/>
                  <a:pt x="150537" y="181958"/>
                </a:cubicBezTo>
                <a:cubicBezTo>
                  <a:pt x="141924" y="191786"/>
                  <a:pt x="128427" y="202250"/>
                  <a:pt x="110046" y="213352"/>
                </a:cubicBezTo>
                <a:cubicBezTo>
                  <a:pt x="108470" y="210293"/>
                  <a:pt x="106528" y="207618"/>
                  <a:pt x="104222" y="205326"/>
                </a:cubicBezTo>
                <a:lnTo>
                  <a:pt x="97878" y="200795"/>
                </a:lnTo>
                <a:lnTo>
                  <a:pt x="98759" y="214923"/>
                </a:lnTo>
                <a:lnTo>
                  <a:pt x="78264" y="214923"/>
                </a:lnTo>
                <a:cubicBezTo>
                  <a:pt x="79012" y="205224"/>
                  <a:pt x="79385" y="193937"/>
                  <a:pt x="79385" y="181062"/>
                </a:cubicBezTo>
                <a:cubicBezTo>
                  <a:pt x="43979" y="187191"/>
                  <a:pt x="19922" y="191750"/>
                  <a:pt x="7216" y="194739"/>
                </a:cubicBezTo>
                <a:cubicBezTo>
                  <a:pt x="6623" y="189195"/>
                  <a:pt x="4964" y="182889"/>
                  <a:pt x="2240" y="175822"/>
                </a:cubicBezTo>
                <a:cubicBezTo>
                  <a:pt x="11415" y="175255"/>
                  <a:pt x="19787" y="174587"/>
                  <a:pt x="27357" y="173818"/>
                </a:cubicBezTo>
                <a:lnTo>
                  <a:pt x="27357" y="97862"/>
                </a:lnTo>
                <a:cubicBezTo>
                  <a:pt x="24067" y="97862"/>
                  <a:pt x="14948" y="98385"/>
                  <a:pt x="0" y="99430"/>
                </a:cubicBezTo>
                <a:close/>
                <a:moveTo>
                  <a:pt x="299433" y="67587"/>
                </a:moveTo>
                <a:lnTo>
                  <a:pt x="299433" y="81632"/>
                </a:lnTo>
                <a:lnTo>
                  <a:pt x="380750" y="81632"/>
                </a:lnTo>
                <a:lnTo>
                  <a:pt x="380750" y="67587"/>
                </a:lnTo>
                <a:close/>
                <a:moveTo>
                  <a:pt x="53682" y="54578"/>
                </a:moveTo>
                <a:lnTo>
                  <a:pt x="53682" y="63019"/>
                </a:lnTo>
                <a:lnTo>
                  <a:pt x="152941" y="63019"/>
                </a:lnTo>
                <a:lnTo>
                  <a:pt x="152941" y="54578"/>
                </a:lnTo>
                <a:close/>
                <a:moveTo>
                  <a:pt x="280734" y="51353"/>
                </a:moveTo>
                <a:cubicBezTo>
                  <a:pt x="294560" y="52103"/>
                  <a:pt x="314333" y="52478"/>
                  <a:pt x="340054" y="52478"/>
                </a:cubicBezTo>
                <a:cubicBezTo>
                  <a:pt x="365775" y="52478"/>
                  <a:pt x="385500" y="52103"/>
                  <a:pt x="399228" y="51353"/>
                </a:cubicBezTo>
                <a:cubicBezTo>
                  <a:pt x="398778" y="58523"/>
                  <a:pt x="398553" y="66069"/>
                  <a:pt x="398553" y="73991"/>
                </a:cubicBezTo>
                <a:cubicBezTo>
                  <a:pt x="398553" y="81914"/>
                  <a:pt x="398778" y="89796"/>
                  <a:pt x="399228" y="97637"/>
                </a:cubicBezTo>
                <a:cubicBezTo>
                  <a:pt x="383576" y="97189"/>
                  <a:pt x="363377" y="96966"/>
                  <a:pt x="338633" y="96966"/>
                </a:cubicBezTo>
                <a:cubicBezTo>
                  <a:pt x="313888" y="96966"/>
                  <a:pt x="294589" y="97264"/>
                  <a:pt x="280734" y="97862"/>
                </a:cubicBezTo>
                <a:cubicBezTo>
                  <a:pt x="281630" y="89430"/>
                  <a:pt x="282077" y="81294"/>
                  <a:pt x="282077" y="73454"/>
                </a:cubicBezTo>
                <a:cubicBezTo>
                  <a:pt x="282077" y="65614"/>
                  <a:pt x="281630" y="58247"/>
                  <a:pt x="280734" y="51353"/>
                </a:cubicBezTo>
                <a:close/>
                <a:moveTo>
                  <a:pt x="1340811" y="46867"/>
                </a:moveTo>
                <a:cubicBezTo>
                  <a:pt x="1347176" y="51743"/>
                  <a:pt x="1351598" y="54925"/>
                  <a:pt x="1354077" y="56412"/>
                </a:cubicBezTo>
                <a:cubicBezTo>
                  <a:pt x="1356556" y="57899"/>
                  <a:pt x="1357795" y="59517"/>
                  <a:pt x="1357795" y="61265"/>
                </a:cubicBezTo>
                <a:cubicBezTo>
                  <a:pt x="1357795" y="64134"/>
                  <a:pt x="1356610" y="65569"/>
                  <a:pt x="1354239" y="65569"/>
                </a:cubicBezTo>
                <a:cubicBezTo>
                  <a:pt x="1351869" y="65569"/>
                  <a:pt x="1349343" y="66565"/>
                  <a:pt x="1346661" y="68559"/>
                </a:cubicBezTo>
                <a:cubicBezTo>
                  <a:pt x="1343980" y="70552"/>
                  <a:pt x="1340343" y="73653"/>
                  <a:pt x="1335751" y="77861"/>
                </a:cubicBezTo>
                <a:cubicBezTo>
                  <a:pt x="1331159" y="82070"/>
                  <a:pt x="1325896" y="86644"/>
                  <a:pt x="1319962" y="91583"/>
                </a:cubicBezTo>
                <a:cubicBezTo>
                  <a:pt x="1317273" y="87916"/>
                  <a:pt x="1313559" y="84512"/>
                  <a:pt x="1308818" y="81371"/>
                </a:cubicBezTo>
                <a:cubicBezTo>
                  <a:pt x="1321714" y="71710"/>
                  <a:pt x="1332379" y="60209"/>
                  <a:pt x="1340811" y="46867"/>
                </a:cubicBezTo>
                <a:close/>
                <a:moveTo>
                  <a:pt x="53682" y="30807"/>
                </a:moveTo>
                <a:lnTo>
                  <a:pt x="53682" y="40594"/>
                </a:lnTo>
                <a:lnTo>
                  <a:pt x="152941" y="40594"/>
                </a:lnTo>
                <a:lnTo>
                  <a:pt x="152941" y="30807"/>
                </a:lnTo>
                <a:close/>
                <a:moveTo>
                  <a:pt x="497103" y="26685"/>
                </a:moveTo>
                <a:cubicBezTo>
                  <a:pt x="522628" y="27736"/>
                  <a:pt x="550747" y="28261"/>
                  <a:pt x="581460" y="28261"/>
                </a:cubicBezTo>
                <a:cubicBezTo>
                  <a:pt x="612173" y="28261"/>
                  <a:pt x="640148" y="27736"/>
                  <a:pt x="665385" y="26685"/>
                </a:cubicBezTo>
                <a:lnTo>
                  <a:pt x="665385" y="45159"/>
                </a:lnTo>
                <a:cubicBezTo>
                  <a:pt x="641796" y="44561"/>
                  <a:pt x="617203" y="44263"/>
                  <a:pt x="591604" y="44263"/>
                </a:cubicBezTo>
                <a:lnTo>
                  <a:pt x="591604" y="175818"/>
                </a:lnTo>
                <a:cubicBezTo>
                  <a:pt x="630780" y="175818"/>
                  <a:pt x="659560" y="175144"/>
                  <a:pt x="677944" y="173797"/>
                </a:cubicBezTo>
                <a:lnTo>
                  <a:pt x="677944" y="194964"/>
                </a:lnTo>
                <a:cubicBezTo>
                  <a:pt x="659448" y="193918"/>
                  <a:pt x="637755" y="193396"/>
                  <a:pt x="612864" y="193396"/>
                </a:cubicBezTo>
                <a:lnTo>
                  <a:pt x="547831" y="193396"/>
                </a:lnTo>
                <a:cubicBezTo>
                  <a:pt x="521887" y="193396"/>
                  <a:pt x="499372" y="193918"/>
                  <a:pt x="480287" y="194964"/>
                </a:cubicBezTo>
                <a:lnTo>
                  <a:pt x="480287" y="173797"/>
                </a:lnTo>
                <a:cubicBezTo>
                  <a:pt x="496167" y="175144"/>
                  <a:pt x="526740" y="175818"/>
                  <a:pt x="572005" y="175818"/>
                </a:cubicBezTo>
                <a:lnTo>
                  <a:pt x="572005" y="44263"/>
                </a:lnTo>
                <a:cubicBezTo>
                  <a:pt x="536225" y="44263"/>
                  <a:pt x="511257" y="44561"/>
                  <a:pt x="497103" y="45159"/>
                </a:cubicBezTo>
                <a:close/>
                <a:moveTo>
                  <a:pt x="1046581" y="18163"/>
                </a:moveTo>
                <a:cubicBezTo>
                  <a:pt x="1060709" y="19511"/>
                  <a:pt x="1077790" y="20185"/>
                  <a:pt x="1097825" y="20185"/>
                </a:cubicBezTo>
                <a:cubicBezTo>
                  <a:pt x="1117860" y="20185"/>
                  <a:pt x="1134594" y="19511"/>
                  <a:pt x="1148030" y="18163"/>
                </a:cubicBezTo>
                <a:lnTo>
                  <a:pt x="1148030" y="37087"/>
                </a:lnTo>
                <a:cubicBezTo>
                  <a:pt x="1137016" y="35891"/>
                  <a:pt x="1122287" y="35294"/>
                  <a:pt x="1103842" y="35294"/>
                </a:cubicBezTo>
                <a:cubicBezTo>
                  <a:pt x="1101973" y="43828"/>
                  <a:pt x="1098987" y="52920"/>
                  <a:pt x="1094884" y="62568"/>
                </a:cubicBezTo>
                <a:cubicBezTo>
                  <a:pt x="1113867" y="62568"/>
                  <a:pt x="1128144" y="62193"/>
                  <a:pt x="1137714" y="61443"/>
                </a:cubicBezTo>
                <a:cubicBezTo>
                  <a:pt x="1137416" y="74112"/>
                  <a:pt x="1137268" y="84069"/>
                  <a:pt x="1137268" y="91315"/>
                </a:cubicBezTo>
                <a:lnTo>
                  <a:pt x="1137268" y="131231"/>
                </a:lnTo>
                <a:cubicBezTo>
                  <a:pt x="1137268" y="139779"/>
                  <a:pt x="1137416" y="150259"/>
                  <a:pt x="1137714" y="162670"/>
                </a:cubicBezTo>
                <a:lnTo>
                  <a:pt x="1119240" y="162670"/>
                </a:lnTo>
                <a:lnTo>
                  <a:pt x="1119240" y="77231"/>
                </a:lnTo>
                <a:lnTo>
                  <a:pt x="1070663" y="77231"/>
                </a:lnTo>
                <a:lnTo>
                  <a:pt x="1070663" y="164242"/>
                </a:lnTo>
                <a:lnTo>
                  <a:pt x="1052185" y="164242"/>
                </a:lnTo>
                <a:cubicBezTo>
                  <a:pt x="1052636" y="153398"/>
                  <a:pt x="1052861" y="142843"/>
                  <a:pt x="1052861" y="132577"/>
                </a:cubicBezTo>
                <a:lnTo>
                  <a:pt x="1052861" y="91315"/>
                </a:lnTo>
                <a:cubicBezTo>
                  <a:pt x="1052861" y="78049"/>
                  <a:pt x="1052562" y="68092"/>
                  <a:pt x="1051964" y="61443"/>
                </a:cubicBezTo>
                <a:cubicBezTo>
                  <a:pt x="1060829" y="62046"/>
                  <a:pt x="1069652" y="62347"/>
                  <a:pt x="1078432" y="62347"/>
                </a:cubicBezTo>
                <a:cubicBezTo>
                  <a:pt x="1082037" y="53667"/>
                  <a:pt x="1084800" y="44650"/>
                  <a:pt x="1086722" y="35294"/>
                </a:cubicBezTo>
                <a:cubicBezTo>
                  <a:pt x="1072415" y="35294"/>
                  <a:pt x="1059035" y="35891"/>
                  <a:pt x="1046581" y="37087"/>
                </a:cubicBezTo>
                <a:close/>
                <a:moveTo>
                  <a:pt x="34312" y="15473"/>
                </a:moveTo>
                <a:cubicBezTo>
                  <a:pt x="43463" y="16073"/>
                  <a:pt x="65285" y="16373"/>
                  <a:pt x="99777" y="16373"/>
                </a:cubicBezTo>
                <a:cubicBezTo>
                  <a:pt x="134270" y="16373"/>
                  <a:pt x="158150" y="16073"/>
                  <a:pt x="171418" y="15473"/>
                </a:cubicBezTo>
                <a:cubicBezTo>
                  <a:pt x="170968" y="24727"/>
                  <a:pt x="170743" y="34573"/>
                  <a:pt x="170743" y="45013"/>
                </a:cubicBezTo>
                <a:cubicBezTo>
                  <a:pt x="170743" y="55452"/>
                  <a:pt x="170968" y="66340"/>
                  <a:pt x="171418" y="77678"/>
                </a:cubicBezTo>
                <a:cubicBezTo>
                  <a:pt x="157686" y="77080"/>
                  <a:pt x="133195" y="76781"/>
                  <a:pt x="97947" y="76781"/>
                </a:cubicBezTo>
                <a:cubicBezTo>
                  <a:pt x="62698" y="76781"/>
                  <a:pt x="41560" y="77005"/>
                  <a:pt x="34533" y="77452"/>
                </a:cubicBezTo>
                <a:cubicBezTo>
                  <a:pt x="35281" y="64496"/>
                  <a:pt x="35655" y="53848"/>
                  <a:pt x="35655" y="45507"/>
                </a:cubicBezTo>
                <a:cubicBezTo>
                  <a:pt x="35655" y="37167"/>
                  <a:pt x="35207" y="27156"/>
                  <a:pt x="34312" y="15473"/>
                </a:cubicBezTo>
                <a:close/>
                <a:moveTo>
                  <a:pt x="995000" y="6276"/>
                </a:moveTo>
                <a:cubicBezTo>
                  <a:pt x="1004303" y="7052"/>
                  <a:pt x="1010830" y="7485"/>
                  <a:pt x="1014581" y="7576"/>
                </a:cubicBezTo>
                <a:cubicBezTo>
                  <a:pt x="1018331" y="7666"/>
                  <a:pt x="1020206" y="8802"/>
                  <a:pt x="1020206" y="10982"/>
                </a:cubicBezTo>
                <a:cubicBezTo>
                  <a:pt x="1020206" y="13162"/>
                  <a:pt x="1019290" y="14907"/>
                  <a:pt x="1017456" y="16216"/>
                </a:cubicBezTo>
                <a:cubicBezTo>
                  <a:pt x="1015851" y="17521"/>
                  <a:pt x="1015049" y="20054"/>
                  <a:pt x="1015049" y="23814"/>
                </a:cubicBezTo>
                <a:lnTo>
                  <a:pt x="1015049" y="40816"/>
                </a:lnTo>
                <a:lnTo>
                  <a:pt x="1031376" y="40816"/>
                </a:lnTo>
                <a:cubicBezTo>
                  <a:pt x="1037119" y="40816"/>
                  <a:pt x="1042740" y="40367"/>
                  <a:pt x="1048239" y="39469"/>
                </a:cubicBezTo>
                <a:lnTo>
                  <a:pt x="1048239" y="57046"/>
                </a:lnTo>
                <a:cubicBezTo>
                  <a:pt x="1042640" y="56299"/>
                  <a:pt x="1037019" y="55925"/>
                  <a:pt x="1031376" y="55925"/>
                </a:cubicBezTo>
                <a:lnTo>
                  <a:pt x="1015049" y="55925"/>
                </a:lnTo>
                <a:lnTo>
                  <a:pt x="1015049" y="78728"/>
                </a:lnTo>
                <a:cubicBezTo>
                  <a:pt x="1029827" y="78592"/>
                  <a:pt x="1041488" y="78138"/>
                  <a:pt x="1050032" y="77367"/>
                </a:cubicBezTo>
                <a:lnTo>
                  <a:pt x="1050032" y="95394"/>
                </a:lnTo>
                <a:cubicBezTo>
                  <a:pt x="1042195" y="94199"/>
                  <a:pt x="1024627" y="93601"/>
                  <a:pt x="997329" y="93601"/>
                </a:cubicBezTo>
                <a:cubicBezTo>
                  <a:pt x="970030" y="93601"/>
                  <a:pt x="951986" y="94199"/>
                  <a:pt x="943197" y="95394"/>
                </a:cubicBezTo>
                <a:lnTo>
                  <a:pt x="943197" y="77367"/>
                </a:lnTo>
                <a:cubicBezTo>
                  <a:pt x="952915" y="78141"/>
                  <a:pt x="960092" y="78515"/>
                  <a:pt x="964728" y="78488"/>
                </a:cubicBezTo>
                <a:cubicBezTo>
                  <a:pt x="964728" y="57981"/>
                  <a:pt x="964580" y="45113"/>
                  <a:pt x="964283" y="39885"/>
                </a:cubicBezTo>
                <a:cubicBezTo>
                  <a:pt x="963987" y="34657"/>
                  <a:pt x="963462" y="29733"/>
                  <a:pt x="962710" y="25114"/>
                </a:cubicBezTo>
                <a:cubicBezTo>
                  <a:pt x="968744" y="26314"/>
                  <a:pt x="975187" y="26914"/>
                  <a:pt x="982037" y="26914"/>
                </a:cubicBezTo>
                <a:cubicBezTo>
                  <a:pt x="985357" y="26914"/>
                  <a:pt x="987017" y="28018"/>
                  <a:pt x="987017" y="30227"/>
                </a:cubicBezTo>
                <a:cubicBezTo>
                  <a:pt x="987017" y="32436"/>
                  <a:pt x="986402" y="33846"/>
                  <a:pt x="985174" y="34460"/>
                </a:cubicBezTo>
                <a:cubicBezTo>
                  <a:pt x="983945" y="35073"/>
                  <a:pt x="983085" y="35952"/>
                  <a:pt x="982595" y="37097"/>
                </a:cubicBezTo>
                <a:cubicBezTo>
                  <a:pt x="982104" y="38243"/>
                  <a:pt x="981859" y="39272"/>
                  <a:pt x="981859" y="40184"/>
                </a:cubicBezTo>
                <a:lnTo>
                  <a:pt x="981859" y="78717"/>
                </a:lnTo>
                <a:lnTo>
                  <a:pt x="996796" y="78717"/>
                </a:lnTo>
                <a:lnTo>
                  <a:pt x="996796" y="33458"/>
                </a:lnTo>
                <a:cubicBezTo>
                  <a:pt x="996796" y="22616"/>
                  <a:pt x="996198" y="13555"/>
                  <a:pt x="995000" y="6276"/>
                </a:cubicBezTo>
                <a:close/>
                <a:moveTo>
                  <a:pt x="826289" y="2465"/>
                </a:moveTo>
                <a:cubicBezTo>
                  <a:pt x="831673" y="5029"/>
                  <a:pt x="835360" y="6643"/>
                  <a:pt x="837350" y="7306"/>
                </a:cubicBezTo>
                <a:cubicBezTo>
                  <a:pt x="839339" y="7969"/>
                  <a:pt x="842080" y="8301"/>
                  <a:pt x="845572" y="8301"/>
                </a:cubicBezTo>
                <a:cubicBezTo>
                  <a:pt x="849064" y="8301"/>
                  <a:pt x="850810" y="9841"/>
                  <a:pt x="850810" y="12921"/>
                </a:cubicBezTo>
                <a:cubicBezTo>
                  <a:pt x="850810" y="16001"/>
                  <a:pt x="849166" y="18159"/>
                  <a:pt x="845878" y="19395"/>
                </a:cubicBezTo>
                <a:cubicBezTo>
                  <a:pt x="844951" y="19807"/>
                  <a:pt x="843831" y="21095"/>
                  <a:pt x="842518" y="23258"/>
                </a:cubicBezTo>
                <a:cubicBezTo>
                  <a:pt x="841205" y="25422"/>
                  <a:pt x="839016" y="29792"/>
                  <a:pt x="835951" y="36371"/>
                </a:cubicBezTo>
                <a:cubicBezTo>
                  <a:pt x="832887" y="42949"/>
                  <a:pt x="830364" y="46897"/>
                  <a:pt x="828383" y="48217"/>
                </a:cubicBezTo>
                <a:lnTo>
                  <a:pt x="882611" y="48217"/>
                </a:lnTo>
                <a:cubicBezTo>
                  <a:pt x="895465" y="48217"/>
                  <a:pt x="907888" y="47543"/>
                  <a:pt x="919880" y="46195"/>
                </a:cubicBezTo>
                <a:lnTo>
                  <a:pt x="919880" y="65569"/>
                </a:lnTo>
                <a:cubicBezTo>
                  <a:pt x="904463" y="64373"/>
                  <a:pt x="892040" y="63776"/>
                  <a:pt x="882611" y="63776"/>
                </a:cubicBezTo>
                <a:lnTo>
                  <a:pt x="845202" y="63776"/>
                </a:lnTo>
                <a:lnTo>
                  <a:pt x="845202" y="95087"/>
                </a:lnTo>
                <a:lnTo>
                  <a:pt x="865566" y="95087"/>
                </a:lnTo>
                <a:cubicBezTo>
                  <a:pt x="880070" y="95087"/>
                  <a:pt x="894811" y="94263"/>
                  <a:pt x="909789" y="92615"/>
                </a:cubicBezTo>
                <a:lnTo>
                  <a:pt x="909789" y="111764"/>
                </a:lnTo>
                <a:cubicBezTo>
                  <a:pt x="895961" y="110419"/>
                  <a:pt x="881295" y="109746"/>
                  <a:pt x="865791" y="109746"/>
                </a:cubicBezTo>
                <a:lnTo>
                  <a:pt x="845202" y="109746"/>
                </a:lnTo>
                <a:lnTo>
                  <a:pt x="845202" y="141060"/>
                </a:lnTo>
                <a:lnTo>
                  <a:pt x="870949" y="141060"/>
                </a:lnTo>
                <a:cubicBezTo>
                  <a:pt x="884348" y="141060"/>
                  <a:pt x="899986" y="140237"/>
                  <a:pt x="917862" y="138589"/>
                </a:cubicBezTo>
                <a:lnTo>
                  <a:pt x="917862" y="158409"/>
                </a:lnTo>
                <a:cubicBezTo>
                  <a:pt x="901681" y="157064"/>
                  <a:pt x="886118" y="156391"/>
                  <a:pt x="871174" y="156391"/>
                </a:cubicBezTo>
                <a:lnTo>
                  <a:pt x="845202" y="156391"/>
                </a:lnTo>
                <a:lnTo>
                  <a:pt x="845202" y="172046"/>
                </a:lnTo>
                <a:cubicBezTo>
                  <a:pt x="845202" y="184619"/>
                  <a:pt x="845800" y="198388"/>
                  <a:pt x="846996" y="213352"/>
                </a:cubicBezTo>
                <a:lnTo>
                  <a:pt x="824036" y="213352"/>
                </a:lnTo>
                <a:cubicBezTo>
                  <a:pt x="825381" y="195718"/>
                  <a:pt x="826054" y="181950"/>
                  <a:pt x="826054" y="172046"/>
                </a:cubicBezTo>
                <a:lnTo>
                  <a:pt x="826054" y="63776"/>
                </a:lnTo>
                <a:lnTo>
                  <a:pt x="820596" y="63776"/>
                </a:lnTo>
                <a:cubicBezTo>
                  <a:pt x="810945" y="78756"/>
                  <a:pt x="799571" y="92510"/>
                  <a:pt x="786474" y="105038"/>
                </a:cubicBezTo>
                <a:cubicBezTo>
                  <a:pt x="782642" y="100111"/>
                  <a:pt x="776325" y="96601"/>
                  <a:pt x="767521" y="94508"/>
                </a:cubicBezTo>
                <a:cubicBezTo>
                  <a:pt x="781656" y="84986"/>
                  <a:pt x="794727" y="71202"/>
                  <a:pt x="806732" y="53157"/>
                </a:cubicBezTo>
                <a:cubicBezTo>
                  <a:pt x="818737" y="35111"/>
                  <a:pt x="825256" y="18214"/>
                  <a:pt x="826289" y="2465"/>
                </a:cubicBezTo>
                <a:close/>
                <a:moveTo>
                  <a:pt x="339170" y="2018"/>
                </a:moveTo>
                <a:cubicBezTo>
                  <a:pt x="344273" y="12191"/>
                  <a:pt x="347892" y="21012"/>
                  <a:pt x="350025" y="28482"/>
                </a:cubicBezTo>
                <a:cubicBezTo>
                  <a:pt x="388787" y="28482"/>
                  <a:pt x="418568" y="27658"/>
                  <a:pt x="439368" y="26010"/>
                </a:cubicBezTo>
                <a:lnTo>
                  <a:pt x="439368" y="46059"/>
                </a:lnTo>
                <a:cubicBezTo>
                  <a:pt x="416930" y="44564"/>
                  <a:pt x="383460" y="43816"/>
                  <a:pt x="338959" y="43816"/>
                </a:cubicBezTo>
                <a:cubicBezTo>
                  <a:pt x="294459" y="43816"/>
                  <a:pt x="262492" y="44564"/>
                  <a:pt x="243058" y="46059"/>
                </a:cubicBezTo>
                <a:lnTo>
                  <a:pt x="243058" y="26010"/>
                </a:lnTo>
                <a:cubicBezTo>
                  <a:pt x="264718" y="27658"/>
                  <a:pt x="293872" y="28482"/>
                  <a:pt x="330519" y="28482"/>
                </a:cubicBezTo>
                <a:cubicBezTo>
                  <a:pt x="327964" y="23977"/>
                  <a:pt x="324152" y="17451"/>
                  <a:pt x="319082" y="8905"/>
                </a:cubicBezTo>
                <a:close/>
                <a:moveTo>
                  <a:pt x="1266212" y="0"/>
                </a:moveTo>
                <a:cubicBezTo>
                  <a:pt x="1273242" y="7577"/>
                  <a:pt x="1279422" y="16697"/>
                  <a:pt x="1284754" y="27361"/>
                </a:cubicBezTo>
                <a:cubicBezTo>
                  <a:pt x="1321404" y="27361"/>
                  <a:pt x="1348740" y="26538"/>
                  <a:pt x="1366764" y="24892"/>
                </a:cubicBezTo>
                <a:lnTo>
                  <a:pt x="1366764" y="44041"/>
                </a:lnTo>
                <a:cubicBezTo>
                  <a:pt x="1348362" y="42546"/>
                  <a:pt x="1316367" y="41798"/>
                  <a:pt x="1270781" y="41798"/>
                </a:cubicBezTo>
                <a:cubicBezTo>
                  <a:pt x="1273055" y="41217"/>
                  <a:pt x="1275642" y="41566"/>
                  <a:pt x="1278542" y="42845"/>
                </a:cubicBezTo>
                <a:cubicBezTo>
                  <a:pt x="1281443" y="44123"/>
                  <a:pt x="1282893" y="45906"/>
                  <a:pt x="1282893" y="48192"/>
                </a:cubicBezTo>
                <a:cubicBezTo>
                  <a:pt x="1282893" y="50478"/>
                  <a:pt x="1281591" y="51795"/>
                  <a:pt x="1278987" y="52142"/>
                </a:cubicBezTo>
                <a:cubicBezTo>
                  <a:pt x="1276383" y="52490"/>
                  <a:pt x="1273063" y="55214"/>
                  <a:pt x="1269027" y="60315"/>
                </a:cubicBezTo>
                <a:cubicBezTo>
                  <a:pt x="1264991" y="65415"/>
                  <a:pt x="1260716" y="69455"/>
                  <a:pt x="1256204" y="72434"/>
                </a:cubicBezTo>
                <a:lnTo>
                  <a:pt x="1280932" y="71620"/>
                </a:lnTo>
                <a:cubicBezTo>
                  <a:pt x="1286228" y="64964"/>
                  <a:pt x="1290683" y="58060"/>
                  <a:pt x="1294298" y="50906"/>
                </a:cubicBezTo>
                <a:cubicBezTo>
                  <a:pt x="1301520" y="56186"/>
                  <a:pt x="1306545" y="59297"/>
                  <a:pt x="1309373" y="60240"/>
                </a:cubicBezTo>
                <a:cubicBezTo>
                  <a:pt x="1312201" y="61183"/>
                  <a:pt x="1313614" y="62903"/>
                  <a:pt x="1313614" y="65401"/>
                </a:cubicBezTo>
                <a:cubicBezTo>
                  <a:pt x="1313614" y="67899"/>
                  <a:pt x="1312111" y="69319"/>
                  <a:pt x="1309105" y="69662"/>
                </a:cubicBezTo>
                <a:cubicBezTo>
                  <a:pt x="1306099" y="70005"/>
                  <a:pt x="1298109" y="76873"/>
                  <a:pt x="1285136" y="90265"/>
                </a:cubicBezTo>
                <a:cubicBezTo>
                  <a:pt x="1275097" y="101635"/>
                  <a:pt x="1265453" y="110269"/>
                  <a:pt x="1256204" y="116164"/>
                </a:cubicBezTo>
                <a:lnTo>
                  <a:pt x="1297380" y="113768"/>
                </a:lnTo>
                <a:cubicBezTo>
                  <a:pt x="1294663" y="111960"/>
                  <a:pt x="1290552" y="107362"/>
                  <a:pt x="1285047" y="99973"/>
                </a:cubicBezTo>
                <a:lnTo>
                  <a:pt x="1297123" y="91272"/>
                </a:lnTo>
                <a:cubicBezTo>
                  <a:pt x="1309703" y="105724"/>
                  <a:pt x="1319760" y="119857"/>
                  <a:pt x="1327295" y="133670"/>
                </a:cubicBezTo>
                <a:lnTo>
                  <a:pt x="1312186" y="141814"/>
                </a:lnTo>
                <a:cubicBezTo>
                  <a:pt x="1309488" y="135751"/>
                  <a:pt x="1306917" y="130669"/>
                  <a:pt x="1304474" y="126566"/>
                </a:cubicBezTo>
                <a:lnTo>
                  <a:pt x="1282218" y="128416"/>
                </a:lnTo>
                <a:lnTo>
                  <a:pt x="1282218" y="151151"/>
                </a:lnTo>
                <a:cubicBezTo>
                  <a:pt x="1329640" y="151151"/>
                  <a:pt x="1361934" y="150327"/>
                  <a:pt x="1379098" y="148679"/>
                </a:cubicBezTo>
                <a:lnTo>
                  <a:pt x="1379098" y="167828"/>
                </a:lnTo>
                <a:cubicBezTo>
                  <a:pt x="1357864" y="166333"/>
                  <a:pt x="1325571" y="165585"/>
                  <a:pt x="1282218" y="165585"/>
                </a:cubicBezTo>
                <a:lnTo>
                  <a:pt x="1282218" y="172718"/>
                </a:lnTo>
                <a:cubicBezTo>
                  <a:pt x="1282218" y="185691"/>
                  <a:pt x="1282890" y="199759"/>
                  <a:pt x="1284236" y="214923"/>
                </a:cubicBezTo>
                <a:lnTo>
                  <a:pt x="1262622" y="214923"/>
                </a:lnTo>
                <a:cubicBezTo>
                  <a:pt x="1263968" y="197138"/>
                  <a:pt x="1264641" y="183069"/>
                  <a:pt x="1264641" y="172718"/>
                </a:cubicBezTo>
                <a:lnTo>
                  <a:pt x="1264641" y="165585"/>
                </a:lnTo>
                <a:cubicBezTo>
                  <a:pt x="1220235" y="165585"/>
                  <a:pt x="1188839" y="166333"/>
                  <a:pt x="1170454" y="167828"/>
                </a:cubicBezTo>
                <a:lnTo>
                  <a:pt x="1170454" y="148679"/>
                </a:lnTo>
                <a:cubicBezTo>
                  <a:pt x="1188318" y="150327"/>
                  <a:pt x="1219714" y="151151"/>
                  <a:pt x="1264641" y="151151"/>
                </a:cubicBezTo>
                <a:lnTo>
                  <a:pt x="1264641" y="129705"/>
                </a:lnTo>
                <a:cubicBezTo>
                  <a:pt x="1252256" y="130734"/>
                  <a:pt x="1241708" y="132303"/>
                  <a:pt x="1232997" y="134413"/>
                </a:cubicBezTo>
                <a:cubicBezTo>
                  <a:pt x="1232011" y="128939"/>
                  <a:pt x="1230151" y="123459"/>
                  <a:pt x="1227415" y="117975"/>
                </a:cubicBezTo>
                <a:cubicBezTo>
                  <a:pt x="1234863" y="115597"/>
                  <a:pt x="1241586" y="111805"/>
                  <a:pt x="1247585" y="106601"/>
                </a:cubicBezTo>
                <a:cubicBezTo>
                  <a:pt x="1253583" y="101397"/>
                  <a:pt x="1261585" y="94297"/>
                  <a:pt x="1271591" y="85303"/>
                </a:cubicBezTo>
                <a:lnTo>
                  <a:pt x="1252389" y="87740"/>
                </a:lnTo>
                <a:cubicBezTo>
                  <a:pt x="1245731" y="88335"/>
                  <a:pt x="1239200" y="89466"/>
                  <a:pt x="1232797" y="91133"/>
                </a:cubicBezTo>
                <a:lnTo>
                  <a:pt x="1229534" y="78357"/>
                </a:lnTo>
                <a:lnTo>
                  <a:pt x="1217238" y="88890"/>
                </a:lnTo>
                <a:cubicBezTo>
                  <a:pt x="1210187" y="80343"/>
                  <a:pt x="1199525" y="71339"/>
                  <a:pt x="1185252" y="61876"/>
                </a:cubicBezTo>
                <a:lnTo>
                  <a:pt x="1194985" y="49785"/>
                </a:lnTo>
                <a:lnTo>
                  <a:pt x="1229301" y="77447"/>
                </a:lnTo>
                <a:lnTo>
                  <a:pt x="1229208" y="77081"/>
                </a:lnTo>
                <a:cubicBezTo>
                  <a:pt x="1240102" y="73495"/>
                  <a:pt x="1251315" y="61734"/>
                  <a:pt x="1262847" y="41798"/>
                </a:cubicBezTo>
                <a:cubicBezTo>
                  <a:pt x="1228460" y="41798"/>
                  <a:pt x="1202147" y="42546"/>
                  <a:pt x="1183909" y="44041"/>
                </a:cubicBezTo>
                <a:lnTo>
                  <a:pt x="1183909" y="24892"/>
                </a:lnTo>
                <a:cubicBezTo>
                  <a:pt x="1201204" y="26538"/>
                  <a:pt x="1229011" y="27361"/>
                  <a:pt x="1267330" y="27361"/>
                </a:cubicBezTo>
                <a:cubicBezTo>
                  <a:pt x="1263475" y="22860"/>
                  <a:pt x="1257943" y="17140"/>
                  <a:pt x="1250735" y="10201"/>
                </a:cubicBezTo>
                <a:close/>
                <a:moveTo>
                  <a:pt x="764299" y="0"/>
                </a:moveTo>
                <a:cubicBezTo>
                  <a:pt x="771727" y="3696"/>
                  <a:pt x="777499" y="6005"/>
                  <a:pt x="781616" y="6929"/>
                </a:cubicBezTo>
                <a:cubicBezTo>
                  <a:pt x="785733" y="7853"/>
                  <a:pt x="787792" y="9717"/>
                  <a:pt x="787792" y="12521"/>
                </a:cubicBezTo>
                <a:cubicBezTo>
                  <a:pt x="787792" y="15325"/>
                  <a:pt x="786482" y="17150"/>
                  <a:pt x="783861" y="17995"/>
                </a:cubicBezTo>
                <a:cubicBezTo>
                  <a:pt x="781240" y="18840"/>
                  <a:pt x="778812" y="20695"/>
                  <a:pt x="776576" y="23560"/>
                </a:cubicBezTo>
                <a:cubicBezTo>
                  <a:pt x="774340" y="26425"/>
                  <a:pt x="770305" y="32697"/>
                  <a:pt x="764471" y="42377"/>
                </a:cubicBezTo>
                <a:lnTo>
                  <a:pt x="764471" y="213352"/>
                </a:lnTo>
                <a:lnTo>
                  <a:pt x="743079" y="213352"/>
                </a:lnTo>
                <a:cubicBezTo>
                  <a:pt x="744724" y="195695"/>
                  <a:pt x="745547" y="179384"/>
                  <a:pt x="745547" y="164421"/>
                </a:cubicBezTo>
                <a:lnTo>
                  <a:pt x="745547" y="68258"/>
                </a:lnTo>
                <a:cubicBezTo>
                  <a:pt x="741982" y="78143"/>
                  <a:pt x="735791" y="87861"/>
                  <a:pt x="726973" y="97412"/>
                </a:cubicBezTo>
                <a:cubicBezTo>
                  <a:pt x="721873" y="92431"/>
                  <a:pt x="715879" y="89594"/>
                  <a:pt x="708993" y="88904"/>
                </a:cubicBezTo>
                <a:cubicBezTo>
                  <a:pt x="717710" y="80648"/>
                  <a:pt x="727913" y="68087"/>
                  <a:pt x="739602" y="51221"/>
                </a:cubicBezTo>
                <a:cubicBezTo>
                  <a:pt x="751290" y="34354"/>
                  <a:pt x="759523" y="17281"/>
                  <a:pt x="7642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AC5A26E-C044-482E-BF47-D043EE79D7EB}"/>
              </a:ext>
            </a:extLst>
          </p:cNvPr>
          <p:cNvSpPr txBox="1"/>
          <p:nvPr/>
        </p:nvSpPr>
        <p:spPr>
          <a:xfrm>
            <a:off x="3399233" y="7271858"/>
            <a:ext cx="845913" cy="408730"/>
          </a:xfrm>
          <a:custGeom>
            <a:avLst/>
            <a:gdLst/>
            <a:ahLst/>
            <a:cxnLst/>
            <a:rect l="l" t="t" r="r" b="b"/>
            <a:pathLst>
              <a:path w="408041" h="197158">
                <a:moveTo>
                  <a:pt x="184866" y="2090"/>
                </a:moveTo>
                <a:cubicBezTo>
                  <a:pt x="189530" y="2890"/>
                  <a:pt x="208586" y="3290"/>
                  <a:pt x="242035" y="3290"/>
                </a:cubicBezTo>
                <a:cubicBezTo>
                  <a:pt x="250547" y="3290"/>
                  <a:pt x="259237" y="2890"/>
                  <a:pt x="268105" y="2090"/>
                </a:cubicBezTo>
                <a:lnTo>
                  <a:pt x="268105" y="12611"/>
                </a:lnTo>
                <a:lnTo>
                  <a:pt x="245568" y="15635"/>
                </a:lnTo>
                <a:cubicBezTo>
                  <a:pt x="243184" y="15794"/>
                  <a:pt x="241759" y="16129"/>
                  <a:pt x="241294" y="16640"/>
                </a:cubicBezTo>
                <a:cubicBezTo>
                  <a:pt x="240829" y="17151"/>
                  <a:pt x="240596" y="18699"/>
                  <a:pt x="240596" y="21283"/>
                </a:cubicBezTo>
                <a:lnTo>
                  <a:pt x="240596" y="98464"/>
                </a:lnTo>
                <a:lnTo>
                  <a:pt x="255659" y="89190"/>
                </a:lnTo>
                <a:cubicBezTo>
                  <a:pt x="261410" y="85532"/>
                  <a:pt x="267552" y="81514"/>
                  <a:pt x="274086" y="77138"/>
                </a:cubicBezTo>
                <a:lnTo>
                  <a:pt x="323069" y="32551"/>
                </a:lnTo>
                <a:cubicBezTo>
                  <a:pt x="332794" y="24449"/>
                  <a:pt x="337656" y="18999"/>
                  <a:pt x="337656" y="16202"/>
                </a:cubicBezTo>
                <a:cubicBezTo>
                  <a:pt x="337656" y="16195"/>
                  <a:pt x="336775" y="16065"/>
                  <a:pt x="335013" y="15811"/>
                </a:cubicBezTo>
                <a:lnTo>
                  <a:pt x="311943" y="12606"/>
                </a:lnTo>
                <a:lnTo>
                  <a:pt x="311943" y="2090"/>
                </a:lnTo>
                <a:cubicBezTo>
                  <a:pt x="319665" y="2890"/>
                  <a:pt x="332841" y="3290"/>
                  <a:pt x="351472" y="3290"/>
                </a:cubicBezTo>
                <a:cubicBezTo>
                  <a:pt x="370062" y="3290"/>
                  <a:pt x="383237" y="2890"/>
                  <a:pt x="390996" y="2090"/>
                </a:cubicBezTo>
                <a:lnTo>
                  <a:pt x="390996" y="12730"/>
                </a:lnTo>
                <a:cubicBezTo>
                  <a:pt x="380096" y="13657"/>
                  <a:pt x="370523" y="15942"/>
                  <a:pt x="362276" y="19585"/>
                </a:cubicBezTo>
                <a:cubicBezTo>
                  <a:pt x="354029" y="23229"/>
                  <a:pt x="342134" y="30392"/>
                  <a:pt x="326593" y="41076"/>
                </a:cubicBezTo>
                <a:lnTo>
                  <a:pt x="271991" y="89606"/>
                </a:lnTo>
                <a:lnTo>
                  <a:pt x="359402" y="163048"/>
                </a:lnTo>
                <a:cubicBezTo>
                  <a:pt x="369733" y="171989"/>
                  <a:pt x="376525" y="177575"/>
                  <a:pt x="379776" y="179805"/>
                </a:cubicBezTo>
                <a:cubicBezTo>
                  <a:pt x="383027" y="182036"/>
                  <a:pt x="386548" y="183437"/>
                  <a:pt x="390339" y="184008"/>
                </a:cubicBezTo>
                <a:lnTo>
                  <a:pt x="408041" y="187071"/>
                </a:lnTo>
                <a:lnTo>
                  <a:pt x="408041" y="197158"/>
                </a:lnTo>
                <a:cubicBezTo>
                  <a:pt x="395074" y="196361"/>
                  <a:pt x="379207" y="195962"/>
                  <a:pt x="360440" y="195962"/>
                </a:cubicBezTo>
                <a:cubicBezTo>
                  <a:pt x="341631" y="195962"/>
                  <a:pt x="325764" y="196361"/>
                  <a:pt x="312839" y="197158"/>
                </a:cubicBezTo>
                <a:lnTo>
                  <a:pt x="312839" y="187056"/>
                </a:lnTo>
                <a:lnTo>
                  <a:pt x="336204" y="183103"/>
                </a:lnTo>
                <a:cubicBezTo>
                  <a:pt x="337969" y="182884"/>
                  <a:pt x="338852" y="182765"/>
                  <a:pt x="338852" y="182746"/>
                </a:cubicBezTo>
                <a:cubicBezTo>
                  <a:pt x="338852" y="182330"/>
                  <a:pt x="337058" y="179122"/>
                  <a:pt x="333470" y="173121"/>
                </a:cubicBezTo>
                <a:lnTo>
                  <a:pt x="263804" y="117309"/>
                </a:lnTo>
                <a:lnTo>
                  <a:pt x="240596" y="99851"/>
                </a:lnTo>
                <a:lnTo>
                  <a:pt x="240596" y="176769"/>
                </a:lnTo>
                <a:cubicBezTo>
                  <a:pt x="240596" y="179385"/>
                  <a:pt x="240909" y="181063"/>
                  <a:pt x="241535" y="181801"/>
                </a:cubicBezTo>
                <a:cubicBezTo>
                  <a:pt x="242160" y="182539"/>
                  <a:pt x="243557" y="183064"/>
                  <a:pt x="245726" y="183375"/>
                </a:cubicBezTo>
                <a:lnTo>
                  <a:pt x="268105" y="187052"/>
                </a:lnTo>
                <a:lnTo>
                  <a:pt x="268105" y="197158"/>
                </a:lnTo>
                <a:cubicBezTo>
                  <a:pt x="258284" y="196361"/>
                  <a:pt x="244411" y="195962"/>
                  <a:pt x="226485" y="195962"/>
                </a:cubicBezTo>
                <a:cubicBezTo>
                  <a:pt x="208534" y="195962"/>
                  <a:pt x="194661" y="196361"/>
                  <a:pt x="184866" y="197158"/>
                </a:cubicBezTo>
                <a:lnTo>
                  <a:pt x="184866" y="186994"/>
                </a:lnTo>
                <a:lnTo>
                  <a:pt x="206273" y="183937"/>
                </a:lnTo>
                <a:cubicBezTo>
                  <a:pt x="208204" y="183661"/>
                  <a:pt x="209504" y="183096"/>
                  <a:pt x="210174" y="182244"/>
                </a:cubicBezTo>
                <a:cubicBezTo>
                  <a:pt x="210844" y="181391"/>
                  <a:pt x="211178" y="179566"/>
                  <a:pt x="211178" y="176769"/>
                </a:cubicBezTo>
                <a:lnTo>
                  <a:pt x="211178" y="21283"/>
                </a:lnTo>
                <a:cubicBezTo>
                  <a:pt x="211178" y="18696"/>
                  <a:pt x="210986" y="17187"/>
                  <a:pt x="210600" y="16759"/>
                </a:cubicBezTo>
                <a:cubicBezTo>
                  <a:pt x="210214" y="16330"/>
                  <a:pt x="208499" y="15924"/>
                  <a:pt x="205454" y="15540"/>
                </a:cubicBezTo>
                <a:lnTo>
                  <a:pt x="184866" y="12601"/>
                </a:lnTo>
                <a:close/>
                <a:moveTo>
                  <a:pt x="94250" y="0"/>
                </a:moveTo>
                <a:cubicBezTo>
                  <a:pt x="117532" y="0"/>
                  <a:pt x="134325" y="5993"/>
                  <a:pt x="144630" y="17980"/>
                </a:cubicBezTo>
                <a:cubicBezTo>
                  <a:pt x="154934" y="29968"/>
                  <a:pt x="160086" y="43229"/>
                  <a:pt x="160086" y="57764"/>
                </a:cubicBezTo>
                <a:cubicBezTo>
                  <a:pt x="160086" y="74191"/>
                  <a:pt x="154156" y="88125"/>
                  <a:pt x="142296" y="99564"/>
                </a:cubicBezTo>
                <a:cubicBezTo>
                  <a:pt x="130436" y="111004"/>
                  <a:pt x="115914" y="116724"/>
                  <a:pt x="98731" y="116724"/>
                </a:cubicBezTo>
                <a:cubicBezTo>
                  <a:pt x="85209" y="116724"/>
                  <a:pt x="74625" y="111804"/>
                  <a:pt x="66980" y="101965"/>
                </a:cubicBezTo>
                <a:lnTo>
                  <a:pt x="70918" y="97174"/>
                </a:lnTo>
                <a:cubicBezTo>
                  <a:pt x="77005" y="99171"/>
                  <a:pt x="82688" y="100169"/>
                  <a:pt x="87968" y="100169"/>
                </a:cubicBezTo>
                <a:cubicBezTo>
                  <a:pt x="99239" y="100169"/>
                  <a:pt x="108725" y="96504"/>
                  <a:pt x="116426" y="89175"/>
                </a:cubicBezTo>
                <a:cubicBezTo>
                  <a:pt x="124127" y="81845"/>
                  <a:pt x="127978" y="71774"/>
                  <a:pt x="127978" y="58959"/>
                </a:cubicBezTo>
                <a:cubicBezTo>
                  <a:pt x="127978" y="46691"/>
                  <a:pt x="123629" y="36208"/>
                  <a:pt x="114931" y="27510"/>
                </a:cubicBezTo>
                <a:cubicBezTo>
                  <a:pt x="106233" y="18812"/>
                  <a:pt x="92362" y="14463"/>
                  <a:pt x="73318" y="14463"/>
                </a:cubicBezTo>
                <a:cubicBezTo>
                  <a:pt x="66775" y="14463"/>
                  <a:pt x="62508" y="14906"/>
                  <a:pt x="60517" y="15792"/>
                </a:cubicBezTo>
                <a:lnTo>
                  <a:pt x="60517" y="174674"/>
                </a:lnTo>
                <a:cubicBezTo>
                  <a:pt x="60517" y="176982"/>
                  <a:pt x="60929" y="178548"/>
                  <a:pt x="61753" y="179372"/>
                </a:cubicBezTo>
                <a:cubicBezTo>
                  <a:pt x="62577" y="180196"/>
                  <a:pt x="65249" y="181122"/>
                  <a:pt x="69770" y="182151"/>
                </a:cubicBezTo>
                <a:lnTo>
                  <a:pt x="92811" y="187204"/>
                </a:lnTo>
                <a:lnTo>
                  <a:pt x="92811" y="197158"/>
                </a:lnTo>
                <a:cubicBezTo>
                  <a:pt x="73901" y="196361"/>
                  <a:pt x="59429" y="195962"/>
                  <a:pt x="49396" y="195962"/>
                </a:cubicBezTo>
                <a:cubicBezTo>
                  <a:pt x="42453" y="195962"/>
                  <a:pt x="27981" y="196261"/>
                  <a:pt x="5981" y="196858"/>
                </a:cubicBezTo>
                <a:lnTo>
                  <a:pt x="5981" y="186694"/>
                </a:lnTo>
                <a:lnTo>
                  <a:pt x="25565" y="183899"/>
                </a:lnTo>
                <a:cubicBezTo>
                  <a:pt x="27352" y="183540"/>
                  <a:pt x="28572" y="182837"/>
                  <a:pt x="29225" y="181791"/>
                </a:cubicBezTo>
                <a:cubicBezTo>
                  <a:pt x="29877" y="180745"/>
                  <a:pt x="30203" y="178573"/>
                  <a:pt x="30203" y="175274"/>
                </a:cubicBezTo>
                <a:lnTo>
                  <a:pt x="30203" y="32646"/>
                </a:lnTo>
                <a:cubicBezTo>
                  <a:pt x="30203" y="26300"/>
                  <a:pt x="28203" y="22021"/>
                  <a:pt x="24203" y="19809"/>
                </a:cubicBezTo>
                <a:cubicBezTo>
                  <a:pt x="20202" y="17598"/>
                  <a:pt x="12135" y="15817"/>
                  <a:pt x="0" y="14468"/>
                </a:cubicBezTo>
                <a:lnTo>
                  <a:pt x="0" y="3290"/>
                </a:lnTo>
                <a:cubicBezTo>
                  <a:pt x="21742" y="3290"/>
                  <a:pt x="35852" y="3105"/>
                  <a:pt x="42329" y="2733"/>
                </a:cubicBezTo>
                <a:lnTo>
                  <a:pt x="84763" y="342"/>
                </a:lnTo>
                <a:cubicBezTo>
                  <a:pt x="88401" y="114"/>
                  <a:pt x="91564" y="0"/>
                  <a:pt x="94250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5279944"/>
      </p:ext>
    </p:extLst>
  </p:cSld>
  <p:clrMapOvr>
    <a:masterClrMapping/>
  </p:clrMapOvr>
  <p:transition spd="slow" advClick="0" advTm="1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013E12C-454E-47AD-8B36-068E1B8037FC}"/>
              </a:ext>
            </a:extLst>
          </p:cNvPr>
          <p:cNvSpPr/>
          <p:nvPr/>
        </p:nvSpPr>
        <p:spPr>
          <a:xfrm>
            <a:off x="1723923" y="3425730"/>
            <a:ext cx="3693317" cy="213847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E74982-3687-4875-8787-8D398B7BB295}"/>
              </a:ext>
            </a:extLst>
          </p:cNvPr>
          <p:cNvSpPr txBox="1"/>
          <p:nvPr/>
        </p:nvSpPr>
        <p:spPr>
          <a:xfrm>
            <a:off x="2482875" y="2614826"/>
            <a:ext cx="2859020" cy="445559"/>
          </a:xfrm>
          <a:custGeom>
            <a:avLst/>
            <a:gdLst/>
            <a:ahLst/>
            <a:cxnLst/>
            <a:rect l="l" t="t" r="r" b="b"/>
            <a:pathLst>
              <a:path w="1379098" h="214923">
                <a:moveTo>
                  <a:pt x="1109203" y="162360"/>
                </a:moveTo>
                <a:cubicBezTo>
                  <a:pt x="1126277" y="174128"/>
                  <a:pt x="1140117" y="186379"/>
                  <a:pt x="1150723" y="199114"/>
                </a:cubicBezTo>
                <a:lnTo>
                  <a:pt x="1138735" y="211112"/>
                </a:lnTo>
                <a:cubicBezTo>
                  <a:pt x="1129165" y="198313"/>
                  <a:pt x="1116313" y="185915"/>
                  <a:pt x="1100177" y="173918"/>
                </a:cubicBezTo>
                <a:close/>
                <a:moveTo>
                  <a:pt x="44938" y="154373"/>
                </a:moveTo>
                <a:lnTo>
                  <a:pt x="44938" y="171554"/>
                </a:lnTo>
                <a:cubicBezTo>
                  <a:pt x="59123" y="169163"/>
                  <a:pt x="70606" y="167209"/>
                  <a:pt x="79385" y="165692"/>
                </a:cubicBezTo>
                <a:lnTo>
                  <a:pt x="79385" y="154373"/>
                </a:lnTo>
                <a:close/>
                <a:moveTo>
                  <a:pt x="312438" y="146972"/>
                </a:moveTo>
                <a:lnTo>
                  <a:pt x="312438" y="165056"/>
                </a:lnTo>
                <a:lnTo>
                  <a:pt x="369538" y="165056"/>
                </a:lnTo>
                <a:lnTo>
                  <a:pt x="369538" y="146972"/>
                </a:lnTo>
                <a:close/>
                <a:moveTo>
                  <a:pt x="293515" y="130291"/>
                </a:moveTo>
                <a:cubicBezTo>
                  <a:pt x="303718" y="131191"/>
                  <a:pt x="319496" y="131641"/>
                  <a:pt x="340847" y="131641"/>
                </a:cubicBezTo>
                <a:cubicBezTo>
                  <a:pt x="362199" y="131641"/>
                  <a:pt x="377847" y="131191"/>
                  <a:pt x="387791" y="130291"/>
                </a:cubicBezTo>
                <a:cubicBezTo>
                  <a:pt x="387341" y="137749"/>
                  <a:pt x="387116" y="146117"/>
                  <a:pt x="387116" y="155394"/>
                </a:cubicBezTo>
                <a:cubicBezTo>
                  <a:pt x="387116" y="164672"/>
                  <a:pt x="387341" y="173301"/>
                  <a:pt x="387791" y="181283"/>
                </a:cubicBezTo>
                <a:cubicBezTo>
                  <a:pt x="378368" y="180686"/>
                  <a:pt x="362698" y="180387"/>
                  <a:pt x="340779" y="180387"/>
                </a:cubicBezTo>
                <a:cubicBezTo>
                  <a:pt x="318861" y="180387"/>
                  <a:pt x="303106" y="180761"/>
                  <a:pt x="293515" y="181508"/>
                </a:cubicBezTo>
                <a:cubicBezTo>
                  <a:pt x="294412" y="172791"/>
                  <a:pt x="294861" y="163798"/>
                  <a:pt x="294861" y="154532"/>
                </a:cubicBezTo>
                <a:cubicBezTo>
                  <a:pt x="294861" y="145265"/>
                  <a:pt x="294412" y="137185"/>
                  <a:pt x="293515" y="130291"/>
                </a:cubicBezTo>
                <a:close/>
                <a:moveTo>
                  <a:pt x="44938" y="126341"/>
                </a:moveTo>
                <a:lnTo>
                  <a:pt x="44938" y="140164"/>
                </a:lnTo>
                <a:lnTo>
                  <a:pt x="79385" y="140164"/>
                </a:lnTo>
                <a:lnTo>
                  <a:pt x="79385" y="126341"/>
                </a:lnTo>
                <a:close/>
                <a:moveTo>
                  <a:pt x="167293" y="122305"/>
                </a:moveTo>
                <a:cubicBezTo>
                  <a:pt x="145990" y="122305"/>
                  <a:pt x="132638" y="122408"/>
                  <a:pt x="127238" y="122615"/>
                </a:cubicBezTo>
                <a:cubicBezTo>
                  <a:pt x="133912" y="138117"/>
                  <a:pt x="141472" y="150618"/>
                  <a:pt x="149916" y="160116"/>
                </a:cubicBezTo>
                <a:cubicBezTo>
                  <a:pt x="158295" y="149132"/>
                  <a:pt x="164088" y="136528"/>
                  <a:pt x="167293" y="122305"/>
                </a:cubicBezTo>
                <a:close/>
                <a:moveTo>
                  <a:pt x="969254" y="109210"/>
                </a:moveTo>
                <a:cubicBezTo>
                  <a:pt x="975066" y="112220"/>
                  <a:pt x="980159" y="114501"/>
                  <a:pt x="984531" y="116054"/>
                </a:cubicBezTo>
                <a:cubicBezTo>
                  <a:pt x="987681" y="117404"/>
                  <a:pt x="989256" y="119065"/>
                  <a:pt x="989256" y="121038"/>
                </a:cubicBezTo>
                <a:cubicBezTo>
                  <a:pt x="989256" y="123011"/>
                  <a:pt x="988317" y="124266"/>
                  <a:pt x="986438" y="124803"/>
                </a:cubicBezTo>
                <a:cubicBezTo>
                  <a:pt x="984559" y="125340"/>
                  <a:pt x="983046" y="126405"/>
                  <a:pt x="981898" y="127998"/>
                </a:cubicBezTo>
                <a:cubicBezTo>
                  <a:pt x="980750" y="129591"/>
                  <a:pt x="978606" y="133679"/>
                  <a:pt x="975465" y="140260"/>
                </a:cubicBezTo>
                <a:cubicBezTo>
                  <a:pt x="972324" y="146842"/>
                  <a:pt x="967434" y="154312"/>
                  <a:pt x="960795" y="162670"/>
                </a:cubicBezTo>
                <a:cubicBezTo>
                  <a:pt x="956693" y="159563"/>
                  <a:pt x="951499" y="157077"/>
                  <a:pt x="945215" y="155212"/>
                </a:cubicBezTo>
                <a:cubicBezTo>
                  <a:pt x="957419" y="141460"/>
                  <a:pt x="965432" y="126126"/>
                  <a:pt x="969254" y="109210"/>
                </a:cubicBezTo>
                <a:close/>
                <a:moveTo>
                  <a:pt x="254720" y="103831"/>
                </a:moveTo>
                <a:cubicBezTo>
                  <a:pt x="268182" y="105329"/>
                  <a:pt x="297994" y="106078"/>
                  <a:pt x="344157" y="106078"/>
                </a:cubicBezTo>
                <a:cubicBezTo>
                  <a:pt x="390319" y="106078"/>
                  <a:pt x="418842" y="105329"/>
                  <a:pt x="429724" y="103831"/>
                </a:cubicBezTo>
                <a:cubicBezTo>
                  <a:pt x="428231" y="113041"/>
                  <a:pt x="427485" y="125016"/>
                  <a:pt x="427485" y="139753"/>
                </a:cubicBezTo>
                <a:lnTo>
                  <a:pt x="427485" y="184380"/>
                </a:lnTo>
                <a:cubicBezTo>
                  <a:pt x="427485" y="191893"/>
                  <a:pt x="426665" y="197419"/>
                  <a:pt x="425026" y="200957"/>
                </a:cubicBezTo>
                <a:cubicBezTo>
                  <a:pt x="423386" y="204496"/>
                  <a:pt x="419860" y="207032"/>
                  <a:pt x="414447" y="208567"/>
                </a:cubicBezTo>
                <a:cubicBezTo>
                  <a:pt x="409035" y="210102"/>
                  <a:pt x="399616" y="211249"/>
                  <a:pt x="386190" y="212009"/>
                </a:cubicBezTo>
                <a:cubicBezTo>
                  <a:pt x="386017" y="204946"/>
                  <a:pt x="383754" y="197740"/>
                  <a:pt x="379404" y="190392"/>
                </a:cubicBezTo>
                <a:cubicBezTo>
                  <a:pt x="387636" y="191292"/>
                  <a:pt x="393960" y="191742"/>
                  <a:pt x="398378" y="191742"/>
                </a:cubicBezTo>
                <a:cubicBezTo>
                  <a:pt x="402795" y="191742"/>
                  <a:pt x="405596" y="191064"/>
                  <a:pt x="406780" y="189709"/>
                </a:cubicBezTo>
                <a:cubicBezTo>
                  <a:pt x="407965" y="188354"/>
                  <a:pt x="408557" y="185456"/>
                  <a:pt x="408557" y="181015"/>
                </a:cubicBezTo>
                <a:lnTo>
                  <a:pt x="408557" y="121633"/>
                </a:lnTo>
                <a:lnTo>
                  <a:pt x="275212" y="121633"/>
                </a:lnTo>
                <a:lnTo>
                  <a:pt x="275212" y="209765"/>
                </a:lnTo>
                <a:lnTo>
                  <a:pt x="253374" y="209765"/>
                </a:lnTo>
                <a:cubicBezTo>
                  <a:pt x="255467" y="197064"/>
                  <a:pt x="256513" y="183294"/>
                  <a:pt x="256513" y="168457"/>
                </a:cubicBezTo>
                <a:lnTo>
                  <a:pt x="256513" y="139753"/>
                </a:lnTo>
                <a:cubicBezTo>
                  <a:pt x="256513" y="126661"/>
                  <a:pt x="255916" y="114687"/>
                  <a:pt x="254720" y="103831"/>
                </a:cubicBezTo>
                <a:close/>
                <a:moveTo>
                  <a:pt x="992085" y="98669"/>
                </a:moveTo>
                <a:cubicBezTo>
                  <a:pt x="1001086" y="99446"/>
                  <a:pt x="1007388" y="99880"/>
                  <a:pt x="1010989" y="99971"/>
                </a:cubicBezTo>
                <a:cubicBezTo>
                  <a:pt x="1014591" y="100063"/>
                  <a:pt x="1016392" y="101438"/>
                  <a:pt x="1016392" y="104095"/>
                </a:cubicBezTo>
                <a:cubicBezTo>
                  <a:pt x="1016392" y="105793"/>
                  <a:pt x="1015570" y="107055"/>
                  <a:pt x="1013927" y="107881"/>
                </a:cubicBezTo>
                <a:cubicBezTo>
                  <a:pt x="1012282" y="108600"/>
                  <a:pt x="1011459" y="110927"/>
                  <a:pt x="1011459" y="114861"/>
                </a:cubicBezTo>
                <a:lnTo>
                  <a:pt x="1011459" y="156305"/>
                </a:lnTo>
                <a:cubicBezTo>
                  <a:pt x="1018510" y="144575"/>
                  <a:pt x="1024301" y="130297"/>
                  <a:pt x="1028833" y="113471"/>
                </a:cubicBezTo>
                <a:cubicBezTo>
                  <a:pt x="1034671" y="116893"/>
                  <a:pt x="1039328" y="119028"/>
                  <a:pt x="1042802" y="119876"/>
                </a:cubicBezTo>
                <a:cubicBezTo>
                  <a:pt x="1046276" y="120723"/>
                  <a:pt x="1048014" y="122266"/>
                  <a:pt x="1048014" y="124503"/>
                </a:cubicBezTo>
                <a:cubicBezTo>
                  <a:pt x="1048014" y="126740"/>
                  <a:pt x="1047288" y="128267"/>
                  <a:pt x="1045838" y="129082"/>
                </a:cubicBezTo>
                <a:cubicBezTo>
                  <a:pt x="1044388" y="129898"/>
                  <a:pt x="1042567" y="131719"/>
                  <a:pt x="1040375" y="134547"/>
                </a:cubicBezTo>
                <a:cubicBezTo>
                  <a:pt x="1038183" y="137375"/>
                  <a:pt x="1036161" y="140714"/>
                  <a:pt x="1034308" y="144564"/>
                </a:cubicBezTo>
                <a:cubicBezTo>
                  <a:pt x="1026074" y="161795"/>
                  <a:pt x="1015526" y="175509"/>
                  <a:pt x="1002665" y="185707"/>
                </a:cubicBezTo>
                <a:cubicBezTo>
                  <a:pt x="989804" y="195905"/>
                  <a:pt x="973049" y="204223"/>
                  <a:pt x="952402" y="210662"/>
                </a:cubicBezTo>
                <a:cubicBezTo>
                  <a:pt x="950794" y="204854"/>
                  <a:pt x="947652" y="199645"/>
                  <a:pt x="942975" y="195035"/>
                </a:cubicBezTo>
                <a:cubicBezTo>
                  <a:pt x="966276" y="188529"/>
                  <a:pt x="983245" y="180868"/>
                  <a:pt x="993882" y="172050"/>
                </a:cubicBezTo>
                <a:lnTo>
                  <a:pt x="993882" y="125851"/>
                </a:lnTo>
                <a:cubicBezTo>
                  <a:pt x="993882" y="115157"/>
                  <a:pt x="993283" y="106097"/>
                  <a:pt x="992085" y="98669"/>
                </a:cubicBezTo>
                <a:close/>
                <a:moveTo>
                  <a:pt x="44938" y="97637"/>
                </a:moveTo>
                <a:lnTo>
                  <a:pt x="44938" y="112357"/>
                </a:lnTo>
                <a:lnTo>
                  <a:pt x="79385" y="112357"/>
                </a:lnTo>
                <a:lnTo>
                  <a:pt x="79385" y="97637"/>
                </a:lnTo>
                <a:close/>
                <a:moveTo>
                  <a:pt x="1327916" y="95083"/>
                </a:moveTo>
                <a:cubicBezTo>
                  <a:pt x="1342806" y="104994"/>
                  <a:pt x="1356503" y="116354"/>
                  <a:pt x="1369007" y="129163"/>
                </a:cubicBezTo>
                <a:lnTo>
                  <a:pt x="1356391" y="140246"/>
                </a:lnTo>
                <a:cubicBezTo>
                  <a:pt x="1347293" y="130309"/>
                  <a:pt x="1334574" y="119326"/>
                  <a:pt x="1318236" y="107296"/>
                </a:cubicBezTo>
                <a:close/>
                <a:moveTo>
                  <a:pt x="1227936" y="90822"/>
                </a:moveTo>
                <a:cubicBezTo>
                  <a:pt x="1230155" y="96375"/>
                  <a:pt x="1233300" y="100989"/>
                  <a:pt x="1237369" y="104663"/>
                </a:cubicBezTo>
                <a:cubicBezTo>
                  <a:pt x="1226473" y="113252"/>
                  <a:pt x="1210753" y="126309"/>
                  <a:pt x="1190210" y="143832"/>
                </a:cubicBezTo>
                <a:cubicBezTo>
                  <a:pt x="1186886" y="138301"/>
                  <a:pt x="1182617" y="134196"/>
                  <a:pt x="1177405" y="131520"/>
                </a:cubicBezTo>
                <a:cubicBezTo>
                  <a:pt x="1198191" y="118664"/>
                  <a:pt x="1215034" y="105098"/>
                  <a:pt x="1227936" y="90822"/>
                </a:cubicBezTo>
                <a:close/>
                <a:moveTo>
                  <a:pt x="1085600" y="88804"/>
                </a:moveTo>
                <a:cubicBezTo>
                  <a:pt x="1091646" y="89554"/>
                  <a:pt x="1098389" y="89929"/>
                  <a:pt x="1105828" y="89929"/>
                </a:cubicBezTo>
                <a:cubicBezTo>
                  <a:pt x="1108397" y="89929"/>
                  <a:pt x="1109682" y="90976"/>
                  <a:pt x="1109682" y="93069"/>
                </a:cubicBezTo>
                <a:cubicBezTo>
                  <a:pt x="1109682" y="95162"/>
                  <a:pt x="1109207" y="96598"/>
                  <a:pt x="1108257" y="97376"/>
                </a:cubicBezTo>
                <a:cubicBezTo>
                  <a:pt x="1107307" y="98155"/>
                  <a:pt x="1106373" y="99659"/>
                  <a:pt x="1105455" y="101888"/>
                </a:cubicBezTo>
                <a:cubicBezTo>
                  <a:pt x="1104537" y="104117"/>
                  <a:pt x="1104078" y="105424"/>
                  <a:pt x="1104078" y="105810"/>
                </a:cubicBezTo>
                <a:cubicBezTo>
                  <a:pt x="1103599" y="128893"/>
                  <a:pt x="1102211" y="145183"/>
                  <a:pt x="1099913" y="154678"/>
                </a:cubicBezTo>
                <a:cubicBezTo>
                  <a:pt x="1097615" y="164173"/>
                  <a:pt x="1091915" y="173894"/>
                  <a:pt x="1082813" y="183839"/>
                </a:cubicBezTo>
                <a:cubicBezTo>
                  <a:pt x="1073710" y="193784"/>
                  <a:pt x="1060191" y="203622"/>
                  <a:pt x="1042256" y="213352"/>
                </a:cubicBezTo>
                <a:cubicBezTo>
                  <a:pt x="1040972" y="209265"/>
                  <a:pt x="1037555" y="204353"/>
                  <a:pt x="1032004" y="198614"/>
                </a:cubicBezTo>
                <a:cubicBezTo>
                  <a:pt x="1045813" y="192759"/>
                  <a:pt x="1056751" y="186088"/>
                  <a:pt x="1064817" y="178601"/>
                </a:cubicBezTo>
                <a:cubicBezTo>
                  <a:pt x="1072884" y="171114"/>
                  <a:pt x="1078589" y="163011"/>
                  <a:pt x="1081932" y="154291"/>
                </a:cubicBezTo>
                <a:cubicBezTo>
                  <a:pt x="1085275" y="145571"/>
                  <a:pt x="1086947" y="132203"/>
                  <a:pt x="1086947" y="114189"/>
                </a:cubicBezTo>
                <a:cubicBezTo>
                  <a:pt x="1086947" y="106755"/>
                  <a:pt x="1086498" y="98293"/>
                  <a:pt x="1085600" y="88804"/>
                </a:cubicBezTo>
                <a:close/>
                <a:moveTo>
                  <a:pt x="0" y="80731"/>
                </a:moveTo>
                <a:cubicBezTo>
                  <a:pt x="14957" y="82379"/>
                  <a:pt x="49239" y="83203"/>
                  <a:pt x="102845" y="83203"/>
                </a:cubicBezTo>
                <a:cubicBezTo>
                  <a:pt x="156452" y="83203"/>
                  <a:pt x="190597" y="82379"/>
                  <a:pt x="205280" y="80731"/>
                </a:cubicBezTo>
                <a:lnTo>
                  <a:pt x="205280" y="99430"/>
                </a:lnTo>
                <a:cubicBezTo>
                  <a:pt x="194571" y="98235"/>
                  <a:pt x="158317" y="97637"/>
                  <a:pt x="96516" y="97637"/>
                </a:cubicBezTo>
                <a:lnTo>
                  <a:pt x="96516" y="162585"/>
                </a:lnTo>
                <a:lnTo>
                  <a:pt x="115129" y="158548"/>
                </a:lnTo>
                <a:cubicBezTo>
                  <a:pt x="114979" y="162196"/>
                  <a:pt x="114904" y="165265"/>
                  <a:pt x="114904" y="167753"/>
                </a:cubicBezTo>
                <a:cubicBezTo>
                  <a:pt x="114904" y="170241"/>
                  <a:pt x="114979" y="173010"/>
                  <a:pt x="115129" y="176058"/>
                </a:cubicBezTo>
                <a:cubicBezTo>
                  <a:pt x="109755" y="176810"/>
                  <a:pt x="103550" y="177772"/>
                  <a:pt x="96516" y="178944"/>
                </a:cubicBezTo>
                <a:lnTo>
                  <a:pt x="97753" y="198777"/>
                </a:lnTo>
                <a:lnTo>
                  <a:pt x="119865" y="187011"/>
                </a:lnTo>
                <a:cubicBezTo>
                  <a:pt x="127041" y="182320"/>
                  <a:pt x="133506" y="177134"/>
                  <a:pt x="139261" y="171454"/>
                </a:cubicBezTo>
                <a:cubicBezTo>
                  <a:pt x="130333" y="162807"/>
                  <a:pt x="121020" y="146723"/>
                  <a:pt x="111322" y="123201"/>
                </a:cubicBezTo>
                <a:lnTo>
                  <a:pt x="104053" y="123651"/>
                </a:lnTo>
                <a:lnTo>
                  <a:pt x="104053" y="106295"/>
                </a:lnTo>
                <a:cubicBezTo>
                  <a:pt x="114285" y="107643"/>
                  <a:pt x="128422" y="108317"/>
                  <a:pt x="146463" y="108317"/>
                </a:cubicBezTo>
                <a:cubicBezTo>
                  <a:pt x="164505" y="108317"/>
                  <a:pt x="178579" y="107643"/>
                  <a:pt x="188685" y="106295"/>
                </a:cubicBezTo>
                <a:cubicBezTo>
                  <a:pt x="182115" y="133013"/>
                  <a:pt x="172771" y="154412"/>
                  <a:pt x="160653" y="170493"/>
                </a:cubicBezTo>
                <a:cubicBezTo>
                  <a:pt x="171190" y="179506"/>
                  <a:pt x="186664" y="188495"/>
                  <a:pt x="207076" y="197460"/>
                </a:cubicBezTo>
                <a:cubicBezTo>
                  <a:pt x="202235" y="201070"/>
                  <a:pt x="198237" y="206219"/>
                  <a:pt x="195082" y="212905"/>
                </a:cubicBezTo>
                <a:cubicBezTo>
                  <a:pt x="173289" y="200985"/>
                  <a:pt x="158441" y="190669"/>
                  <a:pt x="150537" y="181958"/>
                </a:cubicBezTo>
                <a:cubicBezTo>
                  <a:pt x="141924" y="191786"/>
                  <a:pt x="128427" y="202250"/>
                  <a:pt x="110046" y="213352"/>
                </a:cubicBezTo>
                <a:cubicBezTo>
                  <a:pt x="108470" y="210293"/>
                  <a:pt x="106528" y="207618"/>
                  <a:pt x="104222" y="205326"/>
                </a:cubicBezTo>
                <a:lnTo>
                  <a:pt x="97878" y="200795"/>
                </a:lnTo>
                <a:lnTo>
                  <a:pt x="98759" y="214923"/>
                </a:lnTo>
                <a:lnTo>
                  <a:pt x="78264" y="214923"/>
                </a:lnTo>
                <a:cubicBezTo>
                  <a:pt x="79012" y="205224"/>
                  <a:pt x="79385" y="193937"/>
                  <a:pt x="79385" y="181062"/>
                </a:cubicBezTo>
                <a:cubicBezTo>
                  <a:pt x="43979" y="187191"/>
                  <a:pt x="19922" y="191750"/>
                  <a:pt x="7216" y="194739"/>
                </a:cubicBezTo>
                <a:cubicBezTo>
                  <a:pt x="6623" y="189195"/>
                  <a:pt x="4964" y="182889"/>
                  <a:pt x="2240" y="175822"/>
                </a:cubicBezTo>
                <a:cubicBezTo>
                  <a:pt x="11415" y="175255"/>
                  <a:pt x="19787" y="174587"/>
                  <a:pt x="27357" y="173818"/>
                </a:cubicBezTo>
                <a:lnTo>
                  <a:pt x="27357" y="97862"/>
                </a:lnTo>
                <a:cubicBezTo>
                  <a:pt x="24067" y="97862"/>
                  <a:pt x="14948" y="98385"/>
                  <a:pt x="0" y="99430"/>
                </a:cubicBezTo>
                <a:close/>
                <a:moveTo>
                  <a:pt x="299433" y="67587"/>
                </a:moveTo>
                <a:lnTo>
                  <a:pt x="299433" y="81632"/>
                </a:lnTo>
                <a:lnTo>
                  <a:pt x="380750" y="81632"/>
                </a:lnTo>
                <a:lnTo>
                  <a:pt x="380750" y="67587"/>
                </a:lnTo>
                <a:close/>
                <a:moveTo>
                  <a:pt x="53682" y="54578"/>
                </a:moveTo>
                <a:lnTo>
                  <a:pt x="53682" y="63019"/>
                </a:lnTo>
                <a:lnTo>
                  <a:pt x="152941" y="63019"/>
                </a:lnTo>
                <a:lnTo>
                  <a:pt x="152941" y="54578"/>
                </a:lnTo>
                <a:close/>
                <a:moveTo>
                  <a:pt x="280734" y="51353"/>
                </a:moveTo>
                <a:cubicBezTo>
                  <a:pt x="294560" y="52103"/>
                  <a:pt x="314333" y="52478"/>
                  <a:pt x="340054" y="52478"/>
                </a:cubicBezTo>
                <a:cubicBezTo>
                  <a:pt x="365775" y="52478"/>
                  <a:pt x="385500" y="52103"/>
                  <a:pt x="399228" y="51353"/>
                </a:cubicBezTo>
                <a:cubicBezTo>
                  <a:pt x="398778" y="58523"/>
                  <a:pt x="398553" y="66069"/>
                  <a:pt x="398553" y="73991"/>
                </a:cubicBezTo>
                <a:cubicBezTo>
                  <a:pt x="398553" y="81914"/>
                  <a:pt x="398778" y="89796"/>
                  <a:pt x="399228" y="97637"/>
                </a:cubicBezTo>
                <a:cubicBezTo>
                  <a:pt x="383576" y="97189"/>
                  <a:pt x="363377" y="96966"/>
                  <a:pt x="338633" y="96966"/>
                </a:cubicBezTo>
                <a:cubicBezTo>
                  <a:pt x="313888" y="96966"/>
                  <a:pt x="294589" y="97264"/>
                  <a:pt x="280734" y="97862"/>
                </a:cubicBezTo>
                <a:cubicBezTo>
                  <a:pt x="281630" y="89430"/>
                  <a:pt x="282077" y="81294"/>
                  <a:pt x="282077" y="73454"/>
                </a:cubicBezTo>
                <a:cubicBezTo>
                  <a:pt x="282077" y="65614"/>
                  <a:pt x="281630" y="58247"/>
                  <a:pt x="280734" y="51353"/>
                </a:cubicBezTo>
                <a:close/>
                <a:moveTo>
                  <a:pt x="1340811" y="46867"/>
                </a:moveTo>
                <a:cubicBezTo>
                  <a:pt x="1347176" y="51743"/>
                  <a:pt x="1351598" y="54925"/>
                  <a:pt x="1354077" y="56412"/>
                </a:cubicBezTo>
                <a:cubicBezTo>
                  <a:pt x="1356556" y="57899"/>
                  <a:pt x="1357795" y="59517"/>
                  <a:pt x="1357795" y="61265"/>
                </a:cubicBezTo>
                <a:cubicBezTo>
                  <a:pt x="1357795" y="64134"/>
                  <a:pt x="1356610" y="65569"/>
                  <a:pt x="1354239" y="65569"/>
                </a:cubicBezTo>
                <a:cubicBezTo>
                  <a:pt x="1351869" y="65569"/>
                  <a:pt x="1349343" y="66565"/>
                  <a:pt x="1346661" y="68559"/>
                </a:cubicBezTo>
                <a:cubicBezTo>
                  <a:pt x="1343980" y="70552"/>
                  <a:pt x="1340343" y="73653"/>
                  <a:pt x="1335751" y="77861"/>
                </a:cubicBezTo>
                <a:cubicBezTo>
                  <a:pt x="1331159" y="82070"/>
                  <a:pt x="1325896" y="86644"/>
                  <a:pt x="1319962" y="91583"/>
                </a:cubicBezTo>
                <a:cubicBezTo>
                  <a:pt x="1317273" y="87916"/>
                  <a:pt x="1313559" y="84512"/>
                  <a:pt x="1308818" y="81371"/>
                </a:cubicBezTo>
                <a:cubicBezTo>
                  <a:pt x="1321714" y="71710"/>
                  <a:pt x="1332379" y="60209"/>
                  <a:pt x="1340811" y="46867"/>
                </a:cubicBezTo>
                <a:close/>
                <a:moveTo>
                  <a:pt x="53682" y="30807"/>
                </a:moveTo>
                <a:lnTo>
                  <a:pt x="53682" y="40594"/>
                </a:lnTo>
                <a:lnTo>
                  <a:pt x="152941" y="40594"/>
                </a:lnTo>
                <a:lnTo>
                  <a:pt x="152941" y="30807"/>
                </a:lnTo>
                <a:close/>
                <a:moveTo>
                  <a:pt x="497103" y="26685"/>
                </a:moveTo>
                <a:cubicBezTo>
                  <a:pt x="522628" y="27736"/>
                  <a:pt x="550747" y="28261"/>
                  <a:pt x="581460" y="28261"/>
                </a:cubicBezTo>
                <a:cubicBezTo>
                  <a:pt x="612173" y="28261"/>
                  <a:pt x="640148" y="27736"/>
                  <a:pt x="665385" y="26685"/>
                </a:cubicBezTo>
                <a:lnTo>
                  <a:pt x="665385" y="45159"/>
                </a:lnTo>
                <a:cubicBezTo>
                  <a:pt x="641796" y="44561"/>
                  <a:pt x="617203" y="44263"/>
                  <a:pt x="591604" y="44263"/>
                </a:cubicBezTo>
                <a:lnTo>
                  <a:pt x="591604" y="175818"/>
                </a:lnTo>
                <a:cubicBezTo>
                  <a:pt x="630780" y="175818"/>
                  <a:pt x="659560" y="175144"/>
                  <a:pt x="677944" y="173797"/>
                </a:cubicBezTo>
                <a:lnTo>
                  <a:pt x="677944" y="194964"/>
                </a:lnTo>
                <a:cubicBezTo>
                  <a:pt x="659448" y="193918"/>
                  <a:pt x="637755" y="193396"/>
                  <a:pt x="612864" y="193396"/>
                </a:cubicBezTo>
                <a:lnTo>
                  <a:pt x="547831" y="193396"/>
                </a:lnTo>
                <a:cubicBezTo>
                  <a:pt x="521887" y="193396"/>
                  <a:pt x="499372" y="193918"/>
                  <a:pt x="480287" y="194964"/>
                </a:cubicBezTo>
                <a:lnTo>
                  <a:pt x="480287" y="173797"/>
                </a:lnTo>
                <a:cubicBezTo>
                  <a:pt x="496167" y="175144"/>
                  <a:pt x="526740" y="175818"/>
                  <a:pt x="572005" y="175818"/>
                </a:cubicBezTo>
                <a:lnTo>
                  <a:pt x="572005" y="44263"/>
                </a:lnTo>
                <a:cubicBezTo>
                  <a:pt x="536225" y="44263"/>
                  <a:pt x="511257" y="44561"/>
                  <a:pt x="497103" y="45159"/>
                </a:cubicBezTo>
                <a:close/>
                <a:moveTo>
                  <a:pt x="1046581" y="18163"/>
                </a:moveTo>
                <a:cubicBezTo>
                  <a:pt x="1060709" y="19511"/>
                  <a:pt x="1077790" y="20185"/>
                  <a:pt x="1097825" y="20185"/>
                </a:cubicBezTo>
                <a:cubicBezTo>
                  <a:pt x="1117860" y="20185"/>
                  <a:pt x="1134594" y="19511"/>
                  <a:pt x="1148030" y="18163"/>
                </a:cubicBezTo>
                <a:lnTo>
                  <a:pt x="1148030" y="37087"/>
                </a:lnTo>
                <a:cubicBezTo>
                  <a:pt x="1137016" y="35891"/>
                  <a:pt x="1122287" y="35294"/>
                  <a:pt x="1103842" y="35294"/>
                </a:cubicBezTo>
                <a:cubicBezTo>
                  <a:pt x="1101973" y="43828"/>
                  <a:pt x="1098987" y="52920"/>
                  <a:pt x="1094884" y="62568"/>
                </a:cubicBezTo>
                <a:cubicBezTo>
                  <a:pt x="1113867" y="62568"/>
                  <a:pt x="1128144" y="62193"/>
                  <a:pt x="1137714" y="61443"/>
                </a:cubicBezTo>
                <a:cubicBezTo>
                  <a:pt x="1137416" y="74112"/>
                  <a:pt x="1137268" y="84069"/>
                  <a:pt x="1137268" y="91315"/>
                </a:cubicBezTo>
                <a:lnTo>
                  <a:pt x="1137268" y="131231"/>
                </a:lnTo>
                <a:cubicBezTo>
                  <a:pt x="1137268" y="139779"/>
                  <a:pt x="1137416" y="150259"/>
                  <a:pt x="1137714" y="162670"/>
                </a:cubicBezTo>
                <a:lnTo>
                  <a:pt x="1119240" y="162670"/>
                </a:lnTo>
                <a:lnTo>
                  <a:pt x="1119240" y="77231"/>
                </a:lnTo>
                <a:lnTo>
                  <a:pt x="1070663" y="77231"/>
                </a:lnTo>
                <a:lnTo>
                  <a:pt x="1070663" y="164242"/>
                </a:lnTo>
                <a:lnTo>
                  <a:pt x="1052185" y="164242"/>
                </a:lnTo>
                <a:cubicBezTo>
                  <a:pt x="1052636" y="153398"/>
                  <a:pt x="1052861" y="142843"/>
                  <a:pt x="1052861" y="132577"/>
                </a:cubicBezTo>
                <a:lnTo>
                  <a:pt x="1052861" y="91315"/>
                </a:lnTo>
                <a:cubicBezTo>
                  <a:pt x="1052861" y="78049"/>
                  <a:pt x="1052562" y="68092"/>
                  <a:pt x="1051964" y="61443"/>
                </a:cubicBezTo>
                <a:cubicBezTo>
                  <a:pt x="1060829" y="62046"/>
                  <a:pt x="1069652" y="62347"/>
                  <a:pt x="1078432" y="62347"/>
                </a:cubicBezTo>
                <a:cubicBezTo>
                  <a:pt x="1082037" y="53667"/>
                  <a:pt x="1084800" y="44650"/>
                  <a:pt x="1086722" y="35294"/>
                </a:cubicBezTo>
                <a:cubicBezTo>
                  <a:pt x="1072415" y="35294"/>
                  <a:pt x="1059035" y="35891"/>
                  <a:pt x="1046581" y="37087"/>
                </a:cubicBezTo>
                <a:close/>
                <a:moveTo>
                  <a:pt x="34312" y="15473"/>
                </a:moveTo>
                <a:cubicBezTo>
                  <a:pt x="43463" y="16073"/>
                  <a:pt x="65285" y="16373"/>
                  <a:pt x="99777" y="16373"/>
                </a:cubicBezTo>
                <a:cubicBezTo>
                  <a:pt x="134270" y="16373"/>
                  <a:pt x="158150" y="16073"/>
                  <a:pt x="171418" y="15473"/>
                </a:cubicBezTo>
                <a:cubicBezTo>
                  <a:pt x="170968" y="24727"/>
                  <a:pt x="170743" y="34573"/>
                  <a:pt x="170743" y="45013"/>
                </a:cubicBezTo>
                <a:cubicBezTo>
                  <a:pt x="170743" y="55452"/>
                  <a:pt x="170968" y="66340"/>
                  <a:pt x="171418" y="77678"/>
                </a:cubicBezTo>
                <a:cubicBezTo>
                  <a:pt x="157686" y="77080"/>
                  <a:pt x="133195" y="76781"/>
                  <a:pt x="97947" y="76781"/>
                </a:cubicBezTo>
                <a:cubicBezTo>
                  <a:pt x="62698" y="76781"/>
                  <a:pt x="41560" y="77005"/>
                  <a:pt x="34533" y="77452"/>
                </a:cubicBezTo>
                <a:cubicBezTo>
                  <a:pt x="35281" y="64496"/>
                  <a:pt x="35655" y="53848"/>
                  <a:pt x="35655" y="45507"/>
                </a:cubicBezTo>
                <a:cubicBezTo>
                  <a:pt x="35655" y="37167"/>
                  <a:pt x="35207" y="27156"/>
                  <a:pt x="34312" y="15473"/>
                </a:cubicBezTo>
                <a:close/>
                <a:moveTo>
                  <a:pt x="995000" y="6276"/>
                </a:moveTo>
                <a:cubicBezTo>
                  <a:pt x="1004303" y="7052"/>
                  <a:pt x="1010830" y="7485"/>
                  <a:pt x="1014581" y="7576"/>
                </a:cubicBezTo>
                <a:cubicBezTo>
                  <a:pt x="1018331" y="7666"/>
                  <a:pt x="1020206" y="8802"/>
                  <a:pt x="1020206" y="10982"/>
                </a:cubicBezTo>
                <a:cubicBezTo>
                  <a:pt x="1020206" y="13162"/>
                  <a:pt x="1019290" y="14907"/>
                  <a:pt x="1017456" y="16216"/>
                </a:cubicBezTo>
                <a:cubicBezTo>
                  <a:pt x="1015851" y="17521"/>
                  <a:pt x="1015049" y="20054"/>
                  <a:pt x="1015049" y="23814"/>
                </a:cubicBezTo>
                <a:lnTo>
                  <a:pt x="1015049" y="40816"/>
                </a:lnTo>
                <a:lnTo>
                  <a:pt x="1031376" y="40816"/>
                </a:lnTo>
                <a:cubicBezTo>
                  <a:pt x="1037119" y="40816"/>
                  <a:pt x="1042740" y="40367"/>
                  <a:pt x="1048239" y="39469"/>
                </a:cubicBezTo>
                <a:lnTo>
                  <a:pt x="1048239" y="57046"/>
                </a:lnTo>
                <a:cubicBezTo>
                  <a:pt x="1042640" y="56299"/>
                  <a:pt x="1037019" y="55925"/>
                  <a:pt x="1031376" y="55925"/>
                </a:cubicBezTo>
                <a:lnTo>
                  <a:pt x="1015049" y="55925"/>
                </a:lnTo>
                <a:lnTo>
                  <a:pt x="1015049" y="78728"/>
                </a:lnTo>
                <a:cubicBezTo>
                  <a:pt x="1029827" y="78592"/>
                  <a:pt x="1041488" y="78138"/>
                  <a:pt x="1050032" y="77367"/>
                </a:cubicBezTo>
                <a:lnTo>
                  <a:pt x="1050032" y="95394"/>
                </a:lnTo>
                <a:cubicBezTo>
                  <a:pt x="1042195" y="94199"/>
                  <a:pt x="1024627" y="93601"/>
                  <a:pt x="997329" y="93601"/>
                </a:cubicBezTo>
                <a:cubicBezTo>
                  <a:pt x="970030" y="93601"/>
                  <a:pt x="951986" y="94199"/>
                  <a:pt x="943197" y="95394"/>
                </a:cubicBezTo>
                <a:lnTo>
                  <a:pt x="943197" y="77367"/>
                </a:lnTo>
                <a:cubicBezTo>
                  <a:pt x="952915" y="78141"/>
                  <a:pt x="960092" y="78515"/>
                  <a:pt x="964728" y="78488"/>
                </a:cubicBezTo>
                <a:cubicBezTo>
                  <a:pt x="964728" y="57981"/>
                  <a:pt x="964580" y="45113"/>
                  <a:pt x="964283" y="39885"/>
                </a:cubicBezTo>
                <a:cubicBezTo>
                  <a:pt x="963987" y="34657"/>
                  <a:pt x="963462" y="29733"/>
                  <a:pt x="962710" y="25114"/>
                </a:cubicBezTo>
                <a:cubicBezTo>
                  <a:pt x="968744" y="26314"/>
                  <a:pt x="975187" y="26914"/>
                  <a:pt x="982037" y="26914"/>
                </a:cubicBezTo>
                <a:cubicBezTo>
                  <a:pt x="985357" y="26914"/>
                  <a:pt x="987017" y="28018"/>
                  <a:pt x="987017" y="30227"/>
                </a:cubicBezTo>
                <a:cubicBezTo>
                  <a:pt x="987017" y="32436"/>
                  <a:pt x="986402" y="33846"/>
                  <a:pt x="985174" y="34460"/>
                </a:cubicBezTo>
                <a:cubicBezTo>
                  <a:pt x="983945" y="35073"/>
                  <a:pt x="983085" y="35952"/>
                  <a:pt x="982595" y="37097"/>
                </a:cubicBezTo>
                <a:cubicBezTo>
                  <a:pt x="982104" y="38243"/>
                  <a:pt x="981859" y="39272"/>
                  <a:pt x="981859" y="40184"/>
                </a:cubicBezTo>
                <a:lnTo>
                  <a:pt x="981859" y="78717"/>
                </a:lnTo>
                <a:lnTo>
                  <a:pt x="996796" y="78717"/>
                </a:lnTo>
                <a:lnTo>
                  <a:pt x="996796" y="33458"/>
                </a:lnTo>
                <a:cubicBezTo>
                  <a:pt x="996796" y="22616"/>
                  <a:pt x="996198" y="13555"/>
                  <a:pt x="995000" y="6276"/>
                </a:cubicBezTo>
                <a:close/>
                <a:moveTo>
                  <a:pt x="826289" y="2465"/>
                </a:moveTo>
                <a:cubicBezTo>
                  <a:pt x="831673" y="5029"/>
                  <a:pt x="835360" y="6643"/>
                  <a:pt x="837350" y="7306"/>
                </a:cubicBezTo>
                <a:cubicBezTo>
                  <a:pt x="839339" y="7969"/>
                  <a:pt x="842080" y="8301"/>
                  <a:pt x="845572" y="8301"/>
                </a:cubicBezTo>
                <a:cubicBezTo>
                  <a:pt x="849064" y="8301"/>
                  <a:pt x="850810" y="9841"/>
                  <a:pt x="850810" y="12921"/>
                </a:cubicBezTo>
                <a:cubicBezTo>
                  <a:pt x="850810" y="16001"/>
                  <a:pt x="849166" y="18159"/>
                  <a:pt x="845878" y="19395"/>
                </a:cubicBezTo>
                <a:cubicBezTo>
                  <a:pt x="844951" y="19807"/>
                  <a:pt x="843831" y="21095"/>
                  <a:pt x="842518" y="23258"/>
                </a:cubicBezTo>
                <a:cubicBezTo>
                  <a:pt x="841205" y="25422"/>
                  <a:pt x="839016" y="29792"/>
                  <a:pt x="835951" y="36371"/>
                </a:cubicBezTo>
                <a:cubicBezTo>
                  <a:pt x="832887" y="42949"/>
                  <a:pt x="830364" y="46897"/>
                  <a:pt x="828383" y="48217"/>
                </a:cubicBezTo>
                <a:lnTo>
                  <a:pt x="882611" y="48217"/>
                </a:lnTo>
                <a:cubicBezTo>
                  <a:pt x="895465" y="48217"/>
                  <a:pt x="907888" y="47543"/>
                  <a:pt x="919880" y="46195"/>
                </a:cubicBezTo>
                <a:lnTo>
                  <a:pt x="919880" y="65569"/>
                </a:lnTo>
                <a:cubicBezTo>
                  <a:pt x="904463" y="64373"/>
                  <a:pt x="892040" y="63776"/>
                  <a:pt x="882611" y="63776"/>
                </a:cubicBezTo>
                <a:lnTo>
                  <a:pt x="845202" y="63776"/>
                </a:lnTo>
                <a:lnTo>
                  <a:pt x="845202" y="95087"/>
                </a:lnTo>
                <a:lnTo>
                  <a:pt x="865566" y="95087"/>
                </a:lnTo>
                <a:cubicBezTo>
                  <a:pt x="880070" y="95087"/>
                  <a:pt x="894811" y="94263"/>
                  <a:pt x="909789" y="92615"/>
                </a:cubicBezTo>
                <a:lnTo>
                  <a:pt x="909789" y="111764"/>
                </a:lnTo>
                <a:cubicBezTo>
                  <a:pt x="895961" y="110419"/>
                  <a:pt x="881295" y="109746"/>
                  <a:pt x="865791" y="109746"/>
                </a:cubicBezTo>
                <a:lnTo>
                  <a:pt x="845202" y="109746"/>
                </a:lnTo>
                <a:lnTo>
                  <a:pt x="845202" y="141060"/>
                </a:lnTo>
                <a:lnTo>
                  <a:pt x="870949" y="141060"/>
                </a:lnTo>
                <a:cubicBezTo>
                  <a:pt x="884348" y="141060"/>
                  <a:pt x="899986" y="140237"/>
                  <a:pt x="917862" y="138589"/>
                </a:cubicBezTo>
                <a:lnTo>
                  <a:pt x="917862" y="158409"/>
                </a:lnTo>
                <a:cubicBezTo>
                  <a:pt x="901681" y="157064"/>
                  <a:pt x="886118" y="156391"/>
                  <a:pt x="871174" y="156391"/>
                </a:cubicBezTo>
                <a:lnTo>
                  <a:pt x="845202" y="156391"/>
                </a:lnTo>
                <a:lnTo>
                  <a:pt x="845202" y="172046"/>
                </a:lnTo>
                <a:cubicBezTo>
                  <a:pt x="845202" y="184619"/>
                  <a:pt x="845800" y="198388"/>
                  <a:pt x="846996" y="213352"/>
                </a:cubicBezTo>
                <a:lnTo>
                  <a:pt x="824036" y="213352"/>
                </a:lnTo>
                <a:cubicBezTo>
                  <a:pt x="825381" y="195718"/>
                  <a:pt x="826054" y="181950"/>
                  <a:pt x="826054" y="172046"/>
                </a:cubicBezTo>
                <a:lnTo>
                  <a:pt x="826054" y="63776"/>
                </a:lnTo>
                <a:lnTo>
                  <a:pt x="820596" y="63776"/>
                </a:lnTo>
                <a:cubicBezTo>
                  <a:pt x="810945" y="78756"/>
                  <a:pt x="799571" y="92510"/>
                  <a:pt x="786474" y="105038"/>
                </a:cubicBezTo>
                <a:cubicBezTo>
                  <a:pt x="782642" y="100111"/>
                  <a:pt x="776325" y="96601"/>
                  <a:pt x="767521" y="94508"/>
                </a:cubicBezTo>
                <a:cubicBezTo>
                  <a:pt x="781656" y="84986"/>
                  <a:pt x="794727" y="71202"/>
                  <a:pt x="806732" y="53157"/>
                </a:cubicBezTo>
                <a:cubicBezTo>
                  <a:pt x="818737" y="35111"/>
                  <a:pt x="825256" y="18214"/>
                  <a:pt x="826289" y="2465"/>
                </a:cubicBezTo>
                <a:close/>
                <a:moveTo>
                  <a:pt x="339170" y="2018"/>
                </a:moveTo>
                <a:cubicBezTo>
                  <a:pt x="344273" y="12191"/>
                  <a:pt x="347892" y="21012"/>
                  <a:pt x="350025" y="28482"/>
                </a:cubicBezTo>
                <a:cubicBezTo>
                  <a:pt x="388787" y="28482"/>
                  <a:pt x="418568" y="27658"/>
                  <a:pt x="439368" y="26010"/>
                </a:cubicBezTo>
                <a:lnTo>
                  <a:pt x="439368" y="46059"/>
                </a:lnTo>
                <a:cubicBezTo>
                  <a:pt x="416930" y="44564"/>
                  <a:pt x="383460" y="43816"/>
                  <a:pt x="338959" y="43816"/>
                </a:cubicBezTo>
                <a:cubicBezTo>
                  <a:pt x="294459" y="43816"/>
                  <a:pt x="262492" y="44564"/>
                  <a:pt x="243058" y="46059"/>
                </a:cubicBezTo>
                <a:lnTo>
                  <a:pt x="243058" y="26010"/>
                </a:lnTo>
                <a:cubicBezTo>
                  <a:pt x="264718" y="27658"/>
                  <a:pt x="293872" y="28482"/>
                  <a:pt x="330519" y="28482"/>
                </a:cubicBezTo>
                <a:cubicBezTo>
                  <a:pt x="327964" y="23977"/>
                  <a:pt x="324152" y="17451"/>
                  <a:pt x="319082" y="8905"/>
                </a:cubicBezTo>
                <a:close/>
                <a:moveTo>
                  <a:pt x="1266212" y="0"/>
                </a:moveTo>
                <a:cubicBezTo>
                  <a:pt x="1273242" y="7577"/>
                  <a:pt x="1279422" y="16697"/>
                  <a:pt x="1284754" y="27361"/>
                </a:cubicBezTo>
                <a:cubicBezTo>
                  <a:pt x="1321404" y="27361"/>
                  <a:pt x="1348740" y="26538"/>
                  <a:pt x="1366764" y="24892"/>
                </a:cubicBezTo>
                <a:lnTo>
                  <a:pt x="1366764" y="44041"/>
                </a:lnTo>
                <a:cubicBezTo>
                  <a:pt x="1348362" y="42546"/>
                  <a:pt x="1316367" y="41798"/>
                  <a:pt x="1270781" y="41798"/>
                </a:cubicBezTo>
                <a:cubicBezTo>
                  <a:pt x="1273055" y="41217"/>
                  <a:pt x="1275642" y="41566"/>
                  <a:pt x="1278542" y="42845"/>
                </a:cubicBezTo>
                <a:cubicBezTo>
                  <a:pt x="1281443" y="44123"/>
                  <a:pt x="1282893" y="45906"/>
                  <a:pt x="1282893" y="48192"/>
                </a:cubicBezTo>
                <a:cubicBezTo>
                  <a:pt x="1282893" y="50478"/>
                  <a:pt x="1281591" y="51795"/>
                  <a:pt x="1278987" y="52142"/>
                </a:cubicBezTo>
                <a:cubicBezTo>
                  <a:pt x="1276383" y="52490"/>
                  <a:pt x="1273063" y="55214"/>
                  <a:pt x="1269027" y="60315"/>
                </a:cubicBezTo>
                <a:cubicBezTo>
                  <a:pt x="1264991" y="65415"/>
                  <a:pt x="1260716" y="69455"/>
                  <a:pt x="1256204" y="72434"/>
                </a:cubicBezTo>
                <a:lnTo>
                  <a:pt x="1280932" y="71620"/>
                </a:lnTo>
                <a:cubicBezTo>
                  <a:pt x="1286228" y="64964"/>
                  <a:pt x="1290683" y="58060"/>
                  <a:pt x="1294298" y="50906"/>
                </a:cubicBezTo>
                <a:cubicBezTo>
                  <a:pt x="1301520" y="56186"/>
                  <a:pt x="1306545" y="59297"/>
                  <a:pt x="1309373" y="60240"/>
                </a:cubicBezTo>
                <a:cubicBezTo>
                  <a:pt x="1312201" y="61183"/>
                  <a:pt x="1313614" y="62903"/>
                  <a:pt x="1313614" y="65401"/>
                </a:cubicBezTo>
                <a:cubicBezTo>
                  <a:pt x="1313614" y="67899"/>
                  <a:pt x="1312111" y="69319"/>
                  <a:pt x="1309105" y="69662"/>
                </a:cubicBezTo>
                <a:cubicBezTo>
                  <a:pt x="1306099" y="70005"/>
                  <a:pt x="1298109" y="76873"/>
                  <a:pt x="1285136" y="90265"/>
                </a:cubicBezTo>
                <a:cubicBezTo>
                  <a:pt x="1275097" y="101635"/>
                  <a:pt x="1265453" y="110269"/>
                  <a:pt x="1256204" y="116164"/>
                </a:cubicBezTo>
                <a:lnTo>
                  <a:pt x="1297380" y="113768"/>
                </a:lnTo>
                <a:cubicBezTo>
                  <a:pt x="1294663" y="111960"/>
                  <a:pt x="1290552" y="107362"/>
                  <a:pt x="1285047" y="99973"/>
                </a:cubicBezTo>
                <a:lnTo>
                  <a:pt x="1297123" y="91272"/>
                </a:lnTo>
                <a:cubicBezTo>
                  <a:pt x="1309703" y="105724"/>
                  <a:pt x="1319760" y="119857"/>
                  <a:pt x="1327295" y="133670"/>
                </a:cubicBezTo>
                <a:lnTo>
                  <a:pt x="1312186" y="141814"/>
                </a:lnTo>
                <a:cubicBezTo>
                  <a:pt x="1309488" y="135751"/>
                  <a:pt x="1306917" y="130669"/>
                  <a:pt x="1304474" y="126566"/>
                </a:cubicBezTo>
                <a:lnTo>
                  <a:pt x="1282218" y="128416"/>
                </a:lnTo>
                <a:lnTo>
                  <a:pt x="1282218" y="151151"/>
                </a:lnTo>
                <a:cubicBezTo>
                  <a:pt x="1329640" y="151151"/>
                  <a:pt x="1361934" y="150327"/>
                  <a:pt x="1379098" y="148679"/>
                </a:cubicBezTo>
                <a:lnTo>
                  <a:pt x="1379098" y="167828"/>
                </a:lnTo>
                <a:cubicBezTo>
                  <a:pt x="1357864" y="166333"/>
                  <a:pt x="1325571" y="165585"/>
                  <a:pt x="1282218" y="165585"/>
                </a:cubicBezTo>
                <a:lnTo>
                  <a:pt x="1282218" y="172718"/>
                </a:lnTo>
                <a:cubicBezTo>
                  <a:pt x="1282218" y="185691"/>
                  <a:pt x="1282890" y="199759"/>
                  <a:pt x="1284236" y="214923"/>
                </a:cubicBezTo>
                <a:lnTo>
                  <a:pt x="1262622" y="214923"/>
                </a:lnTo>
                <a:cubicBezTo>
                  <a:pt x="1263968" y="197138"/>
                  <a:pt x="1264641" y="183069"/>
                  <a:pt x="1264641" y="172718"/>
                </a:cubicBezTo>
                <a:lnTo>
                  <a:pt x="1264641" y="165585"/>
                </a:lnTo>
                <a:cubicBezTo>
                  <a:pt x="1220235" y="165585"/>
                  <a:pt x="1188839" y="166333"/>
                  <a:pt x="1170454" y="167828"/>
                </a:cubicBezTo>
                <a:lnTo>
                  <a:pt x="1170454" y="148679"/>
                </a:lnTo>
                <a:cubicBezTo>
                  <a:pt x="1188318" y="150327"/>
                  <a:pt x="1219714" y="151151"/>
                  <a:pt x="1264641" y="151151"/>
                </a:cubicBezTo>
                <a:lnTo>
                  <a:pt x="1264641" y="129705"/>
                </a:lnTo>
                <a:cubicBezTo>
                  <a:pt x="1252256" y="130734"/>
                  <a:pt x="1241708" y="132303"/>
                  <a:pt x="1232997" y="134413"/>
                </a:cubicBezTo>
                <a:cubicBezTo>
                  <a:pt x="1232011" y="128939"/>
                  <a:pt x="1230151" y="123459"/>
                  <a:pt x="1227415" y="117975"/>
                </a:cubicBezTo>
                <a:cubicBezTo>
                  <a:pt x="1234863" y="115597"/>
                  <a:pt x="1241586" y="111805"/>
                  <a:pt x="1247585" y="106601"/>
                </a:cubicBezTo>
                <a:cubicBezTo>
                  <a:pt x="1253583" y="101397"/>
                  <a:pt x="1261585" y="94297"/>
                  <a:pt x="1271591" y="85303"/>
                </a:cubicBezTo>
                <a:lnTo>
                  <a:pt x="1252389" y="87740"/>
                </a:lnTo>
                <a:cubicBezTo>
                  <a:pt x="1245731" y="88335"/>
                  <a:pt x="1239200" y="89466"/>
                  <a:pt x="1232797" y="91133"/>
                </a:cubicBezTo>
                <a:lnTo>
                  <a:pt x="1229534" y="78357"/>
                </a:lnTo>
                <a:lnTo>
                  <a:pt x="1217238" y="88890"/>
                </a:lnTo>
                <a:cubicBezTo>
                  <a:pt x="1210187" y="80343"/>
                  <a:pt x="1199525" y="71339"/>
                  <a:pt x="1185252" y="61876"/>
                </a:cubicBezTo>
                <a:lnTo>
                  <a:pt x="1194985" y="49785"/>
                </a:lnTo>
                <a:lnTo>
                  <a:pt x="1229301" y="77447"/>
                </a:lnTo>
                <a:lnTo>
                  <a:pt x="1229208" y="77081"/>
                </a:lnTo>
                <a:cubicBezTo>
                  <a:pt x="1240102" y="73495"/>
                  <a:pt x="1251315" y="61734"/>
                  <a:pt x="1262847" y="41798"/>
                </a:cubicBezTo>
                <a:cubicBezTo>
                  <a:pt x="1228460" y="41798"/>
                  <a:pt x="1202147" y="42546"/>
                  <a:pt x="1183909" y="44041"/>
                </a:cubicBezTo>
                <a:lnTo>
                  <a:pt x="1183909" y="24892"/>
                </a:lnTo>
                <a:cubicBezTo>
                  <a:pt x="1201204" y="26538"/>
                  <a:pt x="1229011" y="27361"/>
                  <a:pt x="1267330" y="27361"/>
                </a:cubicBezTo>
                <a:cubicBezTo>
                  <a:pt x="1263475" y="22860"/>
                  <a:pt x="1257943" y="17140"/>
                  <a:pt x="1250735" y="10201"/>
                </a:cubicBezTo>
                <a:close/>
                <a:moveTo>
                  <a:pt x="764299" y="0"/>
                </a:moveTo>
                <a:cubicBezTo>
                  <a:pt x="771727" y="3696"/>
                  <a:pt x="777499" y="6005"/>
                  <a:pt x="781616" y="6929"/>
                </a:cubicBezTo>
                <a:cubicBezTo>
                  <a:pt x="785733" y="7853"/>
                  <a:pt x="787792" y="9717"/>
                  <a:pt x="787792" y="12521"/>
                </a:cubicBezTo>
                <a:cubicBezTo>
                  <a:pt x="787792" y="15325"/>
                  <a:pt x="786482" y="17150"/>
                  <a:pt x="783861" y="17995"/>
                </a:cubicBezTo>
                <a:cubicBezTo>
                  <a:pt x="781240" y="18840"/>
                  <a:pt x="778812" y="20695"/>
                  <a:pt x="776576" y="23560"/>
                </a:cubicBezTo>
                <a:cubicBezTo>
                  <a:pt x="774340" y="26425"/>
                  <a:pt x="770305" y="32697"/>
                  <a:pt x="764471" y="42377"/>
                </a:cubicBezTo>
                <a:lnTo>
                  <a:pt x="764471" y="213352"/>
                </a:lnTo>
                <a:lnTo>
                  <a:pt x="743079" y="213352"/>
                </a:lnTo>
                <a:cubicBezTo>
                  <a:pt x="744724" y="195695"/>
                  <a:pt x="745547" y="179384"/>
                  <a:pt x="745547" y="164421"/>
                </a:cubicBezTo>
                <a:lnTo>
                  <a:pt x="745547" y="68258"/>
                </a:lnTo>
                <a:cubicBezTo>
                  <a:pt x="741982" y="78143"/>
                  <a:pt x="735791" y="87861"/>
                  <a:pt x="726973" y="97412"/>
                </a:cubicBezTo>
                <a:cubicBezTo>
                  <a:pt x="721873" y="92431"/>
                  <a:pt x="715879" y="89594"/>
                  <a:pt x="708993" y="88904"/>
                </a:cubicBezTo>
                <a:cubicBezTo>
                  <a:pt x="717710" y="80648"/>
                  <a:pt x="727913" y="68087"/>
                  <a:pt x="739602" y="51221"/>
                </a:cubicBezTo>
                <a:cubicBezTo>
                  <a:pt x="751290" y="34354"/>
                  <a:pt x="759523" y="17281"/>
                  <a:pt x="7642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10E512E-259A-463E-B21B-449BC2805460}"/>
              </a:ext>
            </a:extLst>
          </p:cNvPr>
          <p:cNvGrpSpPr/>
          <p:nvPr/>
        </p:nvGrpSpPr>
        <p:grpSpPr>
          <a:xfrm>
            <a:off x="6421094" y="1382332"/>
            <a:ext cx="3255780" cy="4098886"/>
            <a:chOff x="6421094" y="1382332"/>
            <a:chExt cx="3255780" cy="409888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91EF368-9A00-4DC6-AC67-035D66D37FDF}"/>
                </a:ext>
              </a:extLst>
            </p:cNvPr>
            <p:cNvSpPr txBox="1"/>
            <p:nvPr/>
          </p:nvSpPr>
          <p:spPr>
            <a:xfrm>
              <a:off x="7443719" y="1382332"/>
              <a:ext cx="1325061" cy="434580"/>
            </a:xfrm>
            <a:custGeom>
              <a:avLst/>
              <a:gdLst/>
              <a:ahLst/>
              <a:cxnLst/>
              <a:rect l="l" t="t" r="r" b="b"/>
              <a:pathLst>
                <a:path w="639166" h="209627">
                  <a:moveTo>
                    <a:pt x="304952" y="129616"/>
                  </a:moveTo>
                  <a:cubicBezTo>
                    <a:pt x="307696" y="129616"/>
                    <a:pt x="311315" y="130836"/>
                    <a:pt x="315811" y="133274"/>
                  </a:cubicBezTo>
                  <a:cubicBezTo>
                    <a:pt x="320307" y="135712"/>
                    <a:pt x="322555" y="139903"/>
                    <a:pt x="322555" y="145847"/>
                  </a:cubicBezTo>
                  <a:cubicBezTo>
                    <a:pt x="322555" y="148438"/>
                    <a:pt x="321907" y="150648"/>
                    <a:pt x="320612" y="152477"/>
                  </a:cubicBezTo>
                  <a:cubicBezTo>
                    <a:pt x="319316" y="154305"/>
                    <a:pt x="317906" y="155220"/>
                    <a:pt x="316382" y="155220"/>
                  </a:cubicBezTo>
                  <a:cubicBezTo>
                    <a:pt x="314858" y="155220"/>
                    <a:pt x="313525" y="154648"/>
                    <a:pt x="312382" y="153505"/>
                  </a:cubicBezTo>
                  <a:cubicBezTo>
                    <a:pt x="311239" y="152362"/>
                    <a:pt x="309220" y="148895"/>
                    <a:pt x="306324" y="143104"/>
                  </a:cubicBezTo>
                  <a:cubicBezTo>
                    <a:pt x="303428" y="137313"/>
                    <a:pt x="301981" y="133617"/>
                    <a:pt x="301981" y="132017"/>
                  </a:cubicBezTo>
                  <a:cubicBezTo>
                    <a:pt x="301981" y="130417"/>
                    <a:pt x="302971" y="129616"/>
                    <a:pt x="304952" y="129616"/>
                  </a:cubicBezTo>
                  <a:close/>
                  <a:moveTo>
                    <a:pt x="513550" y="123901"/>
                  </a:moveTo>
                  <a:cubicBezTo>
                    <a:pt x="515303" y="123901"/>
                    <a:pt x="518312" y="124702"/>
                    <a:pt x="522580" y="126302"/>
                  </a:cubicBezTo>
                  <a:cubicBezTo>
                    <a:pt x="526847" y="127902"/>
                    <a:pt x="528980" y="129769"/>
                    <a:pt x="528980" y="131902"/>
                  </a:cubicBezTo>
                  <a:cubicBezTo>
                    <a:pt x="528980" y="132969"/>
                    <a:pt x="528638" y="134150"/>
                    <a:pt x="527952" y="135446"/>
                  </a:cubicBezTo>
                  <a:cubicBezTo>
                    <a:pt x="527266" y="136741"/>
                    <a:pt x="526618" y="140818"/>
                    <a:pt x="526009" y="147676"/>
                  </a:cubicBezTo>
                  <a:cubicBezTo>
                    <a:pt x="533476" y="145847"/>
                    <a:pt x="539649" y="144933"/>
                    <a:pt x="544525" y="144933"/>
                  </a:cubicBezTo>
                  <a:cubicBezTo>
                    <a:pt x="549402" y="144933"/>
                    <a:pt x="551840" y="146038"/>
                    <a:pt x="551840" y="148247"/>
                  </a:cubicBezTo>
                  <a:cubicBezTo>
                    <a:pt x="551840" y="150457"/>
                    <a:pt x="550202" y="152362"/>
                    <a:pt x="546926" y="153962"/>
                  </a:cubicBezTo>
                  <a:cubicBezTo>
                    <a:pt x="543649" y="155563"/>
                    <a:pt x="536448" y="157201"/>
                    <a:pt x="525323" y="158877"/>
                  </a:cubicBezTo>
                  <a:lnTo>
                    <a:pt x="524637" y="179909"/>
                  </a:lnTo>
                  <a:lnTo>
                    <a:pt x="547040" y="176937"/>
                  </a:lnTo>
                  <a:cubicBezTo>
                    <a:pt x="551307" y="175870"/>
                    <a:pt x="555803" y="175337"/>
                    <a:pt x="560527" y="175337"/>
                  </a:cubicBezTo>
                  <a:cubicBezTo>
                    <a:pt x="568300" y="175337"/>
                    <a:pt x="574358" y="176518"/>
                    <a:pt x="578701" y="178880"/>
                  </a:cubicBezTo>
                  <a:cubicBezTo>
                    <a:pt x="583044" y="181242"/>
                    <a:pt x="585216" y="183757"/>
                    <a:pt x="585216" y="186424"/>
                  </a:cubicBezTo>
                  <a:cubicBezTo>
                    <a:pt x="585216" y="189091"/>
                    <a:pt x="581863" y="190424"/>
                    <a:pt x="575158" y="190424"/>
                  </a:cubicBezTo>
                  <a:cubicBezTo>
                    <a:pt x="571652" y="190424"/>
                    <a:pt x="567576" y="190005"/>
                    <a:pt x="562928" y="189167"/>
                  </a:cubicBezTo>
                  <a:cubicBezTo>
                    <a:pt x="558279" y="188329"/>
                    <a:pt x="551193" y="187910"/>
                    <a:pt x="541668" y="187910"/>
                  </a:cubicBezTo>
                  <a:cubicBezTo>
                    <a:pt x="532143" y="187910"/>
                    <a:pt x="521018" y="188633"/>
                    <a:pt x="508292" y="190081"/>
                  </a:cubicBezTo>
                  <a:cubicBezTo>
                    <a:pt x="495567" y="191529"/>
                    <a:pt x="487337" y="192710"/>
                    <a:pt x="483603" y="193625"/>
                  </a:cubicBezTo>
                  <a:cubicBezTo>
                    <a:pt x="479870" y="194539"/>
                    <a:pt x="476936" y="194996"/>
                    <a:pt x="474802" y="194996"/>
                  </a:cubicBezTo>
                  <a:cubicBezTo>
                    <a:pt x="472669" y="194996"/>
                    <a:pt x="469887" y="194044"/>
                    <a:pt x="466458" y="192139"/>
                  </a:cubicBezTo>
                  <a:cubicBezTo>
                    <a:pt x="463029" y="190234"/>
                    <a:pt x="461315" y="188672"/>
                    <a:pt x="461315" y="187452"/>
                  </a:cubicBezTo>
                  <a:cubicBezTo>
                    <a:pt x="461315" y="186233"/>
                    <a:pt x="462991" y="185547"/>
                    <a:pt x="466344" y="185395"/>
                  </a:cubicBezTo>
                  <a:cubicBezTo>
                    <a:pt x="471983" y="185395"/>
                    <a:pt x="487909" y="183947"/>
                    <a:pt x="514121" y="181052"/>
                  </a:cubicBezTo>
                  <a:lnTo>
                    <a:pt x="514807" y="160020"/>
                  </a:lnTo>
                  <a:cubicBezTo>
                    <a:pt x="511302" y="160325"/>
                    <a:pt x="507759" y="160478"/>
                    <a:pt x="504177" y="160478"/>
                  </a:cubicBezTo>
                  <a:cubicBezTo>
                    <a:pt x="500596" y="160478"/>
                    <a:pt x="497510" y="159754"/>
                    <a:pt x="494919" y="158306"/>
                  </a:cubicBezTo>
                  <a:cubicBezTo>
                    <a:pt x="492328" y="156858"/>
                    <a:pt x="491033" y="155715"/>
                    <a:pt x="491033" y="154877"/>
                  </a:cubicBezTo>
                  <a:cubicBezTo>
                    <a:pt x="491033" y="154039"/>
                    <a:pt x="491528" y="153467"/>
                    <a:pt x="492519" y="153162"/>
                  </a:cubicBezTo>
                  <a:cubicBezTo>
                    <a:pt x="493509" y="152858"/>
                    <a:pt x="496634" y="152400"/>
                    <a:pt x="501891" y="151791"/>
                  </a:cubicBezTo>
                  <a:cubicBezTo>
                    <a:pt x="507149" y="151181"/>
                    <a:pt x="511454" y="150572"/>
                    <a:pt x="514807" y="149962"/>
                  </a:cubicBezTo>
                  <a:cubicBezTo>
                    <a:pt x="514807" y="140665"/>
                    <a:pt x="513740" y="133655"/>
                    <a:pt x="511607" y="128931"/>
                  </a:cubicBezTo>
                  <a:cubicBezTo>
                    <a:pt x="511150" y="127864"/>
                    <a:pt x="510921" y="126759"/>
                    <a:pt x="510921" y="125616"/>
                  </a:cubicBezTo>
                  <a:cubicBezTo>
                    <a:pt x="510921" y="124473"/>
                    <a:pt x="511797" y="123901"/>
                    <a:pt x="513550" y="123901"/>
                  </a:cubicBezTo>
                  <a:close/>
                  <a:moveTo>
                    <a:pt x="539267" y="42748"/>
                  </a:moveTo>
                  <a:cubicBezTo>
                    <a:pt x="526009" y="43968"/>
                    <a:pt x="513055" y="45644"/>
                    <a:pt x="500406" y="47778"/>
                  </a:cubicBezTo>
                  <a:lnTo>
                    <a:pt x="500634" y="63322"/>
                  </a:lnTo>
                  <a:cubicBezTo>
                    <a:pt x="512216" y="59817"/>
                    <a:pt x="519684" y="58065"/>
                    <a:pt x="523037" y="58065"/>
                  </a:cubicBezTo>
                  <a:cubicBezTo>
                    <a:pt x="528371" y="58065"/>
                    <a:pt x="531038" y="59055"/>
                    <a:pt x="531038" y="61036"/>
                  </a:cubicBezTo>
                  <a:cubicBezTo>
                    <a:pt x="531038" y="62865"/>
                    <a:pt x="528066" y="64313"/>
                    <a:pt x="522122" y="65380"/>
                  </a:cubicBezTo>
                  <a:cubicBezTo>
                    <a:pt x="516179" y="66447"/>
                    <a:pt x="511797" y="66980"/>
                    <a:pt x="508978" y="66980"/>
                  </a:cubicBezTo>
                  <a:cubicBezTo>
                    <a:pt x="506159" y="66980"/>
                    <a:pt x="503377" y="66828"/>
                    <a:pt x="500634" y="66523"/>
                  </a:cubicBezTo>
                  <a:lnTo>
                    <a:pt x="501091" y="84354"/>
                  </a:lnTo>
                  <a:cubicBezTo>
                    <a:pt x="513436" y="80391"/>
                    <a:pt x="520865" y="78410"/>
                    <a:pt x="523380" y="78410"/>
                  </a:cubicBezTo>
                  <a:cubicBezTo>
                    <a:pt x="525894" y="78410"/>
                    <a:pt x="527990" y="78753"/>
                    <a:pt x="529666" y="79439"/>
                  </a:cubicBezTo>
                  <a:cubicBezTo>
                    <a:pt x="531343" y="80125"/>
                    <a:pt x="532181" y="80848"/>
                    <a:pt x="532181" y="81610"/>
                  </a:cubicBezTo>
                  <a:cubicBezTo>
                    <a:pt x="532181" y="83134"/>
                    <a:pt x="529514" y="84582"/>
                    <a:pt x="524180" y="85954"/>
                  </a:cubicBezTo>
                  <a:cubicBezTo>
                    <a:pt x="518846" y="87325"/>
                    <a:pt x="514274" y="88011"/>
                    <a:pt x="510464" y="88011"/>
                  </a:cubicBezTo>
                  <a:cubicBezTo>
                    <a:pt x="506654" y="88011"/>
                    <a:pt x="503530" y="87935"/>
                    <a:pt x="501091" y="87783"/>
                  </a:cubicBezTo>
                  <a:lnTo>
                    <a:pt x="501320" y="105156"/>
                  </a:lnTo>
                  <a:lnTo>
                    <a:pt x="539496" y="100356"/>
                  </a:lnTo>
                  <a:close/>
                  <a:moveTo>
                    <a:pt x="2058" y="36119"/>
                  </a:moveTo>
                  <a:cubicBezTo>
                    <a:pt x="3886" y="36119"/>
                    <a:pt x="7239" y="36957"/>
                    <a:pt x="12116" y="38634"/>
                  </a:cubicBezTo>
                  <a:cubicBezTo>
                    <a:pt x="16993" y="40310"/>
                    <a:pt x="20955" y="42748"/>
                    <a:pt x="24003" y="45949"/>
                  </a:cubicBezTo>
                  <a:cubicBezTo>
                    <a:pt x="27051" y="49149"/>
                    <a:pt x="28575" y="52540"/>
                    <a:pt x="28575" y="56122"/>
                  </a:cubicBezTo>
                  <a:cubicBezTo>
                    <a:pt x="28575" y="59703"/>
                    <a:pt x="27966" y="62408"/>
                    <a:pt x="26746" y="64237"/>
                  </a:cubicBezTo>
                  <a:cubicBezTo>
                    <a:pt x="25527" y="66066"/>
                    <a:pt x="24194" y="66980"/>
                    <a:pt x="22746" y="66980"/>
                  </a:cubicBezTo>
                  <a:cubicBezTo>
                    <a:pt x="21298" y="66980"/>
                    <a:pt x="19965" y="66523"/>
                    <a:pt x="18745" y="65608"/>
                  </a:cubicBezTo>
                  <a:cubicBezTo>
                    <a:pt x="17526" y="64694"/>
                    <a:pt x="15088" y="61760"/>
                    <a:pt x="11430" y="56807"/>
                  </a:cubicBezTo>
                  <a:cubicBezTo>
                    <a:pt x="7773" y="51854"/>
                    <a:pt x="4953" y="47625"/>
                    <a:pt x="2972" y="44120"/>
                  </a:cubicBezTo>
                  <a:cubicBezTo>
                    <a:pt x="991" y="40615"/>
                    <a:pt x="0" y="38405"/>
                    <a:pt x="0" y="37491"/>
                  </a:cubicBezTo>
                  <a:cubicBezTo>
                    <a:pt x="0" y="36576"/>
                    <a:pt x="686" y="36119"/>
                    <a:pt x="2058" y="36119"/>
                  </a:cubicBezTo>
                  <a:close/>
                  <a:moveTo>
                    <a:pt x="114186" y="18745"/>
                  </a:moveTo>
                  <a:cubicBezTo>
                    <a:pt x="116548" y="18745"/>
                    <a:pt x="120587" y="20612"/>
                    <a:pt x="126302" y="24346"/>
                  </a:cubicBezTo>
                  <a:cubicBezTo>
                    <a:pt x="132017" y="28080"/>
                    <a:pt x="134874" y="31166"/>
                    <a:pt x="134874" y="33604"/>
                  </a:cubicBezTo>
                  <a:cubicBezTo>
                    <a:pt x="134874" y="35281"/>
                    <a:pt x="133579" y="36500"/>
                    <a:pt x="130988" y="37262"/>
                  </a:cubicBezTo>
                  <a:cubicBezTo>
                    <a:pt x="123216" y="39548"/>
                    <a:pt x="114834" y="43358"/>
                    <a:pt x="105842" y="48692"/>
                  </a:cubicBezTo>
                  <a:cubicBezTo>
                    <a:pt x="101575" y="51130"/>
                    <a:pt x="97231" y="53416"/>
                    <a:pt x="92812" y="55550"/>
                  </a:cubicBezTo>
                  <a:cubicBezTo>
                    <a:pt x="88392" y="57684"/>
                    <a:pt x="85801" y="58750"/>
                    <a:pt x="85039" y="58750"/>
                  </a:cubicBezTo>
                  <a:cubicBezTo>
                    <a:pt x="83668" y="58750"/>
                    <a:pt x="82982" y="58293"/>
                    <a:pt x="82982" y="57379"/>
                  </a:cubicBezTo>
                  <a:cubicBezTo>
                    <a:pt x="82982" y="56464"/>
                    <a:pt x="83515" y="55550"/>
                    <a:pt x="84582" y="54636"/>
                  </a:cubicBezTo>
                  <a:cubicBezTo>
                    <a:pt x="92812" y="47320"/>
                    <a:pt x="99060" y="41034"/>
                    <a:pt x="103327" y="35776"/>
                  </a:cubicBezTo>
                  <a:cubicBezTo>
                    <a:pt x="107595" y="30518"/>
                    <a:pt x="109957" y="25680"/>
                    <a:pt x="110414" y="21260"/>
                  </a:cubicBezTo>
                  <a:cubicBezTo>
                    <a:pt x="110566" y="19584"/>
                    <a:pt x="111824" y="18745"/>
                    <a:pt x="114186" y="18745"/>
                  </a:cubicBezTo>
                  <a:close/>
                  <a:moveTo>
                    <a:pt x="254775" y="14631"/>
                  </a:moveTo>
                  <a:cubicBezTo>
                    <a:pt x="257289" y="14631"/>
                    <a:pt x="260871" y="15583"/>
                    <a:pt x="265519" y="17488"/>
                  </a:cubicBezTo>
                  <a:cubicBezTo>
                    <a:pt x="270167" y="19393"/>
                    <a:pt x="272491" y="21946"/>
                    <a:pt x="272491" y="25146"/>
                  </a:cubicBezTo>
                  <a:cubicBezTo>
                    <a:pt x="272491" y="26518"/>
                    <a:pt x="272110" y="28270"/>
                    <a:pt x="271348" y="30404"/>
                  </a:cubicBezTo>
                  <a:cubicBezTo>
                    <a:pt x="268300" y="38634"/>
                    <a:pt x="266319" y="51892"/>
                    <a:pt x="265405" y="70180"/>
                  </a:cubicBezTo>
                  <a:cubicBezTo>
                    <a:pt x="270891" y="68199"/>
                    <a:pt x="275387" y="67209"/>
                    <a:pt x="278892" y="67209"/>
                  </a:cubicBezTo>
                  <a:cubicBezTo>
                    <a:pt x="282397" y="67209"/>
                    <a:pt x="285026" y="67628"/>
                    <a:pt x="286779" y="68466"/>
                  </a:cubicBezTo>
                  <a:cubicBezTo>
                    <a:pt x="288531" y="69304"/>
                    <a:pt x="289408" y="70409"/>
                    <a:pt x="289408" y="71781"/>
                  </a:cubicBezTo>
                  <a:cubicBezTo>
                    <a:pt x="289408" y="74219"/>
                    <a:pt x="286436" y="76200"/>
                    <a:pt x="280492" y="77724"/>
                  </a:cubicBezTo>
                  <a:lnTo>
                    <a:pt x="264948" y="81610"/>
                  </a:lnTo>
                  <a:cubicBezTo>
                    <a:pt x="264643" y="91516"/>
                    <a:pt x="264490" y="100051"/>
                    <a:pt x="264490" y="107214"/>
                  </a:cubicBezTo>
                  <a:cubicBezTo>
                    <a:pt x="270282" y="104013"/>
                    <a:pt x="274777" y="102413"/>
                    <a:pt x="277978" y="102413"/>
                  </a:cubicBezTo>
                  <a:cubicBezTo>
                    <a:pt x="279349" y="102413"/>
                    <a:pt x="280035" y="102756"/>
                    <a:pt x="280035" y="103442"/>
                  </a:cubicBezTo>
                  <a:cubicBezTo>
                    <a:pt x="280035" y="104128"/>
                    <a:pt x="278816" y="105385"/>
                    <a:pt x="276378" y="107214"/>
                  </a:cubicBezTo>
                  <a:lnTo>
                    <a:pt x="264490" y="115215"/>
                  </a:lnTo>
                  <a:cubicBezTo>
                    <a:pt x="264490" y="127864"/>
                    <a:pt x="264643" y="138913"/>
                    <a:pt x="264948" y="148362"/>
                  </a:cubicBezTo>
                  <a:lnTo>
                    <a:pt x="265405" y="170079"/>
                  </a:lnTo>
                  <a:cubicBezTo>
                    <a:pt x="265405" y="179528"/>
                    <a:pt x="264567" y="186576"/>
                    <a:pt x="262890" y="191224"/>
                  </a:cubicBezTo>
                  <a:cubicBezTo>
                    <a:pt x="261214" y="195872"/>
                    <a:pt x="259537" y="198197"/>
                    <a:pt x="257861" y="198197"/>
                  </a:cubicBezTo>
                  <a:cubicBezTo>
                    <a:pt x="256185" y="198197"/>
                    <a:pt x="254318" y="196253"/>
                    <a:pt x="252260" y="192367"/>
                  </a:cubicBezTo>
                  <a:cubicBezTo>
                    <a:pt x="250203" y="188481"/>
                    <a:pt x="249174" y="185319"/>
                    <a:pt x="249174" y="182880"/>
                  </a:cubicBezTo>
                  <a:cubicBezTo>
                    <a:pt x="249174" y="181509"/>
                    <a:pt x="249822" y="178270"/>
                    <a:pt x="251117" y="173165"/>
                  </a:cubicBezTo>
                  <a:cubicBezTo>
                    <a:pt x="252413" y="168059"/>
                    <a:pt x="253479" y="162002"/>
                    <a:pt x="254318" y="154991"/>
                  </a:cubicBezTo>
                  <a:cubicBezTo>
                    <a:pt x="255156" y="147981"/>
                    <a:pt x="255727" y="136703"/>
                    <a:pt x="256032" y="121158"/>
                  </a:cubicBezTo>
                  <a:cubicBezTo>
                    <a:pt x="247345" y="127102"/>
                    <a:pt x="239420" y="133236"/>
                    <a:pt x="232258" y="139561"/>
                  </a:cubicBezTo>
                  <a:cubicBezTo>
                    <a:pt x="225095" y="145885"/>
                    <a:pt x="221094" y="149352"/>
                    <a:pt x="220256" y="149962"/>
                  </a:cubicBezTo>
                  <a:cubicBezTo>
                    <a:pt x="219418" y="150572"/>
                    <a:pt x="218389" y="150876"/>
                    <a:pt x="217170" y="150876"/>
                  </a:cubicBezTo>
                  <a:cubicBezTo>
                    <a:pt x="215951" y="150876"/>
                    <a:pt x="213132" y="149543"/>
                    <a:pt x="208712" y="146876"/>
                  </a:cubicBezTo>
                  <a:cubicBezTo>
                    <a:pt x="204292" y="144209"/>
                    <a:pt x="202082" y="141847"/>
                    <a:pt x="202082" y="139789"/>
                  </a:cubicBezTo>
                  <a:cubicBezTo>
                    <a:pt x="202082" y="137732"/>
                    <a:pt x="203759" y="136703"/>
                    <a:pt x="207112" y="136703"/>
                  </a:cubicBezTo>
                  <a:cubicBezTo>
                    <a:pt x="210465" y="136703"/>
                    <a:pt x="214808" y="135331"/>
                    <a:pt x="220142" y="132588"/>
                  </a:cubicBezTo>
                  <a:cubicBezTo>
                    <a:pt x="225476" y="129845"/>
                    <a:pt x="237516" y="122987"/>
                    <a:pt x="256261" y="112014"/>
                  </a:cubicBezTo>
                  <a:lnTo>
                    <a:pt x="256489" y="83896"/>
                  </a:lnTo>
                  <a:cubicBezTo>
                    <a:pt x="247040" y="86335"/>
                    <a:pt x="241516" y="87554"/>
                    <a:pt x="239916" y="87554"/>
                  </a:cubicBezTo>
                  <a:cubicBezTo>
                    <a:pt x="238316" y="87554"/>
                    <a:pt x="234696" y="86563"/>
                    <a:pt x="229057" y="84582"/>
                  </a:cubicBezTo>
                  <a:cubicBezTo>
                    <a:pt x="223266" y="93421"/>
                    <a:pt x="218770" y="99213"/>
                    <a:pt x="215570" y="101956"/>
                  </a:cubicBezTo>
                  <a:cubicBezTo>
                    <a:pt x="212370" y="104699"/>
                    <a:pt x="210160" y="106071"/>
                    <a:pt x="208940" y="106071"/>
                  </a:cubicBezTo>
                  <a:cubicBezTo>
                    <a:pt x="208483" y="106071"/>
                    <a:pt x="208255" y="105842"/>
                    <a:pt x="208255" y="105385"/>
                  </a:cubicBezTo>
                  <a:cubicBezTo>
                    <a:pt x="208255" y="104318"/>
                    <a:pt x="209817" y="101232"/>
                    <a:pt x="212941" y="96127"/>
                  </a:cubicBezTo>
                  <a:cubicBezTo>
                    <a:pt x="216065" y="91021"/>
                    <a:pt x="218770" y="85306"/>
                    <a:pt x="221056" y="78982"/>
                  </a:cubicBezTo>
                  <a:cubicBezTo>
                    <a:pt x="223342" y="72657"/>
                    <a:pt x="224828" y="67704"/>
                    <a:pt x="225514" y="64123"/>
                  </a:cubicBezTo>
                  <a:cubicBezTo>
                    <a:pt x="226200" y="60541"/>
                    <a:pt x="226543" y="56693"/>
                    <a:pt x="226543" y="52578"/>
                  </a:cubicBezTo>
                  <a:cubicBezTo>
                    <a:pt x="226543" y="48463"/>
                    <a:pt x="227381" y="46406"/>
                    <a:pt x="229057" y="46406"/>
                  </a:cubicBezTo>
                  <a:cubicBezTo>
                    <a:pt x="230734" y="46406"/>
                    <a:pt x="233706" y="47244"/>
                    <a:pt x="237973" y="48921"/>
                  </a:cubicBezTo>
                  <a:cubicBezTo>
                    <a:pt x="242240" y="50597"/>
                    <a:pt x="244374" y="52502"/>
                    <a:pt x="244374" y="54636"/>
                  </a:cubicBezTo>
                  <a:cubicBezTo>
                    <a:pt x="244374" y="55702"/>
                    <a:pt x="243916" y="56922"/>
                    <a:pt x="243002" y="58293"/>
                  </a:cubicBezTo>
                  <a:cubicBezTo>
                    <a:pt x="240716" y="61494"/>
                    <a:pt x="237058" y="68580"/>
                    <a:pt x="232029" y="79553"/>
                  </a:cubicBezTo>
                  <a:cubicBezTo>
                    <a:pt x="236296" y="79553"/>
                    <a:pt x="244450" y="77496"/>
                    <a:pt x="256489" y="73381"/>
                  </a:cubicBezTo>
                  <a:lnTo>
                    <a:pt x="256489" y="47092"/>
                  </a:lnTo>
                  <a:cubicBezTo>
                    <a:pt x="256489" y="33985"/>
                    <a:pt x="255118" y="25299"/>
                    <a:pt x="252374" y="21031"/>
                  </a:cubicBezTo>
                  <a:cubicBezTo>
                    <a:pt x="251460" y="19660"/>
                    <a:pt x="251003" y="18441"/>
                    <a:pt x="251003" y="17374"/>
                  </a:cubicBezTo>
                  <a:cubicBezTo>
                    <a:pt x="251003" y="15545"/>
                    <a:pt x="252260" y="14631"/>
                    <a:pt x="254775" y="14631"/>
                  </a:cubicBezTo>
                  <a:close/>
                  <a:moveTo>
                    <a:pt x="52350" y="10516"/>
                  </a:moveTo>
                  <a:cubicBezTo>
                    <a:pt x="54331" y="10516"/>
                    <a:pt x="58484" y="11621"/>
                    <a:pt x="64808" y="13831"/>
                  </a:cubicBezTo>
                  <a:cubicBezTo>
                    <a:pt x="71133" y="16040"/>
                    <a:pt x="74295" y="18669"/>
                    <a:pt x="74295" y="21717"/>
                  </a:cubicBezTo>
                  <a:cubicBezTo>
                    <a:pt x="74295" y="22784"/>
                    <a:pt x="73990" y="24460"/>
                    <a:pt x="73381" y="26746"/>
                  </a:cubicBezTo>
                  <a:cubicBezTo>
                    <a:pt x="71095" y="34214"/>
                    <a:pt x="69495" y="51435"/>
                    <a:pt x="68580" y="78410"/>
                  </a:cubicBezTo>
                  <a:cubicBezTo>
                    <a:pt x="76962" y="76429"/>
                    <a:pt x="82372" y="74905"/>
                    <a:pt x="84811" y="73838"/>
                  </a:cubicBezTo>
                  <a:cubicBezTo>
                    <a:pt x="87249" y="72771"/>
                    <a:pt x="89154" y="72238"/>
                    <a:pt x="90526" y="72238"/>
                  </a:cubicBezTo>
                  <a:cubicBezTo>
                    <a:pt x="93269" y="72238"/>
                    <a:pt x="97879" y="73952"/>
                    <a:pt x="104356" y="77381"/>
                  </a:cubicBezTo>
                  <a:cubicBezTo>
                    <a:pt x="110833" y="80810"/>
                    <a:pt x="114072" y="83592"/>
                    <a:pt x="114072" y="85725"/>
                  </a:cubicBezTo>
                  <a:cubicBezTo>
                    <a:pt x="114072" y="86640"/>
                    <a:pt x="113690" y="87630"/>
                    <a:pt x="112928" y="88697"/>
                  </a:cubicBezTo>
                  <a:cubicBezTo>
                    <a:pt x="110490" y="92202"/>
                    <a:pt x="109271" y="97841"/>
                    <a:pt x="109271" y="105613"/>
                  </a:cubicBezTo>
                  <a:cubicBezTo>
                    <a:pt x="109271" y="112319"/>
                    <a:pt x="111024" y="129616"/>
                    <a:pt x="114529" y="157506"/>
                  </a:cubicBezTo>
                  <a:cubicBezTo>
                    <a:pt x="114986" y="160554"/>
                    <a:pt x="115215" y="163754"/>
                    <a:pt x="115215" y="167107"/>
                  </a:cubicBezTo>
                  <a:cubicBezTo>
                    <a:pt x="115215" y="178080"/>
                    <a:pt x="113386" y="186957"/>
                    <a:pt x="109728" y="193739"/>
                  </a:cubicBezTo>
                  <a:cubicBezTo>
                    <a:pt x="106071" y="200521"/>
                    <a:pt x="102642" y="203912"/>
                    <a:pt x="99441" y="203912"/>
                  </a:cubicBezTo>
                  <a:cubicBezTo>
                    <a:pt x="97612" y="203912"/>
                    <a:pt x="95974" y="202616"/>
                    <a:pt x="94526" y="200025"/>
                  </a:cubicBezTo>
                  <a:cubicBezTo>
                    <a:pt x="93078" y="197435"/>
                    <a:pt x="90602" y="194006"/>
                    <a:pt x="87097" y="189738"/>
                  </a:cubicBezTo>
                  <a:cubicBezTo>
                    <a:pt x="83592" y="185471"/>
                    <a:pt x="80772" y="182271"/>
                    <a:pt x="78639" y="180137"/>
                  </a:cubicBezTo>
                  <a:cubicBezTo>
                    <a:pt x="76505" y="178004"/>
                    <a:pt x="75438" y="176594"/>
                    <a:pt x="75438" y="175908"/>
                  </a:cubicBezTo>
                  <a:cubicBezTo>
                    <a:pt x="75438" y="175222"/>
                    <a:pt x="75933" y="174879"/>
                    <a:pt x="76924" y="174879"/>
                  </a:cubicBezTo>
                  <a:cubicBezTo>
                    <a:pt x="77915" y="174879"/>
                    <a:pt x="80391" y="175375"/>
                    <a:pt x="84354" y="176365"/>
                  </a:cubicBezTo>
                  <a:cubicBezTo>
                    <a:pt x="88316" y="177356"/>
                    <a:pt x="91212" y="177851"/>
                    <a:pt x="93040" y="177851"/>
                  </a:cubicBezTo>
                  <a:cubicBezTo>
                    <a:pt x="94869" y="177851"/>
                    <a:pt x="96126" y="177470"/>
                    <a:pt x="96812" y="176708"/>
                  </a:cubicBezTo>
                  <a:cubicBezTo>
                    <a:pt x="97498" y="175946"/>
                    <a:pt x="97993" y="173508"/>
                    <a:pt x="98298" y="169393"/>
                  </a:cubicBezTo>
                  <a:cubicBezTo>
                    <a:pt x="98603" y="165278"/>
                    <a:pt x="98755" y="160135"/>
                    <a:pt x="98755" y="153962"/>
                  </a:cubicBezTo>
                  <a:cubicBezTo>
                    <a:pt x="98755" y="147790"/>
                    <a:pt x="98412" y="140323"/>
                    <a:pt x="97727" y="131560"/>
                  </a:cubicBezTo>
                  <a:cubicBezTo>
                    <a:pt x="97041" y="122797"/>
                    <a:pt x="95936" y="113462"/>
                    <a:pt x="94412" y="103556"/>
                  </a:cubicBezTo>
                  <a:cubicBezTo>
                    <a:pt x="92888" y="93650"/>
                    <a:pt x="91859" y="88202"/>
                    <a:pt x="91326" y="87211"/>
                  </a:cubicBezTo>
                  <a:cubicBezTo>
                    <a:pt x="90792" y="86221"/>
                    <a:pt x="89688" y="85420"/>
                    <a:pt x="88011" y="84811"/>
                  </a:cubicBezTo>
                  <a:cubicBezTo>
                    <a:pt x="86335" y="84201"/>
                    <a:pt x="84506" y="83896"/>
                    <a:pt x="82525" y="83896"/>
                  </a:cubicBezTo>
                  <a:cubicBezTo>
                    <a:pt x="80544" y="83896"/>
                    <a:pt x="78562" y="84049"/>
                    <a:pt x="76581" y="84354"/>
                  </a:cubicBezTo>
                  <a:cubicBezTo>
                    <a:pt x="57379" y="87706"/>
                    <a:pt x="43739" y="89383"/>
                    <a:pt x="35662" y="89383"/>
                  </a:cubicBezTo>
                  <a:cubicBezTo>
                    <a:pt x="35967" y="94564"/>
                    <a:pt x="35738" y="102337"/>
                    <a:pt x="34976" y="112700"/>
                  </a:cubicBezTo>
                  <a:cubicBezTo>
                    <a:pt x="55855" y="108433"/>
                    <a:pt x="68352" y="106299"/>
                    <a:pt x="72466" y="106299"/>
                  </a:cubicBezTo>
                  <a:cubicBezTo>
                    <a:pt x="76581" y="106299"/>
                    <a:pt x="79515" y="106680"/>
                    <a:pt x="81267" y="107442"/>
                  </a:cubicBezTo>
                  <a:cubicBezTo>
                    <a:pt x="83020" y="108204"/>
                    <a:pt x="83896" y="109042"/>
                    <a:pt x="83896" y="109957"/>
                  </a:cubicBezTo>
                  <a:cubicBezTo>
                    <a:pt x="83896" y="112090"/>
                    <a:pt x="79439" y="114072"/>
                    <a:pt x="70523" y="115900"/>
                  </a:cubicBezTo>
                  <a:cubicBezTo>
                    <a:pt x="61608" y="117729"/>
                    <a:pt x="54369" y="118644"/>
                    <a:pt x="48806" y="118644"/>
                  </a:cubicBezTo>
                  <a:cubicBezTo>
                    <a:pt x="43244" y="118644"/>
                    <a:pt x="38481" y="118186"/>
                    <a:pt x="34519" y="117272"/>
                  </a:cubicBezTo>
                  <a:cubicBezTo>
                    <a:pt x="33452" y="127940"/>
                    <a:pt x="32766" y="135636"/>
                    <a:pt x="32461" y="140361"/>
                  </a:cubicBezTo>
                  <a:cubicBezTo>
                    <a:pt x="54559" y="136703"/>
                    <a:pt x="67628" y="134874"/>
                    <a:pt x="71666" y="134874"/>
                  </a:cubicBezTo>
                  <a:cubicBezTo>
                    <a:pt x="75705" y="134874"/>
                    <a:pt x="78639" y="135293"/>
                    <a:pt x="80467" y="136132"/>
                  </a:cubicBezTo>
                  <a:cubicBezTo>
                    <a:pt x="82296" y="136970"/>
                    <a:pt x="83211" y="137960"/>
                    <a:pt x="83211" y="139103"/>
                  </a:cubicBezTo>
                  <a:cubicBezTo>
                    <a:pt x="83211" y="140246"/>
                    <a:pt x="82449" y="141237"/>
                    <a:pt x="80925" y="142075"/>
                  </a:cubicBezTo>
                  <a:cubicBezTo>
                    <a:pt x="79400" y="142913"/>
                    <a:pt x="75133" y="143942"/>
                    <a:pt x="68123" y="145161"/>
                  </a:cubicBezTo>
                  <a:cubicBezTo>
                    <a:pt x="61113" y="146380"/>
                    <a:pt x="54978" y="146990"/>
                    <a:pt x="49721" y="146990"/>
                  </a:cubicBezTo>
                  <a:cubicBezTo>
                    <a:pt x="44463" y="146990"/>
                    <a:pt x="38634" y="146076"/>
                    <a:pt x="32233" y="144247"/>
                  </a:cubicBezTo>
                  <a:lnTo>
                    <a:pt x="30404" y="161163"/>
                  </a:lnTo>
                  <a:cubicBezTo>
                    <a:pt x="29642" y="169850"/>
                    <a:pt x="27927" y="177623"/>
                    <a:pt x="25260" y="184481"/>
                  </a:cubicBezTo>
                  <a:cubicBezTo>
                    <a:pt x="22593" y="191339"/>
                    <a:pt x="20155" y="194768"/>
                    <a:pt x="17945" y="194768"/>
                  </a:cubicBezTo>
                  <a:cubicBezTo>
                    <a:pt x="15735" y="194768"/>
                    <a:pt x="13983" y="192443"/>
                    <a:pt x="12687" y="187795"/>
                  </a:cubicBezTo>
                  <a:cubicBezTo>
                    <a:pt x="11392" y="183147"/>
                    <a:pt x="10744" y="179413"/>
                    <a:pt x="10744" y="176594"/>
                  </a:cubicBezTo>
                  <a:cubicBezTo>
                    <a:pt x="10744" y="173774"/>
                    <a:pt x="11354" y="171222"/>
                    <a:pt x="12573" y="168936"/>
                  </a:cubicBezTo>
                  <a:cubicBezTo>
                    <a:pt x="15316" y="163754"/>
                    <a:pt x="17983" y="154724"/>
                    <a:pt x="20574" y="141847"/>
                  </a:cubicBezTo>
                  <a:cubicBezTo>
                    <a:pt x="23165" y="128969"/>
                    <a:pt x="24460" y="117234"/>
                    <a:pt x="24460" y="106642"/>
                  </a:cubicBezTo>
                  <a:cubicBezTo>
                    <a:pt x="24460" y="96050"/>
                    <a:pt x="23736" y="90031"/>
                    <a:pt x="22289" y="88583"/>
                  </a:cubicBezTo>
                  <a:cubicBezTo>
                    <a:pt x="20841" y="87135"/>
                    <a:pt x="20117" y="85954"/>
                    <a:pt x="20117" y="85039"/>
                  </a:cubicBezTo>
                  <a:cubicBezTo>
                    <a:pt x="20117" y="83668"/>
                    <a:pt x="21260" y="82982"/>
                    <a:pt x="23546" y="82982"/>
                  </a:cubicBezTo>
                  <a:cubicBezTo>
                    <a:pt x="25832" y="82982"/>
                    <a:pt x="28270" y="83439"/>
                    <a:pt x="30861" y="84354"/>
                  </a:cubicBezTo>
                  <a:cubicBezTo>
                    <a:pt x="36805" y="84049"/>
                    <a:pt x="45263" y="82906"/>
                    <a:pt x="56236" y="80925"/>
                  </a:cubicBezTo>
                  <a:cubicBezTo>
                    <a:pt x="57150" y="65227"/>
                    <a:pt x="57607" y="53607"/>
                    <a:pt x="57607" y="46063"/>
                  </a:cubicBezTo>
                  <a:cubicBezTo>
                    <a:pt x="57607" y="38519"/>
                    <a:pt x="57150" y="32919"/>
                    <a:pt x="56236" y="29261"/>
                  </a:cubicBezTo>
                  <a:cubicBezTo>
                    <a:pt x="55321" y="25603"/>
                    <a:pt x="53950" y="22213"/>
                    <a:pt x="52121" y="19088"/>
                  </a:cubicBezTo>
                  <a:cubicBezTo>
                    <a:pt x="50292" y="15964"/>
                    <a:pt x="49378" y="13754"/>
                    <a:pt x="49378" y="12459"/>
                  </a:cubicBezTo>
                  <a:cubicBezTo>
                    <a:pt x="49378" y="11164"/>
                    <a:pt x="50368" y="10516"/>
                    <a:pt x="52350" y="10516"/>
                  </a:cubicBezTo>
                  <a:close/>
                  <a:moveTo>
                    <a:pt x="327927" y="3201"/>
                  </a:moveTo>
                  <a:cubicBezTo>
                    <a:pt x="330594" y="3201"/>
                    <a:pt x="334518" y="4191"/>
                    <a:pt x="339700" y="6172"/>
                  </a:cubicBezTo>
                  <a:cubicBezTo>
                    <a:pt x="344881" y="8154"/>
                    <a:pt x="347472" y="10592"/>
                    <a:pt x="347472" y="13488"/>
                  </a:cubicBezTo>
                  <a:cubicBezTo>
                    <a:pt x="347472" y="14554"/>
                    <a:pt x="347091" y="16231"/>
                    <a:pt x="346329" y="18517"/>
                  </a:cubicBezTo>
                  <a:cubicBezTo>
                    <a:pt x="343738" y="25832"/>
                    <a:pt x="342214" y="35509"/>
                    <a:pt x="341757" y="47549"/>
                  </a:cubicBezTo>
                  <a:cubicBezTo>
                    <a:pt x="342824" y="47549"/>
                    <a:pt x="345339" y="46978"/>
                    <a:pt x="349301" y="45835"/>
                  </a:cubicBezTo>
                  <a:cubicBezTo>
                    <a:pt x="353263" y="44692"/>
                    <a:pt x="356845" y="44120"/>
                    <a:pt x="360045" y="44120"/>
                  </a:cubicBezTo>
                  <a:cubicBezTo>
                    <a:pt x="363246" y="44120"/>
                    <a:pt x="365570" y="44653"/>
                    <a:pt x="367017" y="45720"/>
                  </a:cubicBezTo>
                  <a:cubicBezTo>
                    <a:pt x="368465" y="46787"/>
                    <a:pt x="369189" y="47854"/>
                    <a:pt x="369189" y="48921"/>
                  </a:cubicBezTo>
                  <a:cubicBezTo>
                    <a:pt x="369189" y="51207"/>
                    <a:pt x="366408" y="52921"/>
                    <a:pt x="360845" y="54064"/>
                  </a:cubicBezTo>
                  <a:cubicBezTo>
                    <a:pt x="355283" y="55207"/>
                    <a:pt x="348844" y="56617"/>
                    <a:pt x="341528" y="58293"/>
                  </a:cubicBezTo>
                  <a:lnTo>
                    <a:pt x="340843" y="80239"/>
                  </a:lnTo>
                  <a:cubicBezTo>
                    <a:pt x="352730" y="78258"/>
                    <a:pt x="362941" y="76315"/>
                    <a:pt x="371475" y="74410"/>
                  </a:cubicBezTo>
                  <a:cubicBezTo>
                    <a:pt x="380009" y="72505"/>
                    <a:pt x="385724" y="71552"/>
                    <a:pt x="388620" y="71552"/>
                  </a:cubicBezTo>
                  <a:cubicBezTo>
                    <a:pt x="392735" y="71552"/>
                    <a:pt x="396507" y="72390"/>
                    <a:pt x="399936" y="74067"/>
                  </a:cubicBezTo>
                  <a:cubicBezTo>
                    <a:pt x="403365" y="75743"/>
                    <a:pt x="405079" y="77458"/>
                    <a:pt x="405079" y="79210"/>
                  </a:cubicBezTo>
                  <a:cubicBezTo>
                    <a:pt x="405079" y="80963"/>
                    <a:pt x="403974" y="82296"/>
                    <a:pt x="401765" y="83211"/>
                  </a:cubicBezTo>
                  <a:cubicBezTo>
                    <a:pt x="399555" y="84125"/>
                    <a:pt x="396469" y="84392"/>
                    <a:pt x="392506" y="84011"/>
                  </a:cubicBezTo>
                  <a:cubicBezTo>
                    <a:pt x="388544" y="83630"/>
                    <a:pt x="385191" y="83439"/>
                    <a:pt x="382448" y="83439"/>
                  </a:cubicBezTo>
                  <a:cubicBezTo>
                    <a:pt x="377419" y="83439"/>
                    <a:pt x="364541" y="84735"/>
                    <a:pt x="343815" y="87325"/>
                  </a:cubicBezTo>
                  <a:cubicBezTo>
                    <a:pt x="348539" y="89611"/>
                    <a:pt x="351663" y="91555"/>
                    <a:pt x="353187" y="93155"/>
                  </a:cubicBezTo>
                  <a:cubicBezTo>
                    <a:pt x="354711" y="94755"/>
                    <a:pt x="355321" y="96736"/>
                    <a:pt x="355016" y="99098"/>
                  </a:cubicBezTo>
                  <a:cubicBezTo>
                    <a:pt x="354711" y="101461"/>
                    <a:pt x="354559" y="104928"/>
                    <a:pt x="354559" y="109500"/>
                  </a:cubicBezTo>
                  <a:cubicBezTo>
                    <a:pt x="362026" y="107823"/>
                    <a:pt x="367741" y="106528"/>
                    <a:pt x="371704" y="105613"/>
                  </a:cubicBezTo>
                  <a:cubicBezTo>
                    <a:pt x="375666" y="104699"/>
                    <a:pt x="378676" y="104242"/>
                    <a:pt x="380733" y="104242"/>
                  </a:cubicBezTo>
                  <a:cubicBezTo>
                    <a:pt x="382791" y="104242"/>
                    <a:pt x="385305" y="105042"/>
                    <a:pt x="388277" y="106642"/>
                  </a:cubicBezTo>
                  <a:cubicBezTo>
                    <a:pt x="391249" y="108242"/>
                    <a:pt x="392735" y="109957"/>
                    <a:pt x="392735" y="111786"/>
                  </a:cubicBezTo>
                  <a:cubicBezTo>
                    <a:pt x="392735" y="113614"/>
                    <a:pt x="391782" y="114948"/>
                    <a:pt x="389877" y="115786"/>
                  </a:cubicBezTo>
                  <a:cubicBezTo>
                    <a:pt x="387972" y="116624"/>
                    <a:pt x="385724" y="116929"/>
                    <a:pt x="383134" y="116701"/>
                  </a:cubicBezTo>
                  <a:cubicBezTo>
                    <a:pt x="380543" y="116472"/>
                    <a:pt x="377381" y="116358"/>
                    <a:pt x="373647" y="116358"/>
                  </a:cubicBezTo>
                  <a:cubicBezTo>
                    <a:pt x="369913" y="116358"/>
                    <a:pt x="363627" y="116891"/>
                    <a:pt x="354787" y="117958"/>
                  </a:cubicBezTo>
                  <a:cubicBezTo>
                    <a:pt x="355092" y="126645"/>
                    <a:pt x="355816" y="137617"/>
                    <a:pt x="356959" y="150876"/>
                  </a:cubicBezTo>
                  <a:cubicBezTo>
                    <a:pt x="358102" y="164135"/>
                    <a:pt x="358674" y="171755"/>
                    <a:pt x="358674" y="173736"/>
                  </a:cubicBezTo>
                  <a:cubicBezTo>
                    <a:pt x="358674" y="183490"/>
                    <a:pt x="356654" y="191910"/>
                    <a:pt x="352616" y="198997"/>
                  </a:cubicBezTo>
                  <a:cubicBezTo>
                    <a:pt x="348577" y="206083"/>
                    <a:pt x="345186" y="209627"/>
                    <a:pt x="342443" y="209627"/>
                  </a:cubicBezTo>
                  <a:cubicBezTo>
                    <a:pt x="340919" y="209627"/>
                    <a:pt x="339700" y="208788"/>
                    <a:pt x="338785" y="207112"/>
                  </a:cubicBezTo>
                  <a:cubicBezTo>
                    <a:pt x="336652" y="203150"/>
                    <a:pt x="334518" y="199873"/>
                    <a:pt x="332385" y="197282"/>
                  </a:cubicBezTo>
                  <a:cubicBezTo>
                    <a:pt x="330251" y="194691"/>
                    <a:pt x="326670" y="190881"/>
                    <a:pt x="321640" y="185852"/>
                  </a:cubicBezTo>
                  <a:cubicBezTo>
                    <a:pt x="319812" y="183871"/>
                    <a:pt x="318897" y="182499"/>
                    <a:pt x="318897" y="181737"/>
                  </a:cubicBezTo>
                  <a:cubicBezTo>
                    <a:pt x="318897" y="180975"/>
                    <a:pt x="319354" y="180594"/>
                    <a:pt x="320269" y="180594"/>
                  </a:cubicBezTo>
                  <a:cubicBezTo>
                    <a:pt x="321183" y="180594"/>
                    <a:pt x="323393" y="181013"/>
                    <a:pt x="326898" y="181852"/>
                  </a:cubicBezTo>
                  <a:cubicBezTo>
                    <a:pt x="330403" y="182690"/>
                    <a:pt x="333489" y="183109"/>
                    <a:pt x="336156" y="183109"/>
                  </a:cubicBezTo>
                  <a:cubicBezTo>
                    <a:pt x="338823" y="183109"/>
                    <a:pt x="340614" y="182423"/>
                    <a:pt x="341528" y="181052"/>
                  </a:cubicBezTo>
                  <a:cubicBezTo>
                    <a:pt x="342443" y="179680"/>
                    <a:pt x="343281" y="174575"/>
                    <a:pt x="344043" y="165735"/>
                  </a:cubicBezTo>
                  <a:cubicBezTo>
                    <a:pt x="344805" y="156896"/>
                    <a:pt x="345186" y="148133"/>
                    <a:pt x="345186" y="139446"/>
                  </a:cubicBezTo>
                  <a:cubicBezTo>
                    <a:pt x="345186" y="130759"/>
                    <a:pt x="345110" y="124054"/>
                    <a:pt x="344958" y="119329"/>
                  </a:cubicBezTo>
                  <a:lnTo>
                    <a:pt x="303581" y="125044"/>
                  </a:lnTo>
                  <a:cubicBezTo>
                    <a:pt x="301905" y="125349"/>
                    <a:pt x="299695" y="125502"/>
                    <a:pt x="296952" y="125502"/>
                  </a:cubicBezTo>
                  <a:cubicBezTo>
                    <a:pt x="294208" y="125502"/>
                    <a:pt x="291808" y="124892"/>
                    <a:pt x="289751" y="123673"/>
                  </a:cubicBezTo>
                  <a:cubicBezTo>
                    <a:pt x="287693" y="122454"/>
                    <a:pt x="286665" y="121387"/>
                    <a:pt x="286665" y="120472"/>
                  </a:cubicBezTo>
                  <a:cubicBezTo>
                    <a:pt x="286665" y="119558"/>
                    <a:pt x="288112" y="119025"/>
                    <a:pt x="291008" y="118872"/>
                  </a:cubicBezTo>
                  <a:cubicBezTo>
                    <a:pt x="304267" y="118567"/>
                    <a:pt x="322021" y="116129"/>
                    <a:pt x="344272" y="111557"/>
                  </a:cubicBezTo>
                  <a:cubicBezTo>
                    <a:pt x="343205" y="103023"/>
                    <a:pt x="340538" y="95326"/>
                    <a:pt x="336271" y="88468"/>
                  </a:cubicBezTo>
                  <a:cubicBezTo>
                    <a:pt x="314782" y="91516"/>
                    <a:pt x="300076" y="94412"/>
                    <a:pt x="292151" y="97155"/>
                  </a:cubicBezTo>
                  <a:cubicBezTo>
                    <a:pt x="291389" y="97460"/>
                    <a:pt x="290360" y="97612"/>
                    <a:pt x="289065" y="97612"/>
                  </a:cubicBezTo>
                  <a:cubicBezTo>
                    <a:pt x="287769" y="97612"/>
                    <a:pt x="285941" y="96927"/>
                    <a:pt x="283578" y="95555"/>
                  </a:cubicBezTo>
                  <a:cubicBezTo>
                    <a:pt x="281216" y="94183"/>
                    <a:pt x="280035" y="92850"/>
                    <a:pt x="280035" y="91555"/>
                  </a:cubicBezTo>
                  <a:cubicBezTo>
                    <a:pt x="280035" y="90259"/>
                    <a:pt x="281407" y="89459"/>
                    <a:pt x="284150" y="89154"/>
                  </a:cubicBezTo>
                  <a:cubicBezTo>
                    <a:pt x="294056" y="88240"/>
                    <a:pt x="309906" y="85878"/>
                    <a:pt x="331699" y="82068"/>
                  </a:cubicBezTo>
                  <a:lnTo>
                    <a:pt x="331699" y="60808"/>
                  </a:lnTo>
                  <a:cubicBezTo>
                    <a:pt x="323469" y="62789"/>
                    <a:pt x="317678" y="63780"/>
                    <a:pt x="314325" y="63780"/>
                  </a:cubicBezTo>
                  <a:cubicBezTo>
                    <a:pt x="310972" y="63780"/>
                    <a:pt x="308229" y="63284"/>
                    <a:pt x="306096" y="62294"/>
                  </a:cubicBezTo>
                  <a:cubicBezTo>
                    <a:pt x="303962" y="61303"/>
                    <a:pt x="302895" y="60389"/>
                    <a:pt x="302895" y="59551"/>
                  </a:cubicBezTo>
                  <a:cubicBezTo>
                    <a:pt x="302895" y="58712"/>
                    <a:pt x="304572" y="57836"/>
                    <a:pt x="307924" y="56922"/>
                  </a:cubicBezTo>
                  <a:lnTo>
                    <a:pt x="331927" y="50292"/>
                  </a:lnTo>
                  <a:cubicBezTo>
                    <a:pt x="331775" y="39472"/>
                    <a:pt x="331318" y="31090"/>
                    <a:pt x="330556" y="25146"/>
                  </a:cubicBezTo>
                  <a:cubicBezTo>
                    <a:pt x="329794" y="19203"/>
                    <a:pt x="328498" y="14935"/>
                    <a:pt x="326670" y="12345"/>
                  </a:cubicBezTo>
                  <a:cubicBezTo>
                    <a:pt x="324841" y="9754"/>
                    <a:pt x="323926" y="7582"/>
                    <a:pt x="323926" y="5830"/>
                  </a:cubicBezTo>
                  <a:cubicBezTo>
                    <a:pt x="323926" y="4077"/>
                    <a:pt x="325260" y="3201"/>
                    <a:pt x="327927" y="3201"/>
                  </a:cubicBezTo>
                  <a:close/>
                  <a:moveTo>
                    <a:pt x="534467" y="0"/>
                  </a:moveTo>
                  <a:cubicBezTo>
                    <a:pt x="536600" y="0"/>
                    <a:pt x="540525" y="915"/>
                    <a:pt x="546240" y="2743"/>
                  </a:cubicBezTo>
                  <a:cubicBezTo>
                    <a:pt x="551955" y="4572"/>
                    <a:pt x="554812" y="6934"/>
                    <a:pt x="554812" y="9830"/>
                  </a:cubicBezTo>
                  <a:cubicBezTo>
                    <a:pt x="554812" y="10897"/>
                    <a:pt x="554431" y="12307"/>
                    <a:pt x="553669" y="14059"/>
                  </a:cubicBezTo>
                  <a:cubicBezTo>
                    <a:pt x="552907" y="15812"/>
                    <a:pt x="552298" y="21184"/>
                    <a:pt x="551840" y="30175"/>
                  </a:cubicBezTo>
                  <a:cubicBezTo>
                    <a:pt x="559003" y="28651"/>
                    <a:pt x="564566" y="27889"/>
                    <a:pt x="568528" y="27889"/>
                  </a:cubicBezTo>
                  <a:cubicBezTo>
                    <a:pt x="572491" y="27889"/>
                    <a:pt x="575539" y="28499"/>
                    <a:pt x="577672" y="29718"/>
                  </a:cubicBezTo>
                  <a:cubicBezTo>
                    <a:pt x="579806" y="30937"/>
                    <a:pt x="580873" y="32004"/>
                    <a:pt x="580873" y="32919"/>
                  </a:cubicBezTo>
                  <a:cubicBezTo>
                    <a:pt x="580873" y="35814"/>
                    <a:pt x="571043" y="38557"/>
                    <a:pt x="551383" y="41148"/>
                  </a:cubicBezTo>
                  <a:lnTo>
                    <a:pt x="549783" y="98984"/>
                  </a:lnTo>
                  <a:cubicBezTo>
                    <a:pt x="563499" y="97155"/>
                    <a:pt x="573405" y="96241"/>
                    <a:pt x="579501" y="96241"/>
                  </a:cubicBezTo>
                  <a:cubicBezTo>
                    <a:pt x="585597" y="96241"/>
                    <a:pt x="589864" y="97308"/>
                    <a:pt x="592303" y="99441"/>
                  </a:cubicBezTo>
                  <a:cubicBezTo>
                    <a:pt x="594741" y="101575"/>
                    <a:pt x="595960" y="103251"/>
                    <a:pt x="595960" y="104470"/>
                  </a:cubicBezTo>
                  <a:cubicBezTo>
                    <a:pt x="595960" y="106452"/>
                    <a:pt x="591846" y="107442"/>
                    <a:pt x="583616" y="107442"/>
                  </a:cubicBezTo>
                  <a:cubicBezTo>
                    <a:pt x="568528" y="107442"/>
                    <a:pt x="555727" y="107747"/>
                    <a:pt x="545211" y="108357"/>
                  </a:cubicBezTo>
                  <a:cubicBezTo>
                    <a:pt x="555879" y="118110"/>
                    <a:pt x="567614" y="126721"/>
                    <a:pt x="580415" y="134188"/>
                  </a:cubicBezTo>
                  <a:cubicBezTo>
                    <a:pt x="593217" y="141656"/>
                    <a:pt x="610667" y="147752"/>
                    <a:pt x="632765" y="152477"/>
                  </a:cubicBezTo>
                  <a:cubicBezTo>
                    <a:pt x="637032" y="153543"/>
                    <a:pt x="639166" y="154686"/>
                    <a:pt x="639166" y="155906"/>
                  </a:cubicBezTo>
                  <a:cubicBezTo>
                    <a:pt x="639166" y="156515"/>
                    <a:pt x="638404" y="157087"/>
                    <a:pt x="636880" y="157620"/>
                  </a:cubicBezTo>
                  <a:cubicBezTo>
                    <a:pt x="635356" y="158153"/>
                    <a:pt x="630060" y="159106"/>
                    <a:pt x="620992" y="160478"/>
                  </a:cubicBezTo>
                  <a:cubicBezTo>
                    <a:pt x="611924" y="161849"/>
                    <a:pt x="605180" y="162535"/>
                    <a:pt x="600761" y="162535"/>
                  </a:cubicBezTo>
                  <a:cubicBezTo>
                    <a:pt x="596341" y="162535"/>
                    <a:pt x="592188" y="161316"/>
                    <a:pt x="588302" y="158877"/>
                  </a:cubicBezTo>
                  <a:cubicBezTo>
                    <a:pt x="584416" y="156439"/>
                    <a:pt x="577329" y="150229"/>
                    <a:pt x="567042" y="140246"/>
                  </a:cubicBezTo>
                  <a:cubicBezTo>
                    <a:pt x="556755" y="130264"/>
                    <a:pt x="546659" y="119710"/>
                    <a:pt x="536753" y="108585"/>
                  </a:cubicBezTo>
                  <a:cubicBezTo>
                    <a:pt x="522427" y="109652"/>
                    <a:pt x="507797" y="111252"/>
                    <a:pt x="492862" y="113386"/>
                  </a:cubicBezTo>
                  <a:cubicBezTo>
                    <a:pt x="498043" y="116586"/>
                    <a:pt x="500634" y="118910"/>
                    <a:pt x="500634" y="120358"/>
                  </a:cubicBezTo>
                  <a:cubicBezTo>
                    <a:pt x="500634" y="121806"/>
                    <a:pt x="499910" y="123025"/>
                    <a:pt x="498462" y="124016"/>
                  </a:cubicBezTo>
                  <a:cubicBezTo>
                    <a:pt x="497015" y="125006"/>
                    <a:pt x="493700" y="128969"/>
                    <a:pt x="488518" y="135903"/>
                  </a:cubicBezTo>
                  <a:cubicBezTo>
                    <a:pt x="483337" y="142837"/>
                    <a:pt x="478650" y="148400"/>
                    <a:pt x="474459" y="152591"/>
                  </a:cubicBezTo>
                  <a:cubicBezTo>
                    <a:pt x="470268" y="156782"/>
                    <a:pt x="465163" y="160935"/>
                    <a:pt x="459143" y="165050"/>
                  </a:cubicBezTo>
                  <a:cubicBezTo>
                    <a:pt x="453123" y="169164"/>
                    <a:pt x="447256" y="172403"/>
                    <a:pt x="441541" y="174765"/>
                  </a:cubicBezTo>
                  <a:cubicBezTo>
                    <a:pt x="435826" y="177127"/>
                    <a:pt x="432206" y="178308"/>
                    <a:pt x="430682" y="178308"/>
                  </a:cubicBezTo>
                  <a:cubicBezTo>
                    <a:pt x="429158" y="178308"/>
                    <a:pt x="428396" y="177775"/>
                    <a:pt x="428396" y="176708"/>
                  </a:cubicBezTo>
                  <a:cubicBezTo>
                    <a:pt x="428396" y="175641"/>
                    <a:pt x="429844" y="174270"/>
                    <a:pt x="432740" y="172593"/>
                  </a:cubicBezTo>
                  <a:cubicBezTo>
                    <a:pt x="439446" y="168631"/>
                    <a:pt x="447104" y="162992"/>
                    <a:pt x="455714" y="155677"/>
                  </a:cubicBezTo>
                  <a:cubicBezTo>
                    <a:pt x="464325" y="148362"/>
                    <a:pt x="471450" y="140475"/>
                    <a:pt x="477088" y="132017"/>
                  </a:cubicBezTo>
                  <a:cubicBezTo>
                    <a:pt x="482727" y="123559"/>
                    <a:pt x="485699" y="117729"/>
                    <a:pt x="486004" y="114529"/>
                  </a:cubicBezTo>
                  <a:cubicBezTo>
                    <a:pt x="481432" y="115443"/>
                    <a:pt x="477050" y="116320"/>
                    <a:pt x="472859" y="117158"/>
                  </a:cubicBezTo>
                  <a:cubicBezTo>
                    <a:pt x="468668" y="117996"/>
                    <a:pt x="465011" y="118415"/>
                    <a:pt x="461886" y="118415"/>
                  </a:cubicBezTo>
                  <a:cubicBezTo>
                    <a:pt x="458762" y="118415"/>
                    <a:pt x="455943" y="117577"/>
                    <a:pt x="453428" y="115900"/>
                  </a:cubicBezTo>
                  <a:cubicBezTo>
                    <a:pt x="450914" y="114224"/>
                    <a:pt x="449656" y="112929"/>
                    <a:pt x="449656" y="112014"/>
                  </a:cubicBezTo>
                  <a:cubicBezTo>
                    <a:pt x="449656" y="111100"/>
                    <a:pt x="451180" y="110643"/>
                    <a:pt x="454228" y="110643"/>
                  </a:cubicBezTo>
                  <a:cubicBezTo>
                    <a:pt x="457276" y="110643"/>
                    <a:pt x="469468" y="109271"/>
                    <a:pt x="490804" y="106528"/>
                  </a:cubicBezTo>
                  <a:lnTo>
                    <a:pt x="490576" y="68123"/>
                  </a:lnTo>
                  <a:cubicBezTo>
                    <a:pt x="490576" y="61113"/>
                    <a:pt x="490347" y="54864"/>
                    <a:pt x="489890" y="49378"/>
                  </a:cubicBezTo>
                  <a:cubicBezTo>
                    <a:pt x="486537" y="49683"/>
                    <a:pt x="482308" y="49835"/>
                    <a:pt x="477203" y="49835"/>
                  </a:cubicBezTo>
                  <a:cubicBezTo>
                    <a:pt x="472097" y="49835"/>
                    <a:pt x="469049" y="49683"/>
                    <a:pt x="468059" y="49378"/>
                  </a:cubicBezTo>
                  <a:cubicBezTo>
                    <a:pt x="467068" y="49073"/>
                    <a:pt x="466039" y="48540"/>
                    <a:pt x="464972" y="47778"/>
                  </a:cubicBezTo>
                  <a:cubicBezTo>
                    <a:pt x="463906" y="47016"/>
                    <a:pt x="463372" y="46406"/>
                    <a:pt x="463372" y="45949"/>
                  </a:cubicBezTo>
                  <a:cubicBezTo>
                    <a:pt x="463372" y="44882"/>
                    <a:pt x="465277" y="44272"/>
                    <a:pt x="469087" y="44120"/>
                  </a:cubicBezTo>
                  <a:cubicBezTo>
                    <a:pt x="475793" y="43510"/>
                    <a:pt x="482422" y="42672"/>
                    <a:pt x="488975" y="41605"/>
                  </a:cubicBezTo>
                  <a:cubicBezTo>
                    <a:pt x="487604" y="32461"/>
                    <a:pt x="485699" y="26632"/>
                    <a:pt x="483260" y="24118"/>
                  </a:cubicBezTo>
                  <a:cubicBezTo>
                    <a:pt x="480822" y="21603"/>
                    <a:pt x="479603" y="19736"/>
                    <a:pt x="479603" y="18517"/>
                  </a:cubicBezTo>
                  <a:cubicBezTo>
                    <a:pt x="479603" y="17298"/>
                    <a:pt x="480594" y="16688"/>
                    <a:pt x="482575" y="16688"/>
                  </a:cubicBezTo>
                  <a:cubicBezTo>
                    <a:pt x="484556" y="16688"/>
                    <a:pt x="487490" y="17107"/>
                    <a:pt x="491376" y="17945"/>
                  </a:cubicBezTo>
                  <a:cubicBezTo>
                    <a:pt x="495262" y="18784"/>
                    <a:pt x="497891" y="20003"/>
                    <a:pt x="499262" y="21603"/>
                  </a:cubicBezTo>
                  <a:cubicBezTo>
                    <a:pt x="500634" y="23203"/>
                    <a:pt x="501167" y="25108"/>
                    <a:pt x="500863" y="27318"/>
                  </a:cubicBezTo>
                  <a:cubicBezTo>
                    <a:pt x="500558" y="29528"/>
                    <a:pt x="500406" y="33681"/>
                    <a:pt x="500406" y="39777"/>
                  </a:cubicBezTo>
                  <a:cubicBezTo>
                    <a:pt x="525094" y="35814"/>
                    <a:pt x="538048" y="33681"/>
                    <a:pt x="539267" y="33376"/>
                  </a:cubicBezTo>
                  <a:cubicBezTo>
                    <a:pt x="538810" y="20117"/>
                    <a:pt x="537362" y="11926"/>
                    <a:pt x="534924" y="8801"/>
                  </a:cubicBezTo>
                  <a:cubicBezTo>
                    <a:pt x="532486" y="5677"/>
                    <a:pt x="531266" y="3429"/>
                    <a:pt x="531266" y="2058"/>
                  </a:cubicBezTo>
                  <a:cubicBezTo>
                    <a:pt x="531266" y="686"/>
                    <a:pt x="532333" y="0"/>
                    <a:pt x="53446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88467E9-9C06-49E8-8469-9F7678B831CD}"/>
                </a:ext>
              </a:extLst>
            </p:cNvPr>
            <p:cNvSpPr txBox="1"/>
            <p:nvPr/>
          </p:nvSpPr>
          <p:spPr>
            <a:xfrm>
              <a:off x="6421094" y="2614826"/>
              <a:ext cx="3255780" cy="417991"/>
            </a:xfrm>
            <a:custGeom>
              <a:avLst/>
              <a:gdLst/>
              <a:ahLst/>
              <a:cxnLst/>
              <a:rect l="l" t="t" r="r" b="b"/>
              <a:pathLst>
                <a:path w="1570482" h="201625">
                  <a:moveTo>
                    <a:pt x="1495501" y="151790"/>
                  </a:moveTo>
                  <a:cubicBezTo>
                    <a:pt x="1495349" y="151790"/>
                    <a:pt x="1491158" y="152248"/>
                    <a:pt x="1482928" y="153162"/>
                  </a:cubicBezTo>
                  <a:lnTo>
                    <a:pt x="1451610" y="156591"/>
                  </a:lnTo>
                  <a:lnTo>
                    <a:pt x="1450924" y="179680"/>
                  </a:lnTo>
                  <a:cubicBezTo>
                    <a:pt x="1465250" y="178460"/>
                    <a:pt x="1475460" y="177355"/>
                    <a:pt x="1481556" y="176365"/>
                  </a:cubicBezTo>
                  <a:cubicBezTo>
                    <a:pt x="1487652" y="175374"/>
                    <a:pt x="1491653" y="174307"/>
                    <a:pt x="1493558" y="173164"/>
                  </a:cubicBezTo>
                  <a:cubicBezTo>
                    <a:pt x="1495463" y="172021"/>
                    <a:pt x="1497139" y="169735"/>
                    <a:pt x="1498587" y="166306"/>
                  </a:cubicBezTo>
                  <a:cubicBezTo>
                    <a:pt x="1500035" y="162877"/>
                    <a:pt x="1500759" y="159944"/>
                    <a:pt x="1500759" y="157505"/>
                  </a:cubicBezTo>
                  <a:cubicBezTo>
                    <a:pt x="1500759" y="153695"/>
                    <a:pt x="1499006" y="151790"/>
                    <a:pt x="1495501" y="151790"/>
                  </a:cubicBezTo>
                  <a:close/>
                  <a:moveTo>
                    <a:pt x="811530" y="127330"/>
                  </a:moveTo>
                  <a:cubicBezTo>
                    <a:pt x="808025" y="127330"/>
                    <a:pt x="803834" y="127864"/>
                    <a:pt x="798957" y="128930"/>
                  </a:cubicBezTo>
                  <a:cubicBezTo>
                    <a:pt x="794080" y="129997"/>
                    <a:pt x="789965" y="130531"/>
                    <a:pt x="786612" y="130531"/>
                  </a:cubicBezTo>
                  <a:cubicBezTo>
                    <a:pt x="783260" y="130531"/>
                    <a:pt x="779831" y="129845"/>
                    <a:pt x="776325" y="128473"/>
                  </a:cubicBezTo>
                  <a:cubicBezTo>
                    <a:pt x="774649" y="130302"/>
                    <a:pt x="772973" y="132588"/>
                    <a:pt x="771296" y="135331"/>
                  </a:cubicBezTo>
                  <a:cubicBezTo>
                    <a:pt x="776325" y="135636"/>
                    <a:pt x="780897" y="136931"/>
                    <a:pt x="785012" y="139217"/>
                  </a:cubicBezTo>
                  <a:cubicBezTo>
                    <a:pt x="789127" y="141503"/>
                    <a:pt x="795604" y="145923"/>
                    <a:pt x="804443" y="152476"/>
                  </a:cubicBezTo>
                  <a:cubicBezTo>
                    <a:pt x="807491" y="148057"/>
                    <a:pt x="810044" y="143294"/>
                    <a:pt x="812101" y="138189"/>
                  </a:cubicBezTo>
                  <a:cubicBezTo>
                    <a:pt x="814159" y="133083"/>
                    <a:pt x="815187" y="129997"/>
                    <a:pt x="815187" y="128930"/>
                  </a:cubicBezTo>
                  <a:cubicBezTo>
                    <a:pt x="815187" y="127864"/>
                    <a:pt x="813968" y="127330"/>
                    <a:pt x="811530" y="127330"/>
                  </a:cubicBezTo>
                  <a:close/>
                  <a:moveTo>
                    <a:pt x="1093622" y="127102"/>
                  </a:moveTo>
                  <a:cubicBezTo>
                    <a:pt x="1101699" y="127102"/>
                    <a:pt x="1108977" y="128968"/>
                    <a:pt x="1115454" y="132702"/>
                  </a:cubicBezTo>
                  <a:cubicBezTo>
                    <a:pt x="1121931" y="136436"/>
                    <a:pt x="1125169" y="140056"/>
                    <a:pt x="1125169" y="143561"/>
                  </a:cubicBezTo>
                  <a:cubicBezTo>
                    <a:pt x="1125169" y="147371"/>
                    <a:pt x="1121893" y="149276"/>
                    <a:pt x="1115339" y="149276"/>
                  </a:cubicBezTo>
                  <a:cubicBezTo>
                    <a:pt x="1113206" y="149276"/>
                    <a:pt x="1110767" y="149047"/>
                    <a:pt x="1108024" y="148590"/>
                  </a:cubicBezTo>
                  <a:cubicBezTo>
                    <a:pt x="1095375" y="146304"/>
                    <a:pt x="1081430" y="145161"/>
                    <a:pt x="1066190" y="145161"/>
                  </a:cubicBezTo>
                  <a:cubicBezTo>
                    <a:pt x="1050950" y="145161"/>
                    <a:pt x="1032662" y="145771"/>
                    <a:pt x="1011326" y="146990"/>
                  </a:cubicBezTo>
                  <a:cubicBezTo>
                    <a:pt x="989990" y="148209"/>
                    <a:pt x="973226" y="150190"/>
                    <a:pt x="961034" y="152933"/>
                  </a:cubicBezTo>
                  <a:cubicBezTo>
                    <a:pt x="956310" y="154000"/>
                    <a:pt x="951852" y="154534"/>
                    <a:pt x="947661" y="154534"/>
                  </a:cubicBezTo>
                  <a:cubicBezTo>
                    <a:pt x="943470" y="154534"/>
                    <a:pt x="939317" y="152933"/>
                    <a:pt x="935203" y="149733"/>
                  </a:cubicBezTo>
                  <a:cubicBezTo>
                    <a:pt x="931088" y="146533"/>
                    <a:pt x="929030" y="144132"/>
                    <a:pt x="929030" y="142532"/>
                  </a:cubicBezTo>
                  <a:cubicBezTo>
                    <a:pt x="929030" y="140932"/>
                    <a:pt x="931164" y="140132"/>
                    <a:pt x="935431" y="140132"/>
                  </a:cubicBezTo>
                  <a:lnTo>
                    <a:pt x="943432" y="140589"/>
                  </a:lnTo>
                  <a:cubicBezTo>
                    <a:pt x="955929" y="140589"/>
                    <a:pt x="979741" y="138913"/>
                    <a:pt x="1014870" y="135560"/>
                  </a:cubicBezTo>
                  <a:cubicBezTo>
                    <a:pt x="1049998" y="132207"/>
                    <a:pt x="1070915" y="129959"/>
                    <a:pt x="1077620" y="128816"/>
                  </a:cubicBezTo>
                  <a:cubicBezTo>
                    <a:pt x="1084326" y="127673"/>
                    <a:pt x="1089660" y="127102"/>
                    <a:pt x="1093622" y="127102"/>
                  </a:cubicBezTo>
                  <a:close/>
                  <a:moveTo>
                    <a:pt x="772325" y="108814"/>
                  </a:moveTo>
                  <a:cubicBezTo>
                    <a:pt x="773925" y="108814"/>
                    <a:pt x="776402" y="109804"/>
                    <a:pt x="779755" y="111785"/>
                  </a:cubicBezTo>
                  <a:cubicBezTo>
                    <a:pt x="783107" y="113767"/>
                    <a:pt x="784784" y="115443"/>
                    <a:pt x="784784" y="116815"/>
                  </a:cubicBezTo>
                  <a:cubicBezTo>
                    <a:pt x="784784" y="118186"/>
                    <a:pt x="782802" y="120929"/>
                    <a:pt x="778840" y="125044"/>
                  </a:cubicBezTo>
                  <a:cubicBezTo>
                    <a:pt x="779755" y="125197"/>
                    <a:pt x="780897" y="125273"/>
                    <a:pt x="782269" y="125273"/>
                  </a:cubicBezTo>
                  <a:cubicBezTo>
                    <a:pt x="786841" y="125273"/>
                    <a:pt x="792289" y="124587"/>
                    <a:pt x="798614" y="123215"/>
                  </a:cubicBezTo>
                  <a:cubicBezTo>
                    <a:pt x="804939" y="121844"/>
                    <a:pt x="809777" y="120167"/>
                    <a:pt x="813130" y="118186"/>
                  </a:cubicBezTo>
                  <a:cubicBezTo>
                    <a:pt x="816483" y="116205"/>
                    <a:pt x="819188" y="115214"/>
                    <a:pt x="821245" y="115214"/>
                  </a:cubicBezTo>
                  <a:cubicBezTo>
                    <a:pt x="823303" y="115214"/>
                    <a:pt x="826389" y="116510"/>
                    <a:pt x="830504" y="119101"/>
                  </a:cubicBezTo>
                  <a:cubicBezTo>
                    <a:pt x="834618" y="121691"/>
                    <a:pt x="836676" y="123825"/>
                    <a:pt x="836676" y="125501"/>
                  </a:cubicBezTo>
                  <a:cubicBezTo>
                    <a:pt x="836676" y="127178"/>
                    <a:pt x="835495" y="128854"/>
                    <a:pt x="833133" y="130531"/>
                  </a:cubicBezTo>
                  <a:cubicBezTo>
                    <a:pt x="830770" y="132207"/>
                    <a:pt x="828027" y="135826"/>
                    <a:pt x="824903" y="141389"/>
                  </a:cubicBezTo>
                  <a:cubicBezTo>
                    <a:pt x="821779" y="146952"/>
                    <a:pt x="818007" y="152857"/>
                    <a:pt x="813587" y="159106"/>
                  </a:cubicBezTo>
                  <a:cubicBezTo>
                    <a:pt x="825017" y="166726"/>
                    <a:pt x="836981" y="172669"/>
                    <a:pt x="849477" y="176936"/>
                  </a:cubicBezTo>
                  <a:cubicBezTo>
                    <a:pt x="861974" y="181204"/>
                    <a:pt x="877062" y="184633"/>
                    <a:pt x="894740" y="187223"/>
                  </a:cubicBezTo>
                  <a:cubicBezTo>
                    <a:pt x="898550" y="187833"/>
                    <a:pt x="900455" y="188709"/>
                    <a:pt x="900455" y="189852"/>
                  </a:cubicBezTo>
                  <a:cubicBezTo>
                    <a:pt x="900455" y="190995"/>
                    <a:pt x="899541" y="191910"/>
                    <a:pt x="897712" y="192595"/>
                  </a:cubicBezTo>
                  <a:cubicBezTo>
                    <a:pt x="895883" y="193281"/>
                    <a:pt x="889978" y="194386"/>
                    <a:pt x="879996" y="195910"/>
                  </a:cubicBezTo>
                  <a:cubicBezTo>
                    <a:pt x="870013" y="197434"/>
                    <a:pt x="862736" y="198196"/>
                    <a:pt x="858164" y="198196"/>
                  </a:cubicBezTo>
                  <a:cubicBezTo>
                    <a:pt x="853592" y="198196"/>
                    <a:pt x="849820" y="197548"/>
                    <a:pt x="846849" y="196253"/>
                  </a:cubicBezTo>
                  <a:cubicBezTo>
                    <a:pt x="843877" y="194958"/>
                    <a:pt x="838581" y="191376"/>
                    <a:pt x="830961" y="185509"/>
                  </a:cubicBezTo>
                  <a:cubicBezTo>
                    <a:pt x="823341" y="179641"/>
                    <a:pt x="815492" y="173279"/>
                    <a:pt x="807415" y="166421"/>
                  </a:cubicBezTo>
                  <a:cubicBezTo>
                    <a:pt x="800557" y="173888"/>
                    <a:pt x="791565" y="179756"/>
                    <a:pt x="780440" y="184023"/>
                  </a:cubicBezTo>
                  <a:cubicBezTo>
                    <a:pt x="769315" y="188290"/>
                    <a:pt x="757885" y="190424"/>
                    <a:pt x="746150" y="190424"/>
                  </a:cubicBezTo>
                  <a:cubicBezTo>
                    <a:pt x="738835" y="190424"/>
                    <a:pt x="735177" y="189662"/>
                    <a:pt x="735177" y="188138"/>
                  </a:cubicBezTo>
                  <a:cubicBezTo>
                    <a:pt x="735177" y="187223"/>
                    <a:pt x="736701" y="186538"/>
                    <a:pt x="739749" y="186080"/>
                  </a:cubicBezTo>
                  <a:cubicBezTo>
                    <a:pt x="765657" y="181966"/>
                    <a:pt x="785469" y="173050"/>
                    <a:pt x="799185" y="159334"/>
                  </a:cubicBezTo>
                  <a:cubicBezTo>
                    <a:pt x="785012" y="146228"/>
                    <a:pt x="774878" y="139370"/>
                    <a:pt x="768782" y="138760"/>
                  </a:cubicBezTo>
                  <a:cubicBezTo>
                    <a:pt x="758876" y="150343"/>
                    <a:pt x="747408" y="159182"/>
                    <a:pt x="734377" y="165278"/>
                  </a:cubicBezTo>
                  <a:cubicBezTo>
                    <a:pt x="721347" y="171374"/>
                    <a:pt x="712851" y="174422"/>
                    <a:pt x="708889" y="174422"/>
                  </a:cubicBezTo>
                  <a:cubicBezTo>
                    <a:pt x="707364" y="174422"/>
                    <a:pt x="706603" y="173926"/>
                    <a:pt x="706603" y="172936"/>
                  </a:cubicBezTo>
                  <a:cubicBezTo>
                    <a:pt x="706603" y="171945"/>
                    <a:pt x="709079" y="170421"/>
                    <a:pt x="714032" y="168364"/>
                  </a:cubicBezTo>
                  <a:cubicBezTo>
                    <a:pt x="718985" y="166306"/>
                    <a:pt x="725195" y="162573"/>
                    <a:pt x="732663" y="157162"/>
                  </a:cubicBezTo>
                  <a:cubicBezTo>
                    <a:pt x="740130" y="151752"/>
                    <a:pt x="746989" y="145580"/>
                    <a:pt x="753237" y="138646"/>
                  </a:cubicBezTo>
                  <a:cubicBezTo>
                    <a:pt x="759485" y="131712"/>
                    <a:pt x="763676" y="126606"/>
                    <a:pt x="765810" y="123330"/>
                  </a:cubicBezTo>
                  <a:cubicBezTo>
                    <a:pt x="767943" y="120053"/>
                    <a:pt x="769163" y="116815"/>
                    <a:pt x="769467" y="113614"/>
                  </a:cubicBezTo>
                  <a:cubicBezTo>
                    <a:pt x="769772" y="110414"/>
                    <a:pt x="770725" y="108814"/>
                    <a:pt x="772325" y="108814"/>
                  </a:cubicBezTo>
                  <a:close/>
                  <a:moveTo>
                    <a:pt x="157620" y="108356"/>
                  </a:moveTo>
                  <a:cubicBezTo>
                    <a:pt x="155715" y="108356"/>
                    <a:pt x="151447" y="108623"/>
                    <a:pt x="144818" y="109156"/>
                  </a:cubicBezTo>
                  <a:cubicBezTo>
                    <a:pt x="138189" y="109690"/>
                    <a:pt x="132131" y="110566"/>
                    <a:pt x="126644" y="111785"/>
                  </a:cubicBezTo>
                  <a:lnTo>
                    <a:pt x="128473" y="138532"/>
                  </a:lnTo>
                  <a:cubicBezTo>
                    <a:pt x="134874" y="138379"/>
                    <a:pt x="140779" y="137617"/>
                    <a:pt x="146190" y="136246"/>
                  </a:cubicBezTo>
                  <a:cubicBezTo>
                    <a:pt x="151600" y="134874"/>
                    <a:pt x="154991" y="133540"/>
                    <a:pt x="156362" y="132245"/>
                  </a:cubicBezTo>
                  <a:cubicBezTo>
                    <a:pt x="157734" y="130950"/>
                    <a:pt x="158763" y="128321"/>
                    <a:pt x="159448" y="124358"/>
                  </a:cubicBezTo>
                  <a:cubicBezTo>
                    <a:pt x="160134" y="120396"/>
                    <a:pt x="160477" y="116281"/>
                    <a:pt x="160477" y="112014"/>
                  </a:cubicBezTo>
                  <a:cubicBezTo>
                    <a:pt x="160477" y="109576"/>
                    <a:pt x="159525" y="108356"/>
                    <a:pt x="157620" y="108356"/>
                  </a:cubicBezTo>
                  <a:close/>
                  <a:moveTo>
                    <a:pt x="1484871" y="101498"/>
                  </a:moveTo>
                  <a:cubicBezTo>
                    <a:pt x="1480071" y="101498"/>
                    <a:pt x="1469060" y="102641"/>
                    <a:pt x="1451839" y="104927"/>
                  </a:cubicBezTo>
                  <a:cubicBezTo>
                    <a:pt x="1451991" y="108128"/>
                    <a:pt x="1452067" y="114833"/>
                    <a:pt x="1452067" y="125044"/>
                  </a:cubicBezTo>
                  <a:cubicBezTo>
                    <a:pt x="1459382" y="124435"/>
                    <a:pt x="1466583" y="123596"/>
                    <a:pt x="1473670" y="122530"/>
                  </a:cubicBezTo>
                  <a:cubicBezTo>
                    <a:pt x="1480756" y="121463"/>
                    <a:pt x="1484757" y="120739"/>
                    <a:pt x="1485671" y="120358"/>
                  </a:cubicBezTo>
                  <a:cubicBezTo>
                    <a:pt x="1486586" y="119977"/>
                    <a:pt x="1487500" y="119367"/>
                    <a:pt x="1488415" y="118529"/>
                  </a:cubicBezTo>
                  <a:cubicBezTo>
                    <a:pt x="1489329" y="117691"/>
                    <a:pt x="1490167" y="115595"/>
                    <a:pt x="1490929" y="112243"/>
                  </a:cubicBezTo>
                  <a:cubicBezTo>
                    <a:pt x="1491691" y="108890"/>
                    <a:pt x="1492072" y="106680"/>
                    <a:pt x="1492072" y="105613"/>
                  </a:cubicBezTo>
                  <a:cubicBezTo>
                    <a:pt x="1492072" y="102870"/>
                    <a:pt x="1489672" y="101498"/>
                    <a:pt x="1484871" y="101498"/>
                  </a:cubicBezTo>
                  <a:close/>
                  <a:moveTo>
                    <a:pt x="564413" y="101498"/>
                  </a:moveTo>
                  <a:cubicBezTo>
                    <a:pt x="565633" y="101498"/>
                    <a:pt x="568452" y="102946"/>
                    <a:pt x="572871" y="105842"/>
                  </a:cubicBezTo>
                  <a:cubicBezTo>
                    <a:pt x="577291" y="108737"/>
                    <a:pt x="579501" y="112433"/>
                    <a:pt x="579501" y="116929"/>
                  </a:cubicBezTo>
                  <a:cubicBezTo>
                    <a:pt x="579501" y="121425"/>
                    <a:pt x="578091" y="123673"/>
                    <a:pt x="575272" y="123673"/>
                  </a:cubicBezTo>
                  <a:cubicBezTo>
                    <a:pt x="572453" y="123673"/>
                    <a:pt x="569709" y="120701"/>
                    <a:pt x="567042" y="114757"/>
                  </a:cubicBezTo>
                  <a:cubicBezTo>
                    <a:pt x="564375" y="108814"/>
                    <a:pt x="563042" y="105118"/>
                    <a:pt x="563042" y="103670"/>
                  </a:cubicBezTo>
                  <a:cubicBezTo>
                    <a:pt x="563042" y="102222"/>
                    <a:pt x="563499" y="101498"/>
                    <a:pt x="564413" y="101498"/>
                  </a:cubicBezTo>
                  <a:close/>
                  <a:moveTo>
                    <a:pt x="164478" y="96698"/>
                  </a:moveTo>
                  <a:cubicBezTo>
                    <a:pt x="167297" y="96698"/>
                    <a:pt x="171145" y="97841"/>
                    <a:pt x="176022" y="100127"/>
                  </a:cubicBezTo>
                  <a:cubicBezTo>
                    <a:pt x="180899" y="102413"/>
                    <a:pt x="183337" y="104699"/>
                    <a:pt x="183337" y="106985"/>
                  </a:cubicBezTo>
                  <a:cubicBezTo>
                    <a:pt x="183337" y="108356"/>
                    <a:pt x="182270" y="109995"/>
                    <a:pt x="180137" y="111900"/>
                  </a:cubicBezTo>
                  <a:cubicBezTo>
                    <a:pt x="178003" y="113805"/>
                    <a:pt x="176593" y="115291"/>
                    <a:pt x="175908" y="116357"/>
                  </a:cubicBezTo>
                  <a:cubicBezTo>
                    <a:pt x="175222" y="117424"/>
                    <a:pt x="173965" y="119824"/>
                    <a:pt x="172136" y="123558"/>
                  </a:cubicBezTo>
                  <a:cubicBezTo>
                    <a:pt x="170307" y="127292"/>
                    <a:pt x="169393" y="129845"/>
                    <a:pt x="169393" y="131216"/>
                  </a:cubicBezTo>
                  <a:cubicBezTo>
                    <a:pt x="169393" y="132588"/>
                    <a:pt x="170002" y="133807"/>
                    <a:pt x="171221" y="134874"/>
                  </a:cubicBezTo>
                  <a:cubicBezTo>
                    <a:pt x="172441" y="135941"/>
                    <a:pt x="173050" y="137236"/>
                    <a:pt x="173050" y="138760"/>
                  </a:cubicBezTo>
                  <a:cubicBezTo>
                    <a:pt x="173050" y="140284"/>
                    <a:pt x="172593" y="141351"/>
                    <a:pt x="171679" y="141961"/>
                  </a:cubicBezTo>
                  <a:cubicBezTo>
                    <a:pt x="170764" y="142570"/>
                    <a:pt x="165049" y="143408"/>
                    <a:pt x="154534" y="144475"/>
                  </a:cubicBezTo>
                  <a:cubicBezTo>
                    <a:pt x="144018" y="145542"/>
                    <a:pt x="135407" y="145999"/>
                    <a:pt x="128702" y="145847"/>
                  </a:cubicBezTo>
                  <a:cubicBezTo>
                    <a:pt x="128397" y="147828"/>
                    <a:pt x="127711" y="149276"/>
                    <a:pt x="126644" y="150190"/>
                  </a:cubicBezTo>
                  <a:cubicBezTo>
                    <a:pt x="125578" y="151105"/>
                    <a:pt x="124625" y="151562"/>
                    <a:pt x="123787" y="151562"/>
                  </a:cubicBezTo>
                  <a:cubicBezTo>
                    <a:pt x="122949" y="151562"/>
                    <a:pt x="122034" y="150495"/>
                    <a:pt x="121044" y="148361"/>
                  </a:cubicBezTo>
                  <a:cubicBezTo>
                    <a:pt x="120053" y="146228"/>
                    <a:pt x="119291" y="142418"/>
                    <a:pt x="118758" y="136931"/>
                  </a:cubicBezTo>
                  <a:cubicBezTo>
                    <a:pt x="118224" y="131445"/>
                    <a:pt x="117424" y="126301"/>
                    <a:pt x="116357" y="121501"/>
                  </a:cubicBezTo>
                  <a:cubicBezTo>
                    <a:pt x="115291" y="116700"/>
                    <a:pt x="113995" y="113043"/>
                    <a:pt x="112471" y="110528"/>
                  </a:cubicBezTo>
                  <a:cubicBezTo>
                    <a:pt x="110947" y="108013"/>
                    <a:pt x="110185" y="106223"/>
                    <a:pt x="110185" y="105156"/>
                  </a:cubicBezTo>
                  <a:cubicBezTo>
                    <a:pt x="110185" y="104089"/>
                    <a:pt x="111100" y="103556"/>
                    <a:pt x="112928" y="103556"/>
                  </a:cubicBezTo>
                  <a:cubicBezTo>
                    <a:pt x="114757" y="103556"/>
                    <a:pt x="117500" y="104089"/>
                    <a:pt x="121158" y="105156"/>
                  </a:cubicBezTo>
                  <a:cubicBezTo>
                    <a:pt x="127711" y="104699"/>
                    <a:pt x="134645" y="103708"/>
                    <a:pt x="141961" y="102184"/>
                  </a:cubicBezTo>
                  <a:cubicBezTo>
                    <a:pt x="149276" y="100660"/>
                    <a:pt x="154762" y="99136"/>
                    <a:pt x="158420" y="97612"/>
                  </a:cubicBezTo>
                  <a:cubicBezTo>
                    <a:pt x="159639" y="97003"/>
                    <a:pt x="161658" y="96698"/>
                    <a:pt x="164478" y="96698"/>
                  </a:cubicBezTo>
                  <a:close/>
                  <a:moveTo>
                    <a:pt x="1495730" y="90526"/>
                  </a:moveTo>
                  <a:cubicBezTo>
                    <a:pt x="1498016" y="90526"/>
                    <a:pt x="1501292" y="91935"/>
                    <a:pt x="1505559" y="94755"/>
                  </a:cubicBezTo>
                  <a:cubicBezTo>
                    <a:pt x="1509827" y="97574"/>
                    <a:pt x="1511960" y="99746"/>
                    <a:pt x="1511960" y="101270"/>
                  </a:cubicBezTo>
                  <a:cubicBezTo>
                    <a:pt x="1511960" y="102794"/>
                    <a:pt x="1511198" y="103975"/>
                    <a:pt x="1509674" y="104813"/>
                  </a:cubicBezTo>
                  <a:cubicBezTo>
                    <a:pt x="1508150" y="105651"/>
                    <a:pt x="1506169" y="107709"/>
                    <a:pt x="1503731" y="110985"/>
                  </a:cubicBezTo>
                  <a:cubicBezTo>
                    <a:pt x="1501292" y="114262"/>
                    <a:pt x="1500073" y="116891"/>
                    <a:pt x="1500073" y="118872"/>
                  </a:cubicBezTo>
                  <a:cubicBezTo>
                    <a:pt x="1500073" y="119634"/>
                    <a:pt x="1500454" y="120510"/>
                    <a:pt x="1501216" y="121501"/>
                  </a:cubicBezTo>
                  <a:cubicBezTo>
                    <a:pt x="1501978" y="122491"/>
                    <a:pt x="1502359" y="123520"/>
                    <a:pt x="1502359" y="124587"/>
                  </a:cubicBezTo>
                  <a:cubicBezTo>
                    <a:pt x="1502359" y="125654"/>
                    <a:pt x="1500378" y="126340"/>
                    <a:pt x="1496415" y="126644"/>
                  </a:cubicBezTo>
                  <a:cubicBezTo>
                    <a:pt x="1482852" y="127864"/>
                    <a:pt x="1468069" y="129616"/>
                    <a:pt x="1452067" y="131902"/>
                  </a:cubicBezTo>
                  <a:cubicBezTo>
                    <a:pt x="1452067" y="140437"/>
                    <a:pt x="1451991" y="146609"/>
                    <a:pt x="1451839" y="150419"/>
                  </a:cubicBezTo>
                  <a:cubicBezTo>
                    <a:pt x="1464183" y="149047"/>
                    <a:pt x="1473593" y="147866"/>
                    <a:pt x="1480071" y="146875"/>
                  </a:cubicBezTo>
                  <a:cubicBezTo>
                    <a:pt x="1486547" y="145885"/>
                    <a:pt x="1492377" y="144399"/>
                    <a:pt x="1497559" y="142418"/>
                  </a:cubicBezTo>
                  <a:cubicBezTo>
                    <a:pt x="1499387" y="141808"/>
                    <a:pt x="1501064" y="141503"/>
                    <a:pt x="1502588" y="141503"/>
                  </a:cubicBezTo>
                  <a:cubicBezTo>
                    <a:pt x="1506093" y="141503"/>
                    <a:pt x="1510665" y="143142"/>
                    <a:pt x="1516304" y="146418"/>
                  </a:cubicBezTo>
                  <a:cubicBezTo>
                    <a:pt x="1521943" y="149695"/>
                    <a:pt x="1524762" y="152400"/>
                    <a:pt x="1524762" y="154534"/>
                  </a:cubicBezTo>
                  <a:cubicBezTo>
                    <a:pt x="1524762" y="156058"/>
                    <a:pt x="1522247" y="158610"/>
                    <a:pt x="1517218" y="162192"/>
                  </a:cubicBezTo>
                  <a:cubicBezTo>
                    <a:pt x="1512189" y="165773"/>
                    <a:pt x="1509674" y="168707"/>
                    <a:pt x="1509674" y="170993"/>
                  </a:cubicBezTo>
                  <a:cubicBezTo>
                    <a:pt x="1509674" y="172060"/>
                    <a:pt x="1510512" y="173317"/>
                    <a:pt x="1512189" y="174765"/>
                  </a:cubicBezTo>
                  <a:cubicBezTo>
                    <a:pt x="1513865" y="176212"/>
                    <a:pt x="1514703" y="177698"/>
                    <a:pt x="1514703" y="179222"/>
                  </a:cubicBezTo>
                  <a:cubicBezTo>
                    <a:pt x="1514703" y="181356"/>
                    <a:pt x="1512570" y="182461"/>
                    <a:pt x="1508303" y="182537"/>
                  </a:cubicBezTo>
                  <a:cubicBezTo>
                    <a:pt x="1504035" y="182613"/>
                    <a:pt x="1494396" y="183375"/>
                    <a:pt x="1479385" y="184823"/>
                  </a:cubicBezTo>
                  <a:cubicBezTo>
                    <a:pt x="1464373" y="186271"/>
                    <a:pt x="1454734" y="186842"/>
                    <a:pt x="1450467" y="186538"/>
                  </a:cubicBezTo>
                  <a:cubicBezTo>
                    <a:pt x="1450162" y="191414"/>
                    <a:pt x="1449438" y="195148"/>
                    <a:pt x="1448295" y="197739"/>
                  </a:cubicBezTo>
                  <a:cubicBezTo>
                    <a:pt x="1447152" y="200330"/>
                    <a:pt x="1445704" y="201625"/>
                    <a:pt x="1443952" y="201625"/>
                  </a:cubicBezTo>
                  <a:cubicBezTo>
                    <a:pt x="1442199" y="201625"/>
                    <a:pt x="1440485" y="199987"/>
                    <a:pt x="1438808" y="196710"/>
                  </a:cubicBezTo>
                  <a:cubicBezTo>
                    <a:pt x="1437132" y="193434"/>
                    <a:pt x="1436294" y="190309"/>
                    <a:pt x="1436294" y="187338"/>
                  </a:cubicBezTo>
                  <a:cubicBezTo>
                    <a:pt x="1436294" y="184366"/>
                    <a:pt x="1436599" y="182042"/>
                    <a:pt x="1437208" y="180365"/>
                  </a:cubicBezTo>
                  <a:cubicBezTo>
                    <a:pt x="1438580" y="176098"/>
                    <a:pt x="1439723" y="169316"/>
                    <a:pt x="1440637" y="160020"/>
                  </a:cubicBezTo>
                  <a:cubicBezTo>
                    <a:pt x="1441551" y="150724"/>
                    <a:pt x="1442009" y="140056"/>
                    <a:pt x="1442009" y="128016"/>
                  </a:cubicBezTo>
                  <a:cubicBezTo>
                    <a:pt x="1442009" y="115976"/>
                    <a:pt x="1441094" y="107671"/>
                    <a:pt x="1439265" y="103099"/>
                  </a:cubicBezTo>
                  <a:cubicBezTo>
                    <a:pt x="1438351" y="100813"/>
                    <a:pt x="1437894" y="98946"/>
                    <a:pt x="1437894" y="97498"/>
                  </a:cubicBezTo>
                  <a:cubicBezTo>
                    <a:pt x="1437894" y="96050"/>
                    <a:pt x="1438770" y="95326"/>
                    <a:pt x="1440523" y="95326"/>
                  </a:cubicBezTo>
                  <a:cubicBezTo>
                    <a:pt x="1442275" y="95326"/>
                    <a:pt x="1445361" y="96622"/>
                    <a:pt x="1449781" y="99212"/>
                  </a:cubicBezTo>
                  <a:cubicBezTo>
                    <a:pt x="1456182" y="99060"/>
                    <a:pt x="1463040" y="98298"/>
                    <a:pt x="1470355" y="96926"/>
                  </a:cubicBezTo>
                  <a:cubicBezTo>
                    <a:pt x="1477670" y="95555"/>
                    <a:pt x="1483157" y="94145"/>
                    <a:pt x="1486814" y="92697"/>
                  </a:cubicBezTo>
                  <a:cubicBezTo>
                    <a:pt x="1490472" y="91249"/>
                    <a:pt x="1493444" y="90526"/>
                    <a:pt x="1495730" y="90526"/>
                  </a:cubicBezTo>
                  <a:close/>
                  <a:moveTo>
                    <a:pt x="625107" y="82753"/>
                  </a:moveTo>
                  <a:cubicBezTo>
                    <a:pt x="627164" y="82753"/>
                    <a:pt x="630021" y="84239"/>
                    <a:pt x="633679" y="87211"/>
                  </a:cubicBezTo>
                  <a:cubicBezTo>
                    <a:pt x="637337" y="90183"/>
                    <a:pt x="639165" y="92354"/>
                    <a:pt x="639165" y="93726"/>
                  </a:cubicBezTo>
                  <a:cubicBezTo>
                    <a:pt x="639165" y="94793"/>
                    <a:pt x="637908" y="96012"/>
                    <a:pt x="635394" y="97384"/>
                  </a:cubicBezTo>
                  <a:cubicBezTo>
                    <a:pt x="632879" y="98755"/>
                    <a:pt x="629945" y="100813"/>
                    <a:pt x="626593" y="103556"/>
                  </a:cubicBezTo>
                  <a:cubicBezTo>
                    <a:pt x="623240" y="106299"/>
                    <a:pt x="619658" y="108928"/>
                    <a:pt x="615848" y="111442"/>
                  </a:cubicBezTo>
                  <a:cubicBezTo>
                    <a:pt x="612038" y="113957"/>
                    <a:pt x="609752" y="115214"/>
                    <a:pt x="608990" y="115214"/>
                  </a:cubicBezTo>
                  <a:cubicBezTo>
                    <a:pt x="608228" y="115214"/>
                    <a:pt x="607847" y="114833"/>
                    <a:pt x="607847" y="114071"/>
                  </a:cubicBezTo>
                  <a:cubicBezTo>
                    <a:pt x="607847" y="113309"/>
                    <a:pt x="609066" y="111328"/>
                    <a:pt x="611505" y="108128"/>
                  </a:cubicBezTo>
                  <a:cubicBezTo>
                    <a:pt x="613943" y="104927"/>
                    <a:pt x="616305" y="101155"/>
                    <a:pt x="618591" y="96812"/>
                  </a:cubicBezTo>
                  <a:cubicBezTo>
                    <a:pt x="620877" y="92469"/>
                    <a:pt x="622020" y="89459"/>
                    <a:pt x="622020" y="87782"/>
                  </a:cubicBezTo>
                  <a:cubicBezTo>
                    <a:pt x="622020" y="84430"/>
                    <a:pt x="623049" y="82753"/>
                    <a:pt x="625107" y="82753"/>
                  </a:cubicBezTo>
                  <a:close/>
                  <a:moveTo>
                    <a:pt x="252374" y="73152"/>
                  </a:moveTo>
                  <a:cubicBezTo>
                    <a:pt x="253289" y="73152"/>
                    <a:pt x="254698" y="74485"/>
                    <a:pt x="256603" y="77152"/>
                  </a:cubicBezTo>
                  <a:cubicBezTo>
                    <a:pt x="258508" y="79819"/>
                    <a:pt x="259461" y="83629"/>
                    <a:pt x="259461" y="88582"/>
                  </a:cubicBezTo>
                  <a:cubicBezTo>
                    <a:pt x="259461" y="93535"/>
                    <a:pt x="258318" y="99289"/>
                    <a:pt x="256032" y="105842"/>
                  </a:cubicBezTo>
                  <a:cubicBezTo>
                    <a:pt x="253746" y="112395"/>
                    <a:pt x="251841" y="116662"/>
                    <a:pt x="250317" y="118643"/>
                  </a:cubicBezTo>
                  <a:cubicBezTo>
                    <a:pt x="248793" y="120625"/>
                    <a:pt x="247231" y="121615"/>
                    <a:pt x="245631" y="121615"/>
                  </a:cubicBezTo>
                  <a:cubicBezTo>
                    <a:pt x="244030" y="121615"/>
                    <a:pt x="242735" y="120510"/>
                    <a:pt x="241744" y="118300"/>
                  </a:cubicBezTo>
                  <a:cubicBezTo>
                    <a:pt x="240754" y="116091"/>
                    <a:pt x="240259" y="113309"/>
                    <a:pt x="240259" y="109957"/>
                  </a:cubicBezTo>
                  <a:cubicBezTo>
                    <a:pt x="240259" y="106604"/>
                    <a:pt x="241211" y="103365"/>
                    <a:pt x="243116" y="100241"/>
                  </a:cubicBezTo>
                  <a:cubicBezTo>
                    <a:pt x="245021" y="97117"/>
                    <a:pt x="246621" y="93307"/>
                    <a:pt x="247917" y="88811"/>
                  </a:cubicBezTo>
                  <a:cubicBezTo>
                    <a:pt x="249212" y="84315"/>
                    <a:pt x="250012" y="80581"/>
                    <a:pt x="250317" y="77610"/>
                  </a:cubicBezTo>
                  <a:cubicBezTo>
                    <a:pt x="250622" y="74638"/>
                    <a:pt x="251308" y="73152"/>
                    <a:pt x="252374" y="73152"/>
                  </a:cubicBezTo>
                  <a:close/>
                  <a:moveTo>
                    <a:pt x="288265" y="64922"/>
                  </a:moveTo>
                  <a:cubicBezTo>
                    <a:pt x="293751" y="64922"/>
                    <a:pt x="298628" y="65722"/>
                    <a:pt x="302895" y="67323"/>
                  </a:cubicBezTo>
                  <a:cubicBezTo>
                    <a:pt x="307162" y="68923"/>
                    <a:pt x="309296" y="72390"/>
                    <a:pt x="309296" y="77724"/>
                  </a:cubicBezTo>
                  <a:cubicBezTo>
                    <a:pt x="309296" y="81382"/>
                    <a:pt x="308000" y="83210"/>
                    <a:pt x="305410" y="83210"/>
                  </a:cubicBezTo>
                  <a:cubicBezTo>
                    <a:pt x="303124" y="83210"/>
                    <a:pt x="299390" y="80620"/>
                    <a:pt x="294208" y="75438"/>
                  </a:cubicBezTo>
                  <a:cubicBezTo>
                    <a:pt x="289027" y="70256"/>
                    <a:pt x="286436" y="67208"/>
                    <a:pt x="286436" y="66294"/>
                  </a:cubicBezTo>
                  <a:cubicBezTo>
                    <a:pt x="286436" y="65380"/>
                    <a:pt x="287045" y="64922"/>
                    <a:pt x="288265" y="64922"/>
                  </a:cubicBezTo>
                  <a:close/>
                  <a:moveTo>
                    <a:pt x="590474" y="64237"/>
                  </a:moveTo>
                  <a:cubicBezTo>
                    <a:pt x="591693" y="64237"/>
                    <a:pt x="594627" y="65113"/>
                    <a:pt x="599275" y="66865"/>
                  </a:cubicBezTo>
                  <a:cubicBezTo>
                    <a:pt x="603923" y="68618"/>
                    <a:pt x="606247" y="70371"/>
                    <a:pt x="606247" y="72123"/>
                  </a:cubicBezTo>
                  <a:cubicBezTo>
                    <a:pt x="606247" y="73876"/>
                    <a:pt x="605676" y="76009"/>
                    <a:pt x="604533" y="78524"/>
                  </a:cubicBezTo>
                  <a:cubicBezTo>
                    <a:pt x="603390" y="81039"/>
                    <a:pt x="602323" y="86906"/>
                    <a:pt x="601332" y="96126"/>
                  </a:cubicBezTo>
                  <a:cubicBezTo>
                    <a:pt x="600342" y="105346"/>
                    <a:pt x="598399" y="114148"/>
                    <a:pt x="595503" y="122530"/>
                  </a:cubicBezTo>
                  <a:cubicBezTo>
                    <a:pt x="603885" y="133655"/>
                    <a:pt x="612724" y="143027"/>
                    <a:pt x="622020" y="150647"/>
                  </a:cubicBezTo>
                  <a:cubicBezTo>
                    <a:pt x="631317" y="158267"/>
                    <a:pt x="645414" y="165202"/>
                    <a:pt x="664311" y="171450"/>
                  </a:cubicBezTo>
                  <a:cubicBezTo>
                    <a:pt x="668883" y="172974"/>
                    <a:pt x="671169" y="174307"/>
                    <a:pt x="671169" y="175450"/>
                  </a:cubicBezTo>
                  <a:cubicBezTo>
                    <a:pt x="671169" y="176593"/>
                    <a:pt x="667969" y="177394"/>
                    <a:pt x="661568" y="177851"/>
                  </a:cubicBezTo>
                  <a:cubicBezTo>
                    <a:pt x="655167" y="178308"/>
                    <a:pt x="648919" y="178537"/>
                    <a:pt x="642823" y="178537"/>
                  </a:cubicBezTo>
                  <a:cubicBezTo>
                    <a:pt x="636727" y="178537"/>
                    <a:pt x="632498" y="178117"/>
                    <a:pt x="630136" y="177279"/>
                  </a:cubicBezTo>
                  <a:cubicBezTo>
                    <a:pt x="627774" y="176441"/>
                    <a:pt x="625335" y="174498"/>
                    <a:pt x="622821" y="171450"/>
                  </a:cubicBezTo>
                  <a:cubicBezTo>
                    <a:pt x="620306" y="168402"/>
                    <a:pt x="616420" y="162992"/>
                    <a:pt x="611162" y="155219"/>
                  </a:cubicBezTo>
                  <a:cubicBezTo>
                    <a:pt x="605904" y="147447"/>
                    <a:pt x="599999" y="138379"/>
                    <a:pt x="593445" y="128016"/>
                  </a:cubicBezTo>
                  <a:cubicBezTo>
                    <a:pt x="589635" y="137465"/>
                    <a:pt x="584492" y="145580"/>
                    <a:pt x="578015" y="152362"/>
                  </a:cubicBezTo>
                  <a:cubicBezTo>
                    <a:pt x="571538" y="159144"/>
                    <a:pt x="563651" y="164668"/>
                    <a:pt x="554355" y="168935"/>
                  </a:cubicBezTo>
                  <a:cubicBezTo>
                    <a:pt x="545059" y="173203"/>
                    <a:pt x="538277" y="175336"/>
                    <a:pt x="534010" y="175336"/>
                  </a:cubicBezTo>
                  <a:cubicBezTo>
                    <a:pt x="532638" y="175336"/>
                    <a:pt x="531952" y="175031"/>
                    <a:pt x="531952" y="174422"/>
                  </a:cubicBezTo>
                  <a:cubicBezTo>
                    <a:pt x="531952" y="173050"/>
                    <a:pt x="533933" y="171526"/>
                    <a:pt x="537896" y="169850"/>
                  </a:cubicBezTo>
                  <a:cubicBezTo>
                    <a:pt x="551764" y="163754"/>
                    <a:pt x="562889" y="155905"/>
                    <a:pt x="571271" y="146304"/>
                  </a:cubicBezTo>
                  <a:cubicBezTo>
                    <a:pt x="579653" y="136703"/>
                    <a:pt x="585102" y="125044"/>
                    <a:pt x="587616" y="111328"/>
                  </a:cubicBezTo>
                  <a:cubicBezTo>
                    <a:pt x="590131" y="97612"/>
                    <a:pt x="591388" y="86868"/>
                    <a:pt x="591388" y="79096"/>
                  </a:cubicBezTo>
                  <a:cubicBezTo>
                    <a:pt x="591388" y="76200"/>
                    <a:pt x="590931" y="73685"/>
                    <a:pt x="590017" y="71552"/>
                  </a:cubicBezTo>
                  <a:cubicBezTo>
                    <a:pt x="589102" y="69418"/>
                    <a:pt x="588645" y="67666"/>
                    <a:pt x="588645" y="66294"/>
                  </a:cubicBezTo>
                  <a:cubicBezTo>
                    <a:pt x="588645" y="64922"/>
                    <a:pt x="589255" y="64237"/>
                    <a:pt x="590474" y="64237"/>
                  </a:cubicBezTo>
                  <a:close/>
                  <a:moveTo>
                    <a:pt x="485089" y="63779"/>
                  </a:moveTo>
                  <a:cubicBezTo>
                    <a:pt x="486003" y="63779"/>
                    <a:pt x="486994" y="64884"/>
                    <a:pt x="488061" y="67094"/>
                  </a:cubicBezTo>
                  <a:cubicBezTo>
                    <a:pt x="489128" y="69304"/>
                    <a:pt x="489661" y="72466"/>
                    <a:pt x="489661" y="76581"/>
                  </a:cubicBezTo>
                  <a:cubicBezTo>
                    <a:pt x="489661" y="80696"/>
                    <a:pt x="488861" y="86296"/>
                    <a:pt x="487261" y="93383"/>
                  </a:cubicBezTo>
                  <a:cubicBezTo>
                    <a:pt x="485661" y="100470"/>
                    <a:pt x="483527" y="105423"/>
                    <a:pt x="480860" y="108242"/>
                  </a:cubicBezTo>
                  <a:cubicBezTo>
                    <a:pt x="478193" y="111061"/>
                    <a:pt x="475945" y="112471"/>
                    <a:pt x="474116" y="112471"/>
                  </a:cubicBezTo>
                  <a:cubicBezTo>
                    <a:pt x="472287" y="112471"/>
                    <a:pt x="470992" y="111138"/>
                    <a:pt x="470230" y="108471"/>
                  </a:cubicBezTo>
                  <a:cubicBezTo>
                    <a:pt x="469468" y="105804"/>
                    <a:pt x="469087" y="103213"/>
                    <a:pt x="469087" y="100698"/>
                  </a:cubicBezTo>
                  <a:cubicBezTo>
                    <a:pt x="469087" y="98184"/>
                    <a:pt x="470535" y="94107"/>
                    <a:pt x="473431" y="88468"/>
                  </a:cubicBezTo>
                  <a:cubicBezTo>
                    <a:pt x="478307" y="77648"/>
                    <a:pt x="481203" y="70828"/>
                    <a:pt x="482117" y="68008"/>
                  </a:cubicBezTo>
                  <a:cubicBezTo>
                    <a:pt x="483032" y="65189"/>
                    <a:pt x="484022" y="63779"/>
                    <a:pt x="485089" y="63779"/>
                  </a:cubicBezTo>
                  <a:close/>
                  <a:moveTo>
                    <a:pt x="1544879" y="61493"/>
                  </a:moveTo>
                  <a:cubicBezTo>
                    <a:pt x="1547622" y="61493"/>
                    <a:pt x="1552575" y="64084"/>
                    <a:pt x="1559738" y="69266"/>
                  </a:cubicBezTo>
                  <a:cubicBezTo>
                    <a:pt x="1566901" y="74447"/>
                    <a:pt x="1570482" y="78029"/>
                    <a:pt x="1570482" y="80010"/>
                  </a:cubicBezTo>
                  <a:cubicBezTo>
                    <a:pt x="1570482" y="81991"/>
                    <a:pt x="1569034" y="83210"/>
                    <a:pt x="1566139" y="83668"/>
                  </a:cubicBezTo>
                  <a:cubicBezTo>
                    <a:pt x="1556994" y="85192"/>
                    <a:pt x="1547469" y="88316"/>
                    <a:pt x="1537563" y="93040"/>
                  </a:cubicBezTo>
                  <a:cubicBezTo>
                    <a:pt x="1535582" y="93955"/>
                    <a:pt x="1534135" y="94412"/>
                    <a:pt x="1533220" y="94412"/>
                  </a:cubicBezTo>
                  <a:cubicBezTo>
                    <a:pt x="1532306" y="94412"/>
                    <a:pt x="1531848" y="93955"/>
                    <a:pt x="1531848" y="93040"/>
                  </a:cubicBezTo>
                  <a:cubicBezTo>
                    <a:pt x="1531848" y="92126"/>
                    <a:pt x="1533068" y="89535"/>
                    <a:pt x="1535506" y="85268"/>
                  </a:cubicBezTo>
                  <a:cubicBezTo>
                    <a:pt x="1537944" y="81001"/>
                    <a:pt x="1539164" y="77991"/>
                    <a:pt x="1539164" y="76238"/>
                  </a:cubicBezTo>
                  <a:cubicBezTo>
                    <a:pt x="1539164" y="74485"/>
                    <a:pt x="1537563" y="73609"/>
                    <a:pt x="1534363" y="73609"/>
                  </a:cubicBezTo>
                  <a:cubicBezTo>
                    <a:pt x="1526743" y="73609"/>
                    <a:pt x="1511884" y="74981"/>
                    <a:pt x="1489786" y="77724"/>
                  </a:cubicBezTo>
                  <a:cubicBezTo>
                    <a:pt x="1467688" y="80467"/>
                    <a:pt x="1450315" y="82753"/>
                    <a:pt x="1437665" y="84582"/>
                  </a:cubicBezTo>
                  <a:cubicBezTo>
                    <a:pt x="1425016" y="86411"/>
                    <a:pt x="1417663" y="87325"/>
                    <a:pt x="1415605" y="87325"/>
                  </a:cubicBezTo>
                  <a:cubicBezTo>
                    <a:pt x="1413548" y="87325"/>
                    <a:pt x="1411529" y="87097"/>
                    <a:pt x="1409547" y="86639"/>
                  </a:cubicBezTo>
                  <a:cubicBezTo>
                    <a:pt x="1406347" y="98374"/>
                    <a:pt x="1403337" y="105727"/>
                    <a:pt x="1400518" y="108699"/>
                  </a:cubicBezTo>
                  <a:cubicBezTo>
                    <a:pt x="1397698" y="111671"/>
                    <a:pt x="1395565" y="113157"/>
                    <a:pt x="1394117" y="113157"/>
                  </a:cubicBezTo>
                  <a:cubicBezTo>
                    <a:pt x="1392669" y="113157"/>
                    <a:pt x="1391297" y="111747"/>
                    <a:pt x="1390002" y="108928"/>
                  </a:cubicBezTo>
                  <a:cubicBezTo>
                    <a:pt x="1388707" y="106108"/>
                    <a:pt x="1388059" y="103632"/>
                    <a:pt x="1388059" y="101498"/>
                  </a:cubicBezTo>
                  <a:cubicBezTo>
                    <a:pt x="1388059" y="99365"/>
                    <a:pt x="1388897" y="97079"/>
                    <a:pt x="1390574" y="94640"/>
                  </a:cubicBezTo>
                  <a:cubicBezTo>
                    <a:pt x="1394993" y="87935"/>
                    <a:pt x="1397355" y="81610"/>
                    <a:pt x="1397660" y="75667"/>
                  </a:cubicBezTo>
                  <a:cubicBezTo>
                    <a:pt x="1397813" y="72466"/>
                    <a:pt x="1398879" y="70866"/>
                    <a:pt x="1400861" y="70866"/>
                  </a:cubicBezTo>
                  <a:cubicBezTo>
                    <a:pt x="1402842" y="70866"/>
                    <a:pt x="1406119" y="74295"/>
                    <a:pt x="1410690" y="81153"/>
                  </a:cubicBezTo>
                  <a:lnTo>
                    <a:pt x="1471269" y="73609"/>
                  </a:lnTo>
                  <a:cubicBezTo>
                    <a:pt x="1507388" y="69037"/>
                    <a:pt x="1528000" y="65875"/>
                    <a:pt x="1533106" y="64122"/>
                  </a:cubicBezTo>
                  <a:cubicBezTo>
                    <a:pt x="1538211" y="62370"/>
                    <a:pt x="1542135" y="61493"/>
                    <a:pt x="1544879" y="61493"/>
                  </a:cubicBezTo>
                  <a:close/>
                  <a:moveTo>
                    <a:pt x="379019" y="59436"/>
                  </a:moveTo>
                  <a:cubicBezTo>
                    <a:pt x="377495" y="59436"/>
                    <a:pt x="370256" y="60884"/>
                    <a:pt x="357302" y="63779"/>
                  </a:cubicBezTo>
                  <a:cubicBezTo>
                    <a:pt x="355930" y="78715"/>
                    <a:pt x="354177" y="92735"/>
                    <a:pt x="352044" y="105842"/>
                  </a:cubicBezTo>
                  <a:cubicBezTo>
                    <a:pt x="359207" y="105080"/>
                    <a:pt x="366827" y="103937"/>
                    <a:pt x="374904" y="102413"/>
                  </a:cubicBezTo>
                  <a:cubicBezTo>
                    <a:pt x="379171" y="82144"/>
                    <a:pt x="381305" y="69913"/>
                    <a:pt x="381305" y="65722"/>
                  </a:cubicBezTo>
                  <a:cubicBezTo>
                    <a:pt x="381305" y="61531"/>
                    <a:pt x="380543" y="59436"/>
                    <a:pt x="379019" y="59436"/>
                  </a:cubicBezTo>
                  <a:close/>
                  <a:moveTo>
                    <a:pt x="816330" y="53035"/>
                  </a:moveTo>
                  <a:cubicBezTo>
                    <a:pt x="814045" y="53035"/>
                    <a:pt x="808825" y="53835"/>
                    <a:pt x="800671" y="55435"/>
                  </a:cubicBezTo>
                  <a:cubicBezTo>
                    <a:pt x="792518" y="57036"/>
                    <a:pt x="783717" y="58064"/>
                    <a:pt x="774268" y="58522"/>
                  </a:cubicBezTo>
                  <a:cubicBezTo>
                    <a:pt x="774725" y="61722"/>
                    <a:pt x="775487" y="67894"/>
                    <a:pt x="776554" y="77038"/>
                  </a:cubicBezTo>
                  <a:cubicBezTo>
                    <a:pt x="790270" y="72923"/>
                    <a:pt x="798957" y="70866"/>
                    <a:pt x="802614" y="70866"/>
                  </a:cubicBezTo>
                  <a:cubicBezTo>
                    <a:pt x="806272" y="70866"/>
                    <a:pt x="808787" y="71247"/>
                    <a:pt x="810158" y="72009"/>
                  </a:cubicBezTo>
                  <a:cubicBezTo>
                    <a:pt x="811530" y="72771"/>
                    <a:pt x="812216" y="73609"/>
                    <a:pt x="812216" y="74524"/>
                  </a:cubicBezTo>
                  <a:cubicBezTo>
                    <a:pt x="812216" y="76505"/>
                    <a:pt x="809244" y="78143"/>
                    <a:pt x="803300" y="79438"/>
                  </a:cubicBezTo>
                  <a:cubicBezTo>
                    <a:pt x="797357" y="80734"/>
                    <a:pt x="792366" y="81382"/>
                    <a:pt x="788327" y="81382"/>
                  </a:cubicBezTo>
                  <a:cubicBezTo>
                    <a:pt x="784288" y="81382"/>
                    <a:pt x="780440" y="81153"/>
                    <a:pt x="776783" y="80696"/>
                  </a:cubicBezTo>
                  <a:lnTo>
                    <a:pt x="777697" y="99670"/>
                  </a:lnTo>
                  <a:cubicBezTo>
                    <a:pt x="784098" y="98755"/>
                    <a:pt x="789889" y="97765"/>
                    <a:pt x="795071" y="96698"/>
                  </a:cubicBezTo>
                  <a:cubicBezTo>
                    <a:pt x="800252" y="95631"/>
                    <a:pt x="804062" y="95098"/>
                    <a:pt x="806501" y="95098"/>
                  </a:cubicBezTo>
                  <a:cubicBezTo>
                    <a:pt x="808939" y="95098"/>
                    <a:pt x="810920" y="95326"/>
                    <a:pt x="812444" y="95783"/>
                  </a:cubicBezTo>
                  <a:cubicBezTo>
                    <a:pt x="813968" y="96241"/>
                    <a:pt x="815226" y="96469"/>
                    <a:pt x="816216" y="96469"/>
                  </a:cubicBezTo>
                  <a:cubicBezTo>
                    <a:pt x="817207" y="96469"/>
                    <a:pt x="817931" y="95707"/>
                    <a:pt x="818388" y="94183"/>
                  </a:cubicBezTo>
                  <a:cubicBezTo>
                    <a:pt x="818845" y="92659"/>
                    <a:pt x="819645" y="87782"/>
                    <a:pt x="820788" y="79553"/>
                  </a:cubicBezTo>
                  <a:cubicBezTo>
                    <a:pt x="821931" y="71323"/>
                    <a:pt x="822503" y="65303"/>
                    <a:pt x="822503" y="61493"/>
                  </a:cubicBezTo>
                  <a:cubicBezTo>
                    <a:pt x="822503" y="57683"/>
                    <a:pt x="822045" y="55321"/>
                    <a:pt x="821131" y="54407"/>
                  </a:cubicBezTo>
                  <a:cubicBezTo>
                    <a:pt x="820217" y="53492"/>
                    <a:pt x="818616" y="53035"/>
                    <a:pt x="816330" y="53035"/>
                  </a:cubicBezTo>
                  <a:close/>
                  <a:moveTo>
                    <a:pt x="1471269" y="52578"/>
                  </a:moveTo>
                  <a:cubicBezTo>
                    <a:pt x="1476603" y="52578"/>
                    <a:pt x="1480261" y="53454"/>
                    <a:pt x="1482242" y="55207"/>
                  </a:cubicBezTo>
                  <a:cubicBezTo>
                    <a:pt x="1484223" y="56959"/>
                    <a:pt x="1485214" y="59360"/>
                    <a:pt x="1485214" y="62408"/>
                  </a:cubicBezTo>
                  <a:cubicBezTo>
                    <a:pt x="1485214" y="66370"/>
                    <a:pt x="1483461" y="68351"/>
                    <a:pt x="1479956" y="68351"/>
                  </a:cubicBezTo>
                  <a:cubicBezTo>
                    <a:pt x="1477823" y="68351"/>
                    <a:pt x="1474622" y="66523"/>
                    <a:pt x="1470355" y="62865"/>
                  </a:cubicBezTo>
                  <a:cubicBezTo>
                    <a:pt x="1466088" y="59207"/>
                    <a:pt x="1463954" y="56769"/>
                    <a:pt x="1463954" y="55550"/>
                  </a:cubicBezTo>
                  <a:cubicBezTo>
                    <a:pt x="1463954" y="53569"/>
                    <a:pt x="1466393" y="52578"/>
                    <a:pt x="1471269" y="52578"/>
                  </a:cubicBezTo>
                  <a:close/>
                  <a:moveTo>
                    <a:pt x="516865" y="48463"/>
                  </a:moveTo>
                  <a:cubicBezTo>
                    <a:pt x="519608" y="48463"/>
                    <a:pt x="523570" y="49759"/>
                    <a:pt x="528752" y="52349"/>
                  </a:cubicBezTo>
                  <a:cubicBezTo>
                    <a:pt x="533933" y="54940"/>
                    <a:pt x="536524" y="58636"/>
                    <a:pt x="536524" y="63436"/>
                  </a:cubicBezTo>
                  <a:cubicBezTo>
                    <a:pt x="536524" y="68237"/>
                    <a:pt x="535153" y="70637"/>
                    <a:pt x="532409" y="70637"/>
                  </a:cubicBezTo>
                  <a:cubicBezTo>
                    <a:pt x="530733" y="70637"/>
                    <a:pt x="529057" y="69494"/>
                    <a:pt x="527380" y="67208"/>
                  </a:cubicBezTo>
                  <a:lnTo>
                    <a:pt x="520065" y="57379"/>
                  </a:lnTo>
                  <a:cubicBezTo>
                    <a:pt x="516865" y="53111"/>
                    <a:pt x="515264" y="50559"/>
                    <a:pt x="515264" y="49720"/>
                  </a:cubicBezTo>
                  <a:cubicBezTo>
                    <a:pt x="515264" y="48882"/>
                    <a:pt x="515798" y="48463"/>
                    <a:pt x="516865" y="48463"/>
                  </a:cubicBezTo>
                  <a:close/>
                  <a:moveTo>
                    <a:pt x="1057161" y="43205"/>
                  </a:moveTo>
                  <a:cubicBezTo>
                    <a:pt x="1060894" y="43205"/>
                    <a:pt x="1064819" y="44234"/>
                    <a:pt x="1068933" y="46291"/>
                  </a:cubicBezTo>
                  <a:cubicBezTo>
                    <a:pt x="1073048" y="48349"/>
                    <a:pt x="1075106" y="50292"/>
                    <a:pt x="1075106" y="52121"/>
                  </a:cubicBezTo>
                  <a:cubicBezTo>
                    <a:pt x="1075106" y="53645"/>
                    <a:pt x="1073810" y="54826"/>
                    <a:pt x="1071219" y="55664"/>
                  </a:cubicBezTo>
                  <a:cubicBezTo>
                    <a:pt x="1068629" y="56502"/>
                    <a:pt x="1056551" y="58483"/>
                    <a:pt x="1034986" y="61608"/>
                  </a:cubicBezTo>
                  <a:cubicBezTo>
                    <a:pt x="1013422" y="64732"/>
                    <a:pt x="999401" y="66294"/>
                    <a:pt x="992924" y="66294"/>
                  </a:cubicBezTo>
                  <a:cubicBezTo>
                    <a:pt x="986447" y="66294"/>
                    <a:pt x="980923" y="64960"/>
                    <a:pt x="976351" y="62293"/>
                  </a:cubicBezTo>
                  <a:cubicBezTo>
                    <a:pt x="971779" y="59626"/>
                    <a:pt x="969493" y="57912"/>
                    <a:pt x="969493" y="57150"/>
                  </a:cubicBezTo>
                  <a:cubicBezTo>
                    <a:pt x="969493" y="56388"/>
                    <a:pt x="972159" y="55816"/>
                    <a:pt x="977493" y="55435"/>
                  </a:cubicBezTo>
                  <a:cubicBezTo>
                    <a:pt x="982827" y="55054"/>
                    <a:pt x="990600" y="54178"/>
                    <a:pt x="1000811" y="52807"/>
                  </a:cubicBezTo>
                  <a:cubicBezTo>
                    <a:pt x="1011021" y="51435"/>
                    <a:pt x="1022033" y="49492"/>
                    <a:pt x="1033843" y="46977"/>
                  </a:cubicBezTo>
                  <a:cubicBezTo>
                    <a:pt x="1045654" y="44463"/>
                    <a:pt x="1053427" y="43205"/>
                    <a:pt x="1057161" y="43205"/>
                  </a:cubicBezTo>
                  <a:close/>
                  <a:moveTo>
                    <a:pt x="823303" y="43205"/>
                  </a:moveTo>
                  <a:cubicBezTo>
                    <a:pt x="825665" y="43205"/>
                    <a:pt x="829780" y="44844"/>
                    <a:pt x="835647" y="48120"/>
                  </a:cubicBezTo>
                  <a:cubicBezTo>
                    <a:pt x="841515" y="51397"/>
                    <a:pt x="844448" y="53911"/>
                    <a:pt x="844448" y="55664"/>
                  </a:cubicBezTo>
                  <a:cubicBezTo>
                    <a:pt x="844448" y="57417"/>
                    <a:pt x="843610" y="59207"/>
                    <a:pt x="841934" y="61036"/>
                  </a:cubicBezTo>
                  <a:cubicBezTo>
                    <a:pt x="838886" y="64389"/>
                    <a:pt x="836066" y="72847"/>
                    <a:pt x="833475" y="86411"/>
                  </a:cubicBezTo>
                  <a:cubicBezTo>
                    <a:pt x="831647" y="95098"/>
                    <a:pt x="829437" y="101651"/>
                    <a:pt x="826846" y="106070"/>
                  </a:cubicBezTo>
                  <a:cubicBezTo>
                    <a:pt x="824255" y="110490"/>
                    <a:pt x="822312" y="112700"/>
                    <a:pt x="821017" y="112700"/>
                  </a:cubicBezTo>
                  <a:cubicBezTo>
                    <a:pt x="819721" y="112700"/>
                    <a:pt x="818159" y="111138"/>
                    <a:pt x="816330" y="108013"/>
                  </a:cubicBezTo>
                  <a:cubicBezTo>
                    <a:pt x="814502" y="104889"/>
                    <a:pt x="813016" y="103022"/>
                    <a:pt x="811873" y="102413"/>
                  </a:cubicBezTo>
                  <a:cubicBezTo>
                    <a:pt x="810730" y="101803"/>
                    <a:pt x="809130" y="101498"/>
                    <a:pt x="807072" y="101498"/>
                  </a:cubicBezTo>
                  <a:cubicBezTo>
                    <a:pt x="805015" y="101498"/>
                    <a:pt x="800938" y="101879"/>
                    <a:pt x="794842" y="102641"/>
                  </a:cubicBezTo>
                  <a:cubicBezTo>
                    <a:pt x="788746" y="103403"/>
                    <a:pt x="782955" y="104318"/>
                    <a:pt x="777468" y="105385"/>
                  </a:cubicBezTo>
                  <a:cubicBezTo>
                    <a:pt x="777164" y="106756"/>
                    <a:pt x="776173" y="107442"/>
                    <a:pt x="774497" y="107442"/>
                  </a:cubicBezTo>
                  <a:cubicBezTo>
                    <a:pt x="771601" y="107442"/>
                    <a:pt x="769010" y="98527"/>
                    <a:pt x="766724" y="80696"/>
                  </a:cubicBezTo>
                  <a:cubicBezTo>
                    <a:pt x="765200" y="68961"/>
                    <a:pt x="763524" y="61798"/>
                    <a:pt x="761695" y="59207"/>
                  </a:cubicBezTo>
                  <a:cubicBezTo>
                    <a:pt x="759866" y="56617"/>
                    <a:pt x="758952" y="54788"/>
                    <a:pt x="758952" y="53721"/>
                  </a:cubicBezTo>
                  <a:cubicBezTo>
                    <a:pt x="758952" y="52654"/>
                    <a:pt x="759752" y="52121"/>
                    <a:pt x="761352" y="52121"/>
                  </a:cubicBezTo>
                  <a:cubicBezTo>
                    <a:pt x="762952" y="52121"/>
                    <a:pt x="765429" y="52730"/>
                    <a:pt x="768782" y="53950"/>
                  </a:cubicBezTo>
                  <a:cubicBezTo>
                    <a:pt x="788137" y="51968"/>
                    <a:pt x="802843" y="49225"/>
                    <a:pt x="812901" y="45720"/>
                  </a:cubicBezTo>
                  <a:cubicBezTo>
                    <a:pt x="817473" y="44044"/>
                    <a:pt x="820941" y="43205"/>
                    <a:pt x="823303" y="43205"/>
                  </a:cubicBezTo>
                  <a:close/>
                  <a:moveTo>
                    <a:pt x="1440637" y="42977"/>
                  </a:moveTo>
                  <a:cubicBezTo>
                    <a:pt x="1451153" y="42977"/>
                    <a:pt x="1456410" y="46558"/>
                    <a:pt x="1456410" y="53721"/>
                  </a:cubicBezTo>
                  <a:cubicBezTo>
                    <a:pt x="1456410" y="55245"/>
                    <a:pt x="1455991" y="56502"/>
                    <a:pt x="1455153" y="57493"/>
                  </a:cubicBezTo>
                  <a:cubicBezTo>
                    <a:pt x="1454315" y="58483"/>
                    <a:pt x="1452981" y="58979"/>
                    <a:pt x="1451153" y="58979"/>
                  </a:cubicBezTo>
                  <a:cubicBezTo>
                    <a:pt x="1449324" y="58979"/>
                    <a:pt x="1446543" y="56921"/>
                    <a:pt x="1442809" y="52807"/>
                  </a:cubicBezTo>
                  <a:cubicBezTo>
                    <a:pt x="1439075" y="48692"/>
                    <a:pt x="1437208" y="46025"/>
                    <a:pt x="1437208" y="44806"/>
                  </a:cubicBezTo>
                  <a:cubicBezTo>
                    <a:pt x="1437208" y="43586"/>
                    <a:pt x="1438351" y="42977"/>
                    <a:pt x="1440637" y="42977"/>
                  </a:cubicBezTo>
                  <a:close/>
                  <a:moveTo>
                    <a:pt x="1297076" y="38862"/>
                  </a:moveTo>
                  <a:cubicBezTo>
                    <a:pt x="1294333" y="38862"/>
                    <a:pt x="1289761" y="40043"/>
                    <a:pt x="1283360" y="42405"/>
                  </a:cubicBezTo>
                  <a:cubicBezTo>
                    <a:pt x="1276959" y="44767"/>
                    <a:pt x="1271549" y="46558"/>
                    <a:pt x="1267130" y="47777"/>
                  </a:cubicBezTo>
                  <a:cubicBezTo>
                    <a:pt x="1273835" y="52654"/>
                    <a:pt x="1277188" y="56312"/>
                    <a:pt x="1277188" y="58750"/>
                  </a:cubicBezTo>
                  <a:cubicBezTo>
                    <a:pt x="1277188" y="59665"/>
                    <a:pt x="1276579" y="61417"/>
                    <a:pt x="1275359" y="64008"/>
                  </a:cubicBezTo>
                  <a:cubicBezTo>
                    <a:pt x="1274140" y="66599"/>
                    <a:pt x="1272349" y="72352"/>
                    <a:pt x="1269987" y="81267"/>
                  </a:cubicBezTo>
                  <a:cubicBezTo>
                    <a:pt x="1267625" y="90183"/>
                    <a:pt x="1264767" y="98679"/>
                    <a:pt x="1261415" y="106756"/>
                  </a:cubicBezTo>
                  <a:cubicBezTo>
                    <a:pt x="1265834" y="108890"/>
                    <a:pt x="1271207" y="113119"/>
                    <a:pt x="1277531" y="119443"/>
                  </a:cubicBezTo>
                  <a:cubicBezTo>
                    <a:pt x="1283855" y="125768"/>
                    <a:pt x="1288161" y="129921"/>
                    <a:pt x="1290447" y="131902"/>
                  </a:cubicBezTo>
                  <a:cubicBezTo>
                    <a:pt x="1293343" y="125654"/>
                    <a:pt x="1295285" y="119177"/>
                    <a:pt x="1296276" y="112471"/>
                  </a:cubicBezTo>
                  <a:cubicBezTo>
                    <a:pt x="1297267" y="105766"/>
                    <a:pt x="1297762" y="100813"/>
                    <a:pt x="1297762" y="97612"/>
                  </a:cubicBezTo>
                  <a:cubicBezTo>
                    <a:pt x="1297762" y="94412"/>
                    <a:pt x="1297343" y="92164"/>
                    <a:pt x="1296505" y="90868"/>
                  </a:cubicBezTo>
                  <a:cubicBezTo>
                    <a:pt x="1295667" y="89573"/>
                    <a:pt x="1293952" y="88240"/>
                    <a:pt x="1291361" y="86868"/>
                  </a:cubicBezTo>
                  <a:cubicBezTo>
                    <a:pt x="1288770" y="85496"/>
                    <a:pt x="1287475" y="84201"/>
                    <a:pt x="1287475" y="82982"/>
                  </a:cubicBezTo>
                  <a:cubicBezTo>
                    <a:pt x="1287475" y="81763"/>
                    <a:pt x="1288237" y="79781"/>
                    <a:pt x="1289761" y="77038"/>
                  </a:cubicBezTo>
                  <a:cubicBezTo>
                    <a:pt x="1291285" y="74295"/>
                    <a:pt x="1293571" y="68085"/>
                    <a:pt x="1296619" y="58407"/>
                  </a:cubicBezTo>
                  <a:cubicBezTo>
                    <a:pt x="1299667" y="48730"/>
                    <a:pt x="1301191" y="43358"/>
                    <a:pt x="1301191" y="42291"/>
                  </a:cubicBezTo>
                  <a:cubicBezTo>
                    <a:pt x="1301191" y="40005"/>
                    <a:pt x="1299819" y="38862"/>
                    <a:pt x="1297076" y="38862"/>
                  </a:cubicBezTo>
                  <a:close/>
                  <a:moveTo>
                    <a:pt x="1504417" y="37719"/>
                  </a:moveTo>
                  <a:cubicBezTo>
                    <a:pt x="1511122" y="37719"/>
                    <a:pt x="1515923" y="38900"/>
                    <a:pt x="1518818" y="41262"/>
                  </a:cubicBezTo>
                  <a:cubicBezTo>
                    <a:pt x="1521714" y="43624"/>
                    <a:pt x="1523162" y="46253"/>
                    <a:pt x="1523162" y="49149"/>
                  </a:cubicBezTo>
                  <a:cubicBezTo>
                    <a:pt x="1523162" y="52349"/>
                    <a:pt x="1521714" y="53950"/>
                    <a:pt x="1518818" y="53950"/>
                  </a:cubicBezTo>
                  <a:cubicBezTo>
                    <a:pt x="1515923" y="53950"/>
                    <a:pt x="1512037" y="51892"/>
                    <a:pt x="1507160" y="47777"/>
                  </a:cubicBezTo>
                  <a:cubicBezTo>
                    <a:pt x="1502283" y="43663"/>
                    <a:pt x="1499844" y="40957"/>
                    <a:pt x="1499844" y="39662"/>
                  </a:cubicBezTo>
                  <a:cubicBezTo>
                    <a:pt x="1499844" y="38367"/>
                    <a:pt x="1501369" y="37719"/>
                    <a:pt x="1504417" y="37719"/>
                  </a:cubicBezTo>
                  <a:close/>
                  <a:moveTo>
                    <a:pt x="1303248" y="22860"/>
                  </a:moveTo>
                  <a:cubicBezTo>
                    <a:pt x="1305230" y="22860"/>
                    <a:pt x="1309116" y="24422"/>
                    <a:pt x="1314907" y="27546"/>
                  </a:cubicBezTo>
                  <a:cubicBezTo>
                    <a:pt x="1320698" y="30670"/>
                    <a:pt x="1323594" y="33071"/>
                    <a:pt x="1323594" y="34747"/>
                  </a:cubicBezTo>
                  <a:cubicBezTo>
                    <a:pt x="1323594" y="36424"/>
                    <a:pt x="1321994" y="38405"/>
                    <a:pt x="1318793" y="40691"/>
                  </a:cubicBezTo>
                  <a:cubicBezTo>
                    <a:pt x="1317422" y="41758"/>
                    <a:pt x="1314679" y="45872"/>
                    <a:pt x="1310564" y="53035"/>
                  </a:cubicBezTo>
                  <a:cubicBezTo>
                    <a:pt x="1306449" y="60198"/>
                    <a:pt x="1301420" y="69952"/>
                    <a:pt x="1295476" y="82296"/>
                  </a:cubicBezTo>
                  <a:cubicBezTo>
                    <a:pt x="1301267" y="83058"/>
                    <a:pt x="1306220" y="84544"/>
                    <a:pt x="1310335" y="86754"/>
                  </a:cubicBezTo>
                  <a:cubicBezTo>
                    <a:pt x="1314450" y="88963"/>
                    <a:pt x="1316507" y="91059"/>
                    <a:pt x="1316507" y="93040"/>
                  </a:cubicBezTo>
                  <a:cubicBezTo>
                    <a:pt x="1316507" y="95021"/>
                    <a:pt x="1315707" y="96926"/>
                    <a:pt x="1314107" y="98755"/>
                  </a:cubicBezTo>
                  <a:cubicBezTo>
                    <a:pt x="1312507" y="100584"/>
                    <a:pt x="1311097" y="103289"/>
                    <a:pt x="1309878" y="106870"/>
                  </a:cubicBezTo>
                  <a:cubicBezTo>
                    <a:pt x="1308659" y="110452"/>
                    <a:pt x="1307821" y="113843"/>
                    <a:pt x="1307363" y="117043"/>
                  </a:cubicBezTo>
                  <a:cubicBezTo>
                    <a:pt x="1305992" y="125425"/>
                    <a:pt x="1303477" y="133198"/>
                    <a:pt x="1299819" y="140360"/>
                  </a:cubicBezTo>
                  <a:cubicBezTo>
                    <a:pt x="1307287" y="146152"/>
                    <a:pt x="1314983" y="150571"/>
                    <a:pt x="1322908" y="153619"/>
                  </a:cubicBezTo>
                  <a:cubicBezTo>
                    <a:pt x="1330833" y="156667"/>
                    <a:pt x="1343253" y="160249"/>
                    <a:pt x="1360170" y="164363"/>
                  </a:cubicBezTo>
                  <a:cubicBezTo>
                    <a:pt x="1364742" y="165430"/>
                    <a:pt x="1367028" y="166726"/>
                    <a:pt x="1367028" y="168250"/>
                  </a:cubicBezTo>
                  <a:cubicBezTo>
                    <a:pt x="1367028" y="169164"/>
                    <a:pt x="1366304" y="169888"/>
                    <a:pt x="1364856" y="170421"/>
                  </a:cubicBezTo>
                  <a:cubicBezTo>
                    <a:pt x="1363408" y="170955"/>
                    <a:pt x="1358722" y="171983"/>
                    <a:pt x="1350797" y="173507"/>
                  </a:cubicBezTo>
                  <a:cubicBezTo>
                    <a:pt x="1342873" y="175031"/>
                    <a:pt x="1336281" y="175793"/>
                    <a:pt x="1331023" y="175793"/>
                  </a:cubicBezTo>
                  <a:cubicBezTo>
                    <a:pt x="1325765" y="175793"/>
                    <a:pt x="1320584" y="174003"/>
                    <a:pt x="1315479" y="170421"/>
                  </a:cubicBezTo>
                  <a:cubicBezTo>
                    <a:pt x="1310373" y="166840"/>
                    <a:pt x="1303020" y="159868"/>
                    <a:pt x="1293419" y="149504"/>
                  </a:cubicBezTo>
                  <a:cubicBezTo>
                    <a:pt x="1286713" y="156972"/>
                    <a:pt x="1278750" y="162268"/>
                    <a:pt x="1269530" y="165392"/>
                  </a:cubicBezTo>
                  <a:cubicBezTo>
                    <a:pt x="1260310" y="168516"/>
                    <a:pt x="1252575" y="170078"/>
                    <a:pt x="1246327" y="170078"/>
                  </a:cubicBezTo>
                  <a:cubicBezTo>
                    <a:pt x="1244193" y="170078"/>
                    <a:pt x="1243127" y="169621"/>
                    <a:pt x="1243127" y="168707"/>
                  </a:cubicBezTo>
                  <a:cubicBezTo>
                    <a:pt x="1243127" y="167792"/>
                    <a:pt x="1244727" y="166802"/>
                    <a:pt x="1247927" y="165735"/>
                  </a:cubicBezTo>
                  <a:cubicBezTo>
                    <a:pt x="1265453" y="160096"/>
                    <a:pt x="1278026" y="151714"/>
                    <a:pt x="1285646" y="140589"/>
                  </a:cubicBezTo>
                  <a:cubicBezTo>
                    <a:pt x="1282903" y="137236"/>
                    <a:pt x="1279131" y="132474"/>
                    <a:pt x="1274331" y="126301"/>
                  </a:cubicBezTo>
                  <a:cubicBezTo>
                    <a:pt x="1269530" y="120129"/>
                    <a:pt x="1264539" y="115291"/>
                    <a:pt x="1259357" y="111785"/>
                  </a:cubicBezTo>
                  <a:cubicBezTo>
                    <a:pt x="1252499" y="128854"/>
                    <a:pt x="1244003" y="141656"/>
                    <a:pt x="1233868" y="150190"/>
                  </a:cubicBezTo>
                  <a:cubicBezTo>
                    <a:pt x="1223734" y="158725"/>
                    <a:pt x="1217523" y="162992"/>
                    <a:pt x="1215237" y="162992"/>
                  </a:cubicBezTo>
                  <a:cubicBezTo>
                    <a:pt x="1214628" y="162992"/>
                    <a:pt x="1214323" y="162496"/>
                    <a:pt x="1214323" y="161506"/>
                  </a:cubicBezTo>
                  <a:cubicBezTo>
                    <a:pt x="1214323" y="160515"/>
                    <a:pt x="1215847" y="158572"/>
                    <a:pt x="1218895" y="155677"/>
                  </a:cubicBezTo>
                  <a:cubicBezTo>
                    <a:pt x="1229715" y="146075"/>
                    <a:pt x="1239774" y="130454"/>
                    <a:pt x="1249070" y="108814"/>
                  </a:cubicBezTo>
                  <a:cubicBezTo>
                    <a:pt x="1258367" y="87173"/>
                    <a:pt x="1263015" y="69647"/>
                    <a:pt x="1263015" y="56236"/>
                  </a:cubicBezTo>
                  <a:cubicBezTo>
                    <a:pt x="1263015" y="53492"/>
                    <a:pt x="1262710" y="51206"/>
                    <a:pt x="1262101" y="49378"/>
                  </a:cubicBezTo>
                  <a:cubicBezTo>
                    <a:pt x="1257833" y="50597"/>
                    <a:pt x="1254519" y="51206"/>
                    <a:pt x="1252156" y="51206"/>
                  </a:cubicBezTo>
                  <a:cubicBezTo>
                    <a:pt x="1249794" y="51206"/>
                    <a:pt x="1247546" y="50597"/>
                    <a:pt x="1245413" y="49378"/>
                  </a:cubicBezTo>
                  <a:cubicBezTo>
                    <a:pt x="1243279" y="48158"/>
                    <a:pt x="1242212" y="47092"/>
                    <a:pt x="1242212" y="46177"/>
                  </a:cubicBezTo>
                  <a:cubicBezTo>
                    <a:pt x="1242212" y="45263"/>
                    <a:pt x="1244308" y="44577"/>
                    <a:pt x="1248499" y="44120"/>
                  </a:cubicBezTo>
                  <a:cubicBezTo>
                    <a:pt x="1252690" y="43663"/>
                    <a:pt x="1261072" y="41338"/>
                    <a:pt x="1273645" y="37147"/>
                  </a:cubicBezTo>
                  <a:cubicBezTo>
                    <a:pt x="1286218" y="32956"/>
                    <a:pt x="1293800" y="29527"/>
                    <a:pt x="1296390" y="26860"/>
                  </a:cubicBezTo>
                  <a:cubicBezTo>
                    <a:pt x="1298981" y="24193"/>
                    <a:pt x="1301267" y="22860"/>
                    <a:pt x="1303248" y="22860"/>
                  </a:cubicBezTo>
                  <a:close/>
                  <a:moveTo>
                    <a:pt x="163678" y="21946"/>
                  </a:moveTo>
                  <a:cubicBezTo>
                    <a:pt x="167488" y="21946"/>
                    <a:pt x="171945" y="23584"/>
                    <a:pt x="177051" y="26860"/>
                  </a:cubicBezTo>
                  <a:cubicBezTo>
                    <a:pt x="182156" y="30137"/>
                    <a:pt x="184709" y="32766"/>
                    <a:pt x="184709" y="34747"/>
                  </a:cubicBezTo>
                  <a:cubicBezTo>
                    <a:pt x="184709" y="35814"/>
                    <a:pt x="183680" y="37109"/>
                    <a:pt x="181623" y="38633"/>
                  </a:cubicBezTo>
                  <a:cubicBezTo>
                    <a:pt x="179565" y="40157"/>
                    <a:pt x="177927" y="42329"/>
                    <a:pt x="176708" y="45148"/>
                  </a:cubicBezTo>
                  <a:cubicBezTo>
                    <a:pt x="175489" y="47968"/>
                    <a:pt x="174041" y="52959"/>
                    <a:pt x="172364" y="60122"/>
                  </a:cubicBezTo>
                  <a:cubicBezTo>
                    <a:pt x="169621" y="72314"/>
                    <a:pt x="166345" y="80277"/>
                    <a:pt x="162535" y="84010"/>
                  </a:cubicBezTo>
                  <a:cubicBezTo>
                    <a:pt x="158725" y="87744"/>
                    <a:pt x="155981" y="89611"/>
                    <a:pt x="154305" y="89611"/>
                  </a:cubicBezTo>
                  <a:cubicBezTo>
                    <a:pt x="152629" y="89611"/>
                    <a:pt x="151486" y="88621"/>
                    <a:pt x="150876" y="86639"/>
                  </a:cubicBezTo>
                  <a:cubicBezTo>
                    <a:pt x="150266" y="84658"/>
                    <a:pt x="149085" y="82220"/>
                    <a:pt x="147333" y="79324"/>
                  </a:cubicBezTo>
                  <a:cubicBezTo>
                    <a:pt x="145580" y="76429"/>
                    <a:pt x="144132" y="74257"/>
                    <a:pt x="142989" y="72809"/>
                  </a:cubicBezTo>
                  <a:cubicBezTo>
                    <a:pt x="141846" y="71361"/>
                    <a:pt x="141275" y="70294"/>
                    <a:pt x="141275" y="69609"/>
                  </a:cubicBezTo>
                  <a:cubicBezTo>
                    <a:pt x="141275" y="68923"/>
                    <a:pt x="141618" y="68580"/>
                    <a:pt x="142303" y="68580"/>
                  </a:cubicBezTo>
                  <a:cubicBezTo>
                    <a:pt x="142989" y="68580"/>
                    <a:pt x="144285" y="68923"/>
                    <a:pt x="146190" y="69609"/>
                  </a:cubicBezTo>
                  <a:cubicBezTo>
                    <a:pt x="148095" y="70294"/>
                    <a:pt x="149809" y="70637"/>
                    <a:pt x="151333" y="70637"/>
                  </a:cubicBezTo>
                  <a:cubicBezTo>
                    <a:pt x="154991" y="70637"/>
                    <a:pt x="158039" y="66332"/>
                    <a:pt x="160477" y="57721"/>
                  </a:cubicBezTo>
                  <a:cubicBezTo>
                    <a:pt x="162916" y="49111"/>
                    <a:pt x="164135" y="41910"/>
                    <a:pt x="164135" y="36119"/>
                  </a:cubicBezTo>
                  <a:cubicBezTo>
                    <a:pt x="164135" y="33985"/>
                    <a:pt x="163144" y="32918"/>
                    <a:pt x="161163" y="32918"/>
                  </a:cubicBezTo>
                  <a:cubicBezTo>
                    <a:pt x="159182" y="32918"/>
                    <a:pt x="151562" y="34442"/>
                    <a:pt x="138303" y="37490"/>
                  </a:cubicBezTo>
                  <a:cubicBezTo>
                    <a:pt x="142723" y="40538"/>
                    <a:pt x="144932" y="43129"/>
                    <a:pt x="144932" y="45263"/>
                  </a:cubicBezTo>
                  <a:cubicBezTo>
                    <a:pt x="144932" y="46177"/>
                    <a:pt x="144437" y="47282"/>
                    <a:pt x="143446" y="48577"/>
                  </a:cubicBezTo>
                  <a:cubicBezTo>
                    <a:pt x="142456" y="49873"/>
                    <a:pt x="141199" y="52273"/>
                    <a:pt x="139675" y="55778"/>
                  </a:cubicBezTo>
                  <a:cubicBezTo>
                    <a:pt x="133121" y="71476"/>
                    <a:pt x="126073" y="82829"/>
                    <a:pt x="118529" y="89840"/>
                  </a:cubicBezTo>
                  <a:cubicBezTo>
                    <a:pt x="110985" y="96850"/>
                    <a:pt x="105994" y="100355"/>
                    <a:pt x="103556" y="100355"/>
                  </a:cubicBezTo>
                  <a:cubicBezTo>
                    <a:pt x="102337" y="100355"/>
                    <a:pt x="101727" y="99860"/>
                    <a:pt x="101727" y="98869"/>
                  </a:cubicBezTo>
                  <a:cubicBezTo>
                    <a:pt x="101727" y="97879"/>
                    <a:pt x="102108" y="97003"/>
                    <a:pt x="102870" y="96241"/>
                  </a:cubicBezTo>
                  <a:cubicBezTo>
                    <a:pt x="111709" y="87401"/>
                    <a:pt x="118643" y="77457"/>
                    <a:pt x="123673" y="66408"/>
                  </a:cubicBezTo>
                  <a:cubicBezTo>
                    <a:pt x="128702" y="55359"/>
                    <a:pt x="131064" y="46330"/>
                    <a:pt x="130759" y="39319"/>
                  </a:cubicBezTo>
                  <a:cubicBezTo>
                    <a:pt x="126492" y="40538"/>
                    <a:pt x="122987" y="41148"/>
                    <a:pt x="120244" y="41148"/>
                  </a:cubicBezTo>
                  <a:cubicBezTo>
                    <a:pt x="117500" y="41148"/>
                    <a:pt x="114833" y="40348"/>
                    <a:pt x="112243" y="38748"/>
                  </a:cubicBezTo>
                  <a:cubicBezTo>
                    <a:pt x="109652" y="37147"/>
                    <a:pt x="108356" y="35966"/>
                    <a:pt x="108356" y="35204"/>
                  </a:cubicBezTo>
                  <a:cubicBezTo>
                    <a:pt x="108356" y="33833"/>
                    <a:pt x="109499" y="33147"/>
                    <a:pt x="111785" y="33147"/>
                  </a:cubicBezTo>
                  <a:cubicBezTo>
                    <a:pt x="118796" y="33147"/>
                    <a:pt x="127406" y="32004"/>
                    <a:pt x="137617" y="29718"/>
                  </a:cubicBezTo>
                  <a:cubicBezTo>
                    <a:pt x="147828" y="27432"/>
                    <a:pt x="155219" y="25070"/>
                    <a:pt x="159791" y="22631"/>
                  </a:cubicBezTo>
                  <a:cubicBezTo>
                    <a:pt x="160858" y="22174"/>
                    <a:pt x="162154" y="21946"/>
                    <a:pt x="163678" y="21946"/>
                  </a:cubicBezTo>
                  <a:close/>
                  <a:moveTo>
                    <a:pt x="270319" y="10058"/>
                  </a:moveTo>
                  <a:cubicBezTo>
                    <a:pt x="272529" y="10058"/>
                    <a:pt x="276301" y="11392"/>
                    <a:pt x="281635" y="14059"/>
                  </a:cubicBezTo>
                  <a:cubicBezTo>
                    <a:pt x="286969" y="16726"/>
                    <a:pt x="289636" y="19964"/>
                    <a:pt x="289636" y="23774"/>
                  </a:cubicBezTo>
                  <a:cubicBezTo>
                    <a:pt x="289636" y="25146"/>
                    <a:pt x="289331" y="26670"/>
                    <a:pt x="288722" y="28346"/>
                  </a:cubicBezTo>
                  <a:cubicBezTo>
                    <a:pt x="287350" y="32309"/>
                    <a:pt x="286398" y="38671"/>
                    <a:pt x="285864" y="47434"/>
                  </a:cubicBezTo>
                  <a:cubicBezTo>
                    <a:pt x="285331" y="56197"/>
                    <a:pt x="285064" y="71552"/>
                    <a:pt x="285064" y="93497"/>
                  </a:cubicBezTo>
                  <a:lnTo>
                    <a:pt x="285521" y="163220"/>
                  </a:lnTo>
                  <a:cubicBezTo>
                    <a:pt x="285521" y="171602"/>
                    <a:pt x="284683" y="179146"/>
                    <a:pt x="283007" y="185852"/>
                  </a:cubicBezTo>
                  <a:cubicBezTo>
                    <a:pt x="281330" y="192557"/>
                    <a:pt x="279273" y="195910"/>
                    <a:pt x="276835" y="195910"/>
                  </a:cubicBezTo>
                  <a:cubicBezTo>
                    <a:pt x="275158" y="195910"/>
                    <a:pt x="273520" y="193357"/>
                    <a:pt x="271920" y="188252"/>
                  </a:cubicBezTo>
                  <a:cubicBezTo>
                    <a:pt x="270319" y="183147"/>
                    <a:pt x="269519" y="178879"/>
                    <a:pt x="269519" y="175450"/>
                  </a:cubicBezTo>
                  <a:cubicBezTo>
                    <a:pt x="269519" y="172021"/>
                    <a:pt x="270129" y="168097"/>
                    <a:pt x="271348" y="163678"/>
                  </a:cubicBezTo>
                  <a:cubicBezTo>
                    <a:pt x="272567" y="159258"/>
                    <a:pt x="273672" y="149352"/>
                    <a:pt x="274663" y="133960"/>
                  </a:cubicBezTo>
                  <a:cubicBezTo>
                    <a:pt x="275653" y="118567"/>
                    <a:pt x="276149" y="99822"/>
                    <a:pt x="276149" y="77724"/>
                  </a:cubicBezTo>
                  <a:cubicBezTo>
                    <a:pt x="276149" y="55626"/>
                    <a:pt x="275425" y="40653"/>
                    <a:pt x="273977" y="32804"/>
                  </a:cubicBezTo>
                  <a:cubicBezTo>
                    <a:pt x="272529" y="24955"/>
                    <a:pt x="270662" y="19202"/>
                    <a:pt x="268376" y="15545"/>
                  </a:cubicBezTo>
                  <a:cubicBezTo>
                    <a:pt x="267462" y="14173"/>
                    <a:pt x="267005" y="12916"/>
                    <a:pt x="267005" y="11773"/>
                  </a:cubicBezTo>
                  <a:cubicBezTo>
                    <a:pt x="267005" y="10630"/>
                    <a:pt x="268110" y="10058"/>
                    <a:pt x="270319" y="10058"/>
                  </a:cubicBezTo>
                  <a:close/>
                  <a:moveTo>
                    <a:pt x="1435608" y="9601"/>
                  </a:moveTo>
                  <a:cubicBezTo>
                    <a:pt x="1437894" y="9601"/>
                    <a:pt x="1441018" y="10287"/>
                    <a:pt x="1444981" y="11659"/>
                  </a:cubicBezTo>
                  <a:cubicBezTo>
                    <a:pt x="1448943" y="13030"/>
                    <a:pt x="1450924" y="14859"/>
                    <a:pt x="1450924" y="17145"/>
                  </a:cubicBezTo>
                  <a:cubicBezTo>
                    <a:pt x="1450924" y="18059"/>
                    <a:pt x="1450315" y="19279"/>
                    <a:pt x="1449095" y="20803"/>
                  </a:cubicBezTo>
                  <a:cubicBezTo>
                    <a:pt x="1447876" y="22327"/>
                    <a:pt x="1446505" y="24308"/>
                    <a:pt x="1444981" y="26746"/>
                  </a:cubicBezTo>
                  <a:cubicBezTo>
                    <a:pt x="1449248" y="26899"/>
                    <a:pt x="1454582" y="25908"/>
                    <a:pt x="1460983" y="23774"/>
                  </a:cubicBezTo>
                  <a:cubicBezTo>
                    <a:pt x="1464031" y="22860"/>
                    <a:pt x="1466659" y="22403"/>
                    <a:pt x="1468869" y="22403"/>
                  </a:cubicBezTo>
                  <a:cubicBezTo>
                    <a:pt x="1471079" y="22403"/>
                    <a:pt x="1473213" y="22898"/>
                    <a:pt x="1475270" y="23889"/>
                  </a:cubicBezTo>
                  <a:cubicBezTo>
                    <a:pt x="1477327" y="24879"/>
                    <a:pt x="1478356" y="25984"/>
                    <a:pt x="1478356" y="27203"/>
                  </a:cubicBezTo>
                  <a:cubicBezTo>
                    <a:pt x="1478356" y="29337"/>
                    <a:pt x="1475537" y="31090"/>
                    <a:pt x="1469898" y="32461"/>
                  </a:cubicBezTo>
                  <a:cubicBezTo>
                    <a:pt x="1464259" y="33833"/>
                    <a:pt x="1459573" y="34519"/>
                    <a:pt x="1455839" y="34519"/>
                  </a:cubicBezTo>
                  <a:cubicBezTo>
                    <a:pt x="1452105" y="34519"/>
                    <a:pt x="1447495" y="33452"/>
                    <a:pt x="1442009" y="31318"/>
                  </a:cubicBezTo>
                  <a:cubicBezTo>
                    <a:pt x="1435760" y="41834"/>
                    <a:pt x="1429321" y="49378"/>
                    <a:pt x="1422692" y="53950"/>
                  </a:cubicBezTo>
                  <a:cubicBezTo>
                    <a:pt x="1416063" y="58522"/>
                    <a:pt x="1411833" y="60808"/>
                    <a:pt x="1410005" y="60808"/>
                  </a:cubicBezTo>
                  <a:cubicBezTo>
                    <a:pt x="1409547" y="60808"/>
                    <a:pt x="1409319" y="60579"/>
                    <a:pt x="1409319" y="60122"/>
                  </a:cubicBezTo>
                  <a:cubicBezTo>
                    <a:pt x="1409319" y="59665"/>
                    <a:pt x="1410005" y="58522"/>
                    <a:pt x="1411376" y="56693"/>
                  </a:cubicBezTo>
                  <a:cubicBezTo>
                    <a:pt x="1426159" y="37338"/>
                    <a:pt x="1433551" y="24384"/>
                    <a:pt x="1433551" y="17831"/>
                  </a:cubicBezTo>
                  <a:cubicBezTo>
                    <a:pt x="1433551" y="16612"/>
                    <a:pt x="1433322" y="15507"/>
                    <a:pt x="1432865" y="14516"/>
                  </a:cubicBezTo>
                  <a:cubicBezTo>
                    <a:pt x="1432407" y="13525"/>
                    <a:pt x="1432179" y="12459"/>
                    <a:pt x="1432179" y="11316"/>
                  </a:cubicBezTo>
                  <a:cubicBezTo>
                    <a:pt x="1432179" y="10173"/>
                    <a:pt x="1433322" y="9601"/>
                    <a:pt x="1435608" y="9601"/>
                  </a:cubicBezTo>
                  <a:close/>
                  <a:moveTo>
                    <a:pt x="501891" y="4343"/>
                  </a:moveTo>
                  <a:cubicBezTo>
                    <a:pt x="503339" y="4343"/>
                    <a:pt x="506654" y="5524"/>
                    <a:pt x="511835" y="7887"/>
                  </a:cubicBezTo>
                  <a:cubicBezTo>
                    <a:pt x="517017" y="10249"/>
                    <a:pt x="519608" y="12954"/>
                    <a:pt x="519608" y="16002"/>
                  </a:cubicBezTo>
                  <a:cubicBezTo>
                    <a:pt x="519608" y="17678"/>
                    <a:pt x="518922" y="20155"/>
                    <a:pt x="517550" y="23431"/>
                  </a:cubicBezTo>
                  <a:cubicBezTo>
                    <a:pt x="516179" y="26708"/>
                    <a:pt x="515226" y="32575"/>
                    <a:pt x="514693" y="41034"/>
                  </a:cubicBezTo>
                  <a:cubicBezTo>
                    <a:pt x="514159" y="49492"/>
                    <a:pt x="513893" y="65456"/>
                    <a:pt x="513893" y="88925"/>
                  </a:cubicBezTo>
                  <a:cubicBezTo>
                    <a:pt x="513893" y="129616"/>
                    <a:pt x="512940" y="155677"/>
                    <a:pt x="511035" y="167107"/>
                  </a:cubicBezTo>
                  <a:cubicBezTo>
                    <a:pt x="509130" y="178537"/>
                    <a:pt x="506654" y="184252"/>
                    <a:pt x="503606" y="184252"/>
                  </a:cubicBezTo>
                  <a:cubicBezTo>
                    <a:pt x="501929" y="184252"/>
                    <a:pt x="500291" y="182118"/>
                    <a:pt x="498691" y="177851"/>
                  </a:cubicBezTo>
                  <a:cubicBezTo>
                    <a:pt x="497091" y="173584"/>
                    <a:pt x="496291" y="169240"/>
                    <a:pt x="496291" y="164821"/>
                  </a:cubicBezTo>
                  <a:cubicBezTo>
                    <a:pt x="496291" y="160401"/>
                    <a:pt x="497891" y="153619"/>
                    <a:pt x="501091" y="144475"/>
                  </a:cubicBezTo>
                  <a:cubicBezTo>
                    <a:pt x="502158" y="141580"/>
                    <a:pt x="503263" y="129616"/>
                    <a:pt x="504406" y="108585"/>
                  </a:cubicBezTo>
                  <a:cubicBezTo>
                    <a:pt x="505549" y="87554"/>
                    <a:pt x="506120" y="66446"/>
                    <a:pt x="506120" y="45263"/>
                  </a:cubicBezTo>
                  <a:cubicBezTo>
                    <a:pt x="506120" y="36728"/>
                    <a:pt x="505777" y="29680"/>
                    <a:pt x="505092" y="24117"/>
                  </a:cubicBezTo>
                  <a:cubicBezTo>
                    <a:pt x="504406" y="18555"/>
                    <a:pt x="503339" y="14516"/>
                    <a:pt x="501891" y="12001"/>
                  </a:cubicBezTo>
                  <a:cubicBezTo>
                    <a:pt x="500443" y="9487"/>
                    <a:pt x="499720" y="7582"/>
                    <a:pt x="499720" y="6286"/>
                  </a:cubicBezTo>
                  <a:cubicBezTo>
                    <a:pt x="499720" y="4991"/>
                    <a:pt x="500443" y="4343"/>
                    <a:pt x="501891" y="4343"/>
                  </a:cubicBezTo>
                  <a:close/>
                  <a:moveTo>
                    <a:pt x="344957" y="4343"/>
                  </a:moveTo>
                  <a:cubicBezTo>
                    <a:pt x="346786" y="4343"/>
                    <a:pt x="350787" y="5601"/>
                    <a:pt x="356959" y="8115"/>
                  </a:cubicBezTo>
                  <a:cubicBezTo>
                    <a:pt x="363131" y="10630"/>
                    <a:pt x="366217" y="13411"/>
                    <a:pt x="366217" y="16459"/>
                  </a:cubicBezTo>
                  <a:cubicBezTo>
                    <a:pt x="366217" y="17831"/>
                    <a:pt x="365531" y="19583"/>
                    <a:pt x="364160" y="21717"/>
                  </a:cubicBezTo>
                  <a:cubicBezTo>
                    <a:pt x="361569" y="24917"/>
                    <a:pt x="359512" y="36652"/>
                    <a:pt x="357987" y="56921"/>
                  </a:cubicBezTo>
                  <a:cubicBezTo>
                    <a:pt x="368198" y="54635"/>
                    <a:pt x="374447" y="52654"/>
                    <a:pt x="376733" y="50978"/>
                  </a:cubicBezTo>
                  <a:cubicBezTo>
                    <a:pt x="379019" y="49301"/>
                    <a:pt x="381381" y="48463"/>
                    <a:pt x="383819" y="48463"/>
                  </a:cubicBezTo>
                  <a:cubicBezTo>
                    <a:pt x="386258" y="48463"/>
                    <a:pt x="389953" y="49568"/>
                    <a:pt x="394906" y="51778"/>
                  </a:cubicBezTo>
                  <a:cubicBezTo>
                    <a:pt x="399859" y="53988"/>
                    <a:pt x="402336" y="55893"/>
                    <a:pt x="402336" y="57493"/>
                  </a:cubicBezTo>
                  <a:cubicBezTo>
                    <a:pt x="402336" y="59093"/>
                    <a:pt x="401307" y="61074"/>
                    <a:pt x="399250" y="63436"/>
                  </a:cubicBezTo>
                  <a:cubicBezTo>
                    <a:pt x="397192" y="65799"/>
                    <a:pt x="394792" y="70256"/>
                    <a:pt x="392049" y="76810"/>
                  </a:cubicBezTo>
                  <a:cubicBezTo>
                    <a:pt x="389306" y="83363"/>
                    <a:pt x="386715" y="91288"/>
                    <a:pt x="384277" y="100584"/>
                  </a:cubicBezTo>
                  <a:cubicBezTo>
                    <a:pt x="397383" y="97231"/>
                    <a:pt x="406146" y="95555"/>
                    <a:pt x="410565" y="95555"/>
                  </a:cubicBezTo>
                  <a:cubicBezTo>
                    <a:pt x="414985" y="95555"/>
                    <a:pt x="418757" y="96698"/>
                    <a:pt x="421881" y="98984"/>
                  </a:cubicBezTo>
                  <a:cubicBezTo>
                    <a:pt x="425005" y="101270"/>
                    <a:pt x="426568" y="103175"/>
                    <a:pt x="426568" y="104699"/>
                  </a:cubicBezTo>
                  <a:cubicBezTo>
                    <a:pt x="426568" y="107442"/>
                    <a:pt x="422529" y="108814"/>
                    <a:pt x="414452" y="108814"/>
                  </a:cubicBezTo>
                  <a:cubicBezTo>
                    <a:pt x="412318" y="108814"/>
                    <a:pt x="410223" y="108699"/>
                    <a:pt x="408165" y="108471"/>
                  </a:cubicBezTo>
                  <a:cubicBezTo>
                    <a:pt x="406108" y="108242"/>
                    <a:pt x="404089" y="108128"/>
                    <a:pt x="402107" y="108128"/>
                  </a:cubicBezTo>
                  <a:cubicBezTo>
                    <a:pt x="393268" y="108128"/>
                    <a:pt x="377876" y="109499"/>
                    <a:pt x="355930" y="112243"/>
                  </a:cubicBezTo>
                  <a:cubicBezTo>
                    <a:pt x="364007" y="125501"/>
                    <a:pt x="371551" y="135903"/>
                    <a:pt x="378562" y="143446"/>
                  </a:cubicBezTo>
                  <a:cubicBezTo>
                    <a:pt x="385572" y="150990"/>
                    <a:pt x="393116" y="157124"/>
                    <a:pt x="401193" y="161849"/>
                  </a:cubicBezTo>
                  <a:cubicBezTo>
                    <a:pt x="409270" y="166573"/>
                    <a:pt x="419862" y="171450"/>
                    <a:pt x="432968" y="176479"/>
                  </a:cubicBezTo>
                  <a:cubicBezTo>
                    <a:pt x="436321" y="177851"/>
                    <a:pt x="437997" y="179299"/>
                    <a:pt x="437997" y="180823"/>
                  </a:cubicBezTo>
                  <a:cubicBezTo>
                    <a:pt x="437997" y="181585"/>
                    <a:pt x="437617" y="182118"/>
                    <a:pt x="436855" y="182423"/>
                  </a:cubicBezTo>
                  <a:cubicBezTo>
                    <a:pt x="436093" y="182728"/>
                    <a:pt x="432283" y="182994"/>
                    <a:pt x="425425" y="183223"/>
                  </a:cubicBezTo>
                  <a:cubicBezTo>
                    <a:pt x="418567" y="183451"/>
                    <a:pt x="412585" y="183566"/>
                    <a:pt x="407479" y="183566"/>
                  </a:cubicBezTo>
                  <a:cubicBezTo>
                    <a:pt x="402374" y="183566"/>
                    <a:pt x="398297" y="183299"/>
                    <a:pt x="395249" y="182766"/>
                  </a:cubicBezTo>
                  <a:cubicBezTo>
                    <a:pt x="392201" y="182232"/>
                    <a:pt x="389725" y="181165"/>
                    <a:pt x="387820" y="179565"/>
                  </a:cubicBezTo>
                  <a:cubicBezTo>
                    <a:pt x="385915" y="177965"/>
                    <a:pt x="380962" y="170078"/>
                    <a:pt x="372961" y="155905"/>
                  </a:cubicBezTo>
                  <a:cubicBezTo>
                    <a:pt x="364960" y="141732"/>
                    <a:pt x="357378" y="127711"/>
                    <a:pt x="350215" y="113843"/>
                  </a:cubicBezTo>
                  <a:cubicBezTo>
                    <a:pt x="345338" y="132283"/>
                    <a:pt x="339357" y="146380"/>
                    <a:pt x="332270" y="156134"/>
                  </a:cubicBezTo>
                  <a:cubicBezTo>
                    <a:pt x="325183" y="165887"/>
                    <a:pt x="317792" y="172669"/>
                    <a:pt x="310096" y="176479"/>
                  </a:cubicBezTo>
                  <a:cubicBezTo>
                    <a:pt x="302400" y="180289"/>
                    <a:pt x="297485" y="182194"/>
                    <a:pt x="295351" y="182194"/>
                  </a:cubicBezTo>
                  <a:cubicBezTo>
                    <a:pt x="294437" y="182194"/>
                    <a:pt x="293980" y="181851"/>
                    <a:pt x="293980" y="181165"/>
                  </a:cubicBezTo>
                  <a:cubicBezTo>
                    <a:pt x="293980" y="180480"/>
                    <a:pt x="294970" y="179375"/>
                    <a:pt x="296951" y="177851"/>
                  </a:cubicBezTo>
                  <a:cubicBezTo>
                    <a:pt x="307772" y="171145"/>
                    <a:pt x="316916" y="162344"/>
                    <a:pt x="324383" y="151447"/>
                  </a:cubicBezTo>
                  <a:cubicBezTo>
                    <a:pt x="331851" y="140551"/>
                    <a:pt x="336880" y="128168"/>
                    <a:pt x="339471" y="114300"/>
                  </a:cubicBezTo>
                  <a:cubicBezTo>
                    <a:pt x="328498" y="115976"/>
                    <a:pt x="321221" y="117348"/>
                    <a:pt x="317640" y="118415"/>
                  </a:cubicBezTo>
                  <a:cubicBezTo>
                    <a:pt x="314058" y="119482"/>
                    <a:pt x="311086" y="120015"/>
                    <a:pt x="308724" y="120015"/>
                  </a:cubicBezTo>
                  <a:cubicBezTo>
                    <a:pt x="306362" y="120015"/>
                    <a:pt x="303695" y="119024"/>
                    <a:pt x="300723" y="117043"/>
                  </a:cubicBezTo>
                  <a:cubicBezTo>
                    <a:pt x="297751" y="115062"/>
                    <a:pt x="296265" y="113805"/>
                    <a:pt x="296265" y="113271"/>
                  </a:cubicBezTo>
                  <a:cubicBezTo>
                    <a:pt x="296265" y="112738"/>
                    <a:pt x="296723" y="112357"/>
                    <a:pt x="297637" y="112128"/>
                  </a:cubicBezTo>
                  <a:cubicBezTo>
                    <a:pt x="298551" y="111900"/>
                    <a:pt x="300990" y="111557"/>
                    <a:pt x="304952" y="111100"/>
                  </a:cubicBezTo>
                  <a:lnTo>
                    <a:pt x="340614" y="107213"/>
                  </a:lnTo>
                  <a:cubicBezTo>
                    <a:pt x="342443" y="96088"/>
                    <a:pt x="343967" y="82677"/>
                    <a:pt x="345186" y="66980"/>
                  </a:cubicBezTo>
                  <a:cubicBezTo>
                    <a:pt x="342443" y="67437"/>
                    <a:pt x="339585" y="68123"/>
                    <a:pt x="336613" y="69037"/>
                  </a:cubicBezTo>
                  <a:cubicBezTo>
                    <a:pt x="333642" y="69952"/>
                    <a:pt x="331013" y="70409"/>
                    <a:pt x="328727" y="70409"/>
                  </a:cubicBezTo>
                  <a:cubicBezTo>
                    <a:pt x="326441" y="70409"/>
                    <a:pt x="323888" y="69799"/>
                    <a:pt x="321069" y="68580"/>
                  </a:cubicBezTo>
                  <a:cubicBezTo>
                    <a:pt x="318249" y="67361"/>
                    <a:pt x="316840" y="66142"/>
                    <a:pt x="316840" y="64922"/>
                  </a:cubicBezTo>
                  <a:cubicBezTo>
                    <a:pt x="316840" y="63703"/>
                    <a:pt x="318402" y="63017"/>
                    <a:pt x="321526" y="62865"/>
                  </a:cubicBezTo>
                  <a:cubicBezTo>
                    <a:pt x="324650" y="62713"/>
                    <a:pt x="332689" y="61570"/>
                    <a:pt x="345643" y="59436"/>
                  </a:cubicBezTo>
                  <a:cubicBezTo>
                    <a:pt x="346253" y="48463"/>
                    <a:pt x="346557" y="38557"/>
                    <a:pt x="346557" y="29718"/>
                  </a:cubicBezTo>
                  <a:cubicBezTo>
                    <a:pt x="346557" y="20879"/>
                    <a:pt x="345834" y="15088"/>
                    <a:pt x="344386" y="12344"/>
                  </a:cubicBezTo>
                  <a:cubicBezTo>
                    <a:pt x="342938" y="9601"/>
                    <a:pt x="342214" y="7582"/>
                    <a:pt x="342214" y="6286"/>
                  </a:cubicBezTo>
                  <a:cubicBezTo>
                    <a:pt x="342214" y="4991"/>
                    <a:pt x="343129" y="4343"/>
                    <a:pt x="344957" y="4343"/>
                  </a:cubicBezTo>
                  <a:close/>
                  <a:moveTo>
                    <a:pt x="1495958" y="2743"/>
                  </a:moveTo>
                  <a:cubicBezTo>
                    <a:pt x="1498092" y="2743"/>
                    <a:pt x="1500987" y="3391"/>
                    <a:pt x="1504645" y="4686"/>
                  </a:cubicBezTo>
                  <a:cubicBezTo>
                    <a:pt x="1508303" y="5982"/>
                    <a:pt x="1510131" y="7468"/>
                    <a:pt x="1510131" y="9144"/>
                  </a:cubicBezTo>
                  <a:cubicBezTo>
                    <a:pt x="1510131" y="9906"/>
                    <a:pt x="1509560" y="10897"/>
                    <a:pt x="1508417" y="12116"/>
                  </a:cubicBezTo>
                  <a:cubicBezTo>
                    <a:pt x="1507274" y="13335"/>
                    <a:pt x="1505407" y="16383"/>
                    <a:pt x="1502816" y="21260"/>
                  </a:cubicBezTo>
                  <a:cubicBezTo>
                    <a:pt x="1510589" y="20955"/>
                    <a:pt x="1517637" y="19926"/>
                    <a:pt x="1523962" y="18174"/>
                  </a:cubicBezTo>
                  <a:cubicBezTo>
                    <a:pt x="1530286" y="16421"/>
                    <a:pt x="1534744" y="15545"/>
                    <a:pt x="1537335" y="15545"/>
                  </a:cubicBezTo>
                  <a:cubicBezTo>
                    <a:pt x="1542821" y="15545"/>
                    <a:pt x="1545565" y="17069"/>
                    <a:pt x="1545565" y="20117"/>
                  </a:cubicBezTo>
                  <a:cubicBezTo>
                    <a:pt x="1545565" y="21488"/>
                    <a:pt x="1544879" y="22669"/>
                    <a:pt x="1543507" y="23660"/>
                  </a:cubicBezTo>
                  <a:cubicBezTo>
                    <a:pt x="1542135" y="24651"/>
                    <a:pt x="1538935" y="25603"/>
                    <a:pt x="1533906" y="26518"/>
                  </a:cubicBezTo>
                  <a:cubicBezTo>
                    <a:pt x="1528877" y="27432"/>
                    <a:pt x="1523505" y="27889"/>
                    <a:pt x="1517789" y="27889"/>
                  </a:cubicBezTo>
                  <a:cubicBezTo>
                    <a:pt x="1512075" y="27889"/>
                    <a:pt x="1506245" y="27051"/>
                    <a:pt x="1500302" y="25375"/>
                  </a:cubicBezTo>
                  <a:cubicBezTo>
                    <a:pt x="1494815" y="33757"/>
                    <a:pt x="1489595" y="39891"/>
                    <a:pt x="1484643" y="43777"/>
                  </a:cubicBezTo>
                  <a:cubicBezTo>
                    <a:pt x="1479689" y="47663"/>
                    <a:pt x="1476299" y="49606"/>
                    <a:pt x="1474470" y="49606"/>
                  </a:cubicBezTo>
                  <a:cubicBezTo>
                    <a:pt x="1474013" y="49606"/>
                    <a:pt x="1473784" y="49339"/>
                    <a:pt x="1473784" y="48806"/>
                  </a:cubicBezTo>
                  <a:cubicBezTo>
                    <a:pt x="1473784" y="48273"/>
                    <a:pt x="1474470" y="47015"/>
                    <a:pt x="1475841" y="45034"/>
                  </a:cubicBezTo>
                  <a:cubicBezTo>
                    <a:pt x="1488491" y="27508"/>
                    <a:pt x="1494206" y="15240"/>
                    <a:pt x="1492986" y="8230"/>
                  </a:cubicBezTo>
                  <a:cubicBezTo>
                    <a:pt x="1492834" y="7468"/>
                    <a:pt x="1492758" y="6782"/>
                    <a:pt x="1492758" y="6172"/>
                  </a:cubicBezTo>
                  <a:cubicBezTo>
                    <a:pt x="1492758" y="3886"/>
                    <a:pt x="1493825" y="2743"/>
                    <a:pt x="1495958" y="2743"/>
                  </a:cubicBezTo>
                  <a:close/>
                  <a:moveTo>
                    <a:pt x="63551" y="914"/>
                  </a:moveTo>
                  <a:cubicBezTo>
                    <a:pt x="65837" y="914"/>
                    <a:pt x="69647" y="2248"/>
                    <a:pt x="74981" y="4915"/>
                  </a:cubicBezTo>
                  <a:cubicBezTo>
                    <a:pt x="80315" y="7582"/>
                    <a:pt x="82982" y="10058"/>
                    <a:pt x="82982" y="12344"/>
                  </a:cubicBezTo>
                  <a:cubicBezTo>
                    <a:pt x="82982" y="13259"/>
                    <a:pt x="82677" y="14478"/>
                    <a:pt x="82067" y="16002"/>
                  </a:cubicBezTo>
                  <a:cubicBezTo>
                    <a:pt x="80543" y="19660"/>
                    <a:pt x="79324" y="29566"/>
                    <a:pt x="78410" y="45720"/>
                  </a:cubicBezTo>
                  <a:cubicBezTo>
                    <a:pt x="84049" y="43891"/>
                    <a:pt x="88087" y="42977"/>
                    <a:pt x="90526" y="42977"/>
                  </a:cubicBezTo>
                  <a:cubicBezTo>
                    <a:pt x="92964" y="42977"/>
                    <a:pt x="95174" y="43510"/>
                    <a:pt x="97155" y="44577"/>
                  </a:cubicBezTo>
                  <a:cubicBezTo>
                    <a:pt x="99136" y="45644"/>
                    <a:pt x="100127" y="46939"/>
                    <a:pt x="100127" y="48463"/>
                  </a:cubicBezTo>
                  <a:cubicBezTo>
                    <a:pt x="100127" y="49987"/>
                    <a:pt x="99060" y="51244"/>
                    <a:pt x="96926" y="52235"/>
                  </a:cubicBezTo>
                  <a:cubicBezTo>
                    <a:pt x="94793" y="53226"/>
                    <a:pt x="88392" y="55093"/>
                    <a:pt x="77724" y="57836"/>
                  </a:cubicBezTo>
                  <a:lnTo>
                    <a:pt x="76581" y="79781"/>
                  </a:lnTo>
                  <a:cubicBezTo>
                    <a:pt x="85573" y="77648"/>
                    <a:pt x="91554" y="76581"/>
                    <a:pt x="94526" y="76581"/>
                  </a:cubicBezTo>
                  <a:cubicBezTo>
                    <a:pt x="97498" y="76581"/>
                    <a:pt x="99860" y="77076"/>
                    <a:pt x="101613" y="78067"/>
                  </a:cubicBezTo>
                  <a:cubicBezTo>
                    <a:pt x="103365" y="79057"/>
                    <a:pt x="104242" y="80315"/>
                    <a:pt x="104242" y="81839"/>
                  </a:cubicBezTo>
                  <a:cubicBezTo>
                    <a:pt x="104242" y="83363"/>
                    <a:pt x="102146" y="84430"/>
                    <a:pt x="97955" y="85039"/>
                  </a:cubicBezTo>
                  <a:cubicBezTo>
                    <a:pt x="93764" y="85649"/>
                    <a:pt x="84887" y="87325"/>
                    <a:pt x="71323" y="90068"/>
                  </a:cubicBezTo>
                  <a:cubicBezTo>
                    <a:pt x="76200" y="92964"/>
                    <a:pt x="78638" y="95707"/>
                    <a:pt x="78638" y="98298"/>
                  </a:cubicBezTo>
                  <a:cubicBezTo>
                    <a:pt x="78638" y="99212"/>
                    <a:pt x="78410" y="100127"/>
                    <a:pt x="77953" y="101041"/>
                  </a:cubicBezTo>
                  <a:cubicBezTo>
                    <a:pt x="77495" y="101956"/>
                    <a:pt x="77038" y="105537"/>
                    <a:pt x="76581" y="111785"/>
                  </a:cubicBezTo>
                  <a:cubicBezTo>
                    <a:pt x="85115" y="107823"/>
                    <a:pt x="90640" y="105842"/>
                    <a:pt x="93154" y="105842"/>
                  </a:cubicBezTo>
                  <a:cubicBezTo>
                    <a:pt x="95669" y="105842"/>
                    <a:pt x="97879" y="106337"/>
                    <a:pt x="99784" y="107328"/>
                  </a:cubicBezTo>
                  <a:cubicBezTo>
                    <a:pt x="101689" y="108318"/>
                    <a:pt x="102641" y="109690"/>
                    <a:pt x="102641" y="111442"/>
                  </a:cubicBezTo>
                  <a:cubicBezTo>
                    <a:pt x="102641" y="113195"/>
                    <a:pt x="100432" y="114757"/>
                    <a:pt x="96012" y="116129"/>
                  </a:cubicBezTo>
                  <a:cubicBezTo>
                    <a:pt x="91592" y="117500"/>
                    <a:pt x="87820" y="118186"/>
                    <a:pt x="84696" y="118186"/>
                  </a:cubicBezTo>
                  <a:cubicBezTo>
                    <a:pt x="81572" y="118186"/>
                    <a:pt x="78791" y="117881"/>
                    <a:pt x="76352" y="117272"/>
                  </a:cubicBezTo>
                  <a:lnTo>
                    <a:pt x="75209" y="141961"/>
                  </a:lnTo>
                  <a:cubicBezTo>
                    <a:pt x="98374" y="155219"/>
                    <a:pt x="118834" y="164363"/>
                    <a:pt x="136588" y="169393"/>
                  </a:cubicBezTo>
                  <a:cubicBezTo>
                    <a:pt x="154343" y="174422"/>
                    <a:pt x="178232" y="176936"/>
                    <a:pt x="208255" y="176936"/>
                  </a:cubicBezTo>
                  <a:cubicBezTo>
                    <a:pt x="212369" y="176936"/>
                    <a:pt x="214427" y="177775"/>
                    <a:pt x="214427" y="179451"/>
                  </a:cubicBezTo>
                  <a:cubicBezTo>
                    <a:pt x="214427" y="180061"/>
                    <a:pt x="214008" y="180670"/>
                    <a:pt x="213169" y="181280"/>
                  </a:cubicBezTo>
                  <a:cubicBezTo>
                    <a:pt x="212331" y="181889"/>
                    <a:pt x="209855" y="182880"/>
                    <a:pt x="205740" y="184252"/>
                  </a:cubicBezTo>
                  <a:lnTo>
                    <a:pt x="187223" y="189509"/>
                  </a:lnTo>
                  <a:cubicBezTo>
                    <a:pt x="178841" y="191795"/>
                    <a:pt x="172517" y="193396"/>
                    <a:pt x="168250" y="194310"/>
                  </a:cubicBezTo>
                  <a:cubicBezTo>
                    <a:pt x="163982" y="195224"/>
                    <a:pt x="160325" y="195682"/>
                    <a:pt x="157277" y="195682"/>
                  </a:cubicBezTo>
                  <a:cubicBezTo>
                    <a:pt x="154229" y="195682"/>
                    <a:pt x="151219" y="195186"/>
                    <a:pt x="148247" y="194196"/>
                  </a:cubicBezTo>
                  <a:cubicBezTo>
                    <a:pt x="145275" y="193205"/>
                    <a:pt x="139789" y="190843"/>
                    <a:pt x="131788" y="187109"/>
                  </a:cubicBezTo>
                  <a:cubicBezTo>
                    <a:pt x="123787" y="183375"/>
                    <a:pt x="114567" y="178346"/>
                    <a:pt x="104127" y="172021"/>
                  </a:cubicBezTo>
                  <a:cubicBezTo>
                    <a:pt x="93688" y="165697"/>
                    <a:pt x="83096" y="158725"/>
                    <a:pt x="72352" y="151105"/>
                  </a:cubicBezTo>
                  <a:cubicBezTo>
                    <a:pt x="61608" y="143485"/>
                    <a:pt x="52273" y="137465"/>
                    <a:pt x="44348" y="133045"/>
                  </a:cubicBezTo>
                  <a:cubicBezTo>
                    <a:pt x="36576" y="147676"/>
                    <a:pt x="28232" y="158382"/>
                    <a:pt x="19317" y="165163"/>
                  </a:cubicBezTo>
                  <a:cubicBezTo>
                    <a:pt x="10401" y="171945"/>
                    <a:pt x="4420" y="175336"/>
                    <a:pt x="1372" y="175336"/>
                  </a:cubicBezTo>
                  <a:cubicBezTo>
                    <a:pt x="457" y="175336"/>
                    <a:pt x="0" y="174917"/>
                    <a:pt x="0" y="174079"/>
                  </a:cubicBezTo>
                  <a:cubicBezTo>
                    <a:pt x="0" y="173241"/>
                    <a:pt x="1143" y="171831"/>
                    <a:pt x="3429" y="169850"/>
                  </a:cubicBezTo>
                  <a:cubicBezTo>
                    <a:pt x="12421" y="162077"/>
                    <a:pt x="20422" y="152400"/>
                    <a:pt x="27432" y="140818"/>
                  </a:cubicBezTo>
                  <a:cubicBezTo>
                    <a:pt x="34442" y="129235"/>
                    <a:pt x="37948" y="119710"/>
                    <a:pt x="37948" y="112243"/>
                  </a:cubicBezTo>
                  <a:lnTo>
                    <a:pt x="37719" y="107899"/>
                  </a:lnTo>
                  <a:cubicBezTo>
                    <a:pt x="37719" y="105918"/>
                    <a:pt x="38633" y="104927"/>
                    <a:pt x="40462" y="104927"/>
                  </a:cubicBezTo>
                  <a:cubicBezTo>
                    <a:pt x="42291" y="104927"/>
                    <a:pt x="45034" y="106070"/>
                    <a:pt x="48692" y="108356"/>
                  </a:cubicBezTo>
                  <a:cubicBezTo>
                    <a:pt x="52349" y="110642"/>
                    <a:pt x="54178" y="112471"/>
                    <a:pt x="54178" y="113843"/>
                  </a:cubicBezTo>
                  <a:cubicBezTo>
                    <a:pt x="54178" y="115214"/>
                    <a:pt x="53416" y="116967"/>
                    <a:pt x="51892" y="119101"/>
                  </a:cubicBezTo>
                  <a:cubicBezTo>
                    <a:pt x="50368" y="121234"/>
                    <a:pt x="48920" y="123596"/>
                    <a:pt x="47549" y="126187"/>
                  </a:cubicBezTo>
                  <a:cubicBezTo>
                    <a:pt x="50597" y="127254"/>
                    <a:pt x="56998" y="130912"/>
                    <a:pt x="66751" y="137160"/>
                  </a:cubicBezTo>
                  <a:lnTo>
                    <a:pt x="66751" y="113843"/>
                  </a:lnTo>
                  <a:cubicBezTo>
                    <a:pt x="66751" y="101194"/>
                    <a:pt x="66142" y="93802"/>
                    <a:pt x="64922" y="91669"/>
                  </a:cubicBezTo>
                  <a:cubicBezTo>
                    <a:pt x="51206" y="94717"/>
                    <a:pt x="38786" y="97993"/>
                    <a:pt x="27661" y="101498"/>
                  </a:cubicBezTo>
                  <a:cubicBezTo>
                    <a:pt x="24308" y="102565"/>
                    <a:pt x="21488" y="103099"/>
                    <a:pt x="19202" y="103099"/>
                  </a:cubicBezTo>
                  <a:cubicBezTo>
                    <a:pt x="16916" y="103099"/>
                    <a:pt x="13906" y="101917"/>
                    <a:pt x="10173" y="99555"/>
                  </a:cubicBezTo>
                  <a:cubicBezTo>
                    <a:pt x="6439" y="97193"/>
                    <a:pt x="4572" y="95174"/>
                    <a:pt x="4572" y="93497"/>
                  </a:cubicBezTo>
                  <a:cubicBezTo>
                    <a:pt x="4572" y="91821"/>
                    <a:pt x="5867" y="90983"/>
                    <a:pt x="8458" y="90983"/>
                  </a:cubicBezTo>
                  <a:lnTo>
                    <a:pt x="12116" y="91211"/>
                  </a:lnTo>
                  <a:cubicBezTo>
                    <a:pt x="22327" y="91211"/>
                    <a:pt x="40767" y="88163"/>
                    <a:pt x="67437" y="82067"/>
                  </a:cubicBezTo>
                  <a:lnTo>
                    <a:pt x="67437" y="60350"/>
                  </a:lnTo>
                  <a:cubicBezTo>
                    <a:pt x="59207" y="62332"/>
                    <a:pt x="53111" y="63322"/>
                    <a:pt x="49149" y="63322"/>
                  </a:cubicBezTo>
                  <a:cubicBezTo>
                    <a:pt x="45187" y="63322"/>
                    <a:pt x="42024" y="62522"/>
                    <a:pt x="39662" y="60922"/>
                  </a:cubicBezTo>
                  <a:cubicBezTo>
                    <a:pt x="37300" y="59322"/>
                    <a:pt x="36119" y="58064"/>
                    <a:pt x="36119" y="57150"/>
                  </a:cubicBezTo>
                  <a:cubicBezTo>
                    <a:pt x="36119" y="56236"/>
                    <a:pt x="38290" y="55474"/>
                    <a:pt x="42634" y="54864"/>
                  </a:cubicBezTo>
                  <a:cubicBezTo>
                    <a:pt x="46977" y="54254"/>
                    <a:pt x="55245" y="52273"/>
                    <a:pt x="67437" y="48920"/>
                  </a:cubicBezTo>
                  <a:cubicBezTo>
                    <a:pt x="67285" y="36271"/>
                    <a:pt x="66827" y="27165"/>
                    <a:pt x="66065" y="21603"/>
                  </a:cubicBezTo>
                  <a:cubicBezTo>
                    <a:pt x="65303" y="16040"/>
                    <a:pt x="64122" y="12001"/>
                    <a:pt x="62522" y="9487"/>
                  </a:cubicBezTo>
                  <a:cubicBezTo>
                    <a:pt x="60922" y="6972"/>
                    <a:pt x="60122" y="4915"/>
                    <a:pt x="60122" y="3315"/>
                  </a:cubicBezTo>
                  <a:cubicBezTo>
                    <a:pt x="60122" y="1714"/>
                    <a:pt x="61265" y="914"/>
                    <a:pt x="63551" y="914"/>
                  </a:cubicBezTo>
                  <a:close/>
                  <a:moveTo>
                    <a:pt x="1199464" y="686"/>
                  </a:moveTo>
                  <a:cubicBezTo>
                    <a:pt x="1201902" y="686"/>
                    <a:pt x="1205751" y="1905"/>
                    <a:pt x="1211008" y="4343"/>
                  </a:cubicBezTo>
                  <a:cubicBezTo>
                    <a:pt x="1216266" y="6782"/>
                    <a:pt x="1218895" y="9449"/>
                    <a:pt x="1218895" y="12344"/>
                  </a:cubicBezTo>
                  <a:cubicBezTo>
                    <a:pt x="1218895" y="13564"/>
                    <a:pt x="1218438" y="14859"/>
                    <a:pt x="1217523" y="16231"/>
                  </a:cubicBezTo>
                  <a:cubicBezTo>
                    <a:pt x="1214933" y="21107"/>
                    <a:pt x="1212647" y="34976"/>
                    <a:pt x="1210665" y="57836"/>
                  </a:cubicBezTo>
                  <a:cubicBezTo>
                    <a:pt x="1217828" y="55855"/>
                    <a:pt x="1223086" y="54864"/>
                    <a:pt x="1226439" y="54864"/>
                  </a:cubicBezTo>
                  <a:cubicBezTo>
                    <a:pt x="1229792" y="54864"/>
                    <a:pt x="1232497" y="55397"/>
                    <a:pt x="1234554" y="56464"/>
                  </a:cubicBezTo>
                  <a:cubicBezTo>
                    <a:pt x="1236612" y="57531"/>
                    <a:pt x="1237640" y="58636"/>
                    <a:pt x="1237640" y="59779"/>
                  </a:cubicBezTo>
                  <a:cubicBezTo>
                    <a:pt x="1237640" y="60922"/>
                    <a:pt x="1236688" y="62065"/>
                    <a:pt x="1234783" y="63208"/>
                  </a:cubicBezTo>
                  <a:cubicBezTo>
                    <a:pt x="1232878" y="64351"/>
                    <a:pt x="1224534" y="66675"/>
                    <a:pt x="1209751" y="70180"/>
                  </a:cubicBezTo>
                  <a:cubicBezTo>
                    <a:pt x="1209446" y="74752"/>
                    <a:pt x="1209141" y="81229"/>
                    <a:pt x="1208837" y="89611"/>
                  </a:cubicBezTo>
                  <a:cubicBezTo>
                    <a:pt x="1214323" y="89764"/>
                    <a:pt x="1219771" y="90792"/>
                    <a:pt x="1225181" y="92697"/>
                  </a:cubicBezTo>
                  <a:cubicBezTo>
                    <a:pt x="1230592" y="94602"/>
                    <a:pt x="1233297" y="98984"/>
                    <a:pt x="1233297" y="105842"/>
                  </a:cubicBezTo>
                  <a:cubicBezTo>
                    <a:pt x="1233297" y="109957"/>
                    <a:pt x="1232078" y="112014"/>
                    <a:pt x="1229639" y="112014"/>
                  </a:cubicBezTo>
                  <a:cubicBezTo>
                    <a:pt x="1228725" y="112014"/>
                    <a:pt x="1227734" y="111747"/>
                    <a:pt x="1226667" y="111214"/>
                  </a:cubicBezTo>
                  <a:cubicBezTo>
                    <a:pt x="1225601" y="110680"/>
                    <a:pt x="1223467" y="108814"/>
                    <a:pt x="1220267" y="105613"/>
                  </a:cubicBezTo>
                  <a:cubicBezTo>
                    <a:pt x="1217066" y="102413"/>
                    <a:pt x="1213256" y="98374"/>
                    <a:pt x="1208837" y="93497"/>
                  </a:cubicBezTo>
                  <a:cubicBezTo>
                    <a:pt x="1208684" y="102641"/>
                    <a:pt x="1208760" y="112928"/>
                    <a:pt x="1209065" y="124358"/>
                  </a:cubicBezTo>
                  <a:lnTo>
                    <a:pt x="1209751" y="154762"/>
                  </a:lnTo>
                  <a:cubicBezTo>
                    <a:pt x="1209751" y="167411"/>
                    <a:pt x="1208760" y="176441"/>
                    <a:pt x="1206779" y="181851"/>
                  </a:cubicBezTo>
                  <a:cubicBezTo>
                    <a:pt x="1204798" y="187261"/>
                    <a:pt x="1202893" y="189967"/>
                    <a:pt x="1201064" y="189967"/>
                  </a:cubicBezTo>
                  <a:cubicBezTo>
                    <a:pt x="1199235" y="189967"/>
                    <a:pt x="1197673" y="188100"/>
                    <a:pt x="1196378" y="184366"/>
                  </a:cubicBezTo>
                  <a:cubicBezTo>
                    <a:pt x="1195083" y="180632"/>
                    <a:pt x="1194435" y="176441"/>
                    <a:pt x="1194435" y="171793"/>
                  </a:cubicBezTo>
                  <a:cubicBezTo>
                    <a:pt x="1194435" y="167145"/>
                    <a:pt x="1194968" y="163220"/>
                    <a:pt x="1196035" y="160020"/>
                  </a:cubicBezTo>
                  <a:cubicBezTo>
                    <a:pt x="1198321" y="153924"/>
                    <a:pt x="1200074" y="132740"/>
                    <a:pt x="1201293" y="96469"/>
                  </a:cubicBezTo>
                  <a:cubicBezTo>
                    <a:pt x="1196416" y="107899"/>
                    <a:pt x="1191044" y="117615"/>
                    <a:pt x="1185177" y="125616"/>
                  </a:cubicBezTo>
                  <a:cubicBezTo>
                    <a:pt x="1179309" y="133617"/>
                    <a:pt x="1173404" y="139751"/>
                    <a:pt x="1167460" y="144018"/>
                  </a:cubicBezTo>
                  <a:cubicBezTo>
                    <a:pt x="1161517" y="148285"/>
                    <a:pt x="1157554" y="150419"/>
                    <a:pt x="1155573" y="150419"/>
                  </a:cubicBezTo>
                  <a:cubicBezTo>
                    <a:pt x="1154811" y="150419"/>
                    <a:pt x="1154430" y="150114"/>
                    <a:pt x="1154430" y="149504"/>
                  </a:cubicBezTo>
                  <a:cubicBezTo>
                    <a:pt x="1154430" y="147980"/>
                    <a:pt x="1156106" y="145542"/>
                    <a:pt x="1159459" y="142189"/>
                  </a:cubicBezTo>
                  <a:cubicBezTo>
                    <a:pt x="1165860" y="135484"/>
                    <a:pt x="1173213" y="125273"/>
                    <a:pt x="1181519" y="111557"/>
                  </a:cubicBezTo>
                  <a:cubicBezTo>
                    <a:pt x="1189825" y="97841"/>
                    <a:pt x="1195883" y="84811"/>
                    <a:pt x="1199693" y="72466"/>
                  </a:cubicBezTo>
                  <a:cubicBezTo>
                    <a:pt x="1186739" y="75514"/>
                    <a:pt x="1178128" y="77038"/>
                    <a:pt x="1173861" y="77038"/>
                  </a:cubicBezTo>
                  <a:cubicBezTo>
                    <a:pt x="1169594" y="77038"/>
                    <a:pt x="1165784" y="76390"/>
                    <a:pt x="1162431" y="75095"/>
                  </a:cubicBezTo>
                  <a:cubicBezTo>
                    <a:pt x="1159078" y="73800"/>
                    <a:pt x="1157402" y="72619"/>
                    <a:pt x="1157402" y="71552"/>
                  </a:cubicBezTo>
                  <a:cubicBezTo>
                    <a:pt x="1157402" y="70485"/>
                    <a:pt x="1159459" y="69723"/>
                    <a:pt x="1163574" y="69266"/>
                  </a:cubicBezTo>
                  <a:cubicBezTo>
                    <a:pt x="1171346" y="68351"/>
                    <a:pt x="1184148" y="65380"/>
                    <a:pt x="1201979" y="60350"/>
                  </a:cubicBezTo>
                  <a:cubicBezTo>
                    <a:pt x="1202131" y="52426"/>
                    <a:pt x="1202207" y="44882"/>
                    <a:pt x="1202207" y="37719"/>
                  </a:cubicBezTo>
                  <a:cubicBezTo>
                    <a:pt x="1202207" y="30556"/>
                    <a:pt x="1201941" y="24574"/>
                    <a:pt x="1201407" y="19774"/>
                  </a:cubicBezTo>
                  <a:cubicBezTo>
                    <a:pt x="1200874" y="14973"/>
                    <a:pt x="1199807" y="11354"/>
                    <a:pt x="1198207" y="8915"/>
                  </a:cubicBezTo>
                  <a:cubicBezTo>
                    <a:pt x="1196607" y="6477"/>
                    <a:pt x="1195807" y="4496"/>
                    <a:pt x="1195807" y="2972"/>
                  </a:cubicBezTo>
                  <a:cubicBezTo>
                    <a:pt x="1195807" y="1448"/>
                    <a:pt x="1197026" y="686"/>
                    <a:pt x="1199464" y="686"/>
                  </a:cubicBezTo>
                  <a:close/>
                  <a:moveTo>
                    <a:pt x="770610" y="457"/>
                  </a:moveTo>
                  <a:cubicBezTo>
                    <a:pt x="772592" y="457"/>
                    <a:pt x="776021" y="1410"/>
                    <a:pt x="780897" y="3315"/>
                  </a:cubicBezTo>
                  <a:cubicBezTo>
                    <a:pt x="785774" y="5220"/>
                    <a:pt x="788213" y="7315"/>
                    <a:pt x="788213" y="9601"/>
                  </a:cubicBezTo>
                  <a:cubicBezTo>
                    <a:pt x="788213" y="10820"/>
                    <a:pt x="787108" y="12192"/>
                    <a:pt x="784898" y="13716"/>
                  </a:cubicBezTo>
                  <a:cubicBezTo>
                    <a:pt x="782688" y="15240"/>
                    <a:pt x="777468" y="21336"/>
                    <a:pt x="769239" y="32004"/>
                  </a:cubicBezTo>
                  <a:cubicBezTo>
                    <a:pt x="788594" y="30175"/>
                    <a:pt x="806882" y="26441"/>
                    <a:pt x="824103" y="20803"/>
                  </a:cubicBezTo>
                  <a:cubicBezTo>
                    <a:pt x="831266" y="18364"/>
                    <a:pt x="837019" y="17145"/>
                    <a:pt x="841362" y="17145"/>
                  </a:cubicBezTo>
                  <a:cubicBezTo>
                    <a:pt x="845706" y="17145"/>
                    <a:pt x="849325" y="17983"/>
                    <a:pt x="852221" y="19660"/>
                  </a:cubicBezTo>
                  <a:cubicBezTo>
                    <a:pt x="855116" y="21336"/>
                    <a:pt x="856564" y="22860"/>
                    <a:pt x="856564" y="24232"/>
                  </a:cubicBezTo>
                  <a:cubicBezTo>
                    <a:pt x="856564" y="26975"/>
                    <a:pt x="851763" y="28804"/>
                    <a:pt x="842162" y="29718"/>
                  </a:cubicBezTo>
                  <a:cubicBezTo>
                    <a:pt x="822198" y="31699"/>
                    <a:pt x="803757" y="34442"/>
                    <a:pt x="786841" y="37948"/>
                  </a:cubicBezTo>
                  <a:cubicBezTo>
                    <a:pt x="784098" y="38557"/>
                    <a:pt x="781164" y="38862"/>
                    <a:pt x="778040" y="38862"/>
                  </a:cubicBezTo>
                  <a:cubicBezTo>
                    <a:pt x="774916" y="38862"/>
                    <a:pt x="771068" y="37795"/>
                    <a:pt x="766496" y="35662"/>
                  </a:cubicBezTo>
                  <a:cubicBezTo>
                    <a:pt x="759028" y="45415"/>
                    <a:pt x="751256" y="53149"/>
                    <a:pt x="743178" y="58864"/>
                  </a:cubicBezTo>
                  <a:cubicBezTo>
                    <a:pt x="735101" y="64579"/>
                    <a:pt x="730263" y="67437"/>
                    <a:pt x="728662" y="67437"/>
                  </a:cubicBezTo>
                  <a:cubicBezTo>
                    <a:pt x="727062" y="67437"/>
                    <a:pt x="726262" y="67018"/>
                    <a:pt x="726262" y="66180"/>
                  </a:cubicBezTo>
                  <a:cubicBezTo>
                    <a:pt x="726262" y="65341"/>
                    <a:pt x="726872" y="64313"/>
                    <a:pt x="728091" y="63094"/>
                  </a:cubicBezTo>
                  <a:cubicBezTo>
                    <a:pt x="741350" y="51054"/>
                    <a:pt x="751446" y="39738"/>
                    <a:pt x="758380" y="29146"/>
                  </a:cubicBezTo>
                  <a:cubicBezTo>
                    <a:pt x="765315" y="18555"/>
                    <a:pt x="768477" y="11278"/>
                    <a:pt x="767867" y="7315"/>
                  </a:cubicBezTo>
                  <a:cubicBezTo>
                    <a:pt x="767715" y="5944"/>
                    <a:pt x="767639" y="4877"/>
                    <a:pt x="767639" y="4115"/>
                  </a:cubicBezTo>
                  <a:cubicBezTo>
                    <a:pt x="767639" y="1676"/>
                    <a:pt x="768629" y="457"/>
                    <a:pt x="770610" y="457"/>
                  </a:cubicBezTo>
                  <a:close/>
                  <a:moveTo>
                    <a:pt x="572071" y="0"/>
                  </a:moveTo>
                  <a:cubicBezTo>
                    <a:pt x="573824" y="0"/>
                    <a:pt x="577482" y="1448"/>
                    <a:pt x="583044" y="4343"/>
                  </a:cubicBezTo>
                  <a:cubicBezTo>
                    <a:pt x="588607" y="7239"/>
                    <a:pt x="591388" y="9639"/>
                    <a:pt x="591388" y="11544"/>
                  </a:cubicBezTo>
                  <a:cubicBezTo>
                    <a:pt x="591388" y="13449"/>
                    <a:pt x="590664" y="15469"/>
                    <a:pt x="589216" y="17602"/>
                  </a:cubicBezTo>
                  <a:cubicBezTo>
                    <a:pt x="587769" y="19736"/>
                    <a:pt x="586207" y="23165"/>
                    <a:pt x="584530" y="27889"/>
                  </a:cubicBezTo>
                  <a:cubicBezTo>
                    <a:pt x="582854" y="32614"/>
                    <a:pt x="581330" y="37719"/>
                    <a:pt x="579958" y="43205"/>
                  </a:cubicBezTo>
                  <a:cubicBezTo>
                    <a:pt x="596874" y="39243"/>
                    <a:pt x="608266" y="36385"/>
                    <a:pt x="614134" y="34633"/>
                  </a:cubicBezTo>
                  <a:cubicBezTo>
                    <a:pt x="620001" y="32880"/>
                    <a:pt x="625221" y="32004"/>
                    <a:pt x="629793" y="32004"/>
                  </a:cubicBezTo>
                  <a:cubicBezTo>
                    <a:pt x="634365" y="32004"/>
                    <a:pt x="637946" y="32728"/>
                    <a:pt x="640537" y="34176"/>
                  </a:cubicBezTo>
                  <a:cubicBezTo>
                    <a:pt x="643128" y="35623"/>
                    <a:pt x="644423" y="37109"/>
                    <a:pt x="644423" y="38633"/>
                  </a:cubicBezTo>
                  <a:cubicBezTo>
                    <a:pt x="644423" y="41377"/>
                    <a:pt x="640385" y="43053"/>
                    <a:pt x="632307" y="43663"/>
                  </a:cubicBezTo>
                  <a:cubicBezTo>
                    <a:pt x="626059" y="44120"/>
                    <a:pt x="607923" y="46787"/>
                    <a:pt x="577901" y="51664"/>
                  </a:cubicBezTo>
                  <a:cubicBezTo>
                    <a:pt x="573633" y="65380"/>
                    <a:pt x="569023" y="78181"/>
                    <a:pt x="564070" y="90068"/>
                  </a:cubicBezTo>
                  <a:cubicBezTo>
                    <a:pt x="559117" y="101956"/>
                    <a:pt x="553745" y="112052"/>
                    <a:pt x="547954" y="120358"/>
                  </a:cubicBezTo>
                  <a:cubicBezTo>
                    <a:pt x="542163" y="128664"/>
                    <a:pt x="536219" y="135331"/>
                    <a:pt x="530123" y="140360"/>
                  </a:cubicBezTo>
                  <a:cubicBezTo>
                    <a:pt x="524027" y="145390"/>
                    <a:pt x="519989" y="147904"/>
                    <a:pt x="518008" y="147904"/>
                  </a:cubicBezTo>
                  <a:cubicBezTo>
                    <a:pt x="517398" y="147904"/>
                    <a:pt x="517093" y="147485"/>
                    <a:pt x="517093" y="146647"/>
                  </a:cubicBezTo>
                  <a:cubicBezTo>
                    <a:pt x="517093" y="145809"/>
                    <a:pt x="518160" y="144323"/>
                    <a:pt x="520293" y="142189"/>
                  </a:cubicBezTo>
                  <a:cubicBezTo>
                    <a:pt x="529590" y="132893"/>
                    <a:pt x="538277" y="120472"/>
                    <a:pt x="546354" y="104927"/>
                  </a:cubicBezTo>
                  <a:cubicBezTo>
                    <a:pt x="554431" y="89383"/>
                    <a:pt x="560984" y="72238"/>
                    <a:pt x="566014" y="53492"/>
                  </a:cubicBezTo>
                  <a:cubicBezTo>
                    <a:pt x="559765" y="54407"/>
                    <a:pt x="555231" y="54864"/>
                    <a:pt x="552412" y="54864"/>
                  </a:cubicBezTo>
                  <a:cubicBezTo>
                    <a:pt x="549592" y="54864"/>
                    <a:pt x="547383" y="54407"/>
                    <a:pt x="545782" y="53492"/>
                  </a:cubicBezTo>
                  <a:cubicBezTo>
                    <a:pt x="544182" y="52578"/>
                    <a:pt x="543382" y="51740"/>
                    <a:pt x="543382" y="50978"/>
                  </a:cubicBezTo>
                  <a:cubicBezTo>
                    <a:pt x="543382" y="49759"/>
                    <a:pt x="545173" y="48958"/>
                    <a:pt x="548754" y="48577"/>
                  </a:cubicBezTo>
                  <a:cubicBezTo>
                    <a:pt x="552336" y="48196"/>
                    <a:pt x="558775" y="47168"/>
                    <a:pt x="568071" y="45491"/>
                  </a:cubicBezTo>
                  <a:cubicBezTo>
                    <a:pt x="570967" y="32842"/>
                    <a:pt x="572414" y="23089"/>
                    <a:pt x="572414" y="16231"/>
                  </a:cubicBezTo>
                  <a:cubicBezTo>
                    <a:pt x="572414" y="13487"/>
                    <a:pt x="571919" y="10935"/>
                    <a:pt x="570928" y="8572"/>
                  </a:cubicBezTo>
                  <a:cubicBezTo>
                    <a:pt x="569938" y="6210"/>
                    <a:pt x="569443" y="4191"/>
                    <a:pt x="569443" y="2515"/>
                  </a:cubicBezTo>
                  <a:cubicBezTo>
                    <a:pt x="569443" y="838"/>
                    <a:pt x="570319" y="0"/>
                    <a:pt x="57207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5244D14-3F63-4D42-89D0-ABC795112427}"/>
                </a:ext>
              </a:extLst>
            </p:cNvPr>
            <p:cNvSpPr txBox="1"/>
            <p:nvPr/>
          </p:nvSpPr>
          <p:spPr>
            <a:xfrm>
              <a:off x="6683933" y="3837368"/>
              <a:ext cx="2757697" cy="417991"/>
            </a:xfrm>
            <a:custGeom>
              <a:avLst/>
              <a:gdLst/>
              <a:ahLst/>
              <a:cxnLst/>
              <a:rect l="l" t="t" r="r" b="b"/>
              <a:pathLst>
                <a:path w="1330223" h="201625">
                  <a:moveTo>
                    <a:pt x="1255243" y="151790"/>
                  </a:moveTo>
                  <a:cubicBezTo>
                    <a:pt x="1255090" y="151790"/>
                    <a:pt x="1250899" y="152248"/>
                    <a:pt x="1242669" y="153162"/>
                  </a:cubicBezTo>
                  <a:lnTo>
                    <a:pt x="1211351" y="156591"/>
                  </a:lnTo>
                  <a:lnTo>
                    <a:pt x="1210666" y="179680"/>
                  </a:lnTo>
                  <a:cubicBezTo>
                    <a:pt x="1224991" y="178460"/>
                    <a:pt x="1235202" y="177355"/>
                    <a:pt x="1241298" y="176365"/>
                  </a:cubicBezTo>
                  <a:cubicBezTo>
                    <a:pt x="1247394" y="175374"/>
                    <a:pt x="1251394" y="174307"/>
                    <a:pt x="1253299" y="173164"/>
                  </a:cubicBezTo>
                  <a:cubicBezTo>
                    <a:pt x="1255205" y="172021"/>
                    <a:pt x="1256881" y="169735"/>
                    <a:pt x="1258329" y="166306"/>
                  </a:cubicBezTo>
                  <a:cubicBezTo>
                    <a:pt x="1259776" y="162877"/>
                    <a:pt x="1260500" y="159944"/>
                    <a:pt x="1260500" y="157505"/>
                  </a:cubicBezTo>
                  <a:cubicBezTo>
                    <a:pt x="1260500" y="153695"/>
                    <a:pt x="1258748" y="151790"/>
                    <a:pt x="1255243" y="151790"/>
                  </a:cubicBezTo>
                  <a:close/>
                  <a:moveTo>
                    <a:pt x="571271" y="127330"/>
                  </a:moveTo>
                  <a:cubicBezTo>
                    <a:pt x="567766" y="127330"/>
                    <a:pt x="563575" y="127864"/>
                    <a:pt x="558698" y="128930"/>
                  </a:cubicBezTo>
                  <a:cubicBezTo>
                    <a:pt x="553822" y="129997"/>
                    <a:pt x="549707" y="130531"/>
                    <a:pt x="546354" y="130531"/>
                  </a:cubicBezTo>
                  <a:cubicBezTo>
                    <a:pt x="543001" y="130531"/>
                    <a:pt x="539572" y="129845"/>
                    <a:pt x="536067" y="128473"/>
                  </a:cubicBezTo>
                  <a:cubicBezTo>
                    <a:pt x="534391" y="130302"/>
                    <a:pt x="532714" y="132588"/>
                    <a:pt x="531038" y="135331"/>
                  </a:cubicBezTo>
                  <a:cubicBezTo>
                    <a:pt x="536067" y="135636"/>
                    <a:pt x="540639" y="136931"/>
                    <a:pt x="544754" y="139217"/>
                  </a:cubicBezTo>
                  <a:cubicBezTo>
                    <a:pt x="548869" y="141503"/>
                    <a:pt x="555346" y="145923"/>
                    <a:pt x="564185" y="152476"/>
                  </a:cubicBezTo>
                  <a:cubicBezTo>
                    <a:pt x="567233" y="148057"/>
                    <a:pt x="569785" y="143294"/>
                    <a:pt x="571843" y="138189"/>
                  </a:cubicBezTo>
                  <a:cubicBezTo>
                    <a:pt x="573900" y="133083"/>
                    <a:pt x="574929" y="129997"/>
                    <a:pt x="574929" y="128930"/>
                  </a:cubicBezTo>
                  <a:cubicBezTo>
                    <a:pt x="574929" y="127864"/>
                    <a:pt x="573710" y="127330"/>
                    <a:pt x="571271" y="127330"/>
                  </a:cubicBezTo>
                  <a:close/>
                  <a:moveTo>
                    <a:pt x="853364" y="127102"/>
                  </a:moveTo>
                  <a:cubicBezTo>
                    <a:pt x="861441" y="127102"/>
                    <a:pt x="868718" y="128968"/>
                    <a:pt x="875195" y="132702"/>
                  </a:cubicBezTo>
                  <a:cubicBezTo>
                    <a:pt x="881672" y="136436"/>
                    <a:pt x="884911" y="140056"/>
                    <a:pt x="884911" y="143561"/>
                  </a:cubicBezTo>
                  <a:cubicBezTo>
                    <a:pt x="884911" y="147371"/>
                    <a:pt x="881634" y="149276"/>
                    <a:pt x="875081" y="149276"/>
                  </a:cubicBezTo>
                  <a:cubicBezTo>
                    <a:pt x="872947" y="149276"/>
                    <a:pt x="870509" y="149047"/>
                    <a:pt x="867766" y="148590"/>
                  </a:cubicBezTo>
                  <a:cubicBezTo>
                    <a:pt x="855116" y="146304"/>
                    <a:pt x="841172" y="145161"/>
                    <a:pt x="825932" y="145161"/>
                  </a:cubicBezTo>
                  <a:cubicBezTo>
                    <a:pt x="810692" y="145161"/>
                    <a:pt x="792404" y="145771"/>
                    <a:pt x="771068" y="146990"/>
                  </a:cubicBezTo>
                  <a:cubicBezTo>
                    <a:pt x="749732" y="148209"/>
                    <a:pt x="732968" y="150190"/>
                    <a:pt x="720776" y="152933"/>
                  </a:cubicBezTo>
                  <a:cubicBezTo>
                    <a:pt x="716051" y="154000"/>
                    <a:pt x="711594" y="154534"/>
                    <a:pt x="707403" y="154534"/>
                  </a:cubicBezTo>
                  <a:cubicBezTo>
                    <a:pt x="703212" y="154534"/>
                    <a:pt x="699059" y="152933"/>
                    <a:pt x="694944" y="149733"/>
                  </a:cubicBezTo>
                  <a:cubicBezTo>
                    <a:pt x="690829" y="146533"/>
                    <a:pt x="688772" y="144132"/>
                    <a:pt x="688772" y="142532"/>
                  </a:cubicBezTo>
                  <a:cubicBezTo>
                    <a:pt x="688772" y="140932"/>
                    <a:pt x="690905" y="140132"/>
                    <a:pt x="695173" y="140132"/>
                  </a:cubicBezTo>
                  <a:lnTo>
                    <a:pt x="703174" y="140589"/>
                  </a:lnTo>
                  <a:cubicBezTo>
                    <a:pt x="715670" y="140589"/>
                    <a:pt x="739483" y="138913"/>
                    <a:pt x="774611" y="135560"/>
                  </a:cubicBezTo>
                  <a:cubicBezTo>
                    <a:pt x="809739" y="132207"/>
                    <a:pt x="830656" y="129959"/>
                    <a:pt x="837362" y="128816"/>
                  </a:cubicBezTo>
                  <a:cubicBezTo>
                    <a:pt x="844067" y="127673"/>
                    <a:pt x="849401" y="127102"/>
                    <a:pt x="853364" y="127102"/>
                  </a:cubicBezTo>
                  <a:close/>
                  <a:moveTo>
                    <a:pt x="532067" y="108814"/>
                  </a:moveTo>
                  <a:cubicBezTo>
                    <a:pt x="533667" y="108814"/>
                    <a:pt x="536143" y="109804"/>
                    <a:pt x="539496" y="111785"/>
                  </a:cubicBezTo>
                  <a:cubicBezTo>
                    <a:pt x="542849" y="113767"/>
                    <a:pt x="544525" y="115443"/>
                    <a:pt x="544525" y="116815"/>
                  </a:cubicBezTo>
                  <a:cubicBezTo>
                    <a:pt x="544525" y="118186"/>
                    <a:pt x="542544" y="120929"/>
                    <a:pt x="538582" y="125044"/>
                  </a:cubicBezTo>
                  <a:cubicBezTo>
                    <a:pt x="539496" y="125197"/>
                    <a:pt x="540639" y="125273"/>
                    <a:pt x="542011" y="125273"/>
                  </a:cubicBezTo>
                  <a:cubicBezTo>
                    <a:pt x="546583" y="125273"/>
                    <a:pt x="552031" y="124587"/>
                    <a:pt x="558355" y="123215"/>
                  </a:cubicBezTo>
                  <a:cubicBezTo>
                    <a:pt x="564680" y="121844"/>
                    <a:pt x="569519" y="120167"/>
                    <a:pt x="572872" y="118186"/>
                  </a:cubicBezTo>
                  <a:cubicBezTo>
                    <a:pt x="576224" y="116205"/>
                    <a:pt x="578930" y="115214"/>
                    <a:pt x="580987" y="115214"/>
                  </a:cubicBezTo>
                  <a:cubicBezTo>
                    <a:pt x="583044" y="115214"/>
                    <a:pt x="586130" y="116510"/>
                    <a:pt x="590245" y="119101"/>
                  </a:cubicBezTo>
                  <a:cubicBezTo>
                    <a:pt x="594360" y="121691"/>
                    <a:pt x="596417" y="123825"/>
                    <a:pt x="596417" y="125501"/>
                  </a:cubicBezTo>
                  <a:cubicBezTo>
                    <a:pt x="596417" y="127178"/>
                    <a:pt x="595236" y="128854"/>
                    <a:pt x="592874" y="130531"/>
                  </a:cubicBezTo>
                  <a:cubicBezTo>
                    <a:pt x="590512" y="132207"/>
                    <a:pt x="587769" y="135826"/>
                    <a:pt x="584645" y="141389"/>
                  </a:cubicBezTo>
                  <a:cubicBezTo>
                    <a:pt x="581520" y="146952"/>
                    <a:pt x="577748" y="152857"/>
                    <a:pt x="573329" y="159106"/>
                  </a:cubicBezTo>
                  <a:cubicBezTo>
                    <a:pt x="584759" y="166726"/>
                    <a:pt x="596722" y="172669"/>
                    <a:pt x="609219" y="176936"/>
                  </a:cubicBezTo>
                  <a:cubicBezTo>
                    <a:pt x="621716" y="181204"/>
                    <a:pt x="636803" y="184633"/>
                    <a:pt x="654482" y="187223"/>
                  </a:cubicBezTo>
                  <a:cubicBezTo>
                    <a:pt x="658292" y="187833"/>
                    <a:pt x="660197" y="188709"/>
                    <a:pt x="660197" y="189852"/>
                  </a:cubicBezTo>
                  <a:cubicBezTo>
                    <a:pt x="660197" y="190995"/>
                    <a:pt x="659282" y="191910"/>
                    <a:pt x="657454" y="192595"/>
                  </a:cubicBezTo>
                  <a:cubicBezTo>
                    <a:pt x="655625" y="193281"/>
                    <a:pt x="649719" y="194386"/>
                    <a:pt x="639737" y="195910"/>
                  </a:cubicBezTo>
                  <a:cubicBezTo>
                    <a:pt x="629755" y="197434"/>
                    <a:pt x="622478" y="198196"/>
                    <a:pt x="617906" y="198196"/>
                  </a:cubicBezTo>
                  <a:cubicBezTo>
                    <a:pt x="613334" y="198196"/>
                    <a:pt x="609562" y="197548"/>
                    <a:pt x="606590" y="196253"/>
                  </a:cubicBezTo>
                  <a:cubicBezTo>
                    <a:pt x="603618" y="194958"/>
                    <a:pt x="598322" y="191376"/>
                    <a:pt x="590702" y="185509"/>
                  </a:cubicBezTo>
                  <a:cubicBezTo>
                    <a:pt x="583083" y="179641"/>
                    <a:pt x="575234" y="173279"/>
                    <a:pt x="567157" y="166421"/>
                  </a:cubicBezTo>
                  <a:cubicBezTo>
                    <a:pt x="560299" y="173888"/>
                    <a:pt x="551307" y="179756"/>
                    <a:pt x="540182" y="184023"/>
                  </a:cubicBezTo>
                  <a:cubicBezTo>
                    <a:pt x="529057" y="188290"/>
                    <a:pt x="517627" y="190424"/>
                    <a:pt x="505892" y="190424"/>
                  </a:cubicBezTo>
                  <a:cubicBezTo>
                    <a:pt x="498577" y="190424"/>
                    <a:pt x="494919" y="189662"/>
                    <a:pt x="494919" y="188138"/>
                  </a:cubicBezTo>
                  <a:cubicBezTo>
                    <a:pt x="494919" y="187223"/>
                    <a:pt x="496443" y="186538"/>
                    <a:pt x="499491" y="186080"/>
                  </a:cubicBezTo>
                  <a:cubicBezTo>
                    <a:pt x="525399" y="181966"/>
                    <a:pt x="545211" y="173050"/>
                    <a:pt x="558927" y="159334"/>
                  </a:cubicBezTo>
                  <a:cubicBezTo>
                    <a:pt x="544754" y="146228"/>
                    <a:pt x="534619" y="139370"/>
                    <a:pt x="528523" y="138760"/>
                  </a:cubicBezTo>
                  <a:cubicBezTo>
                    <a:pt x="518617" y="150343"/>
                    <a:pt x="507149" y="159182"/>
                    <a:pt x="494119" y="165278"/>
                  </a:cubicBezTo>
                  <a:cubicBezTo>
                    <a:pt x="481089" y="171374"/>
                    <a:pt x="472592" y="174422"/>
                    <a:pt x="468630" y="174422"/>
                  </a:cubicBezTo>
                  <a:cubicBezTo>
                    <a:pt x="467106" y="174422"/>
                    <a:pt x="466344" y="173926"/>
                    <a:pt x="466344" y="172936"/>
                  </a:cubicBezTo>
                  <a:cubicBezTo>
                    <a:pt x="466344" y="171945"/>
                    <a:pt x="468821" y="170421"/>
                    <a:pt x="473773" y="168364"/>
                  </a:cubicBezTo>
                  <a:cubicBezTo>
                    <a:pt x="478727" y="166306"/>
                    <a:pt x="484937" y="162573"/>
                    <a:pt x="492404" y="157162"/>
                  </a:cubicBezTo>
                  <a:cubicBezTo>
                    <a:pt x="499872" y="151752"/>
                    <a:pt x="506730" y="145580"/>
                    <a:pt x="512978" y="138646"/>
                  </a:cubicBezTo>
                  <a:cubicBezTo>
                    <a:pt x="519227" y="131712"/>
                    <a:pt x="523418" y="126606"/>
                    <a:pt x="525551" y="123330"/>
                  </a:cubicBezTo>
                  <a:cubicBezTo>
                    <a:pt x="527685" y="120053"/>
                    <a:pt x="528904" y="116815"/>
                    <a:pt x="529209" y="113614"/>
                  </a:cubicBezTo>
                  <a:cubicBezTo>
                    <a:pt x="529514" y="110414"/>
                    <a:pt x="530466" y="108814"/>
                    <a:pt x="532067" y="108814"/>
                  </a:cubicBezTo>
                  <a:close/>
                  <a:moveTo>
                    <a:pt x="1244613" y="101498"/>
                  </a:moveTo>
                  <a:cubicBezTo>
                    <a:pt x="1239812" y="101498"/>
                    <a:pt x="1228801" y="102641"/>
                    <a:pt x="1211580" y="104927"/>
                  </a:cubicBezTo>
                  <a:cubicBezTo>
                    <a:pt x="1211732" y="108128"/>
                    <a:pt x="1211809" y="114833"/>
                    <a:pt x="1211809" y="125044"/>
                  </a:cubicBezTo>
                  <a:cubicBezTo>
                    <a:pt x="1219124" y="124435"/>
                    <a:pt x="1226325" y="123596"/>
                    <a:pt x="1233411" y="122530"/>
                  </a:cubicBezTo>
                  <a:cubicBezTo>
                    <a:pt x="1240498" y="121463"/>
                    <a:pt x="1244498" y="120739"/>
                    <a:pt x="1245413" y="120358"/>
                  </a:cubicBezTo>
                  <a:cubicBezTo>
                    <a:pt x="1246327" y="119977"/>
                    <a:pt x="1247242" y="119367"/>
                    <a:pt x="1248156" y="118529"/>
                  </a:cubicBezTo>
                  <a:cubicBezTo>
                    <a:pt x="1249070" y="117691"/>
                    <a:pt x="1249909" y="115595"/>
                    <a:pt x="1250671" y="112243"/>
                  </a:cubicBezTo>
                  <a:cubicBezTo>
                    <a:pt x="1251433" y="108890"/>
                    <a:pt x="1251813" y="106680"/>
                    <a:pt x="1251813" y="105613"/>
                  </a:cubicBezTo>
                  <a:cubicBezTo>
                    <a:pt x="1251813" y="102870"/>
                    <a:pt x="1249413" y="101498"/>
                    <a:pt x="1244613" y="101498"/>
                  </a:cubicBezTo>
                  <a:close/>
                  <a:moveTo>
                    <a:pt x="324155" y="101498"/>
                  </a:moveTo>
                  <a:cubicBezTo>
                    <a:pt x="325374" y="101498"/>
                    <a:pt x="328193" y="102946"/>
                    <a:pt x="332613" y="105842"/>
                  </a:cubicBezTo>
                  <a:cubicBezTo>
                    <a:pt x="337033" y="108737"/>
                    <a:pt x="339242" y="112433"/>
                    <a:pt x="339242" y="116929"/>
                  </a:cubicBezTo>
                  <a:cubicBezTo>
                    <a:pt x="339242" y="121425"/>
                    <a:pt x="337833" y="123673"/>
                    <a:pt x="335013" y="123673"/>
                  </a:cubicBezTo>
                  <a:cubicBezTo>
                    <a:pt x="332194" y="123673"/>
                    <a:pt x="329451" y="120701"/>
                    <a:pt x="326784" y="114757"/>
                  </a:cubicBezTo>
                  <a:cubicBezTo>
                    <a:pt x="324117" y="108814"/>
                    <a:pt x="322783" y="105118"/>
                    <a:pt x="322783" y="103670"/>
                  </a:cubicBezTo>
                  <a:cubicBezTo>
                    <a:pt x="322783" y="102222"/>
                    <a:pt x="323240" y="101498"/>
                    <a:pt x="324155" y="101498"/>
                  </a:cubicBezTo>
                  <a:close/>
                  <a:moveTo>
                    <a:pt x="1255471" y="90526"/>
                  </a:moveTo>
                  <a:cubicBezTo>
                    <a:pt x="1257757" y="90526"/>
                    <a:pt x="1261034" y="91935"/>
                    <a:pt x="1265301" y="94755"/>
                  </a:cubicBezTo>
                  <a:cubicBezTo>
                    <a:pt x="1269568" y="97574"/>
                    <a:pt x="1271702" y="99746"/>
                    <a:pt x="1271702" y="101270"/>
                  </a:cubicBezTo>
                  <a:cubicBezTo>
                    <a:pt x="1271702" y="102794"/>
                    <a:pt x="1270940" y="103975"/>
                    <a:pt x="1269416" y="104813"/>
                  </a:cubicBezTo>
                  <a:cubicBezTo>
                    <a:pt x="1267892" y="105651"/>
                    <a:pt x="1265911" y="107709"/>
                    <a:pt x="1263472" y="110985"/>
                  </a:cubicBezTo>
                  <a:cubicBezTo>
                    <a:pt x="1261034" y="114262"/>
                    <a:pt x="1259815" y="116891"/>
                    <a:pt x="1259815" y="118872"/>
                  </a:cubicBezTo>
                  <a:cubicBezTo>
                    <a:pt x="1259815" y="119634"/>
                    <a:pt x="1260195" y="120510"/>
                    <a:pt x="1260958" y="121501"/>
                  </a:cubicBezTo>
                  <a:cubicBezTo>
                    <a:pt x="1261720" y="122491"/>
                    <a:pt x="1262101" y="123520"/>
                    <a:pt x="1262101" y="124587"/>
                  </a:cubicBezTo>
                  <a:cubicBezTo>
                    <a:pt x="1262101" y="125654"/>
                    <a:pt x="1260119" y="126340"/>
                    <a:pt x="1256157" y="126644"/>
                  </a:cubicBezTo>
                  <a:cubicBezTo>
                    <a:pt x="1242593" y="127864"/>
                    <a:pt x="1227811" y="129616"/>
                    <a:pt x="1211809" y="131902"/>
                  </a:cubicBezTo>
                  <a:cubicBezTo>
                    <a:pt x="1211809" y="140437"/>
                    <a:pt x="1211732" y="146609"/>
                    <a:pt x="1211580" y="150419"/>
                  </a:cubicBezTo>
                  <a:cubicBezTo>
                    <a:pt x="1223924" y="149047"/>
                    <a:pt x="1233335" y="147866"/>
                    <a:pt x="1239812" y="146875"/>
                  </a:cubicBezTo>
                  <a:cubicBezTo>
                    <a:pt x="1246289" y="145885"/>
                    <a:pt x="1252118" y="144399"/>
                    <a:pt x="1257300" y="142418"/>
                  </a:cubicBezTo>
                  <a:cubicBezTo>
                    <a:pt x="1259129" y="141808"/>
                    <a:pt x="1260805" y="141503"/>
                    <a:pt x="1262329" y="141503"/>
                  </a:cubicBezTo>
                  <a:cubicBezTo>
                    <a:pt x="1265834" y="141503"/>
                    <a:pt x="1270407" y="143142"/>
                    <a:pt x="1276045" y="146418"/>
                  </a:cubicBezTo>
                  <a:cubicBezTo>
                    <a:pt x="1281684" y="149695"/>
                    <a:pt x="1284503" y="152400"/>
                    <a:pt x="1284503" y="154534"/>
                  </a:cubicBezTo>
                  <a:cubicBezTo>
                    <a:pt x="1284503" y="156058"/>
                    <a:pt x="1281989" y="158610"/>
                    <a:pt x="1276959" y="162192"/>
                  </a:cubicBezTo>
                  <a:cubicBezTo>
                    <a:pt x="1271930" y="165773"/>
                    <a:pt x="1269416" y="168707"/>
                    <a:pt x="1269416" y="170993"/>
                  </a:cubicBezTo>
                  <a:cubicBezTo>
                    <a:pt x="1269416" y="172060"/>
                    <a:pt x="1270254" y="173317"/>
                    <a:pt x="1271930" y="174765"/>
                  </a:cubicBezTo>
                  <a:cubicBezTo>
                    <a:pt x="1273607" y="176212"/>
                    <a:pt x="1274445" y="177698"/>
                    <a:pt x="1274445" y="179222"/>
                  </a:cubicBezTo>
                  <a:cubicBezTo>
                    <a:pt x="1274445" y="181356"/>
                    <a:pt x="1272311" y="182461"/>
                    <a:pt x="1268044" y="182537"/>
                  </a:cubicBezTo>
                  <a:cubicBezTo>
                    <a:pt x="1263777" y="182613"/>
                    <a:pt x="1254138" y="183375"/>
                    <a:pt x="1239126" y="184823"/>
                  </a:cubicBezTo>
                  <a:cubicBezTo>
                    <a:pt x="1224115" y="186271"/>
                    <a:pt x="1214475" y="186842"/>
                    <a:pt x="1210208" y="186538"/>
                  </a:cubicBezTo>
                  <a:cubicBezTo>
                    <a:pt x="1209903" y="191414"/>
                    <a:pt x="1209180" y="195148"/>
                    <a:pt x="1208037" y="197739"/>
                  </a:cubicBezTo>
                  <a:cubicBezTo>
                    <a:pt x="1206894" y="200330"/>
                    <a:pt x="1205446" y="201625"/>
                    <a:pt x="1203693" y="201625"/>
                  </a:cubicBezTo>
                  <a:cubicBezTo>
                    <a:pt x="1201941" y="201625"/>
                    <a:pt x="1200226" y="199987"/>
                    <a:pt x="1198550" y="196710"/>
                  </a:cubicBezTo>
                  <a:cubicBezTo>
                    <a:pt x="1196873" y="193434"/>
                    <a:pt x="1196035" y="190309"/>
                    <a:pt x="1196035" y="187338"/>
                  </a:cubicBezTo>
                  <a:cubicBezTo>
                    <a:pt x="1196035" y="184366"/>
                    <a:pt x="1196340" y="182042"/>
                    <a:pt x="1196950" y="180365"/>
                  </a:cubicBezTo>
                  <a:cubicBezTo>
                    <a:pt x="1198321" y="176098"/>
                    <a:pt x="1199464" y="169316"/>
                    <a:pt x="1200379" y="160020"/>
                  </a:cubicBezTo>
                  <a:cubicBezTo>
                    <a:pt x="1201293" y="150724"/>
                    <a:pt x="1201750" y="140056"/>
                    <a:pt x="1201750" y="128016"/>
                  </a:cubicBezTo>
                  <a:cubicBezTo>
                    <a:pt x="1201750" y="115976"/>
                    <a:pt x="1200836" y="107671"/>
                    <a:pt x="1199007" y="103099"/>
                  </a:cubicBezTo>
                  <a:cubicBezTo>
                    <a:pt x="1198093" y="100813"/>
                    <a:pt x="1197635" y="98946"/>
                    <a:pt x="1197635" y="97498"/>
                  </a:cubicBezTo>
                  <a:cubicBezTo>
                    <a:pt x="1197635" y="96050"/>
                    <a:pt x="1198512" y="95326"/>
                    <a:pt x="1200264" y="95326"/>
                  </a:cubicBezTo>
                  <a:cubicBezTo>
                    <a:pt x="1202017" y="95326"/>
                    <a:pt x="1205103" y="96622"/>
                    <a:pt x="1209523" y="99212"/>
                  </a:cubicBezTo>
                  <a:cubicBezTo>
                    <a:pt x="1215923" y="99060"/>
                    <a:pt x="1222781" y="98298"/>
                    <a:pt x="1230097" y="96926"/>
                  </a:cubicBezTo>
                  <a:cubicBezTo>
                    <a:pt x="1237412" y="95555"/>
                    <a:pt x="1242898" y="94145"/>
                    <a:pt x="1246556" y="92697"/>
                  </a:cubicBezTo>
                  <a:cubicBezTo>
                    <a:pt x="1250213" y="91249"/>
                    <a:pt x="1253185" y="90526"/>
                    <a:pt x="1255471" y="90526"/>
                  </a:cubicBezTo>
                  <a:close/>
                  <a:moveTo>
                    <a:pt x="384848" y="82753"/>
                  </a:moveTo>
                  <a:cubicBezTo>
                    <a:pt x="386905" y="82753"/>
                    <a:pt x="389763" y="84239"/>
                    <a:pt x="393421" y="87211"/>
                  </a:cubicBezTo>
                  <a:cubicBezTo>
                    <a:pt x="397078" y="90183"/>
                    <a:pt x="398907" y="92354"/>
                    <a:pt x="398907" y="93726"/>
                  </a:cubicBezTo>
                  <a:cubicBezTo>
                    <a:pt x="398907" y="94793"/>
                    <a:pt x="397650" y="96012"/>
                    <a:pt x="395135" y="97384"/>
                  </a:cubicBezTo>
                  <a:cubicBezTo>
                    <a:pt x="392621" y="98755"/>
                    <a:pt x="389687" y="100813"/>
                    <a:pt x="386334" y="103556"/>
                  </a:cubicBezTo>
                  <a:cubicBezTo>
                    <a:pt x="382981" y="106299"/>
                    <a:pt x="379400" y="108928"/>
                    <a:pt x="375590" y="111442"/>
                  </a:cubicBezTo>
                  <a:cubicBezTo>
                    <a:pt x="371780" y="113957"/>
                    <a:pt x="369494" y="115214"/>
                    <a:pt x="368732" y="115214"/>
                  </a:cubicBezTo>
                  <a:cubicBezTo>
                    <a:pt x="367970" y="115214"/>
                    <a:pt x="367589" y="114833"/>
                    <a:pt x="367589" y="114071"/>
                  </a:cubicBezTo>
                  <a:cubicBezTo>
                    <a:pt x="367589" y="113309"/>
                    <a:pt x="368808" y="111328"/>
                    <a:pt x="371246" y="108128"/>
                  </a:cubicBezTo>
                  <a:cubicBezTo>
                    <a:pt x="373685" y="104927"/>
                    <a:pt x="376047" y="101155"/>
                    <a:pt x="378333" y="96812"/>
                  </a:cubicBezTo>
                  <a:cubicBezTo>
                    <a:pt x="380619" y="92469"/>
                    <a:pt x="381762" y="89459"/>
                    <a:pt x="381762" y="87782"/>
                  </a:cubicBezTo>
                  <a:cubicBezTo>
                    <a:pt x="381762" y="84430"/>
                    <a:pt x="382791" y="82753"/>
                    <a:pt x="384848" y="82753"/>
                  </a:cubicBezTo>
                  <a:close/>
                  <a:moveTo>
                    <a:pt x="12116" y="73152"/>
                  </a:moveTo>
                  <a:cubicBezTo>
                    <a:pt x="13030" y="73152"/>
                    <a:pt x="14440" y="74485"/>
                    <a:pt x="16345" y="77152"/>
                  </a:cubicBezTo>
                  <a:cubicBezTo>
                    <a:pt x="18250" y="79819"/>
                    <a:pt x="19202" y="83629"/>
                    <a:pt x="19202" y="88582"/>
                  </a:cubicBezTo>
                  <a:cubicBezTo>
                    <a:pt x="19202" y="93535"/>
                    <a:pt x="18059" y="99289"/>
                    <a:pt x="15773" y="105842"/>
                  </a:cubicBezTo>
                  <a:cubicBezTo>
                    <a:pt x="13487" y="112395"/>
                    <a:pt x="11582" y="116662"/>
                    <a:pt x="10058" y="118643"/>
                  </a:cubicBezTo>
                  <a:cubicBezTo>
                    <a:pt x="8534" y="120625"/>
                    <a:pt x="6972" y="121615"/>
                    <a:pt x="5372" y="121615"/>
                  </a:cubicBezTo>
                  <a:cubicBezTo>
                    <a:pt x="3772" y="121615"/>
                    <a:pt x="2477" y="120510"/>
                    <a:pt x="1486" y="118300"/>
                  </a:cubicBezTo>
                  <a:cubicBezTo>
                    <a:pt x="495" y="116091"/>
                    <a:pt x="0" y="113309"/>
                    <a:pt x="0" y="109957"/>
                  </a:cubicBezTo>
                  <a:cubicBezTo>
                    <a:pt x="0" y="106604"/>
                    <a:pt x="953" y="103365"/>
                    <a:pt x="2858" y="100241"/>
                  </a:cubicBezTo>
                  <a:cubicBezTo>
                    <a:pt x="4763" y="97117"/>
                    <a:pt x="6363" y="93307"/>
                    <a:pt x="7658" y="88811"/>
                  </a:cubicBezTo>
                  <a:cubicBezTo>
                    <a:pt x="8954" y="84315"/>
                    <a:pt x="9754" y="80581"/>
                    <a:pt x="10058" y="77610"/>
                  </a:cubicBezTo>
                  <a:cubicBezTo>
                    <a:pt x="10363" y="74638"/>
                    <a:pt x="11049" y="73152"/>
                    <a:pt x="12116" y="73152"/>
                  </a:cubicBezTo>
                  <a:close/>
                  <a:moveTo>
                    <a:pt x="48006" y="64922"/>
                  </a:moveTo>
                  <a:cubicBezTo>
                    <a:pt x="53492" y="64922"/>
                    <a:pt x="58369" y="65722"/>
                    <a:pt x="62636" y="67323"/>
                  </a:cubicBezTo>
                  <a:cubicBezTo>
                    <a:pt x="66904" y="68923"/>
                    <a:pt x="69037" y="72390"/>
                    <a:pt x="69037" y="77724"/>
                  </a:cubicBezTo>
                  <a:cubicBezTo>
                    <a:pt x="69037" y="81382"/>
                    <a:pt x="67742" y="83210"/>
                    <a:pt x="65151" y="83210"/>
                  </a:cubicBezTo>
                  <a:cubicBezTo>
                    <a:pt x="62865" y="83210"/>
                    <a:pt x="59131" y="80620"/>
                    <a:pt x="53950" y="75438"/>
                  </a:cubicBezTo>
                  <a:cubicBezTo>
                    <a:pt x="48768" y="70256"/>
                    <a:pt x="46177" y="67208"/>
                    <a:pt x="46177" y="66294"/>
                  </a:cubicBezTo>
                  <a:cubicBezTo>
                    <a:pt x="46177" y="65380"/>
                    <a:pt x="46787" y="64922"/>
                    <a:pt x="48006" y="64922"/>
                  </a:cubicBezTo>
                  <a:close/>
                  <a:moveTo>
                    <a:pt x="350215" y="64237"/>
                  </a:moveTo>
                  <a:cubicBezTo>
                    <a:pt x="351434" y="64237"/>
                    <a:pt x="354368" y="65113"/>
                    <a:pt x="359016" y="66865"/>
                  </a:cubicBezTo>
                  <a:cubicBezTo>
                    <a:pt x="363665" y="68618"/>
                    <a:pt x="365989" y="70371"/>
                    <a:pt x="365989" y="72123"/>
                  </a:cubicBezTo>
                  <a:cubicBezTo>
                    <a:pt x="365989" y="73876"/>
                    <a:pt x="365417" y="76009"/>
                    <a:pt x="364274" y="78524"/>
                  </a:cubicBezTo>
                  <a:cubicBezTo>
                    <a:pt x="363131" y="81039"/>
                    <a:pt x="362064" y="86906"/>
                    <a:pt x="361074" y="96126"/>
                  </a:cubicBezTo>
                  <a:cubicBezTo>
                    <a:pt x="360083" y="105346"/>
                    <a:pt x="358140" y="114148"/>
                    <a:pt x="355244" y="122530"/>
                  </a:cubicBezTo>
                  <a:cubicBezTo>
                    <a:pt x="363626" y="133655"/>
                    <a:pt x="372466" y="143027"/>
                    <a:pt x="381762" y="150647"/>
                  </a:cubicBezTo>
                  <a:cubicBezTo>
                    <a:pt x="391058" y="158267"/>
                    <a:pt x="405155" y="165202"/>
                    <a:pt x="424053" y="171450"/>
                  </a:cubicBezTo>
                  <a:cubicBezTo>
                    <a:pt x="428625" y="172974"/>
                    <a:pt x="430911" y="174307"/>
                    <a:pt x="430911" y="175450"/>
                  </a:cubicBezTo>
                  <a:cubicBezTo>
                    <a:pt x="430911" y="176593"/>
                    <a:pt x="427711" y="177394"/>
                    <a:pt x="421310" y="177851"/>
                  </a:cubicBezTo>
                  <a:cubicBezTo>
                    <a:pt x="414909" y="178308"/>
                    <a:pt x="408661" y="178537"/>
                    <a:pt x="402565" y="178537"/>
                  </a:cubicBezTo>
                  <a:cubicBezTo>
                    <a:pt x="396469" y="178537"/>
                    <a:pt x="392239" y="178117"/>
                    <a:pt x="389877" y="177279"/>
                  </a:cubicBezTo>
                  <a:cubicBezTo>
                    <a:pt x="387515" y="176441"/>
                    <a:pt x="385077" y="174498"/>
                    <a:pt x="382562" y="171450"/>
                  </a:cubicBezTo>
                  <a:cubicBezTo>
                    <a:pt x="380048" y="168402"/>
                    <a:pt x="376161" y="162992"/>
                    <a:pt x="370903" y="155219"/>
                  </a:cubicBezTo>
                  <a:cubicBezTo>
                    <a:pt x="365646" y="147447"/>
                    <a:pt x="359740" y="138379"/>
                    <a:pt x="353187" y="128016"/>
                  </a:cubicBezTo>
                  <a:cubicBezTo>
                    <a:pt x="349377" y="137465"/>
                    <a:pt x="344233" y="145580"/>
                    <a:pt x="337757" y="152362"/>
                  </a:cubicBezTo>
                  <a:cubicBezTo>
                    <a:pt x="331280" y="159144"/>
                    <a:pt x="323393" y="164668"/>
                    <a:pt x="314096" y="168935"/>
                  </a:cubicBezTo>
                  <a:cubicBezTo>
                    <a:pt x="304800" y="173203"/>
                    <a:pt x="298018" y="175336"/>
                    <a:pt x="293751" y="175336"/>
                  </a:cubicBezTo>
                  <a:cubicBezTo>
                    <a:pt x="292379" y="175336"/>
                    <a:pt x="291694" y="175031"/>
                    <a:pt x="291694" y="174422"/>
                  </a:cubicBezTo>
                  <a:cubicBezTo>
                    <a:pt x="291694" y="173050"/>
                    <a:pt x="293675" y="171526"/>
                    <a:pt x="297637" y="169850"/>
                  </a:cubicBezTo>
                  <a:cubicBezTo>
                    <a:pt x="311506" y="163754"/>
                    <a:pt x="322631" y="155905"/>
                    <a:pt x="331013" y="146304"/>
                  </a:cubicBezTo>
                  <a:cubicBezTo>
                    <a:pt x="339395" y="136703"/>
                    <a:pt x="344843" y="125044"/>
                    <a:pt x="347358" y="111328"/>
                  </a:cubicBezTo>
                  <a:cubicBezTo>
                    <a:pt x="349872" y="97612"/>
                    <a:pt x="351130" y="86868"/>
                    <a:pt x="351130" y="79096"/>
                  </a:cubicBezTo>
                  <a:cubicBezTo>
                    <a:pt x="351130" y="76200"/>
                    <a:pt x="350672" y="73685"/>
                    <a:pt x="349758" y="71552"/>
                  </a:cubicBezTo>
                  <a:cubicBezTo>
                    <a:pt x="348844" y="69418"/>
                    <a:pt x="348386" y="67666"/>
                    <a:pt x="348386" y="66294"/>
                  </a:cubicBezTo>
                  <a:cubicBezTo>
                    <a:pt x="348386" y="64922"/>
                    <a:pt x="348996" y="64237"/>
                    <a:pt x="350215" y="64237"/>
                  </a:cubicBezTo>
                  <a:close/>
                  <a:moveTo>
                    <a:pt x="244831" y="63779"/>
                  </a:moveTo>
                  <a:cubicBezTo>
                    <a:pt x="245745" y="63779"/>
                    <a:pt x="246736" y="64884"/>
                    <a:pt x="247802" y="67094"/>
                  </a:cubicBezTo>
                  <a:cubicBezTo>
                    <a:pt x="248869" y="69304"/>
                    <a:pt x="249403" y="72466"/>
                    <a:pt x="249403" y="76581"/>
                  </a:cubicBezTo>
                  <a:cubicBezTo>
                    <a:pt x="249403" y="80696"/>
                    <a:pt x="248603" y="86296"/>
                    <a:pt x="247002" y="93383"/>
                  </a:cubicBezTo>
                  <a:cubicBezTo>
                    <a:pt x="245402" y="100470"/>
                    <a:pt x="243269" y="105423"/>
                    <a:pt x="240602" y="108242"/>
                  </a:cubicBezTo>
                  <a:cubicBezTo>
                    <a:pt x="237935" y="111061"/>
                    <a:pt x="235687" y="112471"/>
                    <a:pt x="233858" y="112471"/>
                  </a:cubicBezTo>
                  <a:cubicBezTo>
                    <a:pt x="232029" y="112471"/>
                    <a:pt x="230734" y="111138"/>
                    <a:pt x="229972" y="108471"/>
                  </a:cubicBezTo>
                  <a:cubicBezTo>
                    <a:pt x="229210" y="105804"/>
                    <a:pt x="228829" y="103213"/>
                    <a:pt x="228829" y="100698"/>
                  </a:cubicBezTo>
                  <a:cubicBezTo>
                    <a:pt x="228829" y="98184"/>
                    <a:pt x="230276" y="94107"/>
                    <a:pt x="233172" y="88468"/>
                  </a:cubicBezTo>
                  <a:cubicBezTo>
                    <a:pt x="238049" y="77648"/>
                    <a:pt x="240944" y="70828"/>
                    <a:pt x="241859" y="68008"/>
                  </a:cubicBezTo>
                  <a:cubicBezTo>
                    <a:pt x="242773" y="65189"/>
                    <a:pt x="243764" y="63779"/>
                    <a:pt x="244831" y="63779"/>
                  </a:cubicBezTo>
                  <a:close/>
                  <a:moveTo>
                    <a:pt x="1304620" y="61493"/>
                  </a:moveTo>
                  <a:cubicBezTo>
                    <a:pt x="1307363" y="61493"/>
                    <a:pt x="1312316" y="64084"/>
                    <a:pt x="1319479" y="69266"/>
                  </a:cubicBezTo>
                  <a:cubicBezTo>
                    <a:pt x="1326642" y="74447"/>
                    <a:pt x="1330223" y="78029"/>
                    <a:pt x="1330223" y="80010"/>
                  </a:cubicBezTo>
                  <a:cubicBezTo>
                    <a:pt x="1330223" y="81991"/>
                    <a:pt x="1328775" y="83210"/>
                    <a:pt x="1325880" y="83668"/>
                  </a:cubicBezTo>
                  <a:cubicBezTo>
                    <a:pt x="1316736" y="85192"/>
                    <a:pt x="1307211" y="88316"/>
                    <a:pt x="1297305" y="93040"/>
                  </a:cubicBezTo>
                  <a:cubicBezTo>
                    <a:pt x="1295324" y="93955"/>
                    <a:pt x="1293876" y="94412"/>
                    <a:pt x="1292962" y="94412"/>
                  </a:cubicBezTo>
                  <a:cubicBezTo>
                    <a:pt x="1292047" y="94412"/>
                    <a:pt x="1291590" y="93955"/>
                    <a:pt x="1291590" y="93040"/>
                  </a:cubicBezTo>
                  <a:cubicBezTo>
                    <a:pt x="1291590" y="92126"/>
                    <a:pt x="1292809" y="89535"/>
                    <a:pt x="1295247" y="85268"/>
                  </a:cubicBezTo>
                  <a:cubicBezTo>
                    <a:pt x="1297686" y="81001"/>
                    <a:pt x="1298905" y="77991"/>
                    <a:pt x="1298905" y="76238"/>
                  </a:cubicBezTo>
                  <a:cubicBezTo>
                    <a:pt x="1298905" y="74485"/>
                    <a:pt x="1297305" y="73609"/>
                    <a:pt x="1294105" y="73609"/>
                  </a:cubicBezTo>
                  <a:cubicBezTo>
                    <a:pt x="1286485" y="73609"/>
                    <a:pt x="1271625" y="74981"/>
                    <a:pt x="1249527" y="77724"/>
                  </a:cubicBezTo>
                  <a:cubicBezTo>
                    <a:pt x="1227429" y="80467"/>
                    <a:pt x="1210056" y="82753"/>
                    <a:pt x="1197407" y="84582"/>
                  </a:cubicBezTo>
                  <a:cubicBezTo>
                    <a:pt x="1184758" y="86411"/>
                    <a:pt x="1177404" y="87325"/>
                    <a:pt x="1175347" y="87325"/>
                  </a:cubicBezTo>
                  <a:cubicBezTo>
                    <a:pt x="1173289" y="87325"/>
                    <a:pt x="1171270" y="87097"/>
                    <a:pt x="1169289" y="86639"/>
                  </a:cubicBezTo>
                  <a:cubicBezTo>
                    <a:pt x="1166089" y="98374"/>
                    <a:pt x="1163079" y="105727"/>
                    <a:pt x="1160259" y="108699"/>
                  </a:cubicBezTo>
                  <a:cubicBezTo>
                    <a:pt x="1157440" y="111671"/>
                    <a:pt x="1155306" y="113157"/>
                    <a:pt x="1153859" y="113157"/>
                  </a:cubicBezTo>
                  <a:cubicBezTo>
                    <a:pt x="1152411" y="113157"/>
                    <a:pt x="1151039" y="111747"/>
                    <a:pt x="1149744" y="108928"/>
                  </a:cubicBezTo>
                  <a:cubicBezTo>
                    <a:pt x="1148448" y="106108"/>
                    <a:pt x="1147801" y="103632"/>
                    <a:pt x="1147801" y="101498"/>
                  </a:cubicBezTo>
                  <a:cubicBezTo>
                    <a:pt x="1147801" y="99365"/>
                    <a:pt x="1148639" y="97079"/>
                    <a:pt x="1150315" y="94640"/>
                  </a:cubicBezTo>
                  <a:cubicBezTo>
                    <a:pt x="1154735" y="87935"/>
                    <a:pt x="1157097" y="81610"/>
                    <a:pt x="1157402" y="75667"/>
                  </a:cubicBezTo>
                  <a:cubicBezTo>
                    <a:pt x="1157554" y="72466"/>
                    <a:pt x="1158621" y="70866"/>
                    <a:pt x="1160602" y="70866"/>
                  </a:cubicBezTo>
                  <a:cubicBezTo>
                    <a:pt x="1162583" y="70866"/>
                    <a:pt x="1165860" y="74295"/>
                    <a:pt x="1170432" y="81153"/>
                  </a:cubicBezTo>
                  <a:lnTo>
                    <a:pt x="1231011" y="73609"/>
                  </a:lnTo>
                  <a:cubicBezTo>
                    <a:pt x="1267130" y="69037"/>
                    <a:pt x="1287742" y="65875"/>
                    <a:pt x="1292847" y="64122"/>
                  </a:cubicBezTo>
                  <a:cubicBezTo>
                    <a:pt x="1297953" y="62370"/>
                    <a:pt x="1301877" y="61493"/>
                    <a:pt x="1304620" y="61493"/>
                  </a:cubicBezTo>
                  <a:close/>
                  <a:moveTo>
                    <a:pt x="138760" y="59436"/>
                  </a:moveTo>
                  <a:cubicBezTo>
                    <a:pt x="137236" y="59436"/>
                    <a:pt x="129997" y="60884"/>
                    <a:pt x="117043" y="63779"/>
                  </a:cubicBezTo>
                  <a:cubicBezTo>
                    <a:pt x="115672" y="78715"/>
                    <a:pt x="113919" y="92735"/>
                    <a:pt x="111785" y="105842"/>
                  </a:cubicBezTo>
                  <a:cubicBezTo>
                    <a:pt x="118948" y="105080"/>
                    <a:pt x="126568" y="103937"/>
                    <a:pt x="134645" y="102413"/>
                  </a:cubicBezTo>
                  <a:cubicBezTo>
                    <a:pt x="138913" y="82144"/>
                    <a:pt x="141046" y="69913"/>
                    <a:pt x="141046" y="65722"/>
                  </a:cubicBezTo>
                  <a:cubicBezTo>
                    <a:pt x="141046" y="61531"/>
                    <a:pt x="140284" y="59436"/>
                    <a:pt x="138760" y="59436"/>
                  </a:cubicBezTo>
                  <a:close/>
                  <a:moveTo>
                    <a:pt x="576072" y="53035"/>
                  </a:moveTo>
                  <a:cubicBezTo>
                    <a:pt x="573786" y="53035"/>
                    <a:pt x="568566" y="53835"/>
                    <a:pt x="560413" y="55435"/>
                  </a:cubicBezTo>
                  <a:cubicBezTo>
                    <a:pt x="552259" y="57036"/>
                    <a:pt x="543458" y="58064"/>
                    <a:pt x="534010" y="58522"/>
                  </a:cubicBezTo>
                  <a:cubicBezTo>
                    <a:pt x="534467" y="61722"/>
                    <a:pt x="535229" y="67894"/>
                    <a:pt x="536296" y="77038"/>
                  </a:cubicBezTo>
                  <a:cubicBezTo>
                    <a:pt x="550012" y="72923"/>
                    <a:pt x="558698" y="70866"/>
                    <a:pt x="562356" y="70866"/>
                  </a:cubicBezTo>
                  <a:cubicBezTo>
                    <a:pt x="566014" y="70866"/>
                    <a:pt x="568528" y="71247"/>
                    <a:pt x="569900" y="72009"/>
                  </a:cubicBezTo>
                  <a:cubicBezTo>
                    <a:pt x="571271" y="72771"/>
                    <a:pt x="571957" y="73609"/>
                    <a:pt x="571957" y="74524"/>
                  </a:cubicBezTo>
                  <a:cubicBezTo>
                    <a:pt x="571957" y="76505"/>
                    <a:pt x="568985" y="78143"/>
                    <a:pt x="563042" y="79438"/>
                  </a:cubicBezTo>
                  <a:cubicBezTo>
                    <a:pt x="557098" y="80734"/>
                    <a:pt x="552107" y="81382"/>
                    <a:pt x="548069" y="81382"/>
                  </a:cubicBezTo>
                  <a:cubicBezTo>
                    <a:pt x="544030" y="81382"/>
                    <a:pt x="540182" y="81153"/>
                    <a:pt x="536524" y="80696"/>
                  </a:cubicBezTo>
                  <a:lnTo>
                    <a:pt x="537439" y="99670"/>
                  </a:lnTo>
                  <a:cubicBezTo>
                    <a:pt x="543839" y="98755"/>
                    <a:pt x="549631" y="97765"/>
                    <a:pt x="554812" y="96698"/>
                  </a:cubicBezTo>
                  <a:cubicBezTo>
                    <a:pt x="559994" y="95631"/>
                    <a:pt x="563804" y="95098"/>
                    <a:pt x="566242" y="95098"/>
                  </a:cubicBezTo>
                  <a:cubicBezTo>
                    <a:pt x="568681" y="95098"/>
                    <a:pt x="570662" y="95326"/>
                    <a:pt x="572186" y="95783"/>
                  </a:cubicBezTo>
                  <a:cubicBezTo>
                    <a:pt x="573710" y="96241"/>
                    <a:pt x="574967" y="96469"/>
                    <a:pt x="575958" y="96469"/>
                  </a:cubicBezTo>
                  <a:cubicBezTo>
                    <a:pt x="576948" y="96469"/>
                    <a:pt x="577672" y="95707"/>
                    <a:pt x="578129" y="94183"/>
                  </a:cubicBezTo>
                  <a:cubicBezTo>
                    <a:pt x="578587" y="92659"/>
                    <a:pt x="579387" y="87782"/>
                    <a:pt x="580530" y="79553"/>
                  </a:cubicBezTo>
                  <a:cubicBezTo>
                    <a:pt x="581673" y="71323"/>
                    <a:pt x="582244" y="65303"/>
                    <a:pt x="582244" y="61493"/>
                  </a:cubicBezTo>
                  <a:cubicBezTo>
                    <a:pt x="582244" y="57683"/>
                    <a:pt x="581787" y="55321"/>
                    <a:pt x="580873" y="54407"/>
                  </a:cubicBezTo>
                  <a:cubicBezTo>
                    <a:pt x="579958" y="53492"/>
                    <a:pt x="578358" y="53035"/>
                    <a:pt x="576072" y="53035"/>
                  </a:cubicBezTo>
                  <a:close/>
                  <a:moveTo>
                    <a:pt x="1231011" y="52578"/>
                  </a:moveTo>
                  <a:cubicBezTo>
                    <a:pt x="1236345" y="52578"/>
                    <a:pt x="1240003" y="53454"/>
                    <a:pt x="1241984" y="55207"/>
                  </a:cubicBezTo>
                  <a:cubicBezTo>
                    <a:pt x="1243965" y="56959"/>
                    <a:pt x="1244955" y="59360"/>
                    <a:pt x="1244955" y="62408"/>
                  </a:cubicBezTo>
                  <a:cubicBezTo>
                    <a:pt x="1244955" y="66370"/>
                    <a:pt x="1243203" y="68351"/>
                    <a:pt x="1239698" y="68351"/>
                  </a:cubicBezTo>
                  <a:cubicBezTo>
                    <a:pt x="1237564" y="68351"/>
                    <a:pt x="1234364" y="66523"/>
                    <a:pt x="1230097" y="62865"/>
                  </a:cubicBezTo>
                  <a:cubicBezTo>
                    <a:pt x="1225829" y="59207"/>
                    <a:pt x="1223696" y="56769"/>
                    <a:pt x="1223696" y="55550"/>
                  </a:cubicBezTo>
                  <a:cubicBezTo>
                    <a:pt x="1223696" y="53569"/>
                    <a:pt x="1226134" y="52578"/>
                    <a:pt x="1231011" y="52578"/>
                  </a:cubicBezTo>
                  <a:close/>
                  <a:moveTo>
                    <a:pt x="276606" y="48463"/>
                  </a:moveTo>
                  <a:cubicBezTo>
                    <a:pt x="279349" y="48463"/>
                    <a:pt x="283312" y="49759"/>
                    <a:pt x="288493" y="52349"/>
                  </a:cubicBezTo>
                  <a:cubicBezTo>
                    <a:pt x="293675" y="54940"/>
                    <a:pt x="296266" y="58636"/>
                    <a:pt x="296266" y="63436"/>
                  </a:cubicBezTo>
                  <a:cubicBezTo>
                    <a:pt x="296266" y="68237"/>
                    <a:pt x="294894" y="70637"/>
                    <a:pt x="292151" y="70637"/>
                  </a:cubicBezTo>
                  <a:cubicBezTo>
                    <a:pt x="290474" y="70637"/>
                    <a:pt x="288798" y="69494"/>
                    <a:pt x="287122" y="67208"/>
                  </a:cubicBezTo>
                  <a:lnTo>
                    <a:pt x="279806" y="57379"/>
                  </a:lnTo>
                  <a:cubicBezTo>
                    <a:pt x="276606" y="53111"/>
                    <a:pt x="275006" y="50559"/>
                    <a:pt x="275006" y="49720"/>
                  </a:cubicBezTo>
                  <a:cubicBezTo>
                    <a:pt x="275006" y="48882"/>
                    <a:pt x="275539" y="48463"/>
                    <a:pt x="276606" y="48463"/>
                  </a:cubicBezTo>
                  <a:close/>
                  <a:moveTo>
                    <a:pt x="816902" y="43205"/>
                  </a:moveTo>
                  <a:cubicBezTo>
                    <a:pt x="820636" y="43205"/>
                    <a:pt x="824560" y="44234"/>
                    <a:pt x="828675" y="46291"/>
                  </a:cubicBezTo>
                  <a:cubicBezTo>
                    <a:pt x="832790" y="48349"/>
                    <a:pt x="834847" y="50292"/>
                    <a:pt x="834847" y="52121"/>
                  </a:cubicBezTo>
                  <a:cubicBezTo>
                    <a:pt x="834847" y="53645"/>
                    <a:pt x="833552" y="54826"/>
                    <a:pt x="830961" y="55664"/>
                  </a:cubicBezTo>
                  <a:cubicBezTo>
                    <a:pt x="828370" y="56502"/>
                    <a:pt x="816293" y="58483"/>
                    <a:pt x="794728" y="61608"/>
                  </a:cubicBezTo>
                  <a:cubicBezTo>
                    <a:pt x="773163" y="64732"/>
                    <a:pt x="759143" y="66294"/>
                    <a:pt x="752665" y="66294"/>
                  </a:cubicBezTo>
                  <a:cubicBezTo>
                    <a:pt x="746189" y="66294"/>
                    <a:pt x="740664" y="64960"/>
                    <a:pt x="736092" y="62293"/>
                  </a:cubicBezTo>
                  <a:cubicBezTo>
                    <a:pt x="731520" y="59626"/>
                    <a:pt x="729234" y="57912"/>
                    <a:pt x="729234" y="57150"/>
                  </a:cubicBezTo>
                  <a:cubicBezTo>
                    <a:pt x="729234" y="56388"/>
                    <a:pt x="731901" y="55816"/>
                    <a:pt x="737235" y="55435"/>
                  </a:cubicBezTo>
                  <a:cubicBezTo>
                    <a:pt x="742569" y="55054"/>
                    <a:pt x="750341" y="54178"/>
                    <a:pt x="760552" y="52807"/>
                  </a:cubicBezTo>
                  <a:cubicBezTo>
                    <a:pt x="770763" y="51435"/>
                    <a:pt x="781774" y="49492"/>
                    <a:pt x="793585" y="46977"/>
                  </a:cubicBezTo>
                  <a:cubicBezTo>
                    <a:pt x="805396" y="44463"/>
                    <a:pt x="813168" y="43205"/>
                    <a:pt x="816902" y="43205"/>
                  </a:cubicBezTo>
                  <a:close/>
                  <a:moveTo>
                    <a:pt x="583044" y="43205"/>
                  </a:moveTo>
                  <a:cubicBezTo>
                    <a:pt x="585407" y="43205"/>
                    <a:pt x="589521" y="44844"/>
                    <a:pt x="595389" y="48120"/>
                  </a:cubicBezTo>
                  <a:cubicBezTo>
                    <a:pt x="601256" y="51397"/>
                    <a:pt x="604190" y="53911"/>
                    <a:pt x="604190" y="55664"/>
                  </a:cubicBezTo>
                  <a:cubicBezTo>
                    <a:pt x="604190" y="57417"/>
                    <a:pt x="603352" y="59207"/>
                    <a:pt x="601675" y="61036"/>
                  </a:cubicBezTo>
                  <a:cubicBezTo>
                    <a:pt x="598627" y="64389"/>
                    <a:pt x="595808" y="72847"/>
                    <a:pt x="593217" y="86411"/>
                  </a:cubicBezTo>
                  <a:cubicBezTo>
                    <a:pt x="591388" y="95098"/>
                    <a:pt x="589178" y="101651"/>
                    <a:pt x="586588" y="106070"/>
                  </a:cubicBezTo>
                  <a:cubicBezTo>
                    <a:pt x="583997" y="110490"/>
                    <a:pt x="582054" y="112700"/>
                    <a:pt x="580758" y="112700"/>
                  </a:cubicBezTo>
                  <a:cubicBezTo>
                    <a:pt x="579463" y="112700"/>
                    <a:pt x="577901" y="111138"/>
                    <a:pt x="576072" y="108013"/>
                  </a:cubicBezTo>
                  <a:cubicBezTo>
                    <a:pt x="574243" y="104889"/>
                    <a:pt x="572757" y="103022"/>
                    <a:pt x="571614" y="102413"/>
                  </a:cubicBezTo>
                  <a:cubicBezTo>
                    <a:pt x="570471" y="101803"/>
                    <a:pt x="568871" y="101498"/>
                    <a:pt x="566814" y="101498"/>
                  </a:cubicBezTo>
                  <a:cubicBezTo>
                    <a:pt x="564756" y="101498"/>
                    <a:pt x="560680" y="101879"/>
                    <a:pt x="554584" y="102641"/>
                  </a:cubicBezTo>
                  <a:cubicBezTo>
                    <a:pt x="548488" y="103403"/>
                    <a:pt x="542696" y="104318"/>
                    <a:pt x="537210" y="105385"/>
                  </a:cubicBezTo>
                  <a:cubicBezTo>
                    <a:pt x="536905" y="106756"/>
                    <a:pt x="535915" y="107442"/>
                    <a:pt x="534238" y="107442"/>
                  </a:cubicBezTo>
                  <a:cubicBezTo>
                    <a:pt x="531343" y="107442"/>
                    <a:pt x="528752" y="98527"/>
                    <a:pt x="526466" y="80696"/>
                  </a:cubicBezTo>
                  <a:cubicBezTo>
                    <a:pt x="524942" y="68961"/>
                    <a:pt x="523265" y="61798"/>
                    <a:pt x="521437" y="59207"/>
                  </a:cubicBezTo>
                  <a:cubicBezTo>
                    <a:pt x="519608" y="56617"/>
                    <a:pt x="518693" y="54788"/>
                    <a:pt x="518693" y="53721"/>
                  </a:cubicBezTo>
                  <a:cubicBezTo>
                    <a:pt x="518693" y="52654"/>
                    <a:pt x="519494" y="52121"/>
                    <a:pt x="521094" y="52121"/>
                  </a:cubicBezTo>
                  <a:cubicBezTo>
                    <a:pt x="522694" y="52121"/>
                    <a:pt x="525170" y="52730"/>
                    <a:pt x="528523" y="53950"/>
                  </a:cubicBezTo>
                  <a:cubicBezTo>
                    <a:pt x="547878" y="51968"/>
                    <a:pt x="562585" y="49225"/>
                    <a:pt x="572643" y="45720"/>
                  </a:cubicBezTo>
                  <a:cubicBezTo>
                    <a:pt x="577215" y="44044"/>
                    <a:pt x="580682" y="43205"/>
                    <a:pt x="583044" y="43205"/>
                  </a:cubicBezTo>
                  <a:close/>
                  <a:moveTo>
                    <a:pt x="1200379" y="42977"/>
                  </a:moveTo>
                  <a:cubicBezTo>
                    <a:pt x="1210894" y="42977"/>
                    <a:pt x="1216152" y="46558"/>
                    <a:pt x="1216152" y="53721"/>
                  </a:cubicBezTo>
                  <a:cubicBezTo>
                    <a:pt x="1216152" y="55245"/>
                    <a:pt x="1215733" y="56502"/>
                    <a:pt x="1214895" y="57493"/>
                  </a:cubicBezTo>
                  <a:cubicBezTo>
                    <a:pt x="1214057" y="58483"/>
                    <a:pt x="1212723" y="58979"/>
                    <a:pt x="1210894" y="58979"/>
                  </a:cubicBezTo>
                  <a:cubicBezTo>
                    <a:pt x="1209065" y="58979"/>
                    <a:pt x="1206284" y="56921"/>
                    <a:pt x="1202550" y="52807"/>
                  </a:cubicBezTo>
                  <a:cubicBezTo>
                    <a:pt x="1198816" y="48692"/>
                    <a:pt x="1196950" y="46025"/>
                    <a:pt x="1196950" y="44806"/>
                  </a:cubicBezTo>
                  <a:cubicBezTo>
                    <a:pt x="1196950" y="43586"/>
                    <a:pt x="1198093" y="42977"/>
                    <a:pt x="1200379" y="42977"/>
                  </a:cubicBezTo>
                  <a:close/>
                  <a:moveTo>
                    <a:pt x="1056818" y="38862"/>
                  </a:moveTo>
                  <a:cubicBezTo>
                    <a:pt x="1054075" y="38862"/>
                    <a:pt x="1049503" y="40043"/>
                    <a:pt x="1043102" y="42405"/>
                  </a:cubicBezTo>
                  <a:cubicBezTo>
                    <a:pt x="1036701" y="44767"/>
                    <a:pt x="1031291" y="46558"/>
                    <a:pt x="1026871" y="47777"/>
                  </a:cubicBezTo>
                  <a:cubicBezTo>
                    <a:pt x="1033577" y="52654"/>
                    <a:pt x="1036930" y="56312"/>
                    <a:pt x="1036930" y="58750"/>
                  </a:cubicBezTo>
                  <a:cubicBezTo>
                    <a:pt x="1036930" y="59665"/>
                    <a:pt x="1036320" y="61417"/>
                    <a:pt x="1035101" y="64008"/>
                  </a:cubicBezTo>
                  <a:cubicBezTo>
                    <a:pt x="1033881" y="66599"/>
                    <a:pt x="1032091" y="72352"/>
                    <a:pt x="1029729" y="81267"/>
                  </a:cubicBezTo>
                  <a:cubicBezTo>
                    <a:pt x="1027367" y="90183"/>
                    <a:pt x="1024509" y="98679"/>
                    <a:pt x="1021156" y="106756"/>
                  </a:cubicBezTo>
                  <a:cubicBezTo>
                    <a:pt x="1025576" y="108890"/>
                    <a:pt x="1030948" y="113119"/>
                    <a:pt x="1037273" y="119443"/>
                  </a:cubicBezTo>
                  <a:cubicBezTo>
                    <a:pt x="1043597" y="125768"/>
                    <a:pt x="1047902" y="129921"/>
                    <a:pt x="1050188" y="131902"/>
                  </a:cubicBezTo>
                  <a:cubicBezTo>
                    <a:pt x="1053084" y="125654"/>
                    <a:pt x="1055027" y="119177"/>
                    <a:pt x="1056018" y="112471"/>
                  </a:cubicBezTo>
                  <a:cubicBezTo>
                    <a:pt x="1057008" y="105766"/>
                    <a:pt x="1057504" y="100813"/>
                    <a:pt x="1057504" y="97612"/>
                  </a:cubicBezTo>
                  <a:cubicBezTo>
                    <a:pt x="1057504" y="94412"/>
                    <a:pt x="1057085" y="92164"/>
                    <a:pt x="1056246" y="90868"/>
                  </a:cubicBezTo>
                  <a:cubicBezTo>
                    <a:pt x="1055408" y="89573"/>
                    <a:pt x="1053694" y="88240"/>
                    <a:pt x="1051103" y="86868"/>
                  </a:cubicBezTo>
                  <a:cubicBezTo>
                    <a:pt x="1048512" y="85496"/>
                    <a:pt x="1047217" y="84201"/>
                    <a:pt x="1047217" y="82982"/>
                  </a:cubicBezTo>
                  <a:cubicBezTo>
                    <a:pt x="1047217" y="81763"/>
                    <a:pt x="1047979" y="79781"/>
                    <a:pt x="1049503" y="77038"/>
                  </a:cubicBezTo>
                  <a:cubicBezTo>
                    <a:pt x="1051027" y="74295"/>
                    <a:pt x="1053313" y="68085"/>
                    <a:pt x="1056361" y="58407"/>
                  </a:cubicBezTo>
                  <a:cubicBezTo>
                    <a:pt x="1059409" y="48730"/>
                    <a:pt x="1060933" y="43358"/>
                    <a:pt x="1060933" y="42291"/>
                  </a:cubicBezTo>
                  <a:cubicBezTo>
                    <a:pt x="1060933" y="40005"/>
                    <a:pt x="1059561" y="38862"/>
                    <a:pt x="1056818" y="38862"/>
                  </a:cubicBezTo>
                  <a:close/>
                  <a:moveTo>
                    <a:pt x="1264158" y="37719"/>
                  </a:moveTo>
                  <a:cubicBezTo>
                    <a:pt x="1270863" y="37719"/>
                    <a:pt x="1275664" y="38900"/>
                    <a:pt x="1278560" y="41262"/>
                  </a:cubicBezTo>
                  <a:cubicBezTo>
                    <a:pt x="1281455" y="43624"/>
                    <a:pt x="1282903" y="46253"/>
                    <a:pt x="1282903" y="49149"/>
                  </a:cubicBezTo>
                  <a:cubicBezTo>
                    <a:pt x="1282903" y="52349"/>
                    <a:pt x="1281455" y="53950"/>
                    <a:pt x="1278560" y="53950"/>
                  </a:cubicBezTo>
                  <a:cubicBezTo>
                    <a:pt x="1275664" y="53950"/>
                    <a:pt x="1271778" y="51892"/>
                    <a:pt x="1266901" y="47777"/>
                  </a:cubicBezTo>
                  <a:cubicBezTo>
                    <a:pt x="1262024" y="43663"/>
                    <a:pt x="1259586" y="40957"/>
                    <a:pt x="1259586" y="39662"/>
                  </a:cubicBezTo>
                  <a:cubicBezTo>
                    <a:pt x="1259586" y="38367"/>
                    <a:pt x="1261110" y="37719"/>
                    <a:pt x="1264158" y="37719"/>
                  </a:cubicBezTo>
                  <a:close/>
                  <a:moveTo>
                    <a:pt x="1062990" y="22860"/>
                  </a:moveTo>
                  <a:cubicBezTo>
                    <a:pt x="1064971" y="22860"/>
                    <a:pt x="1068857" y="24422"/>
                    <a:pt x="1074649" y="27546"/>
                  </a:cubicBezTo>
                  <a:cubicBezTo>
                    <a:pt x="1080440" y="30670"/>
                    <a:pt x="1083335" y="33071"/>
                    <a:pt x="1083335" y="34747"/>
                  </a:cubicBezTo>
                  <a:cubicBezTo>
                    <a:pt x="1083335" y="36424"/>
                    <a:pt x="1081735" y="38405"/>
                    <a:pt x="1078535" y="40691"/>
                  </a:cubicBezTo>
                  <a:cubicBezTo>
                    <a:pt x="1077163" y="41758"/>
                    <a:pt x="1074420" y="45872"/>
                    <a:pt x="1070305" y="53035"/>
                  </a:cubicBezTo>
                  <a:cubicBezTo>
                    <a:pt x="1066190" y="60198"/>
                    <a:pt x="1061161" y="69952"/>
                    <a:pt x="1055218" y="82296"/>
                  </a:cubicBezTo>
                  <a:cubicBezTo>
                    <a:pt x="1061009" y="83058"/>
                    <a:pt x="1065962" y="84544"/>
                    <a:pt x="1070077" y="86754"/>
                  </a:cubicBezTo>
                  <a:cubicBezTo>
                    <a:pt x="1074191" y="88963"/>
                    <a:pt x="1076249" y="91059"/>
                    <a:pt x="1076249" y="93040"/>
                  </a:cubicBezTo>
                  <a:cubicBezTo>
                    <a:pt x="1076249" y="95021"/>
                    <a:pt x="1075449" y="96926"/>
                    <a:pt x="1073849" y="98755"/>
                  </a:cubicBezTo>
                  <a:cubicBezTo>
                    <a:pt x="1072248" y="100584"/>
                    <a:pt x="1070839" y="103289"/>
                    <a:pt x="1069619" y="106870"/>
                  </a:cubicBezTo>
                  <a:cubicBezTo>
                    <a:pt x="1068400" y="110452"/>
                    <a:pt x="1067562" y="113843"/>
                    <a:pt x="1067105" y="117043"/>
                  </a:cubicBezTo>
                  <a:cubicBezTo>
                    <a:pt x="1065733" y="125425"/>
                    <a:pt x="1063219" y="133198"/>
                    <a:pt x="1059561" y="140360"/>
                  </a:cubicBezTo>
                  <a:cubicBezTo>
                    <a:pt x="1067029" y="146152"/>
                    <a:pt x="1074725" y="150571"/>
                    <a:pt x="1082650" y="153619"/>
                  </a:cubicBezTo>
                  <a:cubicBezTo>
                    <a:pt x="1090574" y="156667"/>
                    <a:pt x="1102995" y="160249"/>
                    <a:pt x="1119911" y="164363"/>
                  </a:cubicBezTo>
                  <a:cubicBezTo>
                    <a:pt x="1124483" y="165430"/>
                    <a:pt x="1126769" y="166726"/>
                    <a:pt x="1126769" y="168250"/>
                  </a:cubicBezTo>
                  <a:cubicBezTo>
                    <a:pt x="1126769" y="169164"/>
                    <a:pt x="1126045" y="169888"/>
                    <a:pt x="1124598" y="170421"/>
                  </a:cubicBezTo>
                  <a:cubicBezTo>
                    <a:pt x="1123150" y="170955"/>
                    <a:pt x="1118463" y="171983"/>
                    <a:pt x="1110539" y="173507"/>
                  </a:cubicBezTo>
                  <a:cubicBezTo>
                    <a:pt x="1102614" y="175031"/>
                    <a:pt x="1096023" y="175793"/>
                    <a:pt x="1090765" y="175793"/>
                  </a:cubicBezTo>
                  <a:cubicBezTo>
                    <a:pt x="1085507" y="175793"/>
                    <a:pt x="1080325" y="174003"/>
                    <a:pt x="1075220" y="170421"/>
                  </a:cubicBezTo>
                  <a:cubicBezTo>
                    <a:pt x="1070115" y="166840"/>
                    <a:pt x="1062761" y="159868"/>
                    <a:pt x="1053160" y="149504"/>
                  </a:cubicBezTo>
                  <a:cubicBezTo>
                    <a:pt x="1046455" y="156972"/>
                    <a:pt x="1038492" y="162268"/>
                    <a:pt x="1029271" y="165392"/>
                  </a:cubicBezTo>
                  <a:cubicBezTo>
                    <a:pt x="1020051" y="168516"/>
                    <a:pt x="1012317" y="170078"/>
                    <a:pt x="1006069" y="170078"/>
                  </a:cubicBezTo>
                  <a:cubicBezTo>
                    <a:pt x="1003935" y="170078"/>
                    <a:pt x="1002868" y="169621"/>
                    <a:pt x="1002868" y="168707"/>
                  </a:cubicBezTo>
                  <a:cubicBezTo>
                    <a:pt x="1002868" y="167792"/>
                    <a:pt x="1004468" y="166802"/>
                    <a:pt x="1007669" y="165735"/>
                  </a:cubicBezTo>
                  <a:cubicBezTo>
                    <a:pt x="1025195" y="160096"/>
                    <a:pt x="1037768" y="151714"/>
                    <a:pt x="1045388" y="140589"/>
                  </a:cubicBezTo>
                  <a:cubicBezTo>
                    <a:pt x="1042645" y="137236"/>
                    <a:pt x="1038873" y="132474"/>
                    <a:pt x="1034072" y="126301"/>
                  </a:cubicBezTo>
                  <a:cubicBezTo>
                    <a:pt x="1029271" y="120129"/>
                    <a:pt x="1024280" y="115291"/>
                    <a:pt x="1019099" y="111785"/>
                  </a:cubicBezTo>
                  <a:cubicBezTo>
                    <a:pt x="1012241" y="128854"/>
                    <a:pt x="1003745" y="141656"/>
                    <a:pt x="993610" y="150190"/>
                  </a:cubicBezTo>
                  <a:cubicBezTo>
                    <a:pt x="983475" y="158725"/>
                    <a:pt x="977265" y="162992"/>
                    <a:pt x="974979" y="162992"/>
                  </a:cubicBezTo>
                  <a:cubicBezTo>
                    <a:pt x="974369" y="162992"/>
                    <a:pt x="974065" y="162496"/>
                    <a:pt x="974065" y="161506"/>
                  </a:cubicBezTo>
                  <a:cubicBezTo>
                    <a:pt x="974065" y="160515"/>
                    <a:pt x="975589" y="158572"/>
                    <a:pt x="978637" y="155677"/>
                  </a:cubicBezTo>
                  <a:cubicBezTo>
                    <a:pt x="989457" y="146075"/>
                    <a:pt x="999515" y="130454"/>
                    <a:pt x="1008812" y="108814"/>
                  </a:cubicBezTo>
                  <a:cubicBezTo>
                    <a:pt x="1018108" y="87173"/>
                    <a:pt x="1022757" y="69647"/>
                    <a:pt x="1022757" y="56236"/>
                  </a:cubicBezTo>
                  <a:cubicBezTo>
                    <a:pt x="1022757" y="53492"/>
                    <a:pt x="1022452" y="51206"/>
                    <a:pt x="1021842" y="49378"/>
                  </a:cubicBezTo>
                  <a:cubicBezTo>
                    <a:pt x="1017575" y="50597"/>
                    <a:pt x="1014260" y="51206"/>
                    <a:pt x="1011898" y="51206"/>
                  </a:cubicBezTo>
                  <a:cubicBezTo>
                    <a:pt x="1009536" y="51206"/>
                    <a:pt x="1007288" y="50597"/>
                    <a:pt x="1005154" y="49378"/>
                  </a:cubicBezTo>
                  <a:cubicBezTo>
                    <a:pt x="1003021" y="48158"/>
                    <a:pt x="1001954" y="47092"/>
                    <a:pt x="1001954" y="46177"/>
                  </a:cubicBezTo>
                  <a:cubicBezTo>
                    <a:pt x="1001954" y="45263"/>
                    <a:pt x="1004049" y="44577"/>
                    <a:pt x="1008240" y="44120"/>
                  </a:cubicBezTo>
                  <a:cubicBezTo>
                    <a:pt x="1012431" y="43663"/>
                    <a:pt x="1020813" y="41338"/>
                    <a:pt x="1033386" y="37147"/>
                  </a:cubicBezTo>
                  <a:cubicBezTo>
                    <a:pt x="1045959" y="32956"/>
                    <a:pt x="1053541" y="29527"/>
                    <a:pt x="1056132" y="26860"/>
                  </a:cubicBezTo>
                  <a:cubicBezTo>
                    <a:pt x="1058723" y="24193"/>
                    <a:pt x="1061009" y="22860"/>
                    <a:pt x="1062990" y="22860"/>
                  </a:cubicBezTo>
                  <a:close/>
                  <a:moveTo>
                    <a:pt x="30061" y="10058"/>
                  </a:moveTo>
                  <a:cubicBezTo>
                    <a:pt x="32271" y="10058"/>
                    <a:pt x="36043" y="11392"/>
                    <a:pt x="41377" y="14059"/>
                  </a:cubicBezTo>
                  <a:cubicBezTo>
                    <a:pt x="46711" y="16726"/>
                    <a:pt x="49378" y="19964"/>
                    <a:pt x="49378" y="23774"/>
                  </a:cubicBezTo>
                  <a:cubicBezTo>
                    <a:pt x="49378" y="25146"/>
                    <a:pt x="49073" y="26670"/>
                    <a:pt x="48463" y="28346"/>
                  </a:cubicBezTo>
                  <a:cubicBezTo>
                    <a:pt x="47092" y="32309"/>
                    <a:pt x="46139" y="38671"/>
                    <a:pt x="45606" y="47434"/>
                  </a:cubicBezTo>
                  <a:cubicBezTo>
                    <a:pt x="45072" y="56197"/>
                    <a:pt x="44806" y="71552"/>
                    <a:pt x="44806" y="93497"/>
                  </a:cubicBezTo>
                  <a:lnTo>
                    <a:pt x="45263" y="163220"/>
                  </a:lnTo>
                  <a:cubicBezTo>
                    <a:pt x="45263" y="171602"/>
                    <a:pt x="44425" y="179146"/>
                    <a:pt x="42748" y="185852"/>
                  </a:cubicBezTo>
                  <a:cubicBezTo>
                    <a:pt x="41072" y="192557"/>
                    <a:pt x="39014" y="195910"/>
                    <a:pt x="36576" y="195910"/>
                  </a:cubicBezTo>
                  <a:cubicBezTo>
                    <a:pt x="34900" y="195910"/>
                    <a:pt x="33261" y="193357"/>
                    <a:pt x="31661" y="188252"/>
                  </a:cubicBezTo>
                  <a:cubicBezTo>
                    <a:pt x="30061" y="183147"/>
                    <a:pt x="29261" y="178879"/>
                    <a:pt x="29261" y="175450"/>
                  </a:cubicBezTo>
                  <a:cubicBezTo>
                    <a:pt x="29261" y="172021"/>
                    <a:pt x="29870" y="168097"/>
                    <a:pt x="31090" y="163678"/>
                  </a:cubicBezTo>
                  <a:cubicBezTo>
                    <a:pt x="32309" y="159258"/>
                    <a:pt x="33414" y="149352"/>
                    <a:pt x="34404" y="133960"/>
                  </a:cubicBezTo>
                  <a:cubicBezTo>
                    <a:pt x="35395" y="118567"/>
                    <a:pt x="35890" y="99822"/>
                    <a:pt x="35890" y="77724"/>
                  </a:cubicBezTo>
                  <a:cubicBezTo>
                    <a:pt x="35890" y="55626"/>
                    <a:pt x="35166" y="40653"/>
                    <a:pt x="33719" y="32804"/>
                  </a:cubicBezTo>
                  <a:cubicBezTo>
                    <a:pt x="32271" y="24955"/>
                    <a:pt x="30404" y="19202"/>
                    <a:pt x="28118" y="15545"/>
                  </a:cubicBezTo>
                  <a:cubicBezTo>
                    <a:pt x="27203" y="14173"/>
                    <a:pt x="26746" y="12916"/>
                    <a:pt x="26746" y="11773"/>
                  </a:cubicBezTo>
                  <a:cubicBezTo>
                    <a:pt x="26746" y="10630"/>
                    <a:pt x="27851" y="10058"/>
                    <a:pt x="30061" y="10058"/>
                  </a:cubicBezTo>
                  <a:close/>
                  <a:moveTo>
                    <a:pt x="1195349" y="9601"/>
                  </a:moveTo>
                  <a:cubicBezTo>
                    <a:pt x="1197635" y="9601"/>
                    <a:pt x="1200759" y="10287"/>
                    <a:pt x="1204722" y="11659"/>
                  </a:cubicBezTo>
                  <a:cubicBezTo>
                    <a:pt x="1208684" y="13030"/>
                    <a:pt x="1210666" y="14859"/>
                    <a:pt x="1210666" y="17145"/>
                  </a:cubicBezTo>
                  <a:cubicBezTo>
                    <a:pt x="1210666" y="18059"/>
                    <a:pt x="1210056" y="19279"/>
                    <a:pt x="1208837" y="20803"/>
                  </a:cubicBezTo>
                  <a:cubicBezTo>
                    <a:pt x="1207617" y="22327"/>
                    <a:pt x="1206246" y="24308"/>
                    <a:pt x="1204722" y="26746"/>
                  </a:cubicBezTo>
                  <a:cubicBezTo>
                    <a:pt x="1208989" y="26899"/>
                    <a:pt x="1214323" y="25908"/>
                    <a:pt x="1220724" y="23774"/>
                  </a:cubicBezTo>
                  <a:cubicBezTo>
                    <a:pt x="1223772" y="22860"/>
                    <a:pt x="1226401" y="22403"/>
                    <a:pt x="1228611" y="22403"/>
                  </a:cubicBezTo>
                  <a:cubicBezTo>
                    <a:pt x="1230820" y="22403"/>
                    <a:pt x="1232954" y="22898"/>
                    <a:pt x="1235011" y="23889"/>
                  </a:cubicBezTo>
                  <a:cubicBezTo>
                    <a:pt x="1237069" y="24879"/>
                    <a:pt x="1238097" y="25984"/>
                    <a:pt x="1238097" y="27203"/>
                  </a:cubicBezTo>
                  <a:cubicBezTo>
                    <a:pt x="1238097" y="29337"/>
                    <a:pt x="1235278" y="31090"/>
                    <a:pt x="1229639" y="32461"/>
                  </a:cubicBezTo>
                  <a:cubicBezTo>
                    <a:pt x="1224001" y="33833"/>
                    <a:pt x="1219314" y="34519"/>
                    <a:pt x="1215580" y="34519"/>
                  </a:cubicBezTo>
                  <a:cubicBezTo>
                    <a:pt x="1211847" y="34519"/>
                    <a:pt x="1207237" y="33452"/>
                    <a:pt x="1201750" y="31318"/>
                  </a:cubicBezTo>
                  <a:cubicBezTo>
                    <a:pt x="1195502" y="41834"/>
                    <a:pt x="1189063" y="49378"/>
                    <a:pt x="1182433" y="53950"/>
                  </a:cubicBezTo>
                  <a:cubicBezTo>
                    <a:pt x="1175804" y="58522"/>
                    <a:pt x="1171575" y="60808"/>
                    <a:pt x="1169746" y="60808"/>
                  </a:cubicBezTo>
                  <a:cubicBezTo>
                    <a:pt x="1169289" y="60808"/>
                    <a:pt x="1169061" y="60579"/>
                    <a:pt x="1169061" y="60122"/>
                  </a:cubicBezTo>
                  <a:cubicBezTo>
                    <a:pt x="1169061" y="59665"/>
                    <a:pt x="1169746" y="58522"/>
                    <a:pt x="1171118" y="56693"/>
                  </a:cubicBezTo>
                  <a:cubicBezTo>
                    <a:pt x="1185901" y="37338"/>
                    <a:pt x="1193292" y="24384"/>
                    <a:pt x="1193292" y="17831"/>
                  </a:cubicBezTo>
                  <a:cubicBezTo>
                    <a:pt x="1193292" y="16612"/>
                    <a:pt x="1193063" y="15507"/>
                    <a:pt x="1192606" y="14516"/>
                  </a:cubicBezTo>
                  <a:cubicBezTo>
                    <a:pt x="1192149" y="13525"/>
                    <a:pt x="1191920" y="12459"/>
                    <a:pt x="1191920" y="11316"/>
                  </a:cubicBezTo>
                  <a:cubicBezTo>
                    <a:pt x="1191920" y="10173"/>
                    <a:pt x="1193063" y="9601"/>
                    <a:pt x="1195349" y="9601"/>
                  </a:cubicBezTo>
                  <a:close/>
                  <a:moveTo>
                    <a:pt x="261633" y="4343"/>
                  </a:moveTo>
                  <a:cubicBezTo>
                    <a:pt x="263081" y="4343"/>
                    <a:pt x="266395" y="5524"/>
                    <a:pt x="271577" y="7887"/>
                  </a:cubicBezTo>
                  <a:cubicBezTo>
                    <a:pt x="276758" y="10249"/>
                    <a:pt x="279349" y="12954"/>
                    <a:pt x="279349" y="16002"/>
                  </a:cubicBezTo>
                  <a:cubicBezTo>
                    <a:pt x="279349" y="17678"/>
                    <a:pt x="278663" y="20155"/>
                    <a:pt x="277292" y="23431"/>
                  </a:cubicBezTo>
                  <a:cubicBezTo>
                    <a:pt x="275920" y="26708"/>
                    <a:pt x="274968" y="32575"/>
                    <a:pt x="274434" y="41034"/>
                  </a:cubicBezTo>
                  <a:cubicBezTo>
                    <a:pt x="273901" y="49492"/>
                    <a:pt x="273634" y="65456"/>
                    <a:pt x="273634" y="88925"/>
                  </a:cubicBezTo>
                  <a:cubicBezTo>
                    <a:pt x="273634" y="129616"/>
                    <a:pt x="272682" y="155677"/>
                    <a:pt x="270777" y="167107"/>
                  </a:cubicBezTo>
                  <a:cubicBezTo>
                    <a:pt x="268872" y="178537"/>
                    <a:pt x="266395" y="184252"/>
                    <a:pt x="263347" y="184252"/>
                  </a:cubicBezTo>
                  <a:cubicBezTo>
                    <a:pt x="261671" y="184252"/>
                    <a:pt x="260033" y="182118"/>
                    <a:pt x="258432" y="177851"/>
                  </a:cubicBezTo>
                  <a:cubicBezTo>
                    <a:pt x="256832" y="173584"/>
                    <a:pt x="256032" y="169240"/>
                    <a:pt x="256032" y="164821"/>
                  </a:cubicBezTo>
                  <a:cubicBezTo>
                    <a:pt x="256032" y="160401"/>
                    <a:pt x="257632" y="153619"/>
                    <a:pt x="260833" y="144475"/>
                  </a:cubicBezTo>
                  <a:cubicBezTo>
                    <a:pt x="261899" y="141580"/>
                    <a:pt x="263004" y="129616"/>
                    <a:pt x="264147" y="108585"/>
                  </a:cubicBezTo>
                  <a:cubicBezTo>
                    <a:pt x="265290" y="87554"/>
                    <a:pt x="265862" y="66446"/>
                    <a:pt x="265862" y="45263"/>
                  </a:cubicBezTo>
                  <a:cubicBezTo>
                    <a:pt x="265862" y="36728"/>
                    <a:pt x="265519" y="29680"/>
                    <a:pt x="264833" y="24117"/>
                  </a:cubicBezTo>
                  <a:cubicBezTo>
                    <a:pt x="264147" y="18555"/>
                    <a:pt x="263081" y="14516"/>
                    <a:pt x="261633" y="12001"/>
                  </a:cubicBezTo>
                  <a:cubicBezTo>
                    <a:pt x="260185" y="9487"/>
                    <a:pt x="259461" y="7582"/>
                    <a:pt x="259461" y="6286"/>
                  </a:cubicBezTo>
                  <a:cubicBezTo>
                    <a:pt x="259461" y="4991"/>
                    <a:pt x="260185" y="4343"/>
                    <a:pt x="261633" y="4343"/>
                  </a:cubicBezTo>
                  <a:close/>
                  <a:moveTo>
                    <a:pt x="104699" y="4343"/>
                  </a:moveTo>
                  <a:cubicBezTo>
                    <a:pt x="106528" y="4343"/>
                    <a:pt x="110528" y="5601"/>
                    <a:pt x="116700" y="8115"/>
                  </a:cubicBezTo>
                  <a:cubicBezTo>
                    <a:pt x="122873" y="10630"/>
                    <a:pt x="125959" y="13411"/>
                    <a:pt x="125959" y="16459"/>
                  </a:cubicBezTo>
                  <a:cubicBezTo>
                    <a:pt x="125959" y="17831"/>
                    <a:pt x="125273" y="19583"/>
                    <a:pt x="123901" y="21717"/>
                  </a:cubicBezTo>
                  <a:cubicBezTo>
                    <a:pt x="121310" y="24917"/>
                    <a:pt x="119253" y="36652"/>
                    <a:pt x="117729" y="56921"/>
                  </a:cubicBezTo>
                  <a:cubicBezTo>
                    <a:pt x="127940" y="54635"/>
                    <a:pt x="134188" y="52654"/>
                    <a:pt x="136474" y="50978"/>
                  </a:cubicBezTo>
                  <a:cubicBezTo>
                    <a:pt x="138760" y="49301"/>
                    <a:pt x="141122" y="48463"/>
                    <a:pt x="143561" y="48463"/>
                  </a:cubicBezTo>
                  <a:cubicBezTo>
                    <a:pt x="145999" y="48463"/>
                    <a:pt x="149695" y="49568"/>
                    <a:pt x="154648" y="51778"/>
                  </a:cubicBezTo>
                  <a:cubicBezTo>
                    <a:pt x="159601" y="53988"/>
                    <a:pt x="162077" y="55893"/>
                    <a:pt x="162077" y="57493"/>
                  </a:cubicBezTo>
                  <a:cubicBezTo>
                    <a:pt x="162077" y="59093"/>
                    <a:pt x="161049" y="61074"/>
                    <a:pt x="158991" y="63436"/>
                  </a:cubicBezTo>
                  <a:cubicBezTo>
                    <a:pt x="156934" y="65799"/>
                    <a:pt x="154534" y="70256"/>
                    <a:pt x="151790" y="76810"/>
                  </a:cubicBezTo>
                  <a:cubicBezTo>
                    <a:pt x="149047" y="83363"/>
                    <a:pt x="146456" y="91288"/>
                    <a:pt x="144018" y="100584"/>
                  </a:cubicBezTo>
                  <a:cubicBezTo>
                    <a:pt x="157124" y="97231"/>
                    <a:pt x="165887" y="95555"/>
                    <a:pt x="170307" y="95555"/>
                  </a:cubicBezTo>
                  <a:cubicBezTo>
                    <a:pt x="174727" y="95555"/>
                    <a:pt x="178499" y="96698"/>
                    <a:pt x="181623" y="98984"/>
                  </a:cubicBezTo>
                  <a:cubicBezTo>
                    <a:pt x="184747" y="101270"/>
                    <a:pt x="186309" y="103175"/>
                    <a:pt x="186309" y="104699"/>
                  </a:cubicBezTo>
                  <a:cubicBezTo>
                    <a:pt x="186309" y="107442"/>
                    <a:pt x="182270" y="108814"/>
                    <a:pt x="174193" y="108814"/>
                  </a:cubicBezTo>
                  <a:cubicBezTo>
                    <a:pt x="172060" y="108814"/>
                    <a:pt x="169964" y="108699"/>
                    <a:pt x="167907" y="108471"/>
                  </a:cubicBezTo>
                  <a:cubicBezTo>
                    <a:pt x="165849" y="108242"/>
                    <a:pt x="163830" y="108128"/>
                    <a:pt x="161849" y="108128"/>
                  </a:cubicBezTo>
                  <a:cubicBezTo>
                    <a:pt x="153010" y="108128"/>
                    <a:pt x="137617" y="109499"/>
                    <a:pt x="115672" y="112243"/>
                  </a:cubicBezTo>
                  <a:cubicBezTo>
                    <a:pt x="123749" y="125501"/>
                    <a:pt x="131293" y="135903"/>
                    <a:pt x="138303" y="143446"/>
                  </a:cubicBezTo>
                  <a:cubicBezTo>
                    <a:pt x="145313" y="150990"/>
                    <a:pt x="152857" y="157124"/>
                    <a:pt x="160934" y="161849"/>
                  </a:cubicBezTo>
                  <a:cubicBezTo>
                    <a:pt x="169012" y="166573"/>
                    <a:pt x="179603" y="171450"/>
                    <a:pt x="192710" y="176479"/>
                  </a:cubicBezTo>
                  <a:cubicBezTo>
                    <a:pt x="196063" y="177851"/>
                    <a:pt x="197739" y="179299"/>
                    <a:pt x="197739" y="180823"/>
                  </a:cubicBezTo>
                  <a:cubicBezTo>
                    <a:pt x="197739" y="181585"/>
                    <a:pt x="197358" y="182118"/>
                    <a:pt x="196596" y="182423"/>
                  </a:cubicBezTo>
                  <a:cubicBezTo>
                    <a:pt x="195834" y="182728"/>
                    <a:pt x="192024" y="182994"/>
                    <a:pt x="185166" y="183223"/>
                  </a:cubicBezTo>
                  <a:cubicBezTo>
                    <a:pt x="178308" y="183451"/>
                    <a:pt x="172326" y="183566"/>
                    <a:pt x="167221" y="183566"/>
                  </a:cubicBezTo>
                  <a:cubicBezTo>
                    <a:pt x="162116" y="183566"/>
                    <a:pt x="158039" y="183299"/>
                    <a:pt x="154991" y="182766"/>
                  </a:cubicBezTo>
                  <a:cubicBezTo>
                    <a:pt x="151943" y="182232"/>
                    <a:pt x="149466" y="181165"/>
                    <a:pt x="147561" y="179565"/>
                  </a:cubicBezTo>
                  <a:cubicBezTo>
                    <a:pt x="145656" y="177965"/>
                    <a:pt x="140703" y="170078"/>
                    <a:pt x="132702" y="155905"/>
                  </a:cubicBezTo>
                  <a:cubicBezTo>
                    <a:pt x="124701" y="141732"/>
                    <a:pt x="117119" y="127711"/>
                    <a:pt x="109957" y="113843"/>
                  </a:cubicBezTo>
                  <a:cubicBezTo>
                    <a:pt x="105080" y="132283"/>
                    <a:pt x="99098" y="146380"/>
                    <a:pt x="92012" y="156134"/>
                  </a:cubicBezTo>
                  <a:cubicBezTo>
                    <a:pt x="84925" y="165887"/>
                    <a:pt x="77534" y="172669"/>
                    <a:pt x="69837" y="176479"/>
                  </a:cubicBezTo>
                  <a:cubicBezTo>
                    <a:pt x="62141" y="180289"/>
                    <a:pt x="57226" y="182194"/>
                    <a:pt x="55093" y="182194"/>
                  </a:cubicBezTo>
                  <a:cubicBezTo>
                    <a:pt x="54178" y="182194"/>
                    <a:pt x="53721" y="181851"/>
                    <a:pt x="53721" y="181165"/>
                  </a:cubicBezTo>
                  <a:cubicBezTo>
                    <a:pt x="53721" y="180480"/>
                    <a:pt x="54712" y="179375"/>
                    <a:pt x="56693" y="177851"/>
                  </a:cubicBezTo>
                  <a:cubicBezTo>
                    <a:pt x="67513" y="171145"/>
                    <a:pt x="76657" y="162344"/>
                    <a:pt x="84125" y="151447"/>
                  </a:cubicBezTo>
                  <a:cubicBezTo>
                    <a:pt x="91592" y="140551"/>
                    <a:pt x="96622" y="128168"/>
                    <a:pt x="99212" y="114300"/>
                  </a:cubicBezTo>
                  <a:cubicBezTo>
                    <a:pt x="88240" y="115976"/>
                    <a:pt x="80963" y="117348"/>
                    <a:pt x="77381" y="118415"/>
                  </a:cubicBezTo>
                  <a:cubicBezTo>
                    <a:pt x="73800" y="119482"/>
                    <a:pt x="70828" y="120015"/>
                    <a:pt x="68466" y="120015"/>
                  </a:cubicBezTo>
                  <a:cubicBezTo>
                    <a:pt x="66104" y="120015"/>
                    <a:pt x="63437" y="119024"/>
                    <a:pt x="60465" y="117043"/>
                  </a:cubicBezTo>
                  <a:cubicBezTo>
                    <a:pt x="57493" y="115062"/>
                    <a:pt x="56007" y="113805"/>
                    <a:pt x="56007" y="113271"/>
                  </a:cubicBezTo>
                  <a:cubicBezTo>
                    <a:pt x="56007" y="112738"/>
                    <a:pt x="56464" y="112357"/>
                    <a:pt x="57379" y="112128"/>
                  </a:cubicBezTo>
                  <a:cubicBezTo>
                    <a:pt x="58293" y="111900"/>
                    <a:pt x="60731" y="111557"/>
                    <a:pt x="64694" y="111100"/>
                  </a:cubicBezTo>
                  <a:lnTo>
                    <a:pt x="100355" y="107213"/>
                  </a:lnTo>
                  <a:cubicBezTo>
                    <a:pt x="102184" y="96088"/>
                    <a:pt x="103708" y="82677"/>
                    <a:pt x="104927" y="66980"/>
                  </a:cubicBezTo>
                  <a:cubicBezTo>
                    <a:pt x="102184" y="67437"/>
                    <a:pt x="99327" y="68123"/>
                    <a:pt x="96355" y="69037"/>
                  </a:cubicBezTo>
                  <a:cubicBezTo>
                    <a:pt x="93383" y="69952"/>
                    <a:pt x="90754" y="70409"/>
                    <a:pt x="88468" y="70409"/>
                  </a:cubicBezTo>
                  <a:cubicBezTo>
                    <a:pt x="86182" y="70409"/>
                    <a:pt x="83630" y="69799"/>
                    <a:pt x="80810" y="68580"/>
                  </a:cubicBezTo>
                  <a:cubicBezTo>
                    <a:pt x="77991" y="67361"/>
                    <a:pt x="76581" y="66142"/>
                    <a:pt x="76581" y="64922"/>
                  </a:cubicBezTo>
                  <a:cubicBezTo>
                    <a:pt x="76581" y="63703"/>
                    <a:pt x="78143" y="63017"/>
                    <a:pt x="81267" y="62865"/>
                  </a:cubicBezTo>
                  <a:cubicBezTo>
                    <a:pt x="84392" y="62713"/>
                    <a:pt x="92431" y="61570"/>
                    <a:pt x="105385" y="59436"/>
                  </a:cubicBezTo>
                  <a:cubicBezTo>
                    <a:pt x="105994" y="48463"/>
                    <a:pt x="106299" y="38557"/>
                    <a:pt x="106299" y="29718"/>
                  </a:cubicBezTo>
                  <a:cubicBezTo>
                    <a:pt x="106299" y="20879"/>
                    <a:pt x="105575" y="15088"/>
                    <a:pt x="104127" y="12344"/>
                  </a:cubicBezTo>
                  <a:cubicBezTo>
                    <a:pt x="102680" y="9601"/>
                    <a:pt x="101956" y="7582"/>
                    <a:pt x="101956" y="6286"/>
                  </a:cubicBezTo>
                  <a:cubicBezTo>
                    <a:pt x="101956" y="4991"/>
                    <a:pt x="102870" y="4343"/>
                    <a:pt x="104699" y="4343"/>
                  </a:cubicBezTo>
                  <a:close/>
                  <a:moveTo>
                    <a:pt x="1255700" y="2743"/>
                  </a:moveTo>
                  <a:cubicBezTo>
                    <a:pt x="1257833" y="2743"/>
                    <a:pt x="1260729" y="3391"/>
                    <a:pt x="1264387" y="4686"/>
                  </a:cubicBezTo>
                  <a:cubicBezTo>
                    <a:pt x="1268044" y="5982"/>
                    <a:pt x="1269873" y="7468"/>
                    <a:pt x="1269873" y="9144"/>
                  </a:cubicBezTo>
                  <a:cubicBezTo>
                    <a:pt x="1269873" y="9906"/>
                    <a:pt x="1269301" y="10897"/>
                    <a:pt x="1268159" y="12116"/>
                  </a:cubicBezTo>
                  <a:cubicBezTo>
                    <a:pt x="1267015" y="13335"/>
                    <a:pt x="1265149" y="16383"/>
                    <a:pt x="1262558" y="21260"/>
                  </a:cubicBezTo>
                  <a:cubicBezTo>
                    <a:pt x="1270330" y="20955"/>
                    <a:pt x="1277379" y="19926"/>
                    <a:pt x="1283703" y="18174"/>
                  </a:cubicBezTo>
                  <a:cubicBezTo>
                    <a:pt x="1290028" y="16421"/>
                    <a:pt x="1294485" y="15545"/>
                    <a:pt x="1297076" y="15545"/>
                  </a:cubicBezTo>
                  <a:cubicBezTo>
                    <a:pt x="1302563" y="15545"/>
                    <a:pt x="1305306" y="17069"/>
                    <a:pt x="1305306" y="20117"/>
                  </a:cubicBezTo>
                  <a:cubicBezTo>
                    <a:pt x="1305306" y="21488"/>
                    <a:pt x="1304620" y="22669"/>
                    <a:pt x="1303249" y="23660"/>
                  </a:cubicBezTo>
                  <a:cubicBezTo>
                    <a:pt x="1301877" y="24651"/>
                    <a:pt x="1298677" y="25603"/>
                    <a:pt x="1293647" y="26518"/>
                  </a:cubicBezTo>
                  <a:cubicBezTo>
                    <a:pt x="1288618" y="27432"/>
                    <a:pt x="1283246" y="27889"/>
                    <a:pt x="1277531" y="27889"/>
                  </a:cubicBezTo>
                  <a:cubicBezTo>
                    <a:pt x="1271816" y="27889"/>
                    <a:pt x="1265987" y="27051"/>
                    <a:pt x="1260043" y="25375"/>
                  </a:cubicBezTo>
                  <a:cubicBezTo>
                    <a:pt x="1254557" y="33757"/>
                    <a:pt x="1249337" y="39891"/>
                    <a:pt x="1244384" y="43777"/>
                  </a:cubicBezTo>
                  <a:cubicBezTo>
                    <a:pt x="1239431" y="47663"/>
                    <a:pt x="1236040" y="49606"/>
                    <a:pt x="1234211" y="49606"/>
                  </a:cubicBezTo>
                  <a:cubicBezTo>
                    <a:pt x="1233754" y="49606"/>
                    <a:pt x="1233525" y="49339"/>
                    <a:pt x="1233525" y="48806"/>
                  </a:cubicBezTo>
                  <a:cubicBezTo>
                    <a:pt x="1233525" y="48273"/>
                    <a:pt x="1234211" y="47015"/>
                    <a:pt x="1235583" y="45034"/>
                  </a:cubicBezTo>
                  <a:cubicBezTo>
                    <a:pt x="1248232" y="27508"/>
                    <a:pt x="1253947" y="15240"/>
                    <a:pt x="1252728" y="8230"/>
                  </a:cubicBezTo>
                  <a:cubicBezTo>
                    <a:pt x="1252575" y="7468"/>
                    <a:pt x="1252499" y="6782"/>
                    <a:pt x="1252499" y="6172"/>
                  </a:cubicBezTo>
                  <a:cubicBezTo>
                    <a:pt x="1252499" y="3886"/>
                    <a:pt x="1253566" y="2743"/>
                    <a:pt x="1255700" y="2743"/>
                  </a:cubicBezTo>
                  <a:close/>
                  <a:moveTo>
                    <a:pt x="959206" y="686"/>
                  </a:moveTo>
                  <a:cubicBezTo>
                    <a:pt x="961644" y="686"/>
                    <a:pt x="965492" y="1905"/>
                    <a:pt x="970750" y="4343"/>
                  </a:cubicBezTo>
                  <a:cubicBezTo>
                    <a:pt x="976008" y="6782"/>
                    <a:pt x="978637" y="9449"/>
                    <a:pt x="978637" y="12344"/>
                  </a:cubicBezTo>
                  <a:cubicBezTo>
                    <a:pt x="978637" y="13564"/>
                    <a:pt x="978179" y="14859"/>
                    <a:pt x="977265" y="16231"/>
                  </a:cubicBezTo>
                  <a:cubicBezTo>
                    <a:pt x="974674" y="21107"/>
                    <a:pt x="972388" y="34976"/>
                    <a:pt x="970407" y="57836"/>
                  </a:cubicBezTo>
                  <a:cubicBezTo>
                    <a:pt x="977570" y="55855"/>
                    <a:pt x="982828" y="54864"/>
                    <a:pt x="986180" y="54864"/>
                  </a:cubicBezTo>
                  <a:cubicBezTo>
                    <a:pt x="989533" y="54864"/>
                    <a:pt x="992238" y="55397"/>
                    <a:pt x="994296" y="56464"/>
                  </a:cubicBezTo>
                  <a:cubicBezTo>
                    <a:pt x="996353" y="57531"/>
                    <a:pt x="997382" y="58636"/>
                    <a:pt x="997382" y="59779"/>
                  </a:cubicBezTo>
                  <a:cubicBezTo>
                    <a:pt x="997382" y="60922"/>
                    <a:pt x="996429" y="62065"/>
                    <a:pt x="994524" y="63208"/>
                  </a:cubicBezTo>
                  <a:cubicBezTo>
                    <a:pt x="992619" y="64351"/>
                    <a:pt x="984275" y="66675"/>
                    <a:pt x="969493" y="70180"/>
                  </a:cubicBezTo>
                  <a:cubicBezTo>
                    <a:pt x="969188" y="74752"/>
                    <a:pt x="968883" y="81229"/>
                    <a:pt x="968578" y="89611"/>
                  </a:cubicBezTo>
                  <a:cubicBezTo>
                    <a:pt x="974065" y="89764"/>
                    <a:pt x="979513" y="90792"/>
                    <a:pt x="984923" y="92697"/>
                  </a:cubicBezTo>
                  <a:cubicBezTo>
                    <a:pt x="990333" y="94602"/>
                    <a:pt x="993038" y="98984"/>
                    <a:pt x="993038" y="105842"/>
                  </a:cubicBezTo>
                  <a:cubicBezTo>
                    <a:pt x="993038" y="109957"/>
                    <a:pt x="991819" y="112014"/>
                    <a:pt x="989381" y="112014"/>
                  </a:cubicBezTo>
                  <a:cubicBezTo>
                    <a:pt x="988466" y="112014"/>
                    <a:pt x="987476" y="111747"/>
                    <a:pt x="986409" y="111214"/>
                  </a:cubicBezTo>
                  <a:cubicBezTo>
                    <a:pt x="985342" y="110680"/>
                    <a:pt x="983209" y="108814"/>
                    <a:pt x="980008" y="105613"/>
                  </a:cubicBezTo>
                  <a:cubicBezTo>
                    <a:pt x="976808" y="102413"/>
                    <a:pt x="972998" y="98374"/>
                    <a:pt x="968578" y="93497"/>
                  </a:cubicBezTo>
                  <a:cubicBezTo>
                    <a:pt x="968426" y="102641"/>
                    <a:pt x="968502" y="112928"/>
                    <a:pt x="968807" y="124358"/>
                  </a:cubicBezTo>
                  <a:lnTo>
                    <a:pt x="969493" y="154762"/>
                  </a:lnTo>
                  <a:cubicBezTo>
                    <a:pt x="969493" y="167411"/>
                    <a:pt x="968502" y="176441"/>
                    <a:pt x="966521" y="181851"/>
                  </a:cubicBezTo>
                  <a:cubicBezTo>
                    <a:pt x="964540" y="187261"/>
                    <a:pt x="962635" y="189967"/>
                    <a:pt x="960806" y="189967"/>
                  </a:cubicBezTo>
                  <a:cubicBezTo>
                    <a:pt x="958977" y="189967"/>
                    <a:pt x="957415" y="188100"/>
                    <a:pt x="956119" y="184366"/>
                  </a:cubicBezTo>
                  <a:cubicBezTo>
                    <a:pt x="954824" y="180632"/>
                    <a:pt x="954176" y="176441"/>
                    <a:pt x="954176" y="171793"/>
                  </a:cubicBezTo>
                  <a:cubicBezTo>
                    <a:pt x="954176" y="167145"/>
                    <a:pt x="954710" y="163220"/>
                    <a:pt x="955777" y="160020"/>
                  </a:cubicBezTo>
                  <a:cubicBezTo>
                    <a:pt x="958063" y="153924"/>
                    <a:pt x="959815" y="132740"/>
                    <a:pt x="961034" y="96469"/>
                  </a:cubicBezTo>
                  <a:cubicBezTo>
                    <a:pt x="956158" y="107899"/>
                    <a:pt x="950785" y="117615"/>
                    <a:pt x="944918" y="125616"/>
                  </a:cubicBezTo>
                  <a:cubicBezTo>
                    <a:pt x="939051" y="133617"/>
                    <a:pt x="933145" y="139751"/>
                    <a:pt x="927202" y="144018"/>
                  </a:cubicBezTo>
                  <a:cubicBezTo>
                    <a:pt x="921258" y="148285"/>
                    <a:pt x="917296" y="150419"/>
                    <a:pt x="915314" y="150419"/>
                  </a:cubicBezTo>
                  <a:cubicBezTo>
                    <a:pt x="914552" y="150419"/>
                    <a:pt x="914171" y="150114"/>
                    <a:pt x="914171" y="149504"/>
                  </a:cubicBezTo>
                  <a:cubicBezTo>
                    <a:pt x="914171" y="147980"/>
                    <a:pt x="915848" y="145542"/>
                    <a:pt x="919201" y="142189"/>
                  </a:cubicBezTo>
                  <a:cubicBezTo>
                    <a:pt x="925601" y="135484"/>
                    <a:pt x="932955" y="125273"/>
                    <a:pt x="941261" y="111557"/>
                  </a:cubicBezTo>
                  <a:cubicBezTo>
                    <a:pt x="949566" y="97841"/>
                    <a:pt x="955624" y="84811"/>
                    <a:pt x="959434" y="72466"/>
                  </a:cubicBezTo>
                  <a:cubicBezTo>
                    <a:pt x="946480" y="75514"/>
                    <a:pt x="937869" y="77038"/>
                    <a:pt x="933602" y="77038"/>
                  </a:cubicBezTo>
                  <a:cubicBezTo>
                    <a:pt x="929335" y="77038"/>
                    <a:pt x="925525" y="76390"/>
                    <a:pt x="922172" y="75095"/>
                  </a:cubicBezTo>
                  <a:cubicBezTo>
                    <a:pt x="918820" y="73800"/>
                    <a:pt x="917143" y="72619"/>
                    <a:pt x="917143" y="71552"/>
                  </a:cubicBezTo>
                  <a:cubicBezTo>
                    <a:pt x="917143" y="70485"/>
                    <a:pt x="919201" y="69723"/>
                    <a:pt x="923315" y="69266"/>
                  </a:cubicBezTo>
                  <a:cubicBezTo>
                    <a:pt x="931088" y="68351"/>
                    <a:pt x="943889" y="65380"/>
                    <a:pt x="961720" y="60350"/>
                  </a:cubicBezTo>
                  <a:cubicBezTo>
                    <a:pt x="961873" y="52426"/>
                    <a:pt x="961949" y="44882"/>
                    <a:pt x="961949" y="37719"/>
                  </a:cubicBezTo>
                  <a:cubicBezTo>
                    <a:pt x="961949" y="30556"/>
                    <a:pt x="961682" y="24574"/>
                    <a:pt x="961149" y="19774"/>
                  </a:cubicBezTo>
                  <a:cubicBezTo>
                    <a:pt x="960615" y="14973"/>
                    <a:pt x="959549" y="11354"/>
                    <a:pt x="957948" y="8915"/>
                  </a:cubicBezTo>
                  <a:cubicBezTo>
                    <a:pt x="956348" y="6477"/>
                    <a:pt x="955548" y="4496"/>
                    <a:pt x="955548" y="2972"/>
                  </a:cubicBezTo>
                  <a:cubicBezTo>
                    <a:pt x="955548" y="1448"/>
                    <a:pt x="956767" y="686"/>
                    <a:pt x="959206" y="686"/>
                  </a:cubicBezTo>
                  <a:close/>
                  <a:moveTo>
                    <a:pt x="530352" y="457"/>
                  </a:moveTo>
                  <a:cubicBezTo>
                    <a:pt x="532333" y="457"/>
                    <a:pt x="535762" y="1410"/>
                    <a:pt x="540639" y="3315"/>
                  </a:cubicBezTo>
                  <a:cubicBezTo>
                    <a:pt x="545516" y="5220"/>
                    <a:pt x="547954" y="7315"/>
                    <a:pt x="547954" y="9601"/>
                  </a:cubicBezTo>
                  <a:cubicBezTo>
                    <a:pt x="547954" y="10820"/>
                    <a:pt x="546849" y="12192"/>
                    <a:pt x="544639" y="13716"/>
                  </a:cubicBezTo>
                  <a:cubicBezTo>
                    <a:pt x="542430" y="15240"/>
                    <a:pt x="537210" y="21336"/>
                    <a:pt x="528980" y="32004"/>
                  </a:cubicBezTo>
                  <a:cubicBezTo>
                    <a:pt x="548335" y="30175"/>
                    <a:pt x="566623" y="26441"/>
                    <a:pt x="583844" y="20803"/>
                  </a:cubicBezTo>
                  <a:cubicBezTo>
                    <a:pt x="591007" y="18364"/>
                    <a:pt x="596760" y="17145"/>
                    <a:pt x="601104" y="17145"/>
                  </a:cubicBezTo>
                  <a:cubicBezTo>
                    <a:pt x="605447" y="17145"/>
                    <a:pt x="609067" y="17983"/>
                    <a:pt x="611962" y="19660"/>
                  </a:cubicBezTo>
                  <a:cubicBezTo>
                    <a:pt x="614858" y="21336"/>
                    <a:pt x="616306" y="22860"/>
                    <a:pt x="616306" y="24232"/>
                  </a:cubicBezTo>
                  <a:cubicBezTo>
                    <a:pt x="616306" y="26975"/>
                    <a:pt x="611505" y="28804"/>
                    <a:pt x="601904" y="29718"/>
                  </a:cubicBezTo>
                  <a:cubicBezTo>
                    <a:pt x="581939" y="31699"/>
                    <a:pt x="563499" y="34442"/>
                    <a:pt x="546583" y="37948"/>
                  </a:cubicBezTo>
                  <a:cubicBezTo>
                    <a:pt x="543839" y="38557"/>
                    <a:pt x="540906" y="38862"/>
                    <a:pt x="537781" y="38862"/>
                  </a:cubicBezTo>
                  <a:cubicBezTo>
                    <a:pt x="534657" y="38862"/>
                    <a:pt x="530809" y="37795"/>
                    <a:pt x="526237" y="35662"/>
                  </a:cubicBezTo>
                  <a:cubicBezTo>
                    <a:pt x="518770" y="45415"/>
                    <a:pt x="510997" y="53149"/>
                    <a:pt x="502920" y="58864"/>
                  </a:cubicBezTo>
                  <a:cubicBezTo>
                    <a:pt x="494843" y="64579"/>
                    <a:pt x="490004" y="67437"/>
                    <a:pt x="488404" y="67437"/>
                  </a:cubicBezTo>
                  <a:cubicBezTo>
                    <a:pt x="486804" y="67437"/>
                    <a:pt x="486004" y="67018"/>
                    <a:pt x="486004" y="66180"/>
                  </a:cubicBezTo>
                  <a:cubicBezTo>
                    <a:pt x="486004" y="65341"/>
                    <a:pt x="486613" y="64313"/>
                    <a:pt x="487832" y="63094"/>
                  </a:cubicBezTo>
                  <a:cubicBezTo>
                    <a:pt x="501091" y="51054"/>
                    <a:pt x="511188" y="39738"/>
                    <a:pt x="518122" y="29146"/>
                  </a:cubicBezTo>
                  <a:cubicBezTo>
                    <a:pt x="525056" y="18555"/>
                    <a:pt x="528218" y="11278"/>
                    <a:pt x="527609" y="7315"/>
                  </a:cubicBezTo>
                  <a:cubicBezTo>
                    <a:pt x="527456" y="5944"/>
                    <a:pt x="527380" y="4877"/>
                    <a:pt x="527380" y="4115"/>
                  </a:cubicBezTo>
                  <a:cubicBezTo>
                    <a:pt x="527380" y="1676"/>
                    <a:pt x="528371" y="457"/>
                    <a:pt x="530352" y="457"/>
                  </a:cubicBezTo>
                  <a:close/>
                  <a:moveTo>
                    <a:pt x="331813" y="0"/>
                  </a:moveTo>
                  <a:cubicBezTo>
                    <a:pt x="333565" y="0"/>
                    <a:pt x="337223" y="1448"/>
                    <a:pt x="342786" y="4343"/>
                  </a:cubicBezTo>
                  <a:cubicBezTo>
                    <a:pt x="348348" y="7239"/>
                    <a:pt x="351130" y="9639"/>
                    <a:pt x="351130" y="11544"/>
                  </a:cubicBezTo>
                  <a:cubicBezTo>
                    <a:pt x="351130" y="13449"/>
                    <a:pt x="350406" y="15469"/>
                    <a:pt x="348958" y="17602"/>
                  </a:cubicBezTo>
                  <a:cubicBezTo>
                    <a:pt x="347510" y="19736"/>
                    <a:pt x="345948" y="23165"/>
                    <a:pt x="344272" y="27889"/>
                  </a:cubicBezTo>
                  <a:cubicBezTo>
                    <a:pt x="342595" y="32614"/>
                    <a:pt x="341071" y="37719"/>
                    <a:pt x="339700" y="43205"/>
                  </a:cubicBezTo>
                  <a:cubicBezTo>
                    <a:pt x="356616" y="39243"/>
                    <a:pt x="368008" y="36385"/>
                    <a:pt x="373875" y="34633"/>
                  </a:cubicBezTo>
                  <a:cubicBezTo>
                    <a:pt x="379743" y="32880"/>
                    <a:pt x="384962" y="32004"/>
                    <a:pt x="389534" y="32004"/>
                  </a:cubicBezTo>
                  <a:cubicBezTo>
                    <a:pt x="394106" y="32004"/>
                    <a:pt x="397688" y="32728"/>
                    <a:pt x="400279" y="34176"/>
                  </a:cubicBezTo>
                  <a:cubicBezTo>
                    <a:pt x="402869" y="35623"/>
                    <a:pt x="404165" y="37109"/>
                    <a:pt x="404165" y="38633"/>
                  </a:cubicBezTo>
                  <a:cubicBezTo>
                    <a:pt x="404165" y="41377"/>
                    <a:pt x="400126" y="43053"/>
                    <a:pt x="392049" y="43663"/>
                  </a:cubicBezTo>
                  <a:cubicBezTo>
                    <a:pt x="385801" y="44120"/>
                    <a:pt x="367665" y="46787"/>
                    <a:pt x="337642" y="51664"/>
                  </a:cubicBezTo>
                  <a:cubicBezTo>
                    <a:pt x="333375" y="65380"/>
                    <a:pt x="328765" y="78181"/>
                    <a:pt x="323812" y="90068"/>
                  </a:cubicBezTo>
                  <a:cubicBezTo>
                    <a:pt x="318859" y="101956"/>
                    <a:pt x="313487" y="112052"/>
                    <a:pt x="307696" y="120358"/>
                  </a:cubicBezTo>
                  <a:cubicBezTo>
                    <a:pt x="301904" y="128664"/>
                    <a:pt x="295961" y="135331"/>
                    <a:pt x="289865" y="140360"/>
                  </a:cubicBezTo>
                  <a:cubicBezTo>
                    <a:pt x="283769" y="145390"/>
                    <a:pt x="279730" y="147904"/>
                    <a:pt x="277749" y="147904"/>
                  </a:cubicBezTo>
                  <a:cubicBezTo>
                    <a:pt x="277139" y="147904"/>
                    <a:pt x="276835" y="147485"/>
                    <a:pt x="276835" y="146647"/>
                  </a:cubicBezTo>
                  <a:cubicBezTo>
                    <a:pt x="276835" y="145809"/>
                    <a:pt x="277901" y="144323"/>
                    <a:pt x="280035" y="142189"/>
                  </a:cubicBezTo>
                  <a:cubicBezTo>
                    <a:pt x="289331" y="132893"/>
                    <a:pt x="298018" y="120472"/>
                    <a:pt x="306095" y="104927"/>
                  </a:cubicBezTo>
                  <a:cubicBezTo>
                    <a:pt x="314173" y="89383"/>
                    <a:pt x="320726" y="72238"/>
                    <a:pt x="325755" y="53492"/>
                  </a:cubicBezTo>
                  <a:cubicBezTo>
                    <a:pt x="319507" y="54407"/>
                    <a:pt x="314973" y="54864"/>
                    <a:pt x="312153" y="54864"/>
                  </a:cubicBezTo>
                  <a:cubicBezTo>
                    <a:pt x="309334" y="54864"/>
                    <a:pt x="307124" y="54407"/>
                    <a:pt x="305524" y="53492"/>
                  </a:cubicBezTo>
                  <a:cubicBezTo>
                    <a:pt x="303924" y="52578"/>
                    <a:pt x="303124" y="51740"/>
                    <a:pt x="303124" y="50978"/>
                  </a:cubicBezTo>
                  <a:cubicBezTo>
                    <a:pt x="303124" y="49759"/>
                    <a:pt x="304914" y="48958"/>
                    <a:pt x="308496" y="48577"/>
                  </a:cubicBezTo>
                  <a:cubicBezTo>
                    <a:pt x="312077" y="48196"/>
                    <a:pt x="318516" y="47168"/>
                    <a:pt x="327812" y="45491"/>
                  </a:cubicBezTo>
                  <a:cubicBezTo>
                    <a:pt x="330708" y="32842"/>
                    <a:pt x="332156" y="23089"/>
                    <a:pt x="332156" y="16231"/>
                  </a:cubicBezTo>
                  <a:cubicBezTo>
                    <a:pt x="332156" y="13487"/>
                    <a:pt x="331661" y="10935"/>
                    <a:pt x="330670" y="8572"/>
                  </a:cubicBezTo>
                  <a:cubicBezTo>
                    <a:pt x="329679" y="6210"/>
                    <a:pt x="329184" y="4191"/>
                    <a:pt x="329184" y="2515"/>
                  </a:cubicBezTo>
                  <a:cubicBezTo>
                    <a:pt x="329184" y="838"/>
                    <a:pt x="330060" y="0"/>
                    <a:pt x="33181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567C959-7009-45F0-ACDC-2752C575928E}"/>
                </a:ext>
              </a:extLst>
            </p:cNvPr>
            <p:cNvSpPr txBox="1"/>
            <p:nvPr/>
          </p:nvSpPr>
          <p:spPr>
            <a:xfrm>
              <a:off x="6895614" y="5051380"/>
              <a:ext cx="2290895" cy="429838"/>
            </a:xfrm>
            <a:custGeom>
              <a:avLst/>
              <a:gdLst/>
              <a:ahLst/>
              <a:cxnLst/>
              <a:rect l="l" t="t" r="r" b="b"/>
              <a:pathLst>
                <a:path w="1105053" h="207340">
                  <a:moveTo>
                    <a:pt x="1030072" y="155905"/>
                  </a:moveTo>
                  <a:cubicBezTo>
                    <a:pt x="1029919" y="155905"/>
                    <a:pt x="1025728" y="156363"/>
                    <a:pt x="1017499" y="157277"/>
                  </a:cubicBezTo>
                  <a:lnTo>
                    <a:pt x="986180" y="160706"/>
                  </a:lnTo>
                  <a:lnTo>
                    <a:pt x="985495" y="183795"/>
                  </a:lnTo>
                  <a:cubicBezTo>
                    <a:pt x="999820" y="182575"/>
                    <a:pt x="1010031" y="181470"/>
                    <a:pt x="1016127" y="180480"/>
                  </a:cubicBezTo>
                  <a:cubicBezTo>
                    <a:pt x="1022223" y="179489"/>
                    <a:pt x="1026223" y="178422"/>
                    <a:pt x="1028129" y="177279"/>
                  </a:cubicBezTo>
                  <a:cubicBezTo>
                    <a:pt x="1030033" y="176136"/>
                    <a:pt x="1031710" y="173850"/>
                    <a:pt x="1033158" y="170421"/>
                  </a:cubicBezTo>
                  <a:cubicBezTo>
                    <a:pt x="1034606" y="166992"/>
                    <a:pt x="1035329" y="164059"/>
                    <a:pt x="1035329" y="161620"/>
                  </a:cubicBezTo>
                  <a:cubicBezTo>
                    <a:pt x="1035329" y="157810"/>
                    <a:pt x="1033577" y="155905"/>
                    <a:pt x="1030072" y="155905"/>
                  </a:cubicBezTo>
                  <a:close/>
                  <a:moveTo>
                    <a:pt x="628193" y="131217"/>
                  </a:moveTo>
                  <a:cubicBezTo>
                    <a:pt x="636270" y="131217"/>
                    <a:pt x="643547" y="133083"/>
                    <a:pt x="650024" y="136817"/>
                  </a:cubicBezTo>
                  <a:cubicBezTo>
                    <a:pt x="656501" y="140551"/>
                    <a:pt x="659740" y="144171"/>
                    <a:pt x="659740" y="147676"/>
                  </a:cubicBezTo>
                  <a:cubicBezTo>
                    <a:pt x="659740" y="151486"/>
                    <a:pt x="656463" y="153391"/>
                    <a:pt x="649910" y="153391"/>
                  </a:cubicBezTo>
                  <a:cubicBezTo>
                    <a:pt x="647776" y="153391"/>
                    <a:pt x="645338" y="153162"/>
                    <a:pt x="642595" y="152705"/>
                  </a:cubicBezTo>
                  <a:cubicBezTo>
                    <a:pt x="629945" y="150419"/>
                    <a:pt x="616001" y="149276"/>
                    <a:pt x="600761" y="149276"/>
                  </a:cubicBezTo>
                  <a:cubicBezTo>
                    <a:pt x="585521" y="149276"/>
                    <a:pt x="567233" y="149886"/>
                    <a:pt x="545897" y="151105"/>
                  </a:cubicBezTo>
                  <a:cubicBezTo>
                    <a:pt x="524561" y="152324"/>
                    <a:pt x="507797" y="154305"/>
                    <a:pt x="495605" y="157048"/>
                  </a:cubicBezTo>
                  <a:cubicBezTo>
                    <a:pt x="490880" y="158115"/>
                    <a:pt x="486423" y="158649"/>
                    <a:pt x="482232" y="158649"/>
                  </a:cubicBezTo>
                  <a:cubicBezTo>
                    <a:pt x="478041" y="158649"/>
                    <a:pt x="473888" y="157048"/>
                    <a:pt x="469773" y="153848"/>
                  </a:cubicBezTo>
                  <a:cubicBezTo>
                    <a:pt x="465658" y="150648"/>
                    <a:pt x="463601" y="148247"/>
                    <a:pt x="463601" y="146647"/>
                  </a:cubicBezTo>
                  <a:cubicBezTo>
                    <a:pt x="463601" y="145047"/>
                    <a:pt x="465734" y="144247"/>
                    <a:pt x="470002" y="144247"/>
                  </a:cubicBezTo>
                  <a:lnTo>
                    <a:pt x="478003" y="144704"/>
                  </a:lnTo>
                  <a:cubicBezTo>
                    <a:pt x="490499" y="144704"/>
                    <a:pt x="514312" y="143028"/>
                    <a:pt x="549440" y="139675"/>
                  </a:cubicBezTo>
                  <a:cubicBezTo>
                    <a:pt x="584568" y="136322"/>
                    <a:pt x="605485" y="134074"/>
                    <a:pt x="612191" y="132931"/>
                  </a:cubicBezTo>
                  <a:cubicBezTo>
                    <a:pt x="618896" y="131788"/>
                    <a:pt x="624230" y="131217"/>
                    <a:pt x="628193" y="131217"/>
                  </a:cubicBezTo>
                  <a:close/>
                  <a:moveTo>
                    <a:pt x="118872" y="128702"/>
                  </a:moveTo>
                  <a:cubicBezTo>
                    <a:pt x="110795" y="128702"/>
                    <a:pt x="95098" y="130378"/>
                    <a:pt x="71780" y="133731"/>
                  </a:cubicBezTo>
                  <a:cubicBezTo>
                    <a:pt x="72695" y="139370"/>
                    <a:pt x="73381" y="146076"/>
                    <a:pt x="73838" y="153848"/>
                  </a:cubicBezTo>
                  <a:cubicBezTo>
                    <a:pt x="92735" y="149124"/>
                    <a:pt x="103861" y="146761"/>
                    <a:pt x="107213" y="146761"/>
                  </a:cubicBezTo>
                  <a:cubicBezTo>
                    <a:pt x="110566" y="146761"/>
                    <a:pt x="113309" y="147257"/>
                    <a:pt x="115443" y="148247"/>
                  </a:cubicBezTo>
                  <a:cubicBezTo>
                    <a:pt x="117577" y="149238"/>
                    <a:pt x="118643" y="150267"/>
                    <a:pt x="118643" y="151333"/>
                  </a:cubicBezTo>
                  <a:cubicBezTo>
                    <a:pt x="118643" y="153162"/>
                    <a:pt x="114681" y="154839"/>
                    <a:pt x="106756" y="156363"/>
                  </a:cubicBezTo>
                  <a:cubicBezTo>
                    <a:pt x="98831" y="157887"/>
                    <a:pt x="92354" y="158649"/>
                    <a:pt x="87325" y="158649"/>
                  </a:cubicBezTo>
                  <a:cubicBezTo>
                    <a:pt x="82296" y="158649"/>
                    <a:pt x="77876" y="158344"/>
                    <a:pt x="74066" y="157734"/>
                  </a:cubicBezTo>
                  <a:cubicBezTo>
                    <a:pt x="74524" y="166878"/>
                    <a:pt x="74600" y="174955"/>
                    <a:pt x="74295" y="181966"/>
                  </a:cubicBezTo>
                  <a:cubicBezTo>
                    <a:pt x="91516" y="179223"/>
                    <a:pt x="101918" y="177508"/>
                    <a:pt x="105499" y="176822"/>
                  </a:cubicBezTo>
                  <a:cubicBezTo>
                    <a:pt x="109080" y="176136"/>
                    <a:pt x="111709" y="175794"/>
                    <a:pt x="113386" y="175794"/>
                  </a:cubicBezTo>
                  <a:cubicBezTo>
                    <a:pt x="117805" y="175794"/>
                    <a:pt x="121082" y="177089"/>
                    <a:pt x="123215" y="179680"/>
                  </a:cubicBezTo>
                  <a:cubicBezTo>
                    <a:pt x="125349" y="182271"/>
                    <a:pt x="126911" y="183566"/>
                    <a:pt x="127902" y="183566"/>
                  </a:cubicBezTo>
                  <a:cubicBezTo>
                    <a:pt x="128892" y="183566"/>
                    <a:pt x="129654" y="181813"/>
                    <a:pt x="130188" y="178308"/>
                  </a:cubicBezTo>
                  <a:cubicBezTo>
                    <a:pt x="130721" y="174803"/>
                    <a:pt x="130988" y="170574"/>
                    <a:pt x="130988" y="165621"/>
                  </a:cubicBezTo>
                  <a:cubicBezTo>
                    <a:pt x="130988" y="160668"/>
                    <a:pt x="130835" y="154534"/>
                    <a:pt x="130531" y="147219"/>
                  </a:cubicBezTo>
                  <a:cubicBezTo>
                    <a:pt x="130226" y="139903"/>
                    <a:pt x="129845" y="135446"/>
                    <a:pt x="129388" y="133845"/>
                  </a:cubicBezTo>
                  <a:cubicBezTo>
                    <a:pt x="128930" y="132245"/>
                    <a:pt x="127978" y="130988"/>
                    <a:pt x="126530" y="130074"/>
                  </a:cubicBezTo>
                  <a:cubicBezTo>
                    <a:pt x="125082" y="129159"/>
                    <a:pt x="122530" y="128702"/>
                    <a:pt x="118872" y="128702"/>
                  </a:cubicBezTo>
                  <a:close/>
                  <a:moveTo>
                    <a:pt x="128016" y="118301"/>
                  </a:moveTo>
                  <a:cubicBezTo>
                    <a:pt x="129997" y="118377"/>
                    <a:pt x="134226" y="119863"/>
                    <a:pt x="140703" y="122758"/>
                  </a:cubicBezTo>
                  <a:cubicBezTo>
                    <a:pt x="147180" y="125654"/>
                    <a:pt x="150419" y="128397"/>
                    <a:pt x="150419" y="130988"/>
                  </a:cubicBezTo>
                  <a:cubicBezTo>
                    <a:pt x="150419" y="131902"/>
                    <a:pt x="149733" y="133122"/>
                    <a:pt x="148361" y="134646"/>
                  </a:cubicBezTo>
                  <a:cubicBezTo>
                    <a:pt x="146990" y="136170"/>
                    <a:pt x="146152" y="138646"/>
                    <a:pt x="145847" y="142075"/>
                  </a:cubicBezTo>
                  <a:cubicBezTo>
                    <a:pt x="145542" y="145504"/>
                    <a:pt x="145390" y="153810"/>
                    <a:pt x="145390" y="166992"/>
                  </a:cubicBezTo>
                  <a:cubicBezTo>
                    <a:pt x="145390" y="180175"/>
                    <a:pt x="143637" y="190195"/>
                    <a:pt x="140132" y="197053"/>
                  </a:cubicBezTo>
                  <a:cubicBezTo>
                    <a:pt x="136627" y="203911"/>
                    <a:pt x="134074" y="207340"/>
                    <a:pt x="132474" y="207340"/>
                  </a:cubicBezTo>
                  <a:cubicBezTo>
                    <a:pt x="130874" y="207340"/>
                    <a:pt x="129426" y="206083"/>
                    <a:pt x="128130" y="203568"/>
                  </a:cubicBezTo>
                  <a:cubicBezTo>
                    <a:pt x="126835" y="201054"/>
                    <a:pt x="125387" y="197549"/>
                    <a:pt x="123787" y="193053"/>
                  </a:cubicBezTo>
                  <a:cubicBezTo>
                    <a:pt x="122187" y="188557"/>
                    <a:pt x="120968" y="186042"/>
                    <a:pt x="120129" y="185509"/>
                  </a:cubicBezTo>
                  <a:cubicBezTo>
                    <a:pt x="119291" y="184976"/>
                    <a:pt x="118034" y="184709"/>
                    <a:pt x="116357" y="184709"/>
                  </a:cubicBezTo>
                  <a:cubicBezTo>
                    <a:pt x="113614" y="184709"/>
                    <a:pt x="99517" y="185852"/>
                    <a:pt x="74066" y="188138"/>
                  </a:cubicBezTo>
                  <a:cubicBezTo>
                    <a:pt x="73304" y="193624"/>
                    <a:pt x="71704" y="196368"/>
                    <a:pt x="69266" y="196368"/>
                  </a:cubicBezTo>
                  <a:cubicBezTo>
                    <a:pt x="68047" y="196368"/>
                    <a:pt x="66789" y="194424"/>
                    <a:pt x="65494" y="190538"/>
                  </a:cubicBezTo>
                  <a:cubicBezTo>
                    <a:pt x="64199" y="186652"/>
                    <a:pt x="63551" y="179604"/>
                    <a:pt x="63551" y="169393"/>
                  </a:cubicBezTo>
                  <a:cubicBezTo>
                    <a:pt x="63551" y="151562"/>
                    <a:pt x="60579" y="139446"/>
                    <a:pt x="54635" y="133045"/>
                  </a:cubicBezTo>
                  <a:cubicBezTo>
                    <a:pt x="53416" y="131979"/>
                    <a:pt x="52807" y="130912"/>
                    <a:pt x="52807" y="129845"/>
                  </a:cubicBezTo>
                  <a:cubicBezTo>
                    <a:pt x="52807" y="128321"/>
                    <a:pt x="54064" y="127559"/>
                    <a:pt x="56579" y="127559"/>
                  </a:cubicBezTo>
                  <a:cubicBezTo>
                    <a:pt x="59093" y="127559"/>
                    <a:pt x="61951" y="128016"/>
                    <a:pt x="65151" y="128931"/>
                  </a:cubicBezTo>
                  <a:cubicBezTo>
                    <a:pt x="93802" y="125883"/>
                    <a:pt x="112166" y="122911"/>
                    <a:pt x="120244" y="120015"/>
                  </a:cubicBezTo>
                  <a:cubicBezTo>
                    <a:pt x="123444" y="118796"/>
                    <a:pt x="126035" y="118224"/>
                    <a:pt x="128016" y="118301"/>
                  </a:cubicBezTo>
                  <a:close/>
                  <a:moveTo>
                    <a:pt x="1019442" y="105613"/>
                  </a:moveTo>
                  <a:cubicBezTo>
                    <a:pt x="1014641" y="105613"/>
                    <a:pt x="1003630" y="106756"/>
                    <a:pt x="986409" y="109042"/>
                  </a:cubicBezTo>
                  <a:cubicBezTo>
                    <a:pt x="986561" y="112243"/>
                    <a:pt x="986638" y="118948"/>
                    <a:pt x="986638" y="129159"/>
                  </a:cubicBezTo>
                  <a:cubicBezTo>
                    <a:pt x="993953" y="128550"/>
                    <a:pt x="1001154" y="127711"/>
                    <a:pt x="1008240" y="126645"/>
                  </a:cubicBezTo>
                  <a:cubicBezTo>
                    <a:pt x="1015327" y="125578"/>
                    <a:pt x="1019327" y="124854"/>
                    <a:pt x="1020242" y="124473"/>
                  </a:cubicBezTo>
                  <a:cubicBezTo>
                    <a:pt x="1021156" y="124092"/>
                    <a:pt x="1022071" y="123482"/>
                    <a:pt x="1022985" y="122644"/>
                  </a:cubicBezTo>
                  <a:cubicBezTo>
                    <a:pt x="1023899" y="121806"/>
                    <a:pt x="1024738" y="119710"/>
                    <a:pt x="1025500" y="116358"/>
                  </a:cubicBezTo>
                  <a:cubicBezTo>
                    <a:pt x="1026262" y="113005"/>
                    <a:pt x="1026643" y="110795"/>
                    <a:pt x="1026643" y="109728"/>
                  </a:cubicBezTo>
                  <a:cubicBezTo>
                    <a:pt x="1026643" y="106985"/>
                    <a:pt x="1024242" y="105613"/>
                    <a:pt x="1019442" y="105613"/>
                  </a:cubicBezTo>
                  <a:close/>
                  <a:moveTo>
                    <a:pt x="1030300" y="94641"/>
                  </a:moveTo>
                  <a:cubicBezTo>
                    <a:pt x="1032586" y="94641"/>
                    <a:pt x="1035863" y="96050"/>
                    <a:pt x="1040130" y="98870"/>
                  </a:cubicBezTo>
                  <a:cubicBezTo>
                    <a:pt x="1044397" y="101689"/>
                    <a:pt x="1046531" y="103861"/>
                    <a:pt x="1046531" y="105385"/>
                  </a:cubicBezTo>
                  <a:cubicBezTo>
                    <a:pt x="1046531" y="106909"/>
                    <a:pt x="1045769" y="108090"/>
                    <a:pt x="1044245" y="108928"/>
                  </a:cubicBezTo>
                  <a:cubicBezTo>
                    <a:pt x="1042721" y="109766"/>
                    <a:pt x="1040740" y="111824"/>
                    <a:pt x="1038301" y="115100"/>
                  </a:cubicBezTo>
                  <a:cubicBezTo>
                    <a:pt x="1035863" y="118377"/>
                    <a:pt x="1034644" y="121006"/>
                    <a:pt x="1034644" y="122987"/>
                  </a:cubicBezTo>
                  <a:cubicBezTo>
                    <a:pt x="1034644" y="123749"/>
                    <a:pt x="1035025" y="124625"/>
                    <a:pt x="1035787" y="125616"/>
                  </a:cubicBezTo>
                  <a:cubicBezTo>
                    <a:pt x="1036549" y="126606"/>
                    <a:pt x="1036930" y="127635"/>
                    <a:pt x="1036930" y="128702"/>
                  </a:cubicBezTo>
                  <a:cubicBezTo>
                    <a:pt x="1036930" y="129769"/>
                    <a:pt x="1034949" y="130455"/>
                    <a:pt x="1030986" y="130759"/>
                  </a:cubicBezTo>
                  <a:cubicBezTo>
                    <a:pt x="1017422" y="131979"/>
                    <a:pt x="1002640" y="133731"/>
                    <a:pt x="986638" y="136017"/>
                  </a:cubicBezTo>
                  <a:cubicBezTo>
                    <a:pt x="986638" y="144552"/>
                    <a:pt x="986561" y="150724"/>
                    <a:pt x="986409" y="154534"/>
                  </a:cubicBezTo>
                  <a:cubicBezTo>
                    <a:pt x="998753" y="153162"/>
                    <a:pt x="1008164" y="151981"/>
                    <a:pt x="1014641" y="150990"/>
                  </a:cubicBezTo>
                  <a:cubicBezTo>
                    <a:pt x="1021118" y="150000"/>
                    <a:pt x="1026947" y="148514"/>
                    <a:pt x="1032129" y="146533"/>
                  </a:cubicBezTo>
                  <a:cubicBezTo>
                    <a:pt x="1033958" y="145923"/>
                    <a:pt x="1035634" y="145618"/>
                    <a:pt x="1037158" y="145618"/>
                  </a:cubicBezTo>
                  <a:cubicBezTo>
                    <a:pt x="1040663" y="145618"/>
                    <a:pt x="1045235" y="147257"/>
                    <a:pt x="1050874" y="150533"/>
                  </a:cubicBezTo>
                  <a:cubicBezTo>
                    <a:pt x="1056513" y="153810"/>
                    <a:pt x="1059332" y="156515"/>
                    <a:pt x="1059332" y="158649"/>
                  </a:cubicBezTo>
                  <a:cubicBezTo>
                    <a:pt x="1059332" y="160173"/>
                    <a:pt x="1056818" y="162725"/>
                    <a:pt x="1051789" y="166307"/>
                  </a:cubicBezTo>
                  <a:cubicBezTo>
                    <a:pt x="1046759" y="169888"/>
                    <a:pt x="1044245" y="172822"/>
                    <a:pt x="1044245" y="175108"/>
                  </a:cubicBezTo>
                  <a:cubicBezTo>
                    <a:pt x="1044245" y="176175"/>
                    <a:pt x="1045083" y="177432"/>
                    <a:pt x="1046759" y="178880"/>
                  </a:cubicBezTo>
                  <a:cubicBezTo>
                    <a:pt x="1048436" y="180327"/>
                    <a:pt x="1049274" y="181813"/>
                    <a:pt x="1049274" y="183337"/>
                  </a:cubicBezTo>
                  <a:cubicBezTo>
                    <a:pt x="1049274" y="185471"/>
                    <a:pt x="1047140" y="186576"/>
                    <a:pt x="1042873" y="186652"/>
                  </a:cubicBezTo>
                  <a:cubicBezTo>
                    <a:pt x="1038606" y="186728"/>
                    <a:pt x="1028967" y="187490"/>
                    <a:pt x="1013955" y="188938"/>
                  </a:cubicBezTo>
                  <a:cubicBezTo>
                    <a:pt x="998944" y="190386"/>
                    <a:pt x="989305" y="190957"/>
                    <a:pt x="985037" y="190653"/>
                  </a:cubicBezTo>
                  <a:cubicBezTo>
                    <a:pt x="984733" y="195529"/>
                    <a:pt x="984009" y="199263"/>
                    <a:pt x="982866" y="201854"/>
                  </a:cubicBezTo>
                  <a:cubicBezTo>
                    <a:pt x="981723" y="204445"/>
                    <a:pt x="980275" y="205740"/>
                    <a:pt x="978522" y="205740"/>
                  </a:cubicBezTo>
                  <a:cubicBezTo>
                    <a:pt x="976770" y="205740"/>
                    <a:pt x="975055" y="204102"/>
                    <a:pt x="973379" y="200825"/>
                  </a:cubicBezTo>
                  <a:cubicBezTo>
                    <a:pt x="971702" y="197549"/>
                    <a:pt x="970864" y="194424"/>
                    <a:pt x="970864" y="191453"/>
                  </a:cubicBezTo>
                  <a:cubicBezTo>
                    <a:pt x="970864" y="188481"/>
                    <a:pt x="971169" y="186157"/>
                    <a:pt x="971779" y="184480"/>
                  </a:cubicBezTo>
                  <a:cubicBezTo>
                    <a:pt x="973150" y="180213"/>
                    <a:pt x="974293" y="173431"/>
                    <a:pt x="975208" y="164135"/>
                  </a:cubicBezTo>
                  <a:cubicBezTo>
                    <a:pt x="976122" y="154839"/>
                    <a:pt x="976579" y="144171"/>
                    <a:pt x="976579" y="132131"/>
                  </a:cubicBezTo>
                  <a:cubicBezTo>
                    <a:pt x="976579" y="120091"/>
                    <a:pt x="975665" y="111786"/>
                    <a:pt x="973836" y="107214"/>
                  </a:cubicBezTo>
                  <a:cubicBezTo>
                    <a:pt x="972922" y="104928"/>
                    <a:pt x="972465" y="103061"/>
                    <a:pt x="972465" y="101613"/>
                  </a:cubicBezTo>
                  <a:cubicBezTo>
                    <a:pt x="972465" y="100165"/>
                    <a:pt x="973341" y="99441"/>
                    <a:pt x="975093" y="99441"/>
                  </a:cubicBezTo>
                  <a:cubicBezTo>
                    <a:pt x="976846" y="99441"/>
                    <a:pt x="979932" y="100737"/>
                    <a:pt x="984352" y="103327"/>
                  </a:cubicBezTo>
                  <a:cubicBezTo>
                    <a:pt x="990753" y="103175"/>
                    <a:pt x="997611" y="102413"/>
                    <a:pt x="1004926" y="101041"/>
                  </a:cubicBezTo>
                  <a:cubicBezTo>
                    <a:pt x="1012241" y="99670"/>
                    <a:pt x="1017727" y="98260"/>
                    <a:pt x="1021385" y="96812"/>
                  </a:cubicBezTo>
                  <a:cubicBezTo>
                    <a:pt x="1025042" y="95364"/>
                    <a:pt x="1028014" y="94641"/>
                    <a:pt x="1030300" y="94641"/>
                  </a:cubicBezTo>
                  <a:close/>
                  <a:moveTo>
                    <a:pt x="269177" y="83439"/>
                  </a:moveTo>
                  <a:cubicBezTo>
                    <a:pt x="271082" y="83439"/>
                    <a:pt x="274282" y="84773"/>
                    <a:pt x="278778" y="87440"/>
                  </a:cubicBezTo>
                  <a:cubicBezTo>
                    <a:pt x="283273" y="90107"/>
                    <a:pt x="285521" y="92278"/>
                    <a:pt x="285521" y="93955"/>
                  </a:cubicBezTo>
                  <a:cubicBezTo>
                    <a:pt x="285521" y="95631"/>
                    <a:pt x="284759" y="97231"/>
                    <a:pt x="283235" y="98755"/>
                  </a:cubicBezTo>
                  <a:cubicBezTo>
                    <a:pt x="276073" y="105766"/>
                    <a:pt x="272491" y="112243"/>
                    <a:pt x="272491" y="118186"/>
                  </a:cubicBezTo>
                  <a:cubicBezTo>
                    <a:pt x="272491" y="120625"/>
                    <a:pt x="273177" y="122987"/>
                    <a:pt x="274549" y="125273"/>
                  </a:cubicBezTo>
                  <a:cubicBezTo>
                    <a:pt x="276835" y="129388"/>
                    <a:pt x="277978" y="134874"/>
                    <a:pt x="277978" y="141732"/>
                  </a:cubicBezTo>
                  <a:cubicBezTo>
                    <a:pt x="277978" y="145237"/>
                    <a:pt x="277673" y="148895"/>
                    <a:pt x="277063" y="152705"/>
                  </a:cubicBezTo>
                  <a:cubicBezTo>
                    <a:pt x="282245" y="153924"/>
                    <a:pt x="288646" y="155677"/>
                    <a:pt x="296266" y="157963"/>
                  </a:cubicBezTo>
                  <a:cubicBezTo>
                    <a:pt x="321869" y="166192"/>
                    <a:pt x="341262" y="171603"/>
                    <a:pt x="354444" y="174193"/>
                  </a:cubicBezTo>
                  <a:cubicBezTo>
                    <a:pt x="367627" y="176784"/>
                    <a:pt x="379400" y="178080"/>
                    <a:pt x="389763" y="178080"/>
                  </a:cubicBezTo>
                  <a:cubicBezTo>
                    <a:pt x="400126" y="178080"/>
                    <a:pt x="408813" y="177851"/>
                    <a:pt x="415823" y="177394"/>
                  </a:cubicBezTo>
                  <a:lnTo>
                    <a:pt x="433197" y="176251"/>
                  </a:lnTo>
                  <a:cubicBezTo>
                    <a:pt x="436550" y="176251"/>
                    <a:pt x="438226" y="176937"/>
                    <a:pt x="438226" y="178308"/>
                  </a:cubicBezTo>
                  <a:cubicBezTo>
                    <a:pt x="438226" y="178918"/>
                    <a:pt x="437883" y="179489"/>
                    <a:pt x="437197" y="180023"/>
                  </a:cubicBezTo>
                  <a:cubicBezTo>
                    <a:pt x="436512" y="180556"/>
                    <a:pt x="432626" y="182232"/>
                    <a:pt x="425539" y="185052"/>
                  </a:cubicBezTo>
                  <a:cubicBezTo>
                    <a:pt x="418452" y="187871"/>
                    <a:pt x="410032" y="190691"/>
                    <a:pt x="400279" y="193510"/>
                  </a:cubicBezTo>
                  <a:cubicBezTo>
                    <a:pt x="390525" y="196329"/>
                    <a:pt x="384010" y="197739"/>
                    <a:pt x="380733" y="197739"/>
                  </a:cubicBezTo>
                  <a:cubicBezTo>
                    <a:pt x="377457" y="197739"/>
                    <a:pt x="374256" y="197358"/>
                    <a:pt x="371132" y="196596"/>
                  </a:cubicBezTo>
                  <a:cubicBezTo>
                    <a:pt x="368008" y="195834"/>
                    <a:pt x="359169" y="192596"/>
                    <a:pt x="344615" y="186881"/>
                  </a:cubicBezTo>
                  <a:cubicBezTo>
                    <a:pt x="330060" y="181166"/>
                    <a:pt x="315849" y="175336"/>
                    <a:pt x="301981" y="169393"/>
                  </a:cubicBezTo>
                  <a:cubicBezTo>
                    <a:pt x="288112" y="163449"/>
                    <a:pt x="277482" y="160477"/>
                    <a:pt x="270091" y="160477"/>
                  </a:cubicBezTo>
                  <a:cubicBezTo>
                    <a:pt x="262699" y="160477"/>
                    <a:pt x="255880" y="162763"/>
                    <a:pt x="249631" y="167335"/>
                  </a:cubicBezTo>
                  <a:cubicBezTo>
                    <a:pt x="247955" y="168402"/>
                    <a:pt x="246088" y="168936"/>
                    <a:pt x="244031" y="168936"/>
                  </a:cubicBezTo>
                  <a:cubicBezTo>
                    <a:pt x="241973" y="168936"/>
                    <a:pt x="239459" y="167793"/>
                    <a:pt x="236487" y="165507"/>
                  </a:cubicBezTo>
                  <a:cubicBezTo>
                    <a:pt x="233515" y="163221"/>
                    <a:pt x="232029" y="161392"/>
                    <a:pt x="232029" y="160020"/>
                  </a:cubicBezTo>
                  <a:cubicBezTo>
                    <a:pt x="232029" y="158649"/>
                    <a:pt x="233553" y="157810"/>
                    <a:pt x="236601" y="157506"/>
                  </a:cubicBezTo>
                  <a:cubicBezTo>
                    <a:pt x="241783" y="157048"/>
                    <a:pt x="248412" y="155601"/>
                    <a:pt x="256489" y="153162"/>
                  </a:cubicBezTo>
                  <a:cubicBezTo>
                    <a:pt x="261061" y="151791"/>
                    <a:pt x="265252" y="151257"/>
                    <a:pt x="269062" y="151562"/>
                  </a:cubicBezTo>
                  <a:cubicBezTo>
                    <a:pt x="269367" y="150038"/>
                    <a:pt x="269519" y="148438"/>
                    <a:pt x="269519" y="146761"/>
                  </a:cubicBezTo>
                  <a:cubicBezTo>
                    <a:pt x="269519" y="141427"/>
                    <a:pt x="268376" y="136322"/>
                    <a:pt x="266090" y="131445"/>
                  </a:cubicBezTo>
                  <a:cubicBezTo>
                    <a:pt x="263804" y="126568"/>
                    <a:pt x="262661" y="121920"/>
                    <a:pt x="262661" y="117501"/>
                  </a:cubicBezTo>
                  <a:cubicBezTo>
                    <a:pt x="262661" y="113081"/>
                    <a:pt x="263881" y="107518"/>
                    <a:pt x="266319" y="100813"/>
                  </a:cubicBezTo>
                  <a:cubicBezTo>
                    <a:pt x="266776" y="99746"/>
                    <a:pt x="267005" y="98908"/>
                    <a:pt x="267005" y="98298"/>
                  </a:cubicBezTo>
                  <a:cubicBezTo>
                    <a:pt x="267005" y="97689"/>
                    <a:pt x="266357" y="97384"/>
                    <a:pt x="265062" y="97384"/>
                  </a:cubicBezTo>
                  <a:cubicBezTo>
                    <a:pt x="263766" y="97384"/>
                    <a:pt x="260909" y="98108"/>
                    <a:pt x="256489" y="99555"/>
                  </a:cubicBezTo>
                  <a:cubicBezTo>
                    <a:pt x="252070" y="101003"/>
                    <a:pt x="248526" y="101727"/>
                    <a:pt x="245859" y="101727"/>
                  </a:cubicBezTo>
                  <a:cubicBezTo>
                    <a:pt x="243192" y="101727"/>
                    <a:pt x="240792" y="101384"/>
                    <a:pt x="238658" y="100698"/>
                  </a:cubicBezTo>
                  <a:cubicBezTo>
                    <a:pt x="236525" y="100013"/>
                    <a:pt x="235458" y="99289"/>
                    <a:pt x="235458" y="98527"/>
                  </a:cubicBezTo>
                  <a:cubicBezTo>
                    <a:pt x="235458" y="97308"/>
                    <a:pt x="236868" y="96431"/>
                    <a:pt x="239687" y="95898"/>
                  </a:cubicBezTo>
                  <a:cubicBezTo>
                    <a:pt x="242507" y="95364"/>
                    <a:pt x="246355" y="94069"/>
                    <a:pt x="251231" y="92012"/>
                  </a:cubicBezTo>
                  <a:cubicBezTo>
                    <a:pt x="256108" y="89954"/>
                    <a:pt x="260223" y="87783"/>
                    <a:pt x="263576" y="85497"/>
                  </a:cubicBezTo>
                  <a:cubicBezTo>
                    <a:pt x="265405" y="84125"/>
                    <a:pt x="267271" y="83439"/>
                    <a:pt x="269177" y="83439"/>
                  </a:cubicBezTo>
                  <a:close/>
                  <a:moveTo>
                    <a:pt x="47549" y="72009"/>
                  </a:moveTo>
                  <a:cubicBezTo>
                    <a:pt x="48768" y="72009"/>
                    <a:pt x="51168" y="72352"/>
                    <a:pt x="54750" y="73038"/>
                  </a:cubicBezTo>
                  <a:cubicBezTo>
                    <a:pt x="58331" y="73724"/>
                    <a:pt x="61227" y="75210"/>
                    <a:pt x="63437" y="77496"/>
                  </a:cubicBezTo>
                  <a:cubicBezTo>
                    <a:pt x="65646" y="79782"/>
                    <a:pt x="66751" y="82601"/>
                    <a:pt x="66751" y="85954"/>
                  </a:cubicBezTo>
                  <a:cubicBezTo>
                    <a:pt x="66751" y="89307"/>
                    <a:pt x="66218" y="91631"/>
                    <a:pt x="65151" y="92926"/>
                  </a:cubicBezTo>
                  <a:cubicBezTo>
                    <a:pt x="64084" y="94221"/>
                    <a:pt x="62751" y="94869"/>
                    <a:pt x="61151" y="94869"/>
                  </a:cubicBezTo>
                  <a:cubicBezTo>
                    <a:pt x="59550" y="94869"/>
                    <a:pt x="58179" y="94145"/>
                    <a:pt x="57036" y="92697"/>
                  </a:cubicBezTo>
                  <a:cubicBezTo>
                    <a:pt x="55893" y="91250"/>
                    <a:pt x="54254" y="88468"/>
                    <a:pt x="52121" y="84354"/>
                  </a:cubicBezTo>
                  <a:cubicBezTo>
                    <a:pt x="49987" y="80239"/>
                    <a:pt x="48463" y="77457"/>
                    <a:pt x="47549" y="76010"/>
                  </a:cubicBezTo>
                  <a:cubicBezTo>
                    <a:pt x="46634" y="74562"/>
                    <a:pt x="46177" y="73533"/>
                    <a:pt x="46177" y="72924"/>
                  </a:cubicBezTo>
                  <a:cubicBezTo>
                    <a:pt x="46177" y="72314"/>
                    <a:pt x="46634" y="72009"/>
                    <a:pt x="47549" y="72009"/>
                  </a:cubicBezTo>
                  <a:close/>
                  <a:moveTo>
                    <a:pt x="1079449" y="65608"/>
                  </a:moveTo>
                  <a:cubicBezTo>
                    <a:pt x="1082192" y="65608"/>
                    <a:pt x="1087145" y="68199"/>
                    <a:pt x="1094308" y="73381"/>
                  </a:cubicBezTo>
                  <a:cubicBezTo>
                    <a:pt x="1101471" y="78562"/>
                    <a:pt x="1105053" y="82144"/>
                    <a:pt x="1105053" y="84125"/>
                  </a:cubicBezTo>
                  <a:cubicBezTo>
                    <a:pt x="1105053" y="86106"/>
                    <a:pt x="1103605" y="87325"/>
                    <a:pt x="1100709" y="87783"/>
                  </a:cubicBezTo>
                  <a:cubicBezTo>
                    <a:pt x="1091565" y="89307"/>
                    <a:pt x="1082040" y="92431"/>
                    <a:pt x="1072134" y="97155"/>
                  </a:cubicBezTo>
                  <a:cubicBezTo>
                    <a:pt x="1070153" y="98070"/>
                    <a:pt x="1068705" y="98527"/>
                    <a:pt x="1067791" y="98527"/>
                  </a:cubicBezTo>
                  <a:cubicBezTo>
                    <a:pt x="1066876" y="98527"/>
                    <a:pt x="1066419" y="98070"/>
                    <a:pt x="1066419" y="97155"/>
                  </a:cubicBezTo>
                  <a:cubicBezTo>
                    <a:pt x="1066419" y="96241"/>
                    <a:pt x="1067638" y="93650"/>
                    <a:pt x="1070077" y="89383"/>
                  </a:cubicBezTo>
                  <a:cubicBezTo>
                    <a:pt x="1072515" y="85116"/>
                    <a:pt x="1073734" y="82106"/>
                    <a:pt x="1073734" y="80353"/>
                  </a:cubicBezTo>
                  <a:cubicBezTo>
                    <a:pt x="1073734" y="78600"/>
                    <a:pt x="1072134" y="77724"/>
                    <a:pt x="1068934" y="77724"/>
                  </a:cubicBezTo>
                  <a:cubicBezTo>
                    <a:pt x="1061314" y="77724"/>
                    <a:pt x="1046455" y="79096"/>
                    <a:pt x="1024357" y="81839"/>
                  </a:cubicBezTo>
                  <a:cubicBezTo>
                    <a:pt x="1002259" y="84582"/>
                    <a:pt x="984885" y="86868"/>
                    <a:pt x="972236" y="88697"/>
                  </a:cubicBezTo>
                  <a:cubicBezTo>
                    <a:pt x="959587" y="90526"/>
                    <a:pt x="952233" y="91440"/>
                    <a:pt x="950176" y="91440"/>
                  </a:cubicBezTo>
                  <a:cubicBezTo>
                    <a:pt x="948119" y="91440"/>
                    <a:pt x="946099" y="91212"/>
                    <a:pt x="944118" y="90754"/>
                  </a:cubicBezTo>
                  <a:cubicBezTo>
                    <a:pt x="940918" y="102489"/>
                    <a:pt x="937908" y="109842"/>
                    <a:pt x="935088" y="112814"/>
                  </a:cubicBezTo>
                  <a:cubicBezTo>
                    <a:pt x="932269" y="115786"/>
                    <a:pt x="930135" y="117272"/>
                    <a:pt x="928688" y="117272"/>
                  </a:cubicBezTo>
                  <a:cubicBezTo>
                    <a:pt x="927240" y="117272"/>
                    <a:pt x="925868" y="115862"/>
                    <a:pt x="924573" y="113043"/>
                  </a:cubicBezTo>
                  <a:cubicBezTo>
                    <a:pt x="923277" y="110223"/>
                    <a:pt x="922630" y="107747"/>
                    <a:pt x="922630" y="105613"/>
                  </a:cubicBezTo>
                  <a:cubicBezTo>
                    <a:pt x="922630" y="103480"/>
                    <a:pt x="923468" y="101194"/>
                    <a:pt x="925144" y="98755"/>
                  </a:cubicBezTo>
                  <a:cubicBezTo>
                    <a:pt x="929564" y="92050"/>
                    <a:pt x="931926" y="85725"/>
                    <a:pt x="932231" y="79782"/>
                  </a:cubicBezTo>
                  <a:cubicBezTo>
                    <a:pt x="932383" y="76581"/>
                    <a:pt x="933450" y="74981"/>
                    <a:pt x="935431" y="74981"/>
                  </a:cubicBezTo>
                  <a:cubicBezTo>
                    <a:pt x="937412" y="74981"/>
                    <a:pt x="940689" y="78410"/>
                    <a:pt x="945261" y="85268"/>
                  </a:cubicBezTo>
                  <a:lnTo>
                    <a:pt x="1005840" y="77724"/>
                  </a:lnTo>
                  <a:cubicBezTo>
                    <a:pt x="1041959" y="73152"/>
                    <a:pt x="1062571" y="69990"/>
                    <a:pt x="1067676" y="68237"/>
                  </a:cubicBezTo>
                  <a:cubicBezTo>
                    <a:pt x="1072782" y="66485"/>
                    <a:pt x="1076706" y="65608"/>
                    <a:pt x="1079449" y="65608"/>
                  </a:cubicBezTo>
                  <a:close/>
                  <a:moveTo>
                    <a:pt x="382791" y="59208"/>
                  </a:moveTo>
                  <a:cubicBezTo>
                    <a:pt x="385305" y="59208"/>
                    <a:pt x="388849" y="60465"/>
                    <a:pt x="393421" y="62979"/>
                  </a:cubicBezTo>
                  <a:cubicBezTo>
                    <a:pt x="397993" y="65494"/>
                    <a:pt x="400279" y="67590"/>
                    <a:pt x="400279" y="69266"/>
                  </a:cubicBezTo>
                  <a:cubicBezTo>
                    <a:pt x="400279" y="70942"/>
                    <a:pt x="399593" y="72733"/>
                    <a:pt x="398221" y="74638"/>
                  </a:cubicBezTo>
                  <a:cubicBezTo>
                    <a:pt x="396850" y="76543"/>
                    <a:pt x="396164" y="79705"/>
                    <a:pt x="396164" y="84125"/>
                  </a:cubicBezTo>
                  <a:cubicBezTo>
                    <a:pt x="396164" y="88545"/>
                    <a:pt x="396888" y="97841"/>
                    <a:pt x="398336" y="112014"/>
                  </a:cubicBezTo>
                  <a:cubicBezTo>
                    <a:pt x="399783" y="126187"/>
                    <a:pt x="400507" y="134112"/>
                    <a:pt x="400507" y="135789"/>
                  </a:cubicBezTo>
                  <a:cubicBezTo>
                    <a:pt x="400507" y="143409"/>
                    <a:pt x="399021" y="150648"/>
                    <a:pt x="396049" y="157506"/>
                  </a:cubicBezTo>
                  <a:cubicBezTo>
                    <a:pt x="393078" y="164364"/>
                    <a:pt x="390296" y="167793"/>
                    <a:pt x="387706" y="167793"/>
                  </a:cubicBezTo>
                  <a:cubicBezTo>
                    <a:pt x="386182" y="167793"/>
                    <a:pt x="384581" y="166497"/>
                    <a:pt x="382905" y="163906"/>
                  </a:cubicBezTo>
                  <a:cubicBezTo>
                    <a:pt x="377876" y="155677"/>
                    <a:pt x="374332" y="150495"/>
                    <a:pt x="372275" y="148362"/>
                  </a:cubicBezTo>
                  <a:cubicBezTo>
                    <a:pt x="370218" y="146228"/>
                    <a:pt x="369189" y="144780"/>
                    <a:pt x="369189" y="144018"/>
                  </a:cubicBezTo>
                  <a:cubicBezTo>
                    <a:pt x="369189" y="143256"/>
                    <a:pt x="369608" y="142875"/>
                    <a:pt x="370446" y="142875"/>
                  </a:cubicBezTo>
                  <a:cubicBezTo>
                    <a:pt x="371285" y="142875"/>
                    <a:pt x="373037" y="143256"/>
                    <a:pt x="375704" y="144018"/>
                  </a:cubicBezTo>
                  <a:cubicBezTo>
                    <a:pt x="378371" y="144780"/>
                    <a:pt x="380695" y="145161"/>
                    <a:pt x="382676" y="145161"/>
                  </a:cubicBezTo>
                  <a:cubicBezTo>
                    <a:pt x="384658" y="145161"/>
                    <a:pt x="385915" y="144209"/>
                    <a:pt x="386448" y="142304"/>
                  </a:cubicBezTo>
                  <a:cubicBezTo>
                    <a:pt x="386982" y="140399"/>
                    <a:pt x="387248" y="134836"/>
                    <a:pt x="387248" y="125616"/>
                  </a:cubicBezTo>
                  <a:cubicBezTo>
                    <a:pt x="387248" y="116396"/>
                    <a:pt x="386524" y="105613"/>
                    <a:pt x="385077" y="93269"/>
                  </a:cubicBezTo>
                  <a:cubicBezTo>
                    <a:pt x="383629" y="80925"/>
                    <a:pt x="382486" y="73800"/>
                    <a:pt x="381648" y="71895"/>
                  </a:cubicBezTo>
                  <a:cubicBezTo>
                    <a:pt x="380809" y="69990"/>
                    <a:pt x="379247" y="69037"/>
                    <a:pt x="376961" y="69037"/>
                  </a:cubicBezTo>
                  <a:cubicBezTo>
                    <a:pt x="373304" y="69037"/>
                    <a:pt x="365684" y="70257"/>
                    <a:pt x="354101" y="72695"/>
                  </a:cubicBezTo>
                  <a:cubicBezTo>
                    <a:pt x="354711" y="73457"/>
                    <a:pt x="355016" y="76010"/>
                    <a:pt x="355016" y="80353"/>
                  </a:cubicBezTo>
                  <a:cubicBezTo>
                    <a:pt x="355016" y="84696"/>
                    <a:pt x="354940" y="88545"/>
                    <a:pt x="354787" y="91897"/>
                  </a:cubicBezTo>
                  <a:cubicBezTo>
                    <a:pt x="360426" y="90373"/>
                    <a:pt x="364350" y="89611"/>
                    <a:pt x="366560" y="89611"/>
                  </a:cubicBezTo>
                  <a:cubicBezTo>
                    <a:pt x="368770" y="89611"/>
                    <a:pt x="370789" y="89916"/>
                    <a:pt x="372618" y="90526"/>
                  </a:cubicBezTo>
                  <a:cubicBezTo>
                    <a:pt x="374447" y="91135"/>
                    <a:pt x="375361" y="91935"/>
                    <a:pt x="375361" y="92926"/>
                  </a:cubicBezTo>
                  <a:cubicBezTo>
                    <a:pt x="375361" y="93917"/>
                    <a:pt x="373723" y="94945"/>
                    <a:pt x="370446" y="96012"/>
                  </a:cubicBezTo>
                  <a:cubicBezTo>
                    <a:pt x="367170" y="97079"/>
                    <a:pt x="361950" y="98451"/>
                    <a:pt x="354787" y="100127"/>
                  </a:cubicBezTo>
                  <a:lnTo>
                    <a:pt x="354330" y="116129"/>
                  </a:lnTo>
                  <a:cubicBezTo>
                    <a:pt x="356311" y="115672"/>
                    <a:pt x="358292" y="115062"/>
                    <a:pt x="360274" y="114300"/>
                  </a:cubicBezTo>
                  <a:cubicBezTo>
                    <a:pt x="362255" y="113538"/>
                    <a:pt x="364465" y="113157"/>
                    <a:pt x="366903" y="113157"/>
                  </a:cubicBezTo>
                  <a:cubicBezTo>
                    <a:pt x="369341" y="113157"/>
                    <a:pt x="371475" y="113538"/>
                    <a:pt x="373304" y="114300"/>
                  </a:cubicBezTo>
                  <a:cubicBezTo>
                    <a:pt x="375133" y="115062"/>
                    <a:pt x="376047" y="116053"/>
                    <a:pt x="376047" y="117272"/>
                  </a:cubicBezTo>
                  <a:cubicBezTo>
                    <a:pt x="376047" y="118491"/>
                    <a:pt x="374485" y="119558"/>
                    <a:pt x="371361" y="120472"/>
                  </a:cubicBezTo>
                  <a:cubicBezTo>
                    <a:pt x="368237" y="121387"/>
                    <a:pt x="362483" y="122606"/>
                    <a:pt x="354101" y="124130"/>
                  </a:cubicBezTo>
                  <a:cubicBezTo>
                    <a:pt x="353644" y="145618"/>
                    <a:pt x="351663" y="156363"/>
                    <a:pt x="348158" y="156363"/>
                  </a:cubicBezTo>
                  <a:cubicBezTo>
                    <a:pt x="345110" y="156363"/>
                    <a:pt x="343891" y="146152"/>
                    <a:pt x="344500" y="125730"/>
                  </a:cubicBezTo>
                  <a:cubicBezTo>
                    <a:pt x="339776" y="126492"/>
                    <a:pt x="336156" y="126873"/>
                    <a:pt x="333642" y="126873"/>
                  </a:cubicBezTo>
                  <a:cubicBezTo>
                    <a:pt x="331127" y="126873"/>
                    <a:pt x="329375" y="126568"/>
                    <a:pt x="328384" y="125959"/>
                  </a:cubicBezTo>
                  <a:cubicBezTo>
                    <a:pt x="327393" y="125349"/>
                    <a:pt x="326898" y="124587"/>
                    <a:pt x="326898" y="123673"/>
                  </a:cubicBezTo>
                  <a:cubicBezTo>
                    <a:pt x="326898" y="122758"/>
                    <a:pt x="328536" y="121996"/>
                    <a:pt x="331813" y="121387"/>
                  </a:cubicBezTo>
                  <a:cubicBezTo>
                    <a:pt x="335089" y="120777"/>
                    <a:pt x="339319" y="119863"/>
                    <a:pt x="344500" y="118644"/>
                  </a:cubicBezTo>
                  <a:cubicBezTo>
                    <a:pt x="344653" y="114376"/>
                    <a:pt x="344729" y="108890"/>
                    <a:pt x="344729" y="102184"/>
                  </a:cubicBezTo>
                  <a:cubicBezTo>
                    <a:pt x="340157" y="102794"/>
                    <a:pt x="336690" y="103099"/>
                    <a:pt x="334327" y="103099"/>
                  </a:cubicBezTo>
                  <a:cubicBezTo>
                    <a:pt x="331965" y="103099"/>
                    <a:pt x="330251" y="102832"/>
                    <a:pt x="329184" y="102299"/>
                  </a:cubicBezTo>
                  <a:cubicBezTo>
                    <a:pt x="328117" y="101765"/>
                    <a:pt x="327584" y="101194"/>
                    <a:pt x="327584" y="100584"/>
                  </a:cubicBezTo>
                  <a:cubicBezTo>
                    <a:pt x="327584" y="99517"/>
                    <a:pt x="329108" y="98603"/>
                    <a:pt x="332156" y="97841"/>
                  </a:cubicBezTo>
                  <a:lnTo>
                    <a:pt x="344957" y="94412"/>
                  </a:lnTo>
                  <a:cubicBezTo>
                    <a:pt x="345110" y="84658"/>
                    <a:pt x="344805" y="78181"/>
                    <a:pt x="344043" y="74981"/>
                  </a:cubicBezTo>
                  <a:cubicBezTo>
                    <a:pt x="336880" y="76505"/>
                    <a:pt x="329413" y="77648"/>
                    <a:pt x="321640" y="78410"/>
                  </a:cubicBezTo>
                  <a:cubicBezTo>
                    <a:pt x="321793" y="85420"/>
                    <a:pt x="321869" y="92355"/>
                    <a:pt x="321869" y="99213"/>
                  </a:cubicBezTo>
                  <a:cubicBezTo>
                    <a:pt x="321869" y="121615"/>
                    <a:pt x="321107" y="136246"/>
                    <a:pt x="319583" y="143104"/>
                  </a:cubicBezTo>
                  <a:cubicBezTo>
                    <a:pt x="318059" y="149962"/>
                    <a:pt x="316001" y="153391"/>
                    <a:pt x="313411" y="153391"/>
                  </a:cubicBezTo>
                  <a:cubicBezTo>
                    <a:pt x="311887" y="153391"/>
                    <a:pt x="310363" y="151905"/>
                    <a:pt x="308839" y="148933"/>
                  </a:cubicBezTo>
                  <a:cubicBezTo>
                    <a:pt x="307315" y="145961"/>
                    <a:pt x="306553" y="143523"/>
                    <a:pt x="306553" y="141618"/>
                  </a:cubicBezTo>
                  <a:cubicBezTo>
                    <a:pt x="306553" y="139713"/>
                    <a:pt x="307315" y="136551"/>
                    <a:pt x="308839" y="132131"/>
                  </a:cubicBezTo>
                  <a:cubicBezTo>
                    <a:pt x="311125" y="125273"/>
                    <a:pt x="312268" y="113691"/>
                    <a:pt x="312268" y="97384"/>
                  </a:cubicBezTo>
                  <a:cubicBezTo>
                    <a:pt x="312268" y="87630"/>
                    <a:pt x="311048" y="80544"/>
                    <a:pt x="308610" y="76124"/>
                  </a:cubicBezTo>
                  <a:cubicBezTo>
                    <a:pt x="307848" y="74905"/>
                    <a:pt x="307467" y="73686"/>
                    <a:pt x="307467" y="72466"/>
                  </a:cubicBezTo>
                  <a:cubicBezTo>
                    <a:pt x="307467" y="71247"/>
                    <a:pt x="308381" y="70638"/>
                    <a:pt x="310210" y="70638"/>
                  </a:cubicBezTo>
                  <a:cubicBezTo>
                    <a:pt x="312039" y="70638"/>
                    <a:pt x="314401" y="71247"/>
                    <a:pt x="317297" y="72466"/>
                  </a:cubicBezTo>
                  <a:cubicBezTo>
                    <a:pt x="329336" y="70790"/>
                    <a:pt x="341071" y="68771"/>
                    <a:pt x="352501" y="66408"/>
                  </a:cubicBezTo>
                  <a:cubicBezTo>
                    <a:pt x="363931" y="64046"/>
                    <a:pt x="371208" y="62256"/>
                    <a:pt x="374332" y="61036"/>
                  </a:cubicBezTo>
                  <a:cubicBezTo>
                    <a:pt x="377457" y="59817"/>
                    <a:pt x="380276" y="59208"/>
                    <a:pt x="382791" y="59208"/>
                  </a:cubicBezTo>
                  <a:close/>
                  <a:moveTo>
                    <a:pt x="1005840" y="56693"/>
                  </a:moveTo>
                  <a:cubicBezTo>
                    <a:pt x="1011174" y="56693"/>
                    <a:pt x="1014832" y="57569"/>
                    <a:pt x="1016813" y="59322"/>
                  </a:cubicBezTo>
                  <a:cubicBezTo>
                    <a:pt x="1018794" y="61074"/>
                    <a:pt x="1019785" y="63475"/>
                    <a:pt x="1019785" y="66523"/>
                  </a:cubicBezTo>
                  <a:cubicBezTo>
                    <a:pt x="1019785" y="70485"/>
                    <a:pt x="1018032" y="72466"/>
                    <a:pt x="1014527" y="72466"/>
                  </a:cubicBezTo>
                  <a:cubicBezTo>
                    <a:pt x="1012393" y="72466"/>
                    <a:pt x="1009193" y="70638"/>
                    <a:pt x="1004926" y="66980"/>
                  </a:cubicBezTo>
                  <a:cubicBezTo>
                    <a:pt x="1000659" y="63322"/>
                    <a:pt x="998525" y="60884"/>
                    <a:pt x="998525" y="59665"/>
                  </a:cubicBezTo>
                  <a:cubicBezTo>
                    <a:pt x="998525" y="57684"/>
                    <a:pt x="1000963" y="56693"/>
                    <a:pt x="1005840" y="56693"/>
                  </a:cubicBezTo>
                  <a:close/>
                  <a:moveTo>
                    <a:pt x="148704" y="56236"/>
                  </a:moveTo>
                  <a:cubicBezTo>
                    <a:pt x="151219" y="56236"/>
                    <a:pt x="154153" y="57645"/>
                    <a:pt x="157505" y="60465"/>
                  </a:cubicBezTo>
                  <a:cubicBezTo>
                    <a:pt x="160858" y="63284"/>
                    <a:pt x="162535" y="65456"/>
                    <a:pt x="162535" y="66980"/>
                  </a:cubicBezTo>
                  <a:cubicBezTo>
                    <a:pt x="162535" y="68047"/>
                    <a:pt x="161696" y="69037"/>
                    <a:pt x="160020" y="69952"/>
                  </a:cubicBezTo>
                  <a:cubicBezTo>
                    <a:pt x="155600" y="72390"/>
                    <a:pt x="151905" y="74562"/>
                    <a:pt x="148933" y="76467"/>
                  </a:cubicBezTo>
                  <a:cubicBezTo>
                    <a:pt x="145961" y="78372"/>
                    <a:pt x="142227" y="80429"/>
                    <a:pt x="137732" y="82639"/>
                  </a:cubicBezTo>
                  <a:cubicBezTo>
                    <a:pt x="133236" y="84849"/>
                    <a:pt x="130493" y="85954"/>
                    <a:pt x="129502" y="85954"/>
                  </a:cubicBezTo>
                  <a:cubicBezTo>
                    <a:pt x="128511" y="85954"/>
                    <a:pt x="128016" y="85573"/>
                    <a:pt x="128016" y="84811"/>
                  </a:cubicBezTo>
                  <a:cubicBezTo>
                    <a:pt x="128016" y="84049"/>
                    <a:pt x="128397" y="83287"/>
                    <a:pt x="129159" y="82525"/>
                  </a:cubicBezTo>
                  <a:cubicBezTo>
                    <a:pt x="136322" y="75514"/>
                    <a:pt x="140741" y="70828"/>
                    <a:pt x="142418" y="68466"/>
                  </a:cubicBezTo>
                  <a:cubicBezTo>
                    <a:pt x="144094" y="66104"/>
                    <a:pt x="144932" y="63475"/>
                    <a:pt x="144932" y="60579"/>
                  </a:cubicBezTo>
                  <a:cubicBezTo>
                    <a:pt x="144932" y="57684"/>
                    <a:pt x="146190" y="56236"/>
                    <a:pt x="148704" y="56236"/>
                  </a:cubicBezTo>
                  <a:close/>
                  <a:moveTo>
                    <a:pt x="108585" y="50064"/>
                  </a:moveTo>
                  <a:lnTo>
                    <a:pt x="80467" y="53721"/>
                  </a:lnTo>
                  <a:cubicBezTo>
                    <a:pt x="84125" y="55093"/>
                    <a:pt x="86982" y="56464"/>
                    <a:pt x="89040" y="57836"/>
                  </a:cubicBezTo>
                  <a:cubicBezTo>
                    <a:pt x="91097" y="59208"/>
                    <a:pt x="92126" y="60579"/>
                    <a:pt x="92126" y="61951"/>
                  </a:cubicBezTo>
                  <a:cubicBezTo>
                    <a:pt x="92126" y="63322"/>
                    <a:pt x="91897" y="64694"/>
                    <a:pt x="91440" y="66066"/>
                  </a:cubicBezTo>
                  <a:cubicBezTo>
                    <a:pt x="90678" y="68352"/>
                    <a:pt x="90145" y="79629"/>
                    <a:pt x="89840" y="99898"/>
                  </a:cubicBezTo>
                  <a:cubicBezTo>
                    <a:pt x="100508" y="98374"/>
                    <a:pt x="107899" y="97384"/>
                    <a:pt x="112014" y="96927"/>
                  </a:cubicBezTo>
                  <a:cubicBezTo>
                    <a:pt x="112319" y="88545"/>
                    <a:pt x="112471" y="81687"/>
                    <a:pt x="112471" y="76353"/>
                  </a:cubicBezTo>
                  <a:cubicBezTo>
                    <a:pt x="112471" y="62332"/>
                    <a:pt x="111176" y="53569"/>
                    <a:pt x="108585" y="50064"/>
                  </a:cubicBezTo>
                  <a:close/>
                  <a:moveTo>
                    <a:pt x="591731" y="47320"/>
                  </a:moveTo>
                  <a:cubicBezTo>
                    <a:pt x="595465" y="47320"/>
                    <a:pt x="599389" y="48349"/>
                    <a:pt x="603504" y="50406"/>
                  </a:cubicBezTo>
                  <a:cubicBezTo>
                    <a:pt x="607619" y="52464"/>
                    <a:pt x="609676" y="54407"/>
                    <a:pt x="609676" y="56236"/>
                  </a:cubicBezTo>
                  <a:cubicBezTo>
                    <a:pt x="609676" y="57760"/>
                    <a:pt x="608381" y="58941"/>
                    <a:pt x="605790" y="59779"/>
                  </a:cubicBezTo>
                  <a:cubicBezTo>
                    <a:pt x="603199" y="60617"/>
                    <a:pt x="591121" y="62598"/>
                    <a:pt x="569557" y="65723"/>
                  </a:cubicBezTo>
                  <a:cubicBezTo>
                    <a:pt x="547992" y="68847"/>
                    <a:pt x="533972" y="70409"/>
                    <a:pt x="527495" y="70409"/>
                  </a:cubicBezTo>
                  <a:cubicBezTo>
                    <a:pt x="521018" y="70409"/>
                    <a:pt x="515493" y="69075"/>
                    <a:pt x="510921" y="66408"/>
                  </a:cubicBezTo>
                  <a:cubicBezTo>
                    <a:pt x="506349" y="63741"/>
                    <a:pt x="504063" y="62027"/>
                    <a:pt x="504063" y="61265"/>
                  </a:cubicBezTo>
                  <a:cubicBezTo>
                    <a:pt x="504063" y="60503"/>
                    <a:pt x="506730" y="59931"/>
                    <a:pt x="512064" y="59550"/>
                  </a:cubicBezTo>
                  <a:cubicBezTo>
                    <a:pt x="517398" y="59169"/>
                    <a:pt x="525170" y="58293"/>
                    <a:pt x="535381" y="56922"/>
                  </a:cubicBezTo>
                  <a:cubicBezTo>
                    <a:pt x="545592" y="55550"/>
                    <a:pt x="556603" y="53607"/>
                    <a:pt x="568414" y="51092"/>
                  </a:cubicBezTo>
                  <a:cubicBezTo>
                    <a:pt x="580225" y="48578"/>
                    <a:pt x="587997" y="47320"/>
                    <a:pt x="591731" y="47320"/>
                  </a:cubicBezTo>
                  <a:close/>
                  <a:moveTo>
                    <a:pt x="975208" y="47092"/>
                  </a:moveTo>
                  <a:cubicBezTo>
                    <a:pt x="985723" y="47092"/>
                    <a:pt x="990981" y="50673"/>
                    <a:pt x="990981" y="57836"/>
                  </a:cubicBezTo>
                  <a:cubicBezTo>
                    <a:pt x="990981" y="59360"/>
                    <a:pt x="990562" y="60617"/>
                    <a:pt x="989724" y="61608"/>
                  </a:cubicBezTo>
                  <a:cubicBezTo>
                    <a:pt x="988885" y="62598"/>
                    <a:pt x="987552" y="63094"/>
                    <a:pt x="985723" y="63094"/>
                  </a:cubicBezTo>
                  <a:cubicBezTo>
                    <a:pt x="983895" y="63094"/>
                    <a:pt x="981113" y="61036"/>
                    <a:pt x="977379" y="56922"/>
                  </a:cubicBezTo>
                  <a:cubicBezTo>
                    <a:pt x="973645" y="52807"/>
                    <a:pt x="971779" y="50140"/>
                    <a:pt x="971779" y="48921"/>
                  </a:cubicBezTo>
                  <a:cubicBezTo>
                    <a:pt x="971779" y="47701"/>
                    <a:pt x="972922" y="47092"/>
                    <a:pt x="975208" y="47092"/>
                  </a:cubicBezTo>
                  <a:close/>
                  <a:moveTo>
                    <a:pt x="831647" y="42977"/>
                  </a:moveTo>
                  <a:cubicBezTo>
                    <a:pt x="828904" y="42977"/>
                    <a:pt x="824332" y="44158"/>
                    <a:pt x="817931" y="46520"/>
                  </a:cubicBezTo>
                  <a:cubicBezTo>
                    <a:pt x="811530" y="48882"/>
                    <a:pt x="806120" y="50673"/>
                    <a:pt x="801700" y="51892"/>
                  </a:cubicBezTo>
                  <a:cubicBezTo>
                    <a:pt x="808406" y="56769"/>
                    <a:pt x="811759" y="60427"/>
                    <a:pt x="811759" y="62865"/>
                  </a:cubicBezTo>
                  <a:cubicBezTo>
                    <a:pt x="811759" y="63780"/>
                    <a:pt x="811149" y="65532"/>
                    <a:pt x="809930" y="68123"/>
                  </a:cubicBezTo>
                  <a:cubicBezTo>
                    <a:pt x="808711" y="70714"/>
                    <a:pt x="806920" y="76467"/>
                    <a:pt x="804558" y="85382"/>
                  </a:cubicBezTo>
                  <a:cubicBezTo>
                    <a:pt x="802196" y="94298"/>
                    <a:pt x="799338" y="102794"/>
                    <a:pt x="795985" y="110871"/>
                  </a:cubicBezTo>
                  <a:cubicBezTo>
                    <a:pt x="800405" y="113005"/>
                    <a:pt x="805777" y="117234"/>
                    <a:pt x="812101" y="123558"/>
                  </a:cubicBezTo>
                  <a:cubicBezTo>
                    <a:pt x="818426" y="129883"/>
                    <a:pt x="822731" y="134036"/>
                    <a:pt x="825017" y="136017"/>
                  </a:cubicBezTo>
                  <a:cubicBezTo>
                    <a:pt x="827913" y="129769"/>
                    <a:pt x="829856" y="123292"/>
                    <a:pt x="830847" y="116586"/>
                  </a:cubicBezTo>
                  <a:cubicBezTo>
                    <a:pt x="831837" y="109881"/>
                    <a:pt x="832333" y="104928"/>
                    <a:pt x="832333" y="101727"/>
                  </a:cubicBezTo>
                  <a:cubicBezTo>
                    <a:pt x="832333" y="98527"/>
                    <a:pt x="831913" y="96279"/>
                    <a:pt x="831075" y="94983"/>
                  </a:cubicBezTo>
                  <a:cubicBezTo>
                    <a:pt x="830237" y="93688"/>
                    <a:pt x="828523" y="92355"/>
                    <a:pt x="825932" y="90983"/>
                  </a:cubicBezTo>
                  <a:cubicBezTo>
                    <a:pt x="823341" y="89611"/>
                    <a:pt x="822046" y="88316"/>
                    <a:pt x="822046" y="87097"/>
                  </a:cubicBezTo>
                  <a:cubicBezTo>
                    <a:pt x="822046" y="85878"/>
                    <a:pt x="822808" y="83896"/>
                    <a:pt x="824332" y="81153"/>
                  </a:cubicBezTo>
                  <a:cubicBezTo>
                    <a:pt x="825856" y="78410"/>
                    <a:pt x="828142" y="72200"/>
                    <a:pt x="831190" y="62522"/>
                  </a:cubicBezTo>
                  <a:cubicBezTo>
                    <a:pt x="834238" y="52845"/>
                    <a:pt x="835762" y="47473"/>
                    <a:pt x="835762" y="46406"/>
                  </a:cubicBezTo>
                  <a:cubicBezTo>
                    <a:pt x="835762" y="44120"/>
                    <a:pt x="834390" y="42977"/>
                    <a:pt x="831647" y="42977"/>
                  </a:cubicBezTo>
                  <a:close/>
                  <a:moveTo>
                    <a:pt x="1038987" y="41834"/>
                  </a:moveTo>
                  <a:cubicBezTo>
                    <a:pt x="1045693" y="41834"/>
                    <a:pt x="1050493" y="43015"/>
                    <a:pt x="1053389" y="45377"/>
                  </a:cubicBezTo>
                  <a:cubicBezTo>
                    <a:pt x="1056284" y="47739"/>
                    <a:pt x="1057732" y="50368"/>
                    <a:pt x="1057732" y="53264"/>
                  </a:cubicBezTo>
                  <a:cubicBezTo>
                    <a:pt x="1057732" y="56464"/>
                    <a:pt x="1056284" y="58065"/>
                    <a:pt x="1053389" y="58065"/>
                  </a:cubicBezTo>
                  <a:cubicBezTo>
                    <a:pt x="1050493" y="58065"/>
                    <a:pt x="1046607" y="56007"/>
                    <a:pt x="1041730" y="51892"/>
                  </a:cubicBezTo>
                  <a:cubicBezTo>
                    <a:pt x="1036853" y="47778"/>
                    <a:pt x="1034415" y="45072"/>
                    <a:pt x="1034415" y="43777"/>
                  </a:cubicBezTo>
                  <a:cubicBezTo>
                    <a:pt x="1034415" y="42482"/>
                    <a:pt x="1035939" y="41834"/>
                    <a:pt x="1038987" y="41834"/>
                  </a:cubicBezTo>
                  <a:close/>
                  <a:moveTo>
                    <a:pt x="259918" y="35205"/>
                  </a:moveTo>
                  <a:cubicBezTo>
                    <a:pt x="267691" y="35205"/>
                    <a:pt x="273977" y="36881"/>
                    <a:pt x="278778" y="40234"/>
                  </a:cubicBezTo>
                  <a:cubicBezTo>
                    <a:pt x="283578" y="43587"/>
                    <a:pt x="285979" y="48082"/>
                    <a:pt x="285979" y="53721"/>
                  </a:cubicBezTo>
                  <a:cubicBezTo>
                    <a:pt x="285979" y="55702"/>
                    <a:pt x="285331" y="57379"/>
                    <a:pt x="284036" y="58750"/>
                  </a:cubicBezTo>
                  <a:cubicBezTo>
                    <a:pt x="282740" y="60122"/>
                    <a:pt x="280988" y="60808"/>
                    <a:pt x="278778" y="60808"/>
                  </a:cubicBezTo>
                  <a:cubicBezTo>
                    <a:pt x="276568" y="60808"/>
                    <a:pt x="271920" y="57264"/>
                    <a:pt x="264833" y="50178"/>
                  </a:cubicBezTo>
                  <a:cubicBezTo>
                    <a:pt x="257747" y="43091"/>
                    <a:pt x="254203" y="38824"/>
                    <a:pt x="254203" y="37376"/>
                  </a:cubicBezTo>
                  <a:cubicBezTo>
                    <a:pt x="254203" y="35928"/>
                    <a:pt x="256108" y="35205"/>
                    <a:pt x="259918" y="35205"/>
                  </a:cubicBezTo>
                  <a:close/>
                  <a:moveTo>
                    <a:pt x="141389" y="33604"/>
                  </a:moveTo>
                  <a:cubicBezTo>
                    <a:pt x="145733" y="33604"/>
                    <a:pt x="149466" y="34176"/>
                    <a:pt x="152591" y="35319"/>
                  </a:cubicBezTo>
                  <a:cubicBezTo>
                    <a:pt x="155715" y="36462"/>
                    <a:pt x="157277" y="37719"/>
                    <a:pt x="157277" y="39091"/>
                  </a:cubicBezTo>
                  <a:cubicBezTo>
                    <a:pt x="157277" y="41224"/>
                    <a:pt x="154229" y="42748"/>
                    <a:pt x="148133" y="43663"/>
                  </a:cubicBezTo>
                  <a:lnTo>
                    <a:pt x="114757" y="48921"/>
                  </a:lnTo>
                  <a:cubicBezTo>
                    <a:pt x="118110" y="50749"/>
                    <a:pt x="120625" y="52311"/>
                    <a:pt x="122301" y="53607"/>
                  </a:cubicBezTo>
                  <a:cubicBezTo>
                    <a:pt x="123977" y="54902"/>
                    <a:pt x="124816" y="56160"/>
                    <a:pt x="124816" y="57379"/>
                  </a:cubicBezTo>
                  <a:cubicBezTo>
                    <a:pt x="124816" y="58598"/>
                    <a:pt x="124511" y="60198"/>
                    <a:pt x="123901" y="62179"/>
                  </a:cubicBezTo>
                  <a:cubicBezTo>
                    <a:pt x="122987" y="65532"/>
                    <a:pt x="121920" y="76810"/>
                    <a:pt x="120701" y="96012"/>
                  </a:cubicBezTo>
                  <a:cubicBezTo>
                    <a:pt x="145085" y="93879"/>
                    <a:pt x="160630" y="92050"/>
                    <a:pt x="167335" y="90526"/>
                  </a:cubicBezTo>
                  <a:cubicBezTo>
                    <a:pt x="174193" y="89459"/>
                    <a:pt x="180518" y="88926"/>
                    <a:pt x="186309" y="88926"/>
                  </a:cubicBezTo>
                  <a:cubicBezTo>
                    <a:pt x="192100" y="88926"/>
                    <a:pt x="197320" y="90297"/>
                    <a:pt x="201968" y="93040"/>
                  </a:cubicBezTo>
                  <a:cubicBezTo>
                    <a:pt x="206616" y="95784"/>
                    <a:pt x="208940" y="98031"/>
                    <a:pt x="208940" y="99784"/>
                  </a:cubicBezTo>
                  <a:cubicBezTo>
                    <a:pt x="208940" y="101537"/>
                    <a:pt x="208026" y="102756"/>
                    <a:pt x="206197" y="103442"/>
                  </a:cubicBezTo>
                  <a:cubicBezTo>
                    <a:pt x="204368" y="104127"/>
                    <a:pt x="201930" y="104318"/>
                    <a:pt x="198882" y="104013"/>
                  </a:cubicBezTo>
                  <a:cubicBezTo>
                    <a:pt x="184099" y="102642"/>
                    <a:pt x="171450" y="101956"/>
                    <a:pt x="160934" y="101956"/>
                  </a:cubicBezTo>
                  <a:cubicBezTo>
                    <a:pt x="141122" y="101956"/>
                    <a:pt x="117729" y="103746"/>
                    <a:pt x="90754" y="107328"/>
                  </a:cubicBezTo>
                  <a:cubicBezTo>
                    <a:pt x="63779" y="110909"/>
                    <a:pt x="41224" y="114605"/>
                    <a:pt x="23089" y="118415"/>
                  </a:cubicBezTo>
                  <a:cubicBezTo>
                    <a:pt x="18669" y="119482"/>
                    <a:pt x="15202" y="120015"/>
                    <a:pt x="12687" y="120015"/>
                  </a:cubicBezTo>
                  <a:cubicBezTo>
                    <a:pt x="10173" y="120015"/>
                    <a:pt x="7430" y="118948"/>
                    <a:pt x="4458" y="116815"/>
                  </a:cubicBezTo>
                  <a:cubicBezTo>
                    <a:pt x="1486" y="114681"/>
                    <a:pt x="0" y="113043"/>
                    <a:pt x="0" y="111900"/>
                  </a:cubicBezTo>
                  <a:cubicBezTo>
                    <a:pt x="0" y="110757"/>
                    <a:pt x="1905" y="110109"/>
                    <a:pt x="5715" y="109957"/>
                  </a:cubicBezTo>
                  <a:cubicBezTo>
                    <a:pt x="9525" y="109804"/>
                    <a:pt x="19241" y="108852"/>
                    <a:pt x="34862" y="107099"/>
                  </a:cubicBezTo>
                  <a:cubicBezTo>
                    <a:pt x="50483" y="105347"/>
                    <a:pt x="66065" y="103327"/>
                    <a:pt x="81610" y="101041"/>
                  </a:cubicBezTo>
                  <a:cubicBezTo>
                    <a:pt x="81763" y="85649"/>
                    <a:pt x="81534" y="74752"/>
                    <a:pt x="80924" y="68352"/>
                  </a:cubicBezTo>
                  <a:cubicBezTo>
                    <a:pt x="80315" y="61951"/>
                    <a:pt x="79019" y="57226"/>
                    <a:pt x="77038" y="54178"/>
                  </a:cubicBezTo>
                  <a:cubicBezTo>
                    <a:pt x="70942" y="54940"/>
                    <a:pt x="66332" y="55321"/>
                    <a:pt x="63208" y="55321"/>
                  </a:cubicBezTo>
                  <a:cubicBezTo>
                    <a:pt x="60084" y="55321"/>
                    <a:pt x="57341" y="54674"/>
                    <a:pt x="54978" y="53378"/>
                  </a:cubicBezTo>
                  <a:cubicBezTo>
                    <a:pt x="52616" y="52083"/>
                    <a:pt x="51435" y="51054"/>
                    <a:pt x="51435" y="50292"/>
                  </a:cubicBezTo>
                  <a:cubicBezTo>
                    <a:pt x="51435" y="49530"/>
                    <a:pt x="54064" y="48921"/>
                    <a:pt x="59322" y="48463"/>
                  </a:cubicBezTo>
                  <a:cubicBezTo>
                    <a:pt x="64580" y="48006"/>
                    <a:pt x="74638" y="46520"/>
                    <a:pt x="89497" y="44006"/>
                  </a:cubicBezTo>
                  <a:cubicBezTo>
                    <a:pt x="104356" y="41491"/>
                    <a:pt x="114376" y="39472"/>
                    <a:pt x="119558" y="37948"/>
                  </a:cubicBezTo>
                  <a:cubicBezTo>
                    <a:pt x="129769" y="35052"/>
                    <a:pt x="137046" y="33604"/>
                    <a:pt x="141389" y="33604"/>
                  </a:cubicBezTo>
                  <a:close/>
                  <a:moveTo>
                    <a:pt x="837819" y="26975"/>
                  </a:moveTo>
                  <a:cubicBezTo>
                    <a:pt x="839800" y="26975"/>
                    <a:pt x="843686" y="28537"/>
                    <a:pt x="849478" y="31661"/>
                  </a:cubicBezTo>
                  <a:cubicBezTo>
                    <a:pt x="855269" y="34785"/>
                    <a:pt x="858164" y="37186"/>
                    <a:pt x="858164" y="38862"/>
                  </a:cubicBezTo>
                  <a:cubicBezTo>
                    <a:pt x="858164" y="40539"/>
                    <a:pt x="856564" y="42520"/>
                    <a:pt x="853364" y="44806"/>
                  </a:cubicBezTo>
                  <a:cubicBezTo>
                    <a:pt x="851992" y="45873"/>
                    <a:pt x="849249" y="49987"/>
                    <a:pt x="845134" y="57150"/>
                  </a:cubicBezTo>
                  <a:cubicBezTo>
                    <a:pt x="841019" y="64313"/>
                    <a:pt x="835990" y="74067"/>
                    <a:pt x="830047" y="86411"/>
                  </a:cubicBezTo>
                  <a:cubicBezTo>
                    <a:pt x="835838" y="87173"/>
                    <a:pt x="840791" y="88659"/>
                    <a:pt x="844906" y="90869"/>
                  </a:cubicBezTo>
                  <a:cubicBezTo>
                    <a:pt x="849020" y="93078"/>
                    <a:pt x="851078" y="95174"/>
                    <a:pt x="851078" y="97155"/>
                  </a:cubicBezTo>
                  <a:cubicBezTo>
                    <a:pt x="851078" y="99136"/>
                    <a:pt x="850278" y="101041"/>
                    <a:pt x="848678" y="102870"/>
                  </a:cubicBezTo>
                  <a:cubicBezTo>
                    <a:pt x="847077" y="104699"/>
                    <a:pt x="845668" y="107404"/>
                    <a:pt x="844448" y="110985"/>
                  </a:cubicBezTo>
                  <a:cubicBezTo>
                    <a:pt x="843229" y="114567"/>
                    <a:pt x="842391" y="117958"/>
                    <a:pt x="841934" y="121158"/>
                  </a:cubicBezTo>
                  <a:cubicBezTo>
                    <a:pt x="840562" y="129540"/>
                    <a:pt x="838048" y="137313"/>
                    <a:pt x="834390" y="144475"/>
                  </a:cubicBezTo>
                  <a:cubicBezTo>
                    <a:pt x="841858" y="150267"/>
                    <a:pt x="849554" y="154686"/>
                    <a:pt x="857479" y="157734"/>
                  </a:cubicBezTo>
                  <a:cubicBezTo>
                    <a:pt x="865403" y="160782"/>
                    <a:pt x="877824" y="164364"/>
                    <a:pt x="894740" y="168478"/>
                  </a:cubicBezTo>
                  <a:cubicBezTo>
                    <a:pt x="899312" y="169545"/>
                    <a:pt x="901598" y="170841"/>
                    <a:pt x="901598" y="172365"/>
                  </a:cubicBezTo>
                  <a:cubicBezTo>
                    <a:pt x="901598" y="173279"/>
                    <a:pt x="900875" y="174003"/>
                    <a:pt x="899427" y="174536"/>
                  </a:cubicBezTo>
                  <a:cubicBezTo>
                    <a:pt x="897979" y="175070"/>
                    <a:pt x="893293" y="176098"/>
                    <a:pt x="885368" y="177622"/>
                  </a:cubicBezTo>
                  <a:cubicBezTo>
                    <a:pt x="877443" y="179146"/>
                    <a:pt x="870852" y="179908"/>
                    <a:pt x="865594" y="179908"/>
                  </a:cubicBezTo>
                  <a:cubicBezTo>
                    <a:pt x="860336" y="179908"/>
                    <a:pt x="855155" y="178118"/>
                    <a:pt x="850049" y="174536"/>
                  </a:cubicBezTo>
                  <a:cubicBezTo>
                    <a:pt x="844944" y="170955"/>
                    <a:pt x="837590" y="163983"/>
                    <a:pt x="827989" y="153619"/>
                  </a:cubicBezTo>
                  <a:cubicBezTo>
                    <a:pt x="821284" y="161087"/>
                    <a:pt x="813321" y="166383"/>
                    <a:pt x="804101" y="169507"/>
                  </a:cubicBezTo>
                  <a:cubicBezTo>
                    <a:pt x="794880" y="172631"/>
                    <a:pt x="787146" y="174193"/>
                    <a:pt x="780898" y="174193"/>
                  </a:cubicBezTo>
                  <a:cubicBezTo>
                    <a:pt x="778764" y="174193"/>
                    <a:pt x="777697" y="173736"/>
                    <a:pt x="777697" y="172822"/>
                  </a:cubicBezTo>
                  <a:cubicBezTo>
                    <a:pt x="777697" y="171907"/>
                    <a:pt x="779297" y="170917"/>
                    <a:pt x="782498" y="169850"/>
                  </a:cubicBezTo>
                  <a:cubicBezTo>
                    <a:pt x="800024" y="164211"/>
                    <a:pt x="812597" y="155829"/>
                    <a:pt x="820217" y="144704"/>
                  </a:cubicBezTo>
                  <a:cubicBezTo>
                    <a:pt x="817474" y="141351"/>
                    <a:pt x="813702" y="136589"/>
                    <a:pt x="808901" y="130416"/>
                  </a:cubicBezTo>
                  <a:cubicBezTo>
                    <a:pt x="804101" y="124244"/>
                    <a:pt x="799109" y="119406"/>
                    <a:pt x="793928" y="115900"/>
                  </a:cubicBezTo>
                  <a:cubicBezTo>
                    <a:pt x="787070" y="132969"/>
                    <a:pt x="778574" y="145771"/>
                    <a:pt x="768439" y="154305"/>
                  </a:cubicBezTo>
                  <a:cubicBezTo>
                    <a:pt x="758304" y="162840"/>
                    <a:pt x="752094" y="167107"/>
                    <a:pt x="749808" y="167107"/>
                  </a:cubicBezTo>
                  <a:cubicBezTo>
                    <a:pt x="749198" y="167107"/>
                    <a:pt x="748894" y="166611"/>
                    <a:pt x="748894" y="165621"/>
                  </a:cubicBezTo>
                  <a:cubicBezTo>
                    <a:pt x="748894" y="164630"/>
                    <a:pt x="750418" y="162687"/>
                    <a:pt x="753466" y="159792"/>
                  </a:cubicBezTo>
                  <a:cubicBezTo>
                    <a:pt x="764286" y="150190"/>
                    <a:pt x="774344" y="134569"/>
                    <a:pt x="783641" y="112929"/>
                  </a:cubicBezTo>
                  <a:cubicBezTo>
                    <a:pt x="792937" y="91288"/>
                    <a:pt x="797585" y="73762"/>
                    <a:pt x="797585" y="60351"/>
                  </a:cubicBezTo>
                  <a:cubicBezTo>
                    <a:pt x="797585" y="57607"/>
                    <a:pt x="797281" y="55321"/>
                    <a:pt x="796671" y="53493"/>
                  </a:cubicBezTo>
                  <a:cubicBezTo>
                    <a:pt x="792404" y="54712"/>
                    <a:pt x="789089" y="55321"/>
                    <a:pt x="786727" y="55321"/>
                  </a:cubicBezTo>
                  <a:cubicBezTo>
                    <a:pt x="784365" y="55321"/>
                    <a:pt x="782117" y="54712"/>
                    <a:pt x="779983" y="53493"/>
                  </a:cubicBezTo>
                  <a:cubicBezTo>
                    <a:pt x="777850" y="52273"/>
                    <a:pt x="776783" y="51207"/>
                    <a:pt x="776783" y="50292"/>
                  </a:cubicBezTo>
                  <a:cubicBezTo>
                    <a:pt x="776783" y="49378"/>
                    <a:pt x="778878" y="48692"/>
                    <a:pt x="783069" y="48235"/>
                  </a:cubicBezTo>
                  <a:cubicBezTo>
                    <a:pt x="787260" y="47778"/>
                    <a:pt x="795642" y="45453"/>
                    <a:pt x="808215" y="41262"/>
                  </a:cubicBezTo>
                  <a:cubicBezTo>
                    <a:pt x="820788" y="37071"/>
                    <a:pt x="828370" y="33642"/>
                    <a:pt x="830961" y="30975"/>
                  </a:cubicBezTo>
                  <a:cubicBezTo>
                    <a:pt x="833552" y="28308"/>
                    <a:pt x="835838" y="26975"/>
                    <a:pt x="837819" y="26975"/>
                  </a:cubicBezTo>
                  <a:close/>
                  <a:moveTo>
                    <a:pt x="970178" y="13716"/>
                  </a:moveTo>
                  <a:cubicBezTo>
                    <a:pt x="972465" y="13716"/>
                    <a:pt x="975589" y="14402"/>
                    <a:pt x="979551" y="15774"/>
                  </a:cubicBezTo>
                  <a:cubicBezTo>
                    <a:pt x="983513" y="17145"/>
                    <a:pt x="985495" y="18974"/>
                    <a:pt x="985495" y="21260"/>
                  </a:cubicBezTo>
                  <a:cubicBezTo>
                    <a:pt x="985495" y="22174"/>
                    <a:pt x="984885" y="23394"/>
                    <a:pt x="983666" y="24918"/>
                  </a:cubicBezTo>
                  <a:cubicBezTo>
                    <a:pt x="982447" y="26442"/>
                    <a:pt x="981075" y="28423"/>
                    <a:pt x="979551" y="30861"/>
                  </a:cubicBezTo>
                  <a:cubicBezTo>
                    <a:pt x="983818" y="31014"/>
                    <a:pt x="989152" y="30023"/>
                    <a:pt x="995553" y="27889"/>
                  </a:cubicBezTo>
                  <a:cubicBezTo>
                    <a:pt x="998601" y="26975"/>
                    <a:pt x="1001230" y="26518"/>
                    <a:pt x="1003440" y="26518"/>
                  </a:cubicBezTo>
                  <a:cubicBezTo>
                    <a:pt x="1005649" y="26518"/>
                    <a:pt x="1007783" y="27013"/>
                    <a:pt x="1009841" y="28004"/>
                  </a:cubicBezTo>
                  <a:cubicBezTo>
                    <a:pt x="1011898" y="28994"/>
                    <a:pt x="1012927" y="30099"/>
                    <a:pt x="1012927" y="31318"/>
                  </a:cubicBezTo>
                  <a:cubicBezTo>
                    <a:pt x="1012927" y="33452"/>
                    <a:pt x="1010107" y="35205"/>
                    <a:pt x="1004468" y="36576"/>
                  </a:cubicBezTo>
                  <a:cubicBezTo>
                    <a:pt x="998830" y="37948"/>
                    <a:pt x="994143" y="38634"/>
                    <a:pt x="990409" y="38634"/>
                  </a:cubicBezTo>
                  <a:cubicBezTo>
                    <a:pt x="986676" y="38634"/>
                    <a:pt x="982066" y="37567"/>
                    <a:pt x="976579" y="35433"/>
                  </a:cubicBezTo>
                  <a:cubicBezTo>
                    <a:pt x="970331" y="45949"/>
                    <a:pt x="963892" y="53493"/>
                    <a:pt x="957263" y="58065"/>
                  </a:cubicBezTo>
                  <a:cubicBezTo>
                    <a:pt x="950633" y="62637"/>
                    <a:pt x="946404" y="64923"/>
                    <a:pt x="944575" y="64923"/>
                  </a:cubicBezTo>
                  <a:cubicBezTo>
                    <a:pt x="944118" y="64923"/>
                    <a:pt x="943889" y="64694"/>
                    <a:pt x="943889" y="64237"/>
                  </a:cubicBezTo>
                  <a:cubicBezTo>
                    <a:pt x="943889" y="63780"/>
                    <a:pt x="944575" y="62637"/>
                    <a:pt x="945947" y="60808"/>
                  </a:cubicBezTo>
                  <a:cubicBezTo>
                    <a:pt x="960730" y="41453"/>
                    <a:pt x="968121" y="28499"/>
                    <a:pt x="968121" y="21946"/>
                  </a:cubicBezTo>
                  <a:cubicBezTo>
                    <a:pt x="968121" y="20727"/>
                    <a:pt x="967892" y="19622"/>
                    <a:pt x="967435" y="18631"/>
                  </a:cubicBezTo>
                  <a:cubicBezTo>
                    <a:pt x="966978" y="17640"/>
                    <a:pt x="966749" y="16574"/>
                    <a:pt x="966749" y="15431"/>
                  </a:cubicBezTo>
                  <a:cubicBezTo>
                    <a:pt x="966749" y="14288"/>
                    <a:pt x="967892" y="13716"/>
                    <a:pt x="970178" y="13716"/>
                  </a:cubicBezTo>
                  <a:close/>
                  <a:moveTo>
                    <a:pt x="376961" y="13030"/>
                  </a:moveTo>
                  <a:cubicBezTo>
                    <a:pt x="379247" y="13030"/>
                    <a:pt x="383629" y="14707"/>
                    <a:pt x="390106" y="18060"/>
                  </a:cubicBezTo>
                  <a:cubicBezTo>
                    <a:pt x="396583" y="21412"/>
                    <a:pt x="399821" y="24232"/>
                    <a:pt x="399821" y="26518"/>
                  </a:cubicBezTo>
                  <a:cubicBezTo>
                    <a:pt x="399821" y="28194"/>
                    <a:pt x="397802" y="29718"/>
                    <a:pt x="393763" y="31090"/>
                  </a:cubicBezTo>
                  <a:cubicBezTo>
                    <a:pt x="389725" y="32461"/>
                    <a:pt x="385610" y="34519"/>
                    <a:pt x="381419" y="37262"/>
                  </a:cubicBezTo>
                  <a:cubicBezTo>
                    <a:pt x="377228" y="40005"/>
                    <a:pt x="369875" y="45415"/>
                    <a:pt x="359359" y="53493"/>
                  </a:cubicBezTo>
                  <a:cubicBezTo>
                    <a:pt x="359664" y="55017"/>
                    <a:pt x="359816" y="56388"/>
                    <a:pt x="359816" y="57607"/>
                  </a:cubicBezTo>
                  <a:cubicBezTo>
                    <a:pt x="359816" y="61722"/>
                    <a:pt x="358750" y="63780"/>
                    <a:pt x="356616" y="63780"/>
                  </a:cubicBezTo>
                  <a:cubicBezTo>
                    <a:pt x="354940" y="63780"/>
                    <a:pt x="351244" y="61379"/>
                    <a:pt x="345529" y="56579"/>
                  </a:cubicBezTo>
                  <a:cubicBezTo>
                    <a:pt x="339814" y="51778"/>
                    <a:pt x="336956" y="48692"/>
                    <a:pt x="336956" y="47320"/>
                  </a:cubicBezTo>
                  <a:cubicBezTo>
                    <a:pt x="336956" y="45796"/>
                    <a:pt x="338557" y="45034"/>
                    <a:pt x="341757" y="45034"/>
                  </a:cubicBezTo>
                  <a:cubicBezTo>
                    <a:pt x="348463" y="45034"/>
                    <a:pt x="353492" y="46635"/>
                    <a:pt x="356845" y="49835"/>
                  </a:cubicBezTo>
                  <a:cubicBezTo>
                    <a:pt x="361112" y="45568"/>
                    <a:pt x="364884" y="41224"/>
                    <a:pt x="368160" y="36805"/>
                  </a:cubicBezTo>
                  <a:cubicBezTo>
                    <a:pt x="371437" y="32385"/>
                    <a:pt x="373418" y="29528"/>
                    <a:pt x="374104" y="28232"/>
                  </a:cubicBezTo>
                  <a:cubicBezTo>
                    <a:pt x="374790" y="26937"/>
                    <a:pt x="375133" y="25680"/>
                    <a:pt x="375133" y="24460"/>
                  </a:cubicBezTo>
                  <a:cubicBezTo>
                    <a:pt x="375133" y="23241"/>
                    <a:pt x="374447" y="22632"/>
                    <a:pt x="373075" y="22632"/>
                  </a:cubicBezTo>
                  <a:cubicBezTo>
                    <a:pt x="371704" y="22632"/>
                    <a:pt x="367817" y="23470"/>
                    <a:pt x="361417" y="25146"/>
                  </a:cubicBezTo>
                  <a:cubicBezTo>
                    <a:pt x="355016" y="26823"/>
                    <a:pt x="346329" y="29947"/>
                    <a:pt x="335356" y="34519"/>
                  </a:cubicBezTo>
                  <a:cubicBezTo>
                    <a:pt x="331699" y="36043"/>
                    <a:pt x="328498" y="36805"/>
                    <a:pt x="325755" y="36805"/>
                  </a:cubicBezTo>
                  <a:cubicBezTo>
                    <a:pt x="323012" y="36805"/>
                    <a:pt x="320078" y="35471"/>
                    <a:pt x="316954" y="32804"/>
                  </a:cubicBezTo>
                  <a:cubicBezTo>
                    <a:pt x="313830" y="30137"/>
                    <a:pt x="312268" y="28080"/>
                    <a:pt x="312268" y="26632"/>
                  </a:cubicBezTo>
                  <a:cubicBezTo>
                    <a:pt x="312268" y="25184"/>
                    <a:pt x="314401" y="24460"/>
                    <a:pt x="318668" y="24460"/>
                  </a:cubicBezTo>
                  <a:cubicBezTo>
                    <a:pt x="325374" y="24460"/>
                    <a:pt x="334442" y="23470"/>
                    <a:pt x="345872" y="21489"/>
                  </a:cubicBezTo>
                  <a:cubicBezTo>
                    <a:pt x="357302" y="19507"/>
                    <a:pt x="364769" y="17602"/>
                    <a:pt x="368275" y="15774"/>
                  </a:cubicBezTo>
                  <a:cubicBezTo>
                    <a:pt x="371780" y="13945"/>
                    <a:pt x="374675" y="13030"/>
                    <a:pt x="376961" y="13030"/>
                  </a:cubicBezTo>
                  <a:close/>
                  <a:moveTo>
                    <a:pt x="64922" y="12802"/>
                  </a:moveTo>
                  <a:cubicBezTo>
                    <a:pt x="70561" y="12802"/>
                    <a:pt x="75514" y="14402"/>
                    <a:pt x="79781" y="17602"/>
                  </a:cubicBezTo>
                  <a:cubicBezTo>
                    <a:pt x="84049" y="20803"/>
                    <a:pt x="86182" y="24918"/>
                    <a:pt x="86182" y="29947"/>
                  </a:cubicBezTo>
                  <a:cubicBezTo>
                    <a:pt x="86182" y="32233"/>
                    <a:pt x="85611" y="33909"/>
                    <a:pt x="84468" y="34976"/>
                  </a:cubicBezTo>
                  <a:cubicBezTo>
                    <a:pt x="83325" y="36043"/>
                    <a:pt x="81953" y="36576"/>
                    <a:pt x="80353" y="36576"/>
                  </a:cubicBezTo>
                  <a:cubicBezTo>
                    <a:pt x="78753" y="36576"/>
                    <a:pt x="77114" y="35814"/>
                    <a:pt x="75438" y="34290"/>
                  </a:cubicBezTo>
                  <a:cubicBezTo>
                    <a:pt x="73762" y="32766"/>
                    <a:pt x="71133" y="29223"/>
                    <a:pt x="67551" y="23660"/>
                  </a:cubicBezTo>
                  <a:cubicBezTo>
                    <a:pt x="63970" y="18098"/>
                    <a:pt x="62179" y="14897"/>
                    <a:pt x="62179" y="14059"/>
                  </a:cubicBezTo>
                  <a:cubicBezTo>
                    <a:pt x="62179" y="13221"/>
                    <a:pt x="63094" y="12802"/>
                    <a:pt x="64922" y="12802"/>
                  </a:cubicBezTo>
                  <a:close/>
                  <a:moveTo>
                    <a:pt x="1030529" y="6858"/>
                  </a:moveTo>
                  <a:cubicBezTo>
                    <a:pt x="1032663" y="6858"/>
                    <a:pt x="1035558" y="7506"/>
                    <a:pt x="1039216" y="8801"/>
                  </a:cubicBezTo>
                  <a:cubicBezTo>
                    <a:pt x="1042873" y="10097"/>
                    <a:pt x="1044702" y="11583"/>
                    <a:pt x="1044702" y="13259"/>
                  </a:cubicBezTo>
                  <a:cubicBezTo>
                    <a:pt x="1044702" y="14021"/>
                    <a:pt x="1044131" y="15012"/>
                    <a:pt x="1042987" y="16231"/>
                  </a:cubicBezTo>
                  <a:cubicBezTo>
                    <a:pt x="1041845" y="17450"/>
                    <a:pt x="1039978" y="20498"/>
                    <a:pt x="1037387" y="25375"/>
                  </a:cubicBezTo>
                  <a:cubicBezTo>
                    <a:pt x="1045159" y="25070"/>
                    <a:pt x="1052208" y="24041"/>
                    <a:pt x="1058532" y="22289"/>
                  </a:cubicBezTo>
                  <a:cubicBezTo>
                    <a:pt x="1064857" y="20536"/>
                    <a:pt x="1069315" y="19660"/>
                    <a:pt x="1071905" y="19660"/>
                  </a:cubicBezTo>
                  <a:cubicBezTo>
                    <a:pt x="1077392" y="19660"/>
                    <a:pt x="1080135" y="21184"/>
                    <a:pt x="1080135" y="24232"/>
                  </a:cubicBezTo>
                  <a:cubicBezTo>
                    <a:pt x="1080135" y="25603"/>
                    <a:pt x="1079449" y="26784"/>
                    <a:pt x="1078078" y="27775"/>
                  </a:cubicBezTo>
                  <a:cubicBezTo>
                    <a:pt x="1076706" y="28766"/>
                    <a:pt x="1073506" y="29718"/>
                    <a:pt x="1068476" y="30633"/>
                  </a:cubicBezTo>
                  <a:cubicBezTo>
                    <a:pt x="1063447" y="31547"/>
                    <a:pt x="1058075" y="32004"/>
                    <a:pt x="1052360" y="32004"/>
                  </a:cubicBezTo>
                  <a:cubicBezTo>
                    <a:pt x="1046645" y="32004"/>
                    <a:pt x="1040816" y="31166"/>
                    <a:pt x="1034872" y="29490"/>
                  </a:cubicBezTo>
                  <a:cubicBezTo>
                    <a:pt x="1029386" y="37872"/>
                    <a:pt x="1024166" y="44006"/>
                    <a:pt x="1019213" y="47892"/>
                  </a:cubicBezTo>
                  <a:cubicBezTo>
                    <a:pt x="1014260" y="51778"/>
                    <a:pt x="1010869" y="53721"/>
                    <a:pt x="1009040" y="53721"/>
                  </a:cubicBezTo>
                  <a:cubicBezTo>
                    <a:pt x="1008583" y="53721"/>
                    <a:pt x="1008355" y="53454"/>
                    <a:pt x="1008355" y="52921"/>
                  </a:cubicBezTo>
                  <a:cubicBezTo>
                    <a:pt x="1008355" y="52388"/>
                    <a:pt x="1009040" y="51130"/>
                    <a:pt x="1010412" y="49149"/>
                  </a:cubicBezTo>
                  <a:cubicBezTo>
                    <a:pt x="1023061" y="31623"/>
                    <a:pt x="1028776" y="19355"/>
                    <a:pt x="1027557" y="12345"/>
                  </a:cubicBezTo>
                  <a:cubicBezTo>
                    <a:pt x="1027405" y="11583"/>
                    <a:pt x="1027328" y="10897"/>
                    <a:pt x="1027328" y="10287"/>
                  </a:cubicBezTo>
                  <a:cubicBezTo>
                    <a:pt x="1027328" y="8001"/>
                    <a:pt x="1028395" y="6858"/>
                    <a:pt x="1030529" y="6858"/>
                  </a:cubicBezTo>
                  <a:close/>
                  <a:moveTo>
                    <a:pt x="734035" y="4801"/>
                  </a:moveTo>
                  <a:cubicBezTo>
                    <a:pt x="736473" y="4801"/>
                    <a:pt x="740321" y="6020"/>
                    <a:pt x="745579" y="8458"/>
                  </a:cubicBezTo>
                  <a:cubicBezTo>
                    <a:pt x="750837" y="10897"/>
                    <a:pt x="753466" y="13564"/>
                    <a:pt x="753466" y="16459"/>
                  </a:cubicBezTo>
                  <a:cubicBezTo>
                    <a:pt x="753466" y="17679"/>
                    <a:pt x="753008" y="18974"/>
                    <a:pt x="752094" y="20346"/>
                  </a:cubicBezTo>
                  <a:cubicBezTo>
                    <a:pt x="749503" y="25222"/>
                    <a:pt x="747217" y="39091"/>
                    <a:pt x="745236" y="61951"/>
                  </a:cubicBezTo>
                  <a:cubicBezTo>
                    <a:pt x="752399" y="59970"/>
                    <a:pt x="757657" y="58979"/>
                    <a:pt x="761009" y="58979"/>
                  </a:cubicBezTo>
                  <a:cubicBezTo>
                    <a:pt x="764362" y="58979"/>
                    <a:pt x="767067" y="59512"/>
                    <a:pt x="769125" y="60579"/>
                  </a:cubicBezTo>
                  <a:cubicBezTo>
                    <a:pt x="771182" y="61646"/>
                    <a:pt x="772211" y="62751"/>
                    <a:pt x="772211" y="63894"/>
                  </a:cubicBezTo>
                  <a:cubicBezTo>
                    <a:pt x="772211" y="65037"/>
                    <a:pt x="771258" y="66180"/>
                    <a:pt x="769353" y="67323"/>
                  </a:cubicBezTo>
                  <a:cubicBezTo>
                    <a:pt x="767448" y="68466"/>
                    <a:pt x="759104" y="70790"/>
                    <a:pt x="744322" y="74295"/>
                  </a:cubicBezTo>
                  <a:cubicBezTo>
                    <a:pt x="744017" y="78867"/>
                    <a:pt x="743712" y="85344"/>
                    <a:pt x="743407" y="93726"/>
                  </a:cubicBezTo>
                  <a:cubicBezTo>
                    <a:pt x="748894" y="93879"/>
                    <a:pt x="754342" y="94907"/>
                    <a:pt x="759752" y="96812"/>
                  </a:cubicBezTo>
                  <a:cubicBezTo>
                    <a:pt x="765162" y="98717"/>
                    <a:pt x="767867" y="103099"/>
                    <a:pt x="767867" y="109957"/>
                  </a:cubicBezTo>
                  <a:cubicBezTo>
                    <a:pt x="767867" y="114072"/>
                    <a:pt x="766648" y="116129"/>
                    <a:pt x="764210" y="116129"/>
                  </a:cubicBezTo>
                  <a:cubicBezTo>
                    <a:pt x="763295" y="116129"/>
                    <a:pt x="762305" y="115862"/>
                    <a:pt x="761238" y="115329"/>
                  </a:cubicBezTo>
                  <a:cubicBezTo>
                    <a:pt x="760171" y="114795"/>
                    <a:pt x="758038" y="112929"/>
                    <a:pt x="754837" y="109728"/>
                  </a:cubicBezTo>
                  <a:cubicBezTo>
                    <a:pt x="751637" y="106528"/>
                    <a:pt x="747827" y="102489"/>
                    <a:pt x="743407" y="97612"/>
                  </a:cubicBezTo>
                  <a:cubicBezTo>
                    <a:pt x="743255" y="106756"/>
                    <a:pt x="743331" y="117043"/>
                    <a:pt x="743636" y="128473"/>
                  </a:cubicBezTo>
                  <a:lnTo>
                    <a:pt x="744322" y="158877"/>
                  </a:lnTo>
                  <a:cubicBezTo>
                    <a:pt x="744322" y="171526"/>
                    <a:pt x="743331" y="180556"/>
                    <a:pt x="741350" y="185966"/>
                  </a:cubicBezTo>
                  <a:cubicBezTo>
                    <a:pt x="739369" y="191376"/>
                    <a:pt x="737464" y="194082"/>
                    <a:pt x="735635" y="194082"/>
                  </a:cubicBezTo>
                  <a:cubicBezTo>
                    <a:pt x="733806" y="194082"/>
                    <a:pt x="732244" y="192215"/>
                    <a:pt x="730949" y="188481"/>
                  </a:cubicBezTo>
                  <a:cubicBezTo>
                    <a:pt x="729653" y="184747"/>
                    <a:pt x="729005" y="180556"/>
                    <a:pt x="729005" y="175908"/>
                  </a:cubicBezTo>
                  <a:cubicBezTo>
                    <a:pt x="729005" y="171260"/>
                    <a:pt x="729539" y="167335"/>
                    <a:pt x="730606" y="164135"/>
                  </a:cubicBezTo>
                  <a:cubicBezTo>
                    <a:pt x="732892" y="158039"/>
                    <a:pt x="734644" y="136855"/>
                    <a:pt x="735863" y="100584"/>
                  </a:cubicBezTo>
                  <a:cubicBezTo>
                    <a:pt x="730987" y="112014"/>
                    <a:pt x="725615" y="121730"/>
                    <a:pt x="719747" y="129731"/>
                  </a:cubicBezTo>
                  <a:cubicBezTo>
                    <a:pt x="713880" y="137732"/>
                    <a:pt x="707974" y="143866"/>
                    <a:pt x="702031" y="148133"/>
                  </a:cubicBezTo>
                  <a:cubicBezTo>
                    <a:pt x="696087" y="152400"/>
                    <a:pt x="692125" y="154534"/>
                    <a:pt x="690143" y="154534"/>
                  </a:cubicBezTo>
                  <a:cubicBezTo>
                    <a:pt x="689381" y="154534"/>
                    <a:pt x="689000" y="154229"/>
                    <a:pt x="689000" y="153619"/>
                  </a:cubicBezTo>
                  <a:cubicBezTo>
                    <a:pt x="689000" y="152095"/>
                    <a:pt x="690677" y="149657"/>
                    <a:pt x="694030" y="146304"/>
                  </a:cubicBezTo>
                  <a:cubicBezTo>
                    <a:pt x="700430" y="139599"/>
                    <a:pt x="707784" y="129388"/>
                    <a:pt x="716090" y="115672"/>
                  </a:cubicBezTo>
                  <a:cubicBezTo>
                    <a:pt x="724395" y="101956"/>
                    <a:pt x="730453" y="88926"/>
                    <a:pt x="734263" y="76581"/>
                  </a:cubicBezTo>
                  <a:cubicBezTo>
                    <a:pt x="721309" y="79629"/>
                    <a:pt x="712699" y="81153"/>
                    <a:pt x="708431" y="81153"/>
                  </a:cubicBezTo>
                  <a:cubicBezTo>
                    <a:pt x="704164" y="81153"/>
                    <a:pt x="700354" y="80505"/>
                    <a:pt x="697001" y="79210"/>
                  </a:cubicBezTo>
                  <a:cubicBezTo>
                    <a:pt x="693649" y="77915"/>
                    <a:pt x="691972" y="76734"/>
                    <a:pt x="691972" y="75667"/>
                  </a:cubicBezTo>
                  <a:cubicBezTo>
                    <a:pt x="691972" y="74600"/>
                    <a:pt x="694030" y="73838"/>
                    <a:pt x="698144" y="73381"/>
                  </a:cubicBezTo>
                  <a:cubicBezTo>
                    <a:pt x="705917" y="72466"/>
                    <a:pt x="718718" y="69495"/>
                    <a:pt x="736549" y="64465"/>
                  </a:cubicBezTo>
                  <a:cubicBezTo>
                    <a:pt x="736702" y="56541"/>
                    <a:pt x="736778" y="48997"/>
                    <a:pt x="736778" y="41834"/>
                  </a:cubicBezTo>
                  <a:cubicBezTo>
                    <a:pt x="736778" y="34671"/>
                    <a:pt x="736511" y="28689"/>
                    <a:pt x="735978" y="23889"/>
                  </a:cubicBezTo>
                  <a:cubicBezTo>
                    <a:pt x="735444" y="19088"/>
                    <a:pt x="734378" y="15469"/>
                    <a:pt x="732777" y="13030"/>
                  </a:cubicBezTo>
                  <a:cubicBezTo>
                    <a:pt x="731177" y="10592"/>
                    <a:pt x="730377" y="8611"/>
                    <a:pt x="730377" y="7087"/>
                  </a:cubicBezTo>
                  <a:cubicBezTo>
                    <a:pt x="730377" y="5563"/>
                    <a:pt x="731596" y="4801"/>
                    <a:pt x="734035" y="4801"/>
                  </a:cubicBezTo>
                  <a:close/>
                  <a:moveTo>
                    <a:pt x="134988" y="0"/>
                  </a:moveTo>
                  <a:cubicBezTo>
                    <a:pt x="137503" y="0"/>
                    <a:pt x="141427" y="1410"/>
                    <a:pt x="146761" y="4229"/>
                  </a:cubicBezTo>
                  <a:cubicBezTo>
                    <a:pt x="152095" y="7049"/>
                    <a:pt x="154762" y="9373"/>
                    <a:pt x="154762" y="11202"/>
                  </a:cubicBezTo>
                  <a:cubicBezTo>
                    <a:pt x="154762" y="12878"/>
                    <a:pt x="152705" y="14440"/>
                    <a:pt x="148590" y="15888"/>
                  </a:cubicBezTo>
                  <a:cubicBezTo>
                    <a:pt x="144475" y="17336"/>
                    <a:pt x="132436" y="23622"/>
                    <a:pt x="112471" y="34747"/>
                  </a:cubicBezTo>
                  <a:cubicBezTo>
                    <a:pt x="110033" y="35967"/>
                    <a:pt x="108318" y="36576"/>
                    <a:pt x="107328" y="36576"/>
                  </a:cubicBezTo>
                  <a:cubicBezTo>
                    <a:pt x="106337" y="36576"/>
                    <a:pt x="105842" y="36233"/>
                    <a:pt x="105842" y="35547"/>
                  </a:cubicBezTo>
                  <a:cubicBezTo>
                    <a:pt x="105842" y="34862"/>
                    <a:pt x="107633" y="32880"/>
                    <a:pt x="111214" y="29604"/>
                  </a:cubicBezTo>
                  <a:cubicBezTo>
                    <a:pt x="114795" y="26327"/>
                    <a:pt x="119024" y="22251"/>
                    <a:pt x="123901" y="17374"/>
                  </a:cubicBezTo>
                  <a:cubicBezTo>
                    <a:pt x="128778" y="12497"/>
                    <a:pt x="131216" y="8382"/>
                    <a:pt x="131216" y="5029"/>
                  </a:cubicBezTo>
                  <a:cubicBezTo>
                    <a:pt x="131216" y="1677"/>
                    <a:pt x="132474" y="0"/>
                    <a:pt x="13498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653EC8D-66A0-4CA6-9F56-ECB1A733660E}"/>
                </a:ext>
              </a:extLst>
            </p:cNvPr>
            <p:cNvSpPr txBox="1"/>
            <p:nvPr/>
          </p:nvSpPr>
          <p:spPr>
            <a:xfrm rot="5400000">
              <a:off x="7901472" y="2119696"/>
              <a:ext cx="352325" cy="303986"/>
            </a:xfrm>
            <a:custGeom>
              <a:avLst/>
              <a:gdLst/>
              <a:ahLst/>
              <a:cxnLst/>
              <a:rect l="l" t="t" r="r" b="b"/>
              <a:pathLst>
                <a:path w="169950" h="146633">
                  <a:moveTo>
                    <a:pt x="0" y="0"/>
                  </a:moveTo>
                  <a:lnTo>
                    <a:pt x="169950" y="72857"/>
                  </a:lnTo>
                  <a:lnTo>
                    <a:pt x="0" y="146633"/>
                  </a:lnTo>
                  <a:lnTo>
                    <a:pt x="0" y="120896"/>
                  </a:lnTo>
                  <a:lnTo>
                    <a:pt x="118406" y="73481"/>
                  </a:lnTo>
                  <a:lnTo>
                    <a:pt x="0" y="260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4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289B756-0A3B-4D60-8106-54E5AE1914CD}"/>
                </a:ext>
              </a:extLst>
            </p:cNvPr>
            <p:cNvSpPr txBox="1"/>
            <p:nvPr/>
          </p:nvSpPr>
          <p:spPr>
            <a:xfrm rot="5400000">
              <a:off x="7901472" y="3342237"/>
              <a:ext cx="352325" cy="303986"/>
            </a:xfrm>
            <a:custGeom>
              <a:avLst/>
              <a:gdLst/>
              <a:ahLst/>
              <a:cxnLst/>
              <a:rect l="l" t="t" r="r" b="b"/>
              <a:pathLst>
                <a:path w="169950" h="146633">
                  <a:moveTo>
                    <a:pt x="0" y="0"/>
                  </a:moveTo>
                  <a:lnTo>
                    <a:pt x="169950" y="72857"/>
                  </a:lnTo>
                  <a:lnTo>
                    <a:pt x="0" y="146633"/>
                  </a:lnTo>
                  <a:lnTo>
                    <a:pt x="0" y="120896"/>
                  </a:lnTo>
                  <a:lnTo>
                    <a:pt x="118406" y="73481"/>
                  </a:lnTo>
                  <a:lnTo>
                    <a:pt x="0" y="260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4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EFC9531-9266-45D1-B8EF-6151BDD7C5AD}"/>
                </a:ext>
              </a:extLst>
            </p:cNvPr>
            <p:cNvSpPr txBox="1"/>
            <p:nvPr/>
          </p:nvSpPr>
          <p:spPr>
            <a:xfrm rot="5400000">
              <a:off x="7901472" y="4564778"/>
              <a:ext cx="352325" cy="303986"/>
            </a:xfrm>
            <a:custGeom>
              <a:avLst/>
              <a:gdLst/>
              <a:ahLst/>
              <a:cxnLst/>
              <a:rect l="l" t="t" r="r" b="b"/>
              <a:pathLst>
                <a:path w="169950" h="146633">
                  <a:moveTo>
                    <a:pt x="0" y="0"/>
                  </a:moveTo>
                  <a:lnTo>
                    <a:pt x="169950" y="72857"/>
                  </a:lnTo>
                  <a:lnTo>
                    <a:pt x="0" y="146633"/>
                  </a:lnTo>
                  <a:lnTo>
                    <a:pt x="0" y="120896"/>
                  </a:lnTo>
                  <a:lnTo>
                    <a:pt x="118406" y="73481"/>
                  </a:lnTo>
                  <a:lnTo>
                    <a:pt x="0" y="260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400" b="1" dirty="0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559A81D-FB56-4FD8-9D2F-7F0E7879EF10}"/>
              </a:ext>
            </a:extLst>
          </p:cNvPr>
          <p:cNvSpPr txBox="1"/>
          <p:nvPr/>
        </p:nvSpPr>
        <p:spPr>
          <a:xfrm>
            <a:off x="3399233" y="3633003"/>
            <a:ext cx="845913" cy="408730"/>
          </a:xfrm>
          <a:custGeom>
            <a:avLst/>
            <a:gdLst/>
            <a:ahLst/>
            <a:cxnLst/>
            <a:rect l="l" t="t" r="r" b="b"/>
            <a:pathLst>
              <a:path w="408041" h="197158">
                <a:moveTo>
                  <a:pt x="184866" y="2090"/>
                </a:moveTo>
                <a:cubicBezTo>
                  <a:pt x="189530" y="2890"/>
                  <a:pt x="208586" y="3290"/>
                  <a:pt x="242035" y="3290"/>
                </a:cubicBezTo>
                <a:cubicBezTo>
                  <a:pt x="250547" y="3290"/>
                  <a:pt x="259237" y="2890"/>
                  <a:pt x="268105" y="2090"/>
                </a:cubicBezTo>
                <a:lnTo>
                  <a:pt x="268105" y="12611"/>
                </a:lnTo>
                <a:lnTo>
                  <a:pt x="245568" y="15635"/>
                </a:lnTo>
                <a:cubicBezTo>
                  <a:pt x="243184" y="15794"/>
                  <a:pt x="241759" y="16129"/>
                  <a:pt x="241294" y="16640"/>
                </a:cubicBezTo>
                <a:cubicBezTo>
                  <a:pt x="240829" y="17151"/>
                  <a:pt x="240596" y="18699"/>
                  <a:pt x="240596" y="21283"/>
                </a:cubicBezTo>
                <a:lnTo>
                  <a:pt x="240596" y="98464"/>
                </a:lnTo>
                <a:lnTo>
                  <a:pt x="255659" y="89190"/>
                </a:lnTo>
                <a:cubicBezTo>
                  <a:pt x="261410" y="85532"/>
                  <a:pt x="267552" y="81514"/>
                  <a:pt x="274086" y="77138"/>
                </a:cubicBezTo>
                <a:lnTo>
                  <a:pt x="323069" y="32551"/>
                </a:lnTo>
                <a:cubicBezTo>
                  <a:pt x="332794" y="24449"/>
                  <a:pt x="337656" y="18999"/>
                  <a:pt x="337656" y="16202"/>
                </a:cubicBezTo>
                <a:cubicBezTo>
                  <a:pt x="337656" y="16195"/>
                  <a:pt x="336775" y="16065"/>
                  <a:pt x="335013" y="15811"/>
                </a:cubicBezTo>
                <a:lnTo>
                  <a:pt x="311943" y="12606"/>
                </a:lnTo>
                <a:lnTo>
                  <a:pt x="311943" y="2090"/>
                </a:lnTo>
                <a:cubicBezTo>
                  <a:pt x="319665" y="2890"/>
                  <a:pt x="332841" y="3290"/>
                  <a:pt x="351472" y="3290"/>
                </a:cubicBezTo>
                <a:cubicBezTo>
                  <a:pt x="370062" y="3290"/>
                  <a:pt x="383237" y="2890"/>
                  <a:pt x="390996" y="2090"/>
                </a:cubicBezTo>
                <a:lnTo>
                  <a:pt x="390996" y="12730"/>
                </a:lnTo>
                <a:cubicBezTo>
                  <a:pt x="380096" y="13657"/>
                  <a:pt x="370523" y="15942"/>
                  <a:pt x="362276" y="19585"/>
                </a:cubicBezTo>
                <a:cubicBezTo>
                  <a:pt x="354029" y="23229"/>
                  <a:pt x="342134" y="30392"/>
                  <a:pt x="326593" y="41076"/>
                </a:cubicBezTo>
                <a:lnTo>
                  <a:pt x="271991" y="89606"/>
                </a:lnTo>
                <a:lnTo>
                  <a:pt x="359402" y="163048"/>
                </a:lnTo>
                <a:cubicBezTo>
                  <a:pt x="369733" y="171989"/>
                  <a:pt x="376525" y="177575"/>
                  <a:pt x="379776" y="179805"/>
                </a:cubicBezTo>
                <a:cubicBezTo>
                  <a:pt x="383027" y="182036"/>
                  <a:pt x="386548" y="183437"/>
                  <a:pt x="390339" y="184008"/>
                </a:cubicBezTo>
                <a:lnTo>
                  <a:pt x="408041" y="187071"/>
                </a:lnTo>
                <a:lnTo>
                  <a:pt x="408041" y="197158"/>
                </a:lnTo>
                <a:cubicBezTo>
                  <a:pt x="395074" y="196361"/>
                  <a:pt x="379207" y="195962"/>
                  <a:pt x="360440" y="195962"/>
                </a:cubicBezTo>
                <a:cubicBezTo>
                  <a:pt x="341631" y="195962"/>
                  <a:pt x="325764" y="196361"/>
                  <a:pt x="312839" y="197158"/>
                </a:cubicBezTo>
                <a:lnTo>
                  <a:pt x="312839" y="187056"/>
                </a:lnTo>
                <a:lnTo>
                  <a:pt x="336204" y="183103"/>
                </a:lnTo>
                <a:cubicBezTo>
                  <a:pt x="337969" y="182884"/>
                  <a:pt x="338852" y="182765"/>
                  <a:pt x="338852" y="182746"/>
                </a:cubicBezTo>
                <a:cubicBezTo>
                  <a:pt x="338852" y="182330"/>
                  <a:pt x="337058" y="179122"/>
                  <a:pt x="333470" y="173121"/>
                </a:cubicBezTo>
                <a:lnTo>
                  <a:pt x="263804" y="117309"/>
                </a:lnTo>
                <a:lnTo>
                  <a:pt x="240596" y="99851"/>
                </a:lnTo>
                <a:lnTo>
                  <a:pt x="240596" y="176769"/>
                </a:lnTo>
                <a:cubicBezTo>
                  <a:pt x="240596" y="179385"/>
                  <a:pt x="240909" y="181063"/>
                  <a:pt x="241535" y="181801"/>
                </a:cubicBezTo>
                <a:cubicBezTo>
                  <a:pt x="242160" y="182539"/>
                  <a:pt x="243557" y="183064"/>
                  <a:pt x="245726" y="183375"/>
                </a:cubicBezTo>
                <a:lnTo>
                  <a:pt x="268105" y="187052"/>
                </a:lnTo>
                <a:lnTo>
                  <a:pt x="268105" y="197158"/>
                </a:lnTo>
                <a:cubicBezTo>
                  <a:pt x="258284" y="196361"/>
                  <a:pt x="244411" y="195962"/>
                  <a:pt x="226485" y="195962"/>
                </a:cubicBezTo>
                <a:cubicBezTo>
                  <a:pt x="208534" y="195962"/>
                  <a:pt x="194661" y="196361"/>
                  <a:pt x="184866" y="197158"/>
                </a:cubicBezTo>
                <a:lnTo>
                  <a:pt x="184866" y="186994"/>
                </a:lnTo>
                <a:lnTo>
                  <a:pt x="206273" y="183937"/>
                </a:lnTo>
                <a:cubicBezTo>
                  <a:pt x="208204" y="183661"/>
                  <a:pt x="209504" y="183096"/>
                  <a:pt x="210174" y="182244"/>
                </a:cubicBezTo>
                <a:cubicBezTo>
                  <a:pt x="210844" y="181391"/>
                  <a:pt x="211178" y="179566"/>
                  <a:pt x="211178" y="176769"/>
                </a:cubicBezTo>
                <a:lnTo>
                  <a:pt x="211178" y="21283"/>
                </a:lnTo>
                <a:cubicBezTo>
                  <a:pt x="211178" y="18696"/>
                  <a:pt x="210986" y="17187"/>
                  <a:pt x="210600" y="16759"/>
                </a:cubicBezTo>
                <a:cubicBezTo>
                  <a:pt x="210214" y="16330"/>
                  <a:pt x="208499" y="15924"/>
                  <a:pt x="205454" y="15540"/>
                </a:cubicBezTo>
                <a:lnTo>
                  <a:pt x="184866" y="12601"/>
                </a:lnTo>
                <a:close/>
                <a:moveTo>
                  <a:pt x="94250" y="0"/>
                </a:moveTo>
                <a:cubicBezTo>
                  <a:pt x="117532" y="0"/>
                  <a:pt x="134325" y="5993"/>
                  <a:pt x="144630" y="17980"/>
                </a:cubicBezTo>
                <a:cubicBezTo>
                  <a:pt x="154934" y="29968"/>
                  <a:pt x="160086" y="43229"/>
                  <a:pt x="160086" y="57764"/>
                </a:cubicBezTo>
                <a:cubicBezTo>
                  <a:pt x="160086" y="74191"/>
                  <a:pt x="154156" y="88125"/>
                  <a:pt x="142296" y="99564"/>
                </a:cubicBezTo>
                <a:cubicBezTo>
                  <a:pt x="130436" y="111004"/>
                  <a:pt x="115914" y="116724"/>
                  <a:pt x="98731" y="116724"/>
                </a:cubicBezTo>
                <a:cubicBezTo>
                  <a:pt x="85209" y="116724"/>
                  <a:pt x="74625" y="111804"/>
                  <a:pt x="66980" y="101965"/>
                </a:cubicBezTo>
                <a:lnTo>
                  <a:pt x="70918" y="97174"/>
                </a:lnTo>
                <a:cubicBezTo>
                  <a:pt x="77005" y="99171"/>
                  <a:pt x="82688" y="100169"/>
                  <a:pt x="87968" y="100169"/>
                </a:cubicBezTo>
                <a:cubicBezTo>
                  <a:pt x="99239" y="100169"/>
                  <a:pt x="108725" y="96504"/>
                  <a:pt x="116426" y="89175"/>
                </a:cubicBezTo>
                <a:cubicBezTo>
                  <a:pt x="124127" y="81845"/>
                  <a:pt x="127978" y="71774"/>
                  <a:pt x="127978" y="58959"/>
                </a:cubicBezTo>
                <a:cubicBezTo>
                  <a:pt x="127978" y="46691"/>
                  <a:pt x="123629" y="36208"/>
                  <a:pt x="114931" y="27510"/>
                </a:cubicBezTo>
                <a:cubicBezTo>
                  <a:pt x="106233" y="18812"/>
                  <a:pt x="92362" y="14463"/>
                  <a:pt x="73318" y="14463"/>
                </a:cubicBezTo>
                <a:cubicBezTo>
                  <a:pt x="66775" y="14463"/>
                  <a:pt x="62508" y="14906"/>
                  <a:pt x="60517" y="15792"/>
                </a:cubicBezTo>
                <a:lnTo>
                  <a:pt x="60517" y="174674"/>
                </a:lnTo>
                <a:cubicBezTo>
                  <a:pt x="60517" y="176982"/>
                  <a:pt x="60929" y="178548"/>
                  <a:pt x="61753" y="179372"/>
                </a:cubicBezTo>
                <a:cubicBezTo>
                  <a:pt x="62577" y="180196"/>
                  <a:pt x="65249" y="181122"/>
                  <a:pt x="69770" y="182151"/>
                </a:cubicBezTo>
                <a:lnTo>
                  <a:pt x="92811" y="187204"/>
                </a:lnTo>
                <a:lnTo>
                  <a:pt x="92811" y="197158"/>
                </a:lnTo>
                <a:cubicBezTo>
                  <a:pt x="73901" y="196361"/>
                  <a:pt x="59429" y="195962"/>
                  <a:pt x="49396" y="195962"/>
                </a:cubicBezTo>
                <a:cubicBezTo>
                  <a:pt x="42453" y="195962"/>
                  <a:pt x="27981" y="196261"/>
                  <a:pt x="5981" y="196858"/>
                </a:cubicBezTo>
                <a:lnTo>
                  <a:pt x="5981" y="186694"/>
                </a:lnTo>
                <a:lnTo>
                  <a:pt x="25565" y="183899"/>
                </a:lnTo>
                <a:cubicBezTo>
                  <a:pt x="27352" y="183540"/>
                  <a:pt x="28572" y="182837"/>
                  <a:pt x="29225" y="181791"/>
                </a:cubicBezTo>
                <a:cubicBezTo>
                  <a:pt x="29877" y="180745"/>
                  <a:pt x="30203" y="178573"/>
                  <a:pt x="30203" y="175274"/>
                </a:cubicBezTo>
                <a:lnTo>
                  <a:pt x="30203" y="32646"/>
                </a:lnTo>
                <a:cubicBezTo>
                  <a:pt x="30203" y="26300"/>
                  <a:pt x="28203" y="22021"/>
                  <a:pt x="24203" y="19809"/>
                </a:cubicBezTo>
                <a:cubicBezTo>
                  <a:pt x="20202" y="17598"/>
                  <a:pt x="12135" y="15817"/>
                  <a:pt x="0" y="14468"/>
                </a:cubicBezTo>
                <a:lnTo>
                  <a:pt x="0" y="3290"/>
                </a:lnTo>
                <a:cubicBezTo>
                  <a:pt x="21742" y="3290"/>
                  <a:pt x="35852" y="3105"/>
                  <a:pt x="42329" y="2733"/>
                </a:cubicBezTo>
                <a:lnTo>
                  <a:pt x="84763" y="342"/>
                </a:lnTo>
                <a:cubicBezTo>
                  <a:pt x="88401" y="114"/>
                  <a:pt x="91564" y="0"/>
                  <a:pt x="94250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E29354-89DD-4686-ACE8-D903E277ABCB}"/>
              </a:ext>
            </a:extLst>
          </p:cNvPr>
          <p:cNvSpPr/>
          <p:nvPr/>
        </p:nvSpPr>
        <p:spPr>
          <a:xfrm>
            <a:off x="2267676" y="1212354"/>
            <a:ext cx="7656648" cy="443329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682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accent1"/>
          </a:solidFill>
          <a:prstDash val="solid"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华文细黑" panose="02010600040101010101" pitchFamily="2" charset="-122"/>
            <a:ea typeface="华文细黑" panose="0201060004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9447</TotalTime>
  <Words>95</Words>
  <Application>Microsoft Office PowerPoint</Application>
  <PresentationFormat>宽屏</PresentationFormat>
  <Paragraphs>53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华文楷体</vt:lpstr>
      <vt:lpstr>华文细黑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1017</cp:revision>
  <dcterms:created xsi:type="dcterms:W3CDTF">2020-08-24T03:54:07Z</dcterms:created>
  <dcterms:modified xsi:type="dcterms:W3CDTF">2021-03-21T15:48:24Z</dcterms:modified>
</cp:coreProperties>
</file>