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9"/>
  </p:notesMasterIdLst>
  <p:sldIdLst>
    <p:sldId id="256" r:id="rId2"/>
    <p:sldId id="257" r:id="rId3"/>
    <p:sldId id="260" r:id="rId4"/>
    <p:sldId id="261" r:id="rId5"/>
    <p:sldId id="262" r:id="rId6"/>
    <p:sldId id="258" r:id="rId7"/>
    <p:sldId id="264" r:id="rId8"/>
    <p:sldId id="266" r:id="rId9"/>
    <p:sldId id="265" r:id="rId10"/>
    <p:sldId id="267" r:id="rId11"/>
    <p:sldId id="270" r:id="rId12"/>
    <p:sldId id="269" r:id="rId13"/>
    <p:sldId id="271" r:id="rId14"/>
    <p:sldId id="272" r:id="rId15"/>
    <p:sldId id="273" r:id="rId16"/>
    <p:sldId id="276" r:id="rId17"/>
    <p:sldId id="277" r:id="rId18"/>
    <p:sldId id="275" r:id="rId19"/>
    <p:sldId id="278" r:id="rId20"/>
    <p:sldId id="279" r:id="rId21"/>
    <p:sldId id="281" r:id="rId22"/>
    <p:sldId id="283" r:id="rId23"/>
    <p:sldId id="284" r:id="rId24"/>
    <p:sldId id="285" r:id="rId25"/>
    <p:sldId id="286" r:id="rId26"/>
    <p:sldId id="291" r:id="rId27"/>
    <p:sldId id="282" r:id="rId28"/>
    <p:sldId id="288" r:id="rId29"/>
    <p:sldId id="289" r:id="rId30"/>
    <p:sldId id="290" r:id="rId31"/>
    <p:sldId id="292" r:id="rId32"/>
    <p:sldId id="296" r:id="rId33"/>
    <p:sldId id="294" r:id="rId34"/>
    <p:sldId id="295" r:id="rId35"/>
    <p:sldId id="297" r:id="rId36"/>
    <p:sldId id="298" r:id="rId37"/>
    <p:sldId id="299" r:id="rId3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30" userDrawn="1">
          <p15:clr>
            <a:srgbClr val="A4A3A4"/>
          </p15:clr>
        </p15:guide>
        <p15:guide id="2" pos="19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  <a:srgbClr val="2E75B6"/>
    <a:srgbClr val="F19455"/>
    <a:srgbClr val="F8CBAD"/>
    <a:srgbClr val="E6E6E6"/>
    <a:srgbClr val="7F7F7F"/>
    <a:srgbClr val="C55A11"/>
    <a:srgbClr val="C71508"/>
    <a:srgbClr val="ED7F34"/>
    <a:srgbClr val="EEC5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57" autoAdjust="0"/>
    <p:restoredTop sz="91129" autoAdjust="0"/>
  </p:normalViewPr>
  <p:slideViewPr>
    <p:cSldViewPr snapToGrid="0">
      <p:cViewPr>
        <p:scale>
          <a:sx n="33" d="100"/>
          <a:sy n="33" d="100"/>
        </p:scale>
        <p:origin x="2724" y="1554"/>
      </p:cViewPr>
      <p:guideLst>
        <p:guide orient="horz" pos="1230"/>
        <p:guide pos="1912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465AE0-690F-4E1E-A814-50BF005BB22A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132911-2138-4BB8-8059-3830608EDDD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9330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132911-2138-4BB8-8059-3830608EDDD6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997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322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6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338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8332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7767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850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310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640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179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9372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3137E7-C718-4E91-A476-3082A6A9DA68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1609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E6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137E7-C718-4E91-A476-3082A6A9DA68}" type="datetimeFigureOut">
              <a:rPr lang="zh-CN" altLang="en-US" smtClean="0"/>
              <a:t>2021/5/15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0F08A1-20E9-48D9-AAA3-38883B7490A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34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文本框 28">
            <a:extLst>
              <a:ext uri="{FF2B5EF4-FFF2-40B4-BE49-F238E27FC236}">
                <a16:creationId xmlns:a16="http://schemas.microsoft.com/office/drawing/2014/main" id="{D133A2EF-547F-4929-93C1-A7ACBC85F55A}"/>
              </a:ext>
            </a:extLst>
          </p:cNvPr>
          <p:cNvSpPr txBox="1"/>
          <p:nvPr/>
        </p:nvSpPr>
        <p:spPr>
          <a:xfrm>
            <a:off x="3350516" y="3098000"/>
            <a:ext cx="556542" cy="662359"/>
          </a:xfrm>
          <a:custGeom>
            <a:avLst/>
            <a:gdLst/>
            <a:ahLst/>
            <a:cxnLst/>
            <a:rect l="l" t="t" r="r" b="b"/>
            <a:pathLst>
              <a:path w="556542" h="662359">
                <a:moveTo>
                  <a:pt x="114523" y="393799"/>
                </a:moveTo>
                <a:lnTo>
                  <a:pt x="114523" y="448047"/>
                </a:lnTo>
                <a:lnTo>
                  <a:pt x="444028" y="448047"/>
                </a:lnTo>
                <a:lnTo>
                  <a:pt x="444028" y="393799"/>
                </a:lnTo>
                <a:close/>
                <a:moveTo>
                  <a:pt x="114523" y="265881"/>
                </a:moveTo>
                <a:lnTo>
                  <a:pt x="114523" y="320129"/>
                </a:lnTo>
                <a:lnTo>
                  <a:pt x="444028" y="320129"/>
                </a:lnTo>
                <a:lnTo>
                  <a:pt x="444028" y="265881"/>
                </a:lnTo>
                <a:close/>
                <a:moveTo>
                  <a:pt x="480863" y="10046"/>
                </a:moveTo>
                <a:lnTo>
                  <a:pt x="556542" y="65633"/>
                </a:lnTo>
                <a:cubicBezTo>
                  <a:pt x="511894" y="112067"/>
                  <a:pt x="473943" y="149795"/>
                  <a:pt x="442689" y="178817"/>
                </a:cubicBezTo>
                <a:lnTo>
                  <a:pt x="379065" y="118541"/>
                </a:lnTo>
                <a:cubicBezTo>
                  <a:pt x="404961" y="94878"/>
                  <a:pt x="438894" y="58712"/>
                  <a:pt x="480863" y="10046"/>
                </a:cubicBezTo>
                <a:close/>
                <a:moveTo>
                  <a:pt x="66302" y="5358"/>
                </a:moveTo>
                <a:cubicBezTo>
                  <a:pt x="100682" y="40630"/>
                  <a:pt x="136177" y="76795"/>
                  <a:pt x="172789" y="113853"/>
                </a:cubicBezTo>
                <a:lnTo>
                  <a:pt x="105816" y="174798"/>
                </a:lnTo>
                <a:cubicBezTo>
                  <a:pt x="69205" y="133722"/>
                  <a:pt x="33932" y="95547"/>
                  <a:pt x="0" y="60275"/>
                </a:cubicBezTo>
                <a:close/>
                <a:moveTo>
                  <a:pt x="225697" y="0"/>
                </a:moveTo>
                <a:lnTo>
                  <a:pt x="324817" y="0"/>
                </a:lnTo>
                <a:lnTo>
                  <a:pt x="324817" y="185514"/>
                </a:lnTo>
                <a:lnTo>
                  <a:pt x="540469" y="185514"/>
                </a:lnTo>
                <a:lnTo>
                  <a:pt x="540469" y="560561"/>
                </a:lnTo>
                <a:cubicBezTo>
                  <a:pt x="540915" y="622622"/>
                  <a:pt x="510331" y="655439"/>
                  <a:pt x="448716" y="659011"/>
                </a:cubicBezTo>
                <a:cubicBezTo>
                  <a:pt x="427732" y="660797"/>
                  <a:pt x="386432" y="661913"/>
                  <a:pt x="324817" y="662359"/>
                </a:cubicBezTo>
                <a:cubicBezTo>
                  <a:pt x="320352" y="636910"/>
                  <a:pt x="311646" y="605433"/>
                  <a:pt x="298698" y="567928"/>
                </a:cubicBezTo>
                <a:cubicBezTo>
                  <a:pt x="334416" y="569714"/>
                  <a:pt x="367010" y="570830"/>
                  <a:pt x="396478" y="571277"/>
                </a:cubicBezTo>
                <a:cubicBezTo>
                  <a:pt x="428178" y="571723"/>
                  <a:pt x="444028" y="559222"/>
                  <a:pt x="444028" y="533772"/>
                </a:cubicBezTo>
                <a:lnTo>
                  <a:pt x="444028" y="521717"/>
                </a:lnTo>
                <a:lnTo>
                  <a:pt x="114523" y="521717"/>
                </a:lnTo>
                <a:lnTo>
                  <a:pt x="114523" y="662359"/>
                </a:lnTo>
                <a:lnTo>
                  <a:pt x="18082" y="662359"/>
                </a:lnTo>
                <a:lnTo>
                  <a:pt x="18082" y="185514"/>
                </a:lnTo>
                <a:lnTo>
                  <a:pt x="225697" y="18551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54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F442132A-0D8F-4845-A1BE-6ACD06EC4AC3}"/>
              </a:ext>
            </a:extLst>
          </p:cNvPr>
          <p:cNvSpPr txBox="1"/>
          <p:nvPr/>
        </p:nvSpPr>
        <p:spPr>
          <a:xfrm>
            <a:off x="4184574" y="3093832"/>
            <a:ext cx="666378" cy="656332"/>
          </a:xfrm>
          <a:custGeom>
            <a:avLst/>
            <a:gdLst/>
            <a:ahLst/>
            <a:cxnLst/>
            <a:rect l="l" t="t" r="r" b="b"/>
            <a:pathLst>
              <a:path w="666378" h="656332">
                <a:moveTo>
                  <a:pt x="498277" y="306734"/>
                </a:moveTo>
                <a:lnTo>
                  <a:pt x="590699" y="306734"/>
                </a:lnTo>
                <a:lnTo>
                  <a:pt x="590699" y="349597"/>
                </a:lnTo>
                <a:lnTo>
                  <a:pt x="657672" y="349597"/>
                </a:lnTo>
                <a:lnTo>
                  <a:pt x="657672" y="429964"/>
                </a:lnTo>
                <a:lnTo>
                  <a:pt x="590699" y="429964"/>
                </a:lnTo>
                <a:lnTo>
                  <a:pt x="590699" y="529753"/>
                </a:lnTo>
                <a:cubicBezTo>
                  <a:pt x="590699" y="563909"/>
                  <a:pt x="584058" y="590698"/>
                  <a:pt x="570775" y="610121"/>
                </a:cubicBezTo>
                <a:cubicBezTo>
                  <a:pt x="557492" y="629543"/>
                  <a:pt x="539800" y="641988"/>
                  <a:pt x="517699" y="647458"/>
                </a:cubicBezTo>
                <a:cubicBezTo>
                  <a:pt x="495598" y="652927"/>
                  <a:pt x="451396" y="655662"/>
                  <a:pt x="385093" y="655662"/>
                </a:cubicBezTo>
                <a:cubicBezTo>
                  <a:pt x="377949" y="616818"/>
                  <a:pt x="371699" y="587350"/>
                  <a:pt x="366341" y="567258"/>
                </a:cubicBezTo>
                <a:cubicBezTo>
                  <a:pt x="398488" y="569937"/>
                  <a:pt x="426170" y="571276"/>
                  <a:pt x="449387" y="571276"/>
                </a:cubicBezTo>
                <a:cubicBezTo>
                  <a:pt x="481980" y="571276"/>
                  <a:pt x="498277" y="552301"/>
                  <a:pt x="498277" y="514350"/>
                </a:cubicBezTo>
                <a:lnTo>
                  <a:pt x="498277" y="429964"/>
                </a:lnTo>
                <a:lnTo>
                  <a:pt x="341896" y="429964"/>
                </a:lnTo>
                <a:cubicBezTo>
                  <a:pt x="366899" y="456083"/>
                  <a:pt x="392014" y="483989"/>
                  <a:pt x="417240" y="513680"/>
                </a:cubicBezTo>
                <a:lnTo>
                  <a:pt x="348928" y="566588"/>
                </a:lnTo>
                <a:cubicBezTo>
                  <a:pt x="321692" y="529530"/>
                  <a:pt x="293564" y="495151"/>
                  <a:pt x="264542" y="463450"/>
                </a:cubicBezTo>
                <a:lnTo>
                  <a:pt x="310419" y="429964"/>
                </a:lnTo>
                <a:lnTo>
                  <a:pt x="255166" y="429964"/>
                </a:lnTo>
                <a:lnTo>
                  <a:pt x="255166" y="349597"/>
                </a:lnTo>
                <a:lnTo>
                  <a:pt x="498277" y="349597"/>
                </a:lnTo>
                <a:close/>
                <a:moveTo>
                  <a:pt x="404515" y="0"/>
                </a:moveTo>
                <a:lnTo>
                  <a:pt x="496937" y="0"/>
                </a:lnTo>
                <a:lnTo>
                  <a:pt x="496937" y="76348"/>
                </a:lnTo>
                <a:lnTo>
                  <a:pt x="634901" y="76348"/>
                </a:lnTo>
                <a:lnTo>
                  <a:pt x="634901" y="156716"/>
                </a:lnTo>
                <a:lnTo>
                  <a:pt x="496937" y="156716"/>
                </a:lnTo>
                <a:lnTo>
                  <a:pt x="496937" y="212303"/>
                </a:lnTo>
                <a:lnTo>
                  <a:pt x="666378" y="212303"/>
                </a:lnTo>
                <a:lnTo>
                  <a:pt x="666378" y="292670"/>
                </a:lnTo>
                <a:lnTo>
                  <a:pt x="243781" y="292670"/>
                </a:lnTo>
                <a:lnTo>
                  <a:pt x="243781" y="212303"/>
                </a:lnTo>
                <a:lnTo>
                  <a:pt x="404515" y="212303"/>
                </a:lnTo>
                <a:lnTo>
                  <a:pt x="404515" y="156716"/>
                </a:lnTo>
                <a:lnTo>
                  <a:pt x="270570" y="156716"/>
                </a:lnTo>
                <a:lnTo>
                  <a:pt x="270570" y="76348"/>
                </a:lnTo>
                <a:lnTo>
                  <a:pt x="404515" y="76348"/>
                </a:lnTo>
                <a:close/>
                <a:moveTo>
                  <a:pt x="116533" y="0"/>
                </a:moveTo>
                <a:lnTo>
                  <a:pt x="198239" y="0"/>
                </a:lnTo>
                <a:lnTo>
                  <a:pt x="198239" y="136624"/>
                </a:lnTo>
                <a:lnTo>
                  <a:pt x="237084" y="136624"/>
                </a:lnTo>
                <a:lnTo>
                  <a:pt x="237084" y="223019"/>
                </a:lnTo>
                <a:lnTo>
                  <a:pt x="198239" y="223019"/>
                </a:lnTo>
                <a:lnTo>
                  <a:pt x="198239" y="338881"/>
                </a:lnTo>
                <a:lnTo>
                  <a:pt x="241772" y="330175"/>
                </a:lnTo>
                <a:cubicBezTo>
                  <a:pt x="239986" y="355178"/>
                  <a:pt x="239539" y="385092"/>
                  <a:pt x="240432" y="419918"/>
                </a:cubicBezTo>
                <a:lnTo>
                  <a:pt x="198239" y="427955"/>
                </a:lnTo>
                <a:lnTo>
                  <a:pt x="198239" y="656332"/>
                </a:lnTo>
                <a:lnTo>
                  <a:pt x="116533" y="656332"/>
                </a:lnTo>
                <a:lnTo>
                  <a:pt x="116533" y="444363"/>
                </a:lnTo>
                <a:cubicBezTo>
                  <a:pt x="79921" y="452177"/>
                  <a:pt x="45319" y="460102"/>
                  <a:pt x="12725" y="468138"/>
                </a:cubicBezTo>
                <a:lnTo>
                  <a:pt x="670" y="373037"/>
                </a:lnTo>
                <a:lnTo>
                  <a:pt x="116533" y="353950"/>
                </a:lnTo>
                <a:lnTo>
                  <a:pt x="116533" y="223019"/>
                </a:lnTo>
                <a:lnTo>
                  <a:pt x="72331" y="223019"/>
                </a:lnTo>
                <a:cubicBezTo>
                  <a:pt x="67643" y="256058"/>
                  <a:pt x="62062" y="287982"/>
                  <a:pt x="55588" y="318789"/>
                </a:cubicBezTo>
                <a:cubicBezTo>
                  <a:pt x="38621" y="308074"/>
                  <a:pt x="20092" y="298028"/>
                  <a:pt x="0" y="288652"/>
                </a:cubicBezTo>
                <a:cubicBezTo>
                  <a:pt x="13841" y="216768"/>
                  <a:pt x="23218" y="138856"/>
                  <a:pt x="28129" y="54917"/>
                </a:cubicBezTo>
                <a:lnTo>
                  <a:pt x="89074" y="60945"/>
                </a:lnTo>
                <a:cubicBezTo>
                  <a:pt x="87511" y="86841"/>
                  <a:pt x="85502" y="112067"/>
                  <a:pt x="83047" y="136624"/>
                </a:cubicBezTo>
                <a:lnTo>
                  <a:pt x="116533" y="136624"/>
                </a:lnTo>
                <a:close/>
              </a:path>
            </a:pathLst>
          </a:custGeom>
          <a:solidFill>
            <a:prstClr val="black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80D90DD4-F8DC-4CA2-9AD6-02564DC83B11}"/>
              </a:ext>
            </a:extLst>
          </p:cNvPr>
          <p:cNvSpPr txBox="1"/>
          <p:nvPr/>
        </p:nvSpPr>
        <p:spPr>
          <a:xfrm>
            <a:off x="5155551" y="3088474"/>
            <a:ext cx="669057" cy="642268"/>
          </a:xfrm>
          <a:custGeom>
            <a:avLst/>
            <a:gdLst/>
            <a:ahLst/>
            <a:cxnLst/>
            <a:rect l="l" t="t" r="r" b="b"/>
            <a:pathLst>
              <a:path w="669057" h="642268">
                <a:moveTo>
                  <a:pt x="240432" y="402505"/>
                </a:moveTo>
                <a:cubicBezTo>
                  <a:pt x="221233" y="423937"/>
                  <a:pt x="201253" y="443805"/>
                  <a:pt x="180491" y="462111"/>
                </a:cubicBezTo>
                <a:lnTo>
                  <a:pt x="289322" y="462111"/>
                </a:lnTo>
                <a:lnTo>
                  <a:pt x="289322" y="415230"/>
                </a:lnTo>
                <a:lnTo>
                  <a:pt x="381074" y="415230"/>
                </a:lnTo>
                <a:lnTo>
                  <a:pt x="381074" y="462111"/>
                </a:lnTo>
                <a:lnTo>
                  <a:pt x="489905" y="462111"/>
                </a:lnTo>
                <a:cubicBezTo>
                  <a:pt x="469367" y="443805"/>
                  <a:pt x="449498" y="423937"/>
                  <a:pt x="430299" y="402505"/>
                </a:cubicBezTo>
                <a:close/>
                <a:moveTo>
                  <a:pt x="216991" y="298698"/>
                </a:moveTo>
                <a:lnTo>
                  <a:pt x="216991" y="332184"/>
                </a:lnTo>
                <a:lnTo>
                  <a:pt x="454075" y="332184"/>
                </a:lnTo>
                <a:lnTo>
                  <a:pt x="454075" y="298698"/>
                </a:lnTo>
                <a:close/>
                <a:moveTo>
                  <a:pt x="216991" y="214312"/>
                </a:moveTo>
                <a:lnTo>
                  <a:pt x="216991" y="247799"/>
                </a:lnTo>
                <a:lnTo>
                  <a:pt x="454075" y="247799"/>
                </a:lnTo>
                <a:lnTo>
                  <a:pt x="454075" y="214312"/>
                </a:lnTo>
                <a:close/>
                <a:moveTo>
                  <a:pt x="216991" y="128587"/>
                </a:moveTo>
                <a:lnTo>
                  <a:pt x="216991" y="162074"/>
                </a:lnTo>
                <a:lnTo>
                  <a:pt x="454075" y="162074"/>
                </a:lnTo>
                <a:lnTo>
                  <a:pt x="454075" y="128587"/>
                </a:lnTo>
                <a:close/>
                <a:moveTo>
                  <a:pt x="125239" y="0"/>
                </a:moveTo>
                <a:lnTo>
                  <a:pt x="216991" y="0"/>
                </a:lnTo>
                <a:lnTo>
                  <a:pt x="216991" y="58266"/>
                </a:lnTo>
                <a:lnTo>
                  <a:pt x="454075" y="58266"/>
                </a:lnTo>
                <a:lnTo>
                  <a:pt x="454075" y="0"/>
                </a:lnTo>
                <a:lnTo>
                  <a:pt x="545157" y="0"/>
                </a:lnTo>
                <a:lnTo>
                  <a:pt x="545157" y="58266"/>
                </a:lnTo>
                <a:lnTo>
                  <a:pt x="642268" y="58266"/>
                </a:lnTo>
                <a:lnTo>
                  <a:pt x="642268" y="128587"/>
                </a:lnTo>
                <a:lnTo>
                  <a:pt x="545157" y="128587"/>
                </a:lnTo>
                <a:lnTo>
                  <a:pt x="545157" y="332184"/>
                </a:lnTo>
                <a:lnTo>
                  <a:pt x="661020" y="332184"/>
                </a:lnTo>
                <a:lnTo>
                  <a:pt x="661020" y="402505"/>
                </a:lnTo>
                <a:lnTo>
                  <a:pt x="529084" y="402505"/>
                </a:lnTo>
                <a:cubicBezTo>
                  <a:pt x="576411" y="437778"/>
                  <a:pt x="623069" y="463897"/>
                  <a:pt x="669057" y="480863"/>
                </a:cubicBezTo>
                <a:cubicBezTo>
                  <a:pt x="650751" y="507206"/>
                  <a:pt x="634231" y="531986"/>
                  <a:pt x="619497" y="555203"/>
                </a:cubicBezTo>
                <a:cubicBezTo>
                  <a:pt x="584671" y="536004"/>
                  <a:pt x="551408" y="513457"/>
                  <a:pt x="519708" y="487561"/>
                </a:cubicBezTo>
                <a:lnTo>
                  <a:pt x="519708" y="531093"/>
                </a:lnTo>
                <a:lnTo>
                  <a:pt x="381074" y="531093"/>
                </a:lnTo>
                <a:lnTo>
                  <a:pt x="381074" y="571946"/>
                </a:lnTo>
                <a:lnTo>
                  <a:pt x="621506" y="571946"/>
                </a:lnTo>
                <a:lnTo>
                  <a:pt x="621506" y="642268"/>
                </a:lnTo>
                <a:lnTo>
                  <a:pt x="48220" y="642268"/>
                </a:lnTo>
                <a:lnTo>
                  <a:pt x="48220" y="571946"/>
                </a:lnTo>
                <a:lnTo>
                  <a:pt x="289322" y="571946"/>
                </a:lnTo>
                <a:lnTo>
                  <a:pt x="289322" y="531093"/>
                </a:lnTo>
                <a:lnTo>
                  <a:pt x="147340" y="531093"/>
                </a:lnTo>
                <a:lnTo>
                  <a:pt x="147340" y="490240"/>
                </a:lnTo>
                <a:cubicBezTo>
                  <a:pt x="116309" y="514796"/>
                  <a:pt x="83939" y="536451"/>
                  <a:pt x="50229" y="555203"/>
                </a:cubicBezTo>
                <a:cubicBezTo>
                  <a:pt x="37281" y="534665"/>
                  <a:pt x="20538" y="510108"/>
                  <a:pt x="0" y="481533"/>
                </a:cubicBezTo>
                <a:cubicBezTo>
                  <a:pt x="55811" y="460548"/>
                  <a:pt x="103026" y="434206"/>
                  <a:pt x="141647" y="402505"/>
                </a:cubicBezTo>
                <a:lnTo>
                  <a:pt x="8706" y="402505"/>
                </a:lnTo>
                <a:lnTo>
                  <a:pt x="8706" y="332184"/>
                </a:lnTo>
                <a:lnTo>
                  <a:pt x="125239" y="332184"/>
                </a:lnTo>
                <a:lnTo>
                  <a:pt x="125239" y="128587"/>
                </a:lnTo>
                <a:lnTo>
                  <a:pt x="28128" y="128587"/>
                </a:lnTo>
                <a:lnTo>
                  <a:pt x="28128" y="58266"/>
                </a:lnTo>
                <a:lnTo>
                  <a:pt x="125239" y="58266"/>
                </a:lnTo>
                <a:close/>
              </a:path>
            </a:pathLst>
          </a:custGeom>
          <a:solidFill>
            <a:prstClr val="black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F0F6797-708F-4A86-BE72-7A22DACDC633}"/>
              </a:ext>
            </a:extLst>
          </p:cNvPr>
          <p:cNvSpPr txBox="1"/>
          <p:nvPr/>
        </p:nvSpPr>
        <p:spPr>
          <a:xfrm>
            <a:off x="6141260" y="3163483"/>
            <a:ext cx="644276" cy="515690"/>
          </a:xfrm>
          <a:custGeom>
            <a:avLst/>
            <a:gdLst/>
            <a:ahLst/>
            <a:cxnLst/>
            <a:rect l="l" t="t" r="r" b="b"/>
            <a:pathLst>
              <a:path w="644276" h="515690">
                <a:moveTo>
                  <a:pt x="0" y="413891"/>
                </a:moveTo>
                <a:lnTo>
                  <a:pt x="644276" y="413891"/>
                </a:lnTo>
                <a:lnTo>
                  <a:pt x="644276" y="515690"/>
                </a:lnTo>
                <a:lnTo>
                  <a:pt x="0" y="515690"/>
                </a:lnTo>
                <a:close/>
                <a:moveTo>
                  <a:pt x="48220" y="0"/>
                </a:moveTo>
                <a:lnTo>
                  <a:pt x="594717" y="0"/>
                </a:lnTo>
                <a:lnTo>
                  <a:pt x="594717" y="100459"/>
                </a:lnTo>
                <a:lnTo>
                  <a:pt x="48220" y="100459"/>
                </a:lnTo>
                <a:close/>
              </a:path>
            </a:pathLst>
          </a:custGeom>
          <a:solidFill>
            <a:prstClr val="black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57A4AE8B-1360-4B2A-9531-4AE26C7FE0DD}"/>
              </a:ext>
            </a:extLst>
          </p:cNvPr>
          <p:cNvSpPr txBox="1"/>
          <p:nvPr/>
        </p:nvSpPr>
        <p:spPr>
          <a:xfrm>
            <a:off x="7100181" y="3092492"/>
            <a:ext cx="669057" cy="661690"/>
          </a:xfrm>
          <a:custGeom>
            <a:avLst/>
            <a:gdLst/>
            <a:ahLst/>
            <a:cxnLst/>
            <a:rect l="l" t="t" r="r" b="b"/>
            <a:pathLst>
              <a:path w="669057" h="661690">
                <a:moveTo>
                  <a:pt x="371698" y="115863"/>
                </a:moveTo>
                <a:lnTo>
                  <a:pt x="371028" y="171450"/>
                </a:lnTo>
                <a:cubicBezTo>
                  <a:pt x="401613" y="276151"/>
                  <a:pt x="441350" y="361429"/>
                  <a:pt x="490240" y="427286"/>
                </a:cubicBezTo>
                <a:cubicBezTo>
                  <a:pt x="519485" y="387772"/>
                  <a:pt x="538907" y="344463"/>
                  <a:pt x="548506" y="297359"/>
                </a:cubicBezTo>
                <a:lnTo>
                  <a:pt x="451396" y="297359"/>
                </a:lnTo>
                <a:lnTo>
                  <a:pt x="451396" y="216322"/>
                </a:lnTo>
                <a:lnTo>
                  <a:pt x="498276" y="115863"/>
                </a:lnTo>
                <a:close/>
                <a:moveTo>
                  <a:pt x="236413" y="33486"/>
                </a:moveTo>
                <a:lnTo>
                  <a:pt x="601414" y="33486"/>
                </a:lnTo>
                <a:lnTo>
                  <a:pt x="601414" y="110505"/>
                </a:lnTo>
                <a:lnTo>
                  <a:pt x="549845" y="216322"/>
                </a:lnTo>
                <a:lnTo>
                  <a:pt x="642937" y="216322"/>
                </a:lnTo>
                <a:lnTo>
                  <a:pt x="642937" y="296019"/>
                </a:lnTo>
                <a:cubicBezTo>
                  <a:pt x="627534" y="369912"/>
                  <a:pt x="597173" y="436439"/>
                  <a:pt x="551855" y="495598"/>
                </a:cubicBezTo>
                <a:cubicBezTo>
                  <a:pt x="587127" y="527745"/>
                  <a:pt x="626194" y="552078"/>
                  <a:pt x="669057" y="568598"/>
                </a:cubicBezTo>
                <a:cubicBezTo>
                  <a:pt x="643607" y="601638"/>
                  <a:pt x="623515" y="629766"/>
                  <a:pt x="608781" y="652984"/>
                </a:cubicBezTo>
                <a:cubicBezTo>
                  <a:pt x="565696" y="625748"/>
                  <a:pt x="527075" y="594941"/>
                  <a:pt x="492919" y="560561"/>
                </a:cubicBezTo>
                <a:cubicBezTo>
                  <a:pt x="453405" y="597843"/>
                  <a:pt x="406524" y="631552"/>
                  <a:pt x="352276" y="661690"/>
                </a:cubicBezTo>
                <a:cubicBezTo>
                  <a:pt x="333970" y="631776"/>
                  <a:pt x="315441" y="604317"/>
                  <a:pt x="296689" y="579314"/>
                </a:cubicBezTo>
                <a:cubicBezTo>
                  <a:pt x="350490" y="552748"/>
                  <a:pt x="395920" y="522945"/>
                  <a:pt x="432978" y="489905"/>
                </a:cubicBezTo>
                <a:cubicBezTo>
                  <a:pt x="400608" y="445257"/>
                  <a:pt x="374154" y="395920"/>
                  <a:pt x="353616" y="341896"/>
                </a:cubicBezTo>
                <a:cubicBezTo>
                  <a:pt x="338882" y="477627"/>
                  <a:pt x="299144" y="583332"/>
                  <a:pt x="234404" y="659011"/>
                </a:cubicBezTo>
                <a:cubicBezTo>
                  <a:pt x="213419" y="629097"/>
                  <a:pt x="192658" y="602977"/>
                  <a:pt x="172120" y="580653"/>
                </a:cubicBezTo>
                <a:cubicBezTo>
                  <a:pt x="198909" y="552525"/>
                  <a:pt x="220786" y="516638"/>
                  <a:pt x="237753" y="472995"/>
                </a:cubicBezTo>
                <a:cubicBezTo>
                  <a:pt x="254719" y="429351"/>
                  <a:pt x="266440" y="380796"/>
                  <a:pt x="272914" y="327329"/>
                </a:cubicBezTo>
                <a:cubicBezTo>
                  <a:pt x="279388" y="273863"/>
                  <a:pt x="282848" y="203374"/>
                  <a:pt x="283294" y="115863"/>
                </a:cubicBezTo>
                <a:lnTo>
                  <a:pt x="236413" y="115863"/>
                </a:lnTo>
                <a:close/>
                <a:moveTo>
                  <a:pt x="85725" y="0"/>
                </a:moveTo>
                <a:lnTo>
                  <a:pt x="170780" y="0"/>
                </a:lnTo>
                <a:lnTo>
                  <a:pt x="170780" y="117872"/>
                </a:lnTo>
                <a:lnTo>
                  <a:pt x="239762" y="117872"/>
                </a:lnTo>
                <a:lnTo>
                  <a:pt x="239762" y="204936"/>
                </a:lnTo>
                <a:lnTo>
                  <a:pt x="170780" y="204936"/>
                </a:lnTo>
                <a:lnTo>
                  <a:pt x="170780" y="266216"/>
                </a:lnTo>
                <a:cubicBezTo>
                  <a:pt x="203374" y="286532"/>
                  <a:pt x="231949" y="305619"/>
                  <a:pt x="256505" y="323478"/>
                </a:cubicBezTo>
                <a:lnTo>
                  <a:pt x="217661" y="403845"/>
                </a:lnTo>
                <a:cubicBezTo>
                  <a:pt x="205829" y="393353"/>
                  <a:pt x="190202" y="380516"/>
                  <a:pt x="170780" y="365336"/>
                </a:cubicBezTo>
                <a:lnTo>
                  <a:pt x="170780" y="658341"/>
                </a:lnTo>
                <a:lnTo>
                  <a:pt x="85725" y="658341"/>
                </a:lnTo>
                <a:lnTo>
                  <a:pt x="85725" y="379735"/>
                </a:lnTo>
                <a:cubicBezTo>
                  <a:pt x="68312" y="423267"/>
                  <a:pt x="46881" y="466130"/>
                  <a:pt x="21431" y="508323"/>
                </a:cubicBezTo>
                <a:cubicBezTo>
                  <a:pt x="16966" y="477515"/>
                  <a:pt x="9823" y="436662"/>
                  <a:pt x="0" y="385763"/>
                </a:cubicBezTo>
                <a:cubicBezTo>
                  <a:pt x="35272" y="327273"/>
                  <a:pt x="61503" y="266998"/>
                  <a:pt x="78693" y="204936"/>
                </a:cubicBezTo>
                <a:lnTo>
                  <a:pt x="4688" y="204936"/>
                </a:lnTo>
                <a:lnTo>
                  <a:pt x="4688" y="117872"/>
                </a:lnTo>
                <a:lnTo>
                  <a:pt x="85725" y="117872"/>
                </a:lnTo>
                <a:close/>
              </a:path>
            </a:pathLst>
          </a:custGeom>
          <a:solidFill>
            <a:prstClr val="black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896B1856-4F15-4466-877D-C64E5A05C932}"/>
              </a:ext>
            </a:extLst>
          </p:cNvPr>
          <p:cNvSpPr txBox="1"/>
          <p:nvPr/>
        </p:nvSpPr>
        <p:spPr>
          <a:xfrm>
            <a:off x="8076514" y="3089145"/>
            <a:ext cx="648295" cy="663029"/>
          </a:xfrm>
          <a:custGeom>
            <a:avLst/>
            <a:gdLst/>
            <a:ahLst/>
            <a:cxnLst/>
            <a:rect l="l" t="t" r="r" b="b"/>
            <a:pathLst>
              <a:path w="648295" h="663029">
                <a:moveTo>
                  <a:pt x="172790" y="541808"/>
                </a:moveTo>
                <a:lnTo>
                  <a:pt x="172790" y="580652"/>
                </a:lnTo>
                <a:lnTo>
                  <a:pt x="513011" y="580652"/>
                </a:lnTo>
                <a:lnTo>
                  <a:pt x="513011" y="541808"/>
                </a:lnTo>
                <a:close/>
                <a:moveTo>
                  <a:pt x="172790" y="352945"/>
                </a:moveTo>
                <a:lnTo>
                  <a:pt x="172790" y="389111"/>
                </a:lnTo>
                <a:lnTo>
                  <a:pt x="491579" y="389111"/>
                </a:lnTo>
                <a:lnTo>
                  <a:pt x="491579" y="352945"/>
                </a:lnTo>
                <a:close/>
                <a:moveTo>
                  <a:pt x="81707" y="291331"/>
                </a:moveTo>
                <a:lnTo>
                  <a:pt x="578644" y="291331"/>
                </a:lnTo>
                <a:lnTo>
                  <a:pt x="578644" y="450726"/>
                </a:lnTo>
                <a:lnTo>
                  <a:pt x="172790" y="450726"/>
                </a:lnTo>
                <a:lnTo>
                  <a:pt x="172790" y="480193"/>
                </a:lnTo>
                <a:lnTo>
                  <a:pt x="600075" y="480193"/>
                </a:lnTo>
                <a:lnTo>
                  <a:pt x="600075" y="663029"/>
                </a:lnTo>
                <a:lnTo>
                  <a:pt x="513011" y="663029"/>
                </a:lnTo>
                <a:lnTo>
                  <a:pt x="513011" y="641598"/>
                </a:lnTo>
                <a:lnTo>
                  <a:pt x="172790" y="641598"/>
                </a:lnTo>
                <a:lnTo>
                  <a:pt x="172790" y="663029"/>
                </a:lnTo>
                <a:lnTo>
                  <a:pt x="81707" y="663029"/>
                </a:lnTo>
                <a:close/>
                <a:moveTo>
                  <a:pt x="131267" y="109835"/>
                </a:moveTo>
                <a:cubicBezTo>
                  <a:pt x="108943" y="137070"/>
                  <a:pt x="83493" y="161404"/>
                  <a:pt x="54918" y="182835"/>
                </a:cubicBezTo>
                <a:lnTo>
                  <a:pt x="190203" y="182835"/>
                </a:lnTo>
                <a:cubicBezTo>
                  <a:pt x="178148" y="167654"/>
                  <a:pt x="164083" y="150465"/>
                  <a:pt x="148010" y="131266"/>
                </a:cubicBezTo>
                <a:lnTo>
                  <a:pt x="175469" y="109835"/>
                </a:lnTo>
                <a:close/>
                <a:moveTo>
                  <a:pt x="105817" y="0"/>
                </a:moveTo>
                <a:lnTo>
                  <a:pt x="198239" y="0"/>
                </a:lnTo>
                <a:cubicBezTo>
                  <a:pt x="191096" y="16073"/>
                  <a:pt x="183505" y="31477"/>
                  <a:pt x="175469" y="46211"/>
                </a:cubicBezTo>
                <a:lnTo>
                  <a:pt x="348258" y="46211"/>
                </a:lnTo>
                <a:lnTo>
                  <a:pt x="348258" y="109835"/>
                </a:lnTo>
                <a:lnTo>
                  <a:pt x="219671" y="109835"/>
                </a:lnTo>
                <a:cubicBezTo>
                  <a:pt x="233065" y="124569"/>
                  <a:pt x="246236" y="139303"/>
                  <a:pt x="259184" y="154037"/>
                </a:cubicBezTo>
                <a:lnTo>
                  <a:pt x="220340" y="182835"/>
                </a:lnTo>
                <a:lnTo>
                  <a:pt x="285304" y="182835"/>
                </a:lnTo>
                <a:cubicBezTo>
                  <a:pt x="281285" y="171226"/>
                  <a:pt x="277267" y="159394"/>
                  <a:pt x="273249" y="147339"/>
                </a:cubicBezTo>
                <a:lnTo>
                  <a:pt x="348928" y="134615"/>
                </a:lnTo>
                <a:cubicBezTo>
                  <a:pt x="353839" y="150242"/>
                  <a:pt x="358750" y="166315"/>
                  <a:pt x="363662" y="182835"/>
                </a:cubicBezTo>
                <a:lnTo>
                  <a:pt x="517699" y="182835"/>
                </a:lnTo>
                <a:cubicBezTo>
                  <a:pt x="499393" y="159618"/>
                  <a:pt x="483319" y="140642"/>
                  <a:pt x="469478" y="125908"/>
                </a:cubicBezTo>
                <a:lnTo>
                  <a:pt x="490240" y="109835"/>
                </a:lnTo>
                <a:lnTo>
                  <a:pt x="460102" y="109835"/>
                </a:lnTo>
                <a:cubicBezTo>
                  <a:pt x="445368" y="133052"/>
                  <a:pt x="428848" y="154706"/>
                  <a:pt x="410542" y="174798"/>
                </a:cubicBezTo>
                <a:cubicBezTo>
                  <a:pt x="397594" y="164975"/>
                  <a:pt x="373931" y="148679"/>
                  <a:pt x="339551" y="125908"/>
                </a:cubicBezTo>
                <a:cubicBezTo>
                  <a:pt x="371698" y="90636"/>
                  <a:pt x="398041" y="48666"/>
                  <a:pt x="418579" y="0"/>
                </a:cubicBezTo>
                <a:lnTo>
                  <a:pt x="511671" y="0"/>
                </a:lnTo>
                <a:cubicBezTo>
                  <a:pt x="506313" y="16073"/>
                  <a:pt x="500286" y="31477"/>
                  <a:pt x="493589" y="46211"/>
                </a:cubicBezTo>
                <a:lnTo>
                  <a:pt x="648295" y="46211"/>
                </a:lnTo>
                <a:lnTo>
                  <a:pt x="648295" y="109835"/>
                </a:lnTo>
                <a:lnTo>
                  <a:pt x="547836" y="109835"/>
                </a:lnTo>
                <a:cubicBezTo>
                  <a:pt x="559891" y="122783"/>
                  <a:pt x="571723" y="135731"/>
                  <a:pt x="583332" y="148679"/>
                </a:cubicBezTo>
                <a:lnTo>
                  <a:pt x="536451" y="182835"/>
                </a:lnTo>
                <a:lnTo>
                  <a:pt x="645617" y="182835"/>
                </a:lnTo>
                <a:lnTo>
                  <a:pt x="645617" y="279276"/>
                </a:lnTo>
                <a:lnTo>
                  <a:pt x="554534" y="279276"/>
                </a:lnTo>
                <a:lnTo>
                  <a:pt x="554534" y="251147"/>
                </a:lnTo>
                <a:lnTo>
                  <a:pt x="109835" y="251147"/>
                </a:lnTo>
                <a:lnTo>
                  <a:pt x="109835" y="279276"/>
                </a:lnTo>
                <a:lnTo>
                  <a:pt x="18753" y="279276"/>
                </a:lnTo>
                <a:lnTo>
                  <a:pt x="18753" y="182835"/>
                </a:lnTo>
                <a:lnTo>
                  <a:pt x="53578" y="182835"/>
                </a:lnTo>
                <a:cubicBezTo>
                  <a:pt x="43309" y="169440"/>
                  <a:pt x="25450" y="149125"/>
                  <a:pt x="0" y="121890"/>
                </a:cubicBezTo>
                <a:cubicBezTo>
                  <a:pt x="48667" y="86171"/>
                  <a:pt x="83939" y="45541"/>
                  <a:pt x="105817" y="0"/>
                </a:cubicBezTo>
                <a:close/>
              </a:path>
            </a:pathLst>
          </a:custGeom>
          <a:solidFill>
            <a:prstClr val="black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6123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3" grpId="0" animBg="1"/>
      <p:bldP spid="35" grpId="0" animBg="1"/>
      <p:bldP spid="37" grpId="0" animBg="1"/>
      <p:bldP spid="3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8E1D6EA-DA2E-488F-8232-0F5932615A26}"/>
              </a:ext>
            </a:extLst>
          </p:cNvPr>
          <p:cNvGrpSpPr/>
          <p:nvPr/>
        </p:nvGrpSpPr>
        <p:grpSpPr>
          <a:xfrm>
            <a:off x="3350516" y="3088474"/>
            <a:ext cx="5374293" cy="671885"/>
            <a:chOff x="3350516" y="3088474"/>
            <a:chExt cx="5374293" cy="671885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D89C019-ACFC-4B36-93B8-127B12F5E512}"/>
                </a:ext>
              </a:extLst>
            </p:cNvPr>
            <p:cNvSpPr txBox="1"/>
            <p:nvPr/>
          </p:nvSpPr>
          <p:spPr>
            <a:xfrm>
              <a:off x="3350516" y="3098000"/>
              <a:ext cx="556542" cy="662359"/>
            </a:xfrm>
            <a:custGeom>
              <a:avLst/>
              <a:gdLst/>
              <a:ahLst/>
              <a:cxnLst/>
              <a:rect l="l" t="t" r="r" b="b"/>
              <a:pathLst>
                <a:path w="556542" h="662359">
                  <a:moveTo>
                    <a:pt x="114523" y="393799"/>
                  </a:moveTo>
                  <a:lnTo>
                    <a:pt x="114523" y="448047"/>
                  </a:lnTo>
                  <a:lnTo>
                    <a:pt x="444028" y="448047"/>
                  </a:lnTo>
                  <a:lnTo>
                    <a:pt x="444028" y="393799"/>
                  </a:lnTo>
                  <a:close/>
                  <a:moveTo>
                    <a:pt x="114523" y="265881"/>
                  </a:moveTo>
                  <a:lnTo>
                    <a:pt x="114523" y="320129"/>
                  </a:lnTo>
                  <a:lnTo>
                    <a:pt x="444028" y="320129"/>
                  </a:lnTo>
                  <a:lnTo>
                    <a:pt x="444028" y="265881"/>
                  </a:lnTo>
                  <a:close/>
                  <a:moveTo>
                    <a:pt x="480863" y="10046"/>
                  </a:moveTo>
                  <a:lnTo>
                    <a:pt x="556542" y="65633"/>
                  </a:lnTo>
                  <a:cubicBezTo>
                    <a:pt x="511894" y="112067"/>
                    <a:pt x="473943" y="149795"/>
                    <a:pt x="442689" y="178817"/>
                  </a:cubicBezTo>
                  <a:lnTo>
                    <a:pt x="379065" y="118541"/>
                  </a:lnTo>
                  <a:cubicBezTo>
                    <a:pt x="404961" y="94878"/>
                    <a:pt x="438894" y="58712"/>
                    <a:pt x="480863" y="10046"/>
                  </a:cubicBezTo>
                  <a:close/>
                  <a:moveTo>
                    <a:pt x="66302" y="5358"/>
                  </a:moveTo>
                  <a:cubicBezTo>
                    <a:pt x="100682" y="40630"/>
                    <a:pt x="136177" y="76795"/>
                    <a:pt x="172789" y="113853"/>
                  </a:cubicBezTo>
                  <a:lnTo>
                    <a:pt x="105816" y="174798"/>
                  </a:lnTo>
                  <a:cubicBezTo>
                    <a:pt x="69205" y="133722"/>
                    <a:pt x="33932" y="95547"/>
                    <a:pt x="0" y="60275"/>
                  </a:cubicBezTo>
                  <a:close/>
                  <a:moveTo>
                    <a:pt x="225697" y="0"/>
                  </a:moveTo>
                  <a:lnTo>
                    <a:pt x="324817" y="0"/>
                  </a:lnTo>
                  <a:lnTo>
                    <a:pt x="324817" y="185514"/>
                  </a:lnTo>
                  <a:lnTo>
                    <a:pt x="540469" y="185514"/>
                  </a:lnTo>
                  <a:lnTo>
                    <a:pt x="540469" y="560561"/>
                  </a:lnTo>
                  <a:cubicBezTo>
                    <a:pt x="540915" y="622622"/>
                    <a:pt x="510331" y="655439"/>
                    <a:pt x="448716" y="659011"/>
                  </a:cubicBezTo>
                  <a:cubicBezTo>
                    <a:pt x="427732" y="660797"/>
                    <a:pt x="386432" y="661913"/>
                    <a:pt x="324817" y="662359"/>
                  </a:cubicBezTo>
                  <a:cubicBezTo>
                    <a:pt x="320352" y="636910"/>
                    <a:pt x="311646" y="605433"/>
                    <a:pt x="298698" y="567928"/>
                  </a:cubicBezTo>
                  <a:cubicBezTo>
                    <a:pt x="334416" y="569714"/>
                    <a:pt x="367010" y="570830"/>
                    <a:pt x="396478" y="571277"/>
                  </a:cubicBezTo>
                  <a:cubicBezTo>
                    <a:pt x="428178" y="571723"/>
                    <a:pt x="444028" y="559222"/>
                    <a:pt x="444028" y="533772"/>
                  </a:cubicBezTo>
                  <a:lnTo>
                    <a:pt x="444028" y="521717"/>
                  </a:lnTo>
                  <a:lnTo>
                    <a:pt x="114523" y="521717"/>
                  </a:lnTo>
                  <a:lnTo>
                    <a:pt x="114523" y="662359"/>
                  </a:lnTo>
                  <a:lnTo>
                    <a:pt x="18082" y="662359"/>
                  </a:lnTo>
                  <a:lnTo>
                    <a:pt x="18082" y="185514"/>
                  </a:lnTo>
                  <a:lnTo>
                    <a:pt x="225697" y="1855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5400" b="1" spc="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B9EBE9B-554C-42A2-BC59-181FB9503A7D}"/>
                </a:ext>
              </a:extLst>
            </p:cNvPr>
            <p:cNvSpPr txBox="1"/>
            <p:nvPr/>
          </p:nvSpPr>
          <p:spPr>
            <a:xfrm>
              <a:off x="4184574" y="3093832"/>
              <a:ext cx="666378" cy="656332"/>
            </a:xfrm>
            <a:custGeom>
              <a:avLst/>
              <a:gdLst/>
              <a:ahLst/>
              <a:cxnLst/>
              <a:rect l="l" t="t" r="r" b="b"/>
              <a:pathLst>
                <a:path w="666378" h="656332">
                  <a:moveTo>
                    <a:pt x="498277" y="306734"/>
                  </a:moveTo>
                  <a:lnTo>
                    <a:pt x="590699" y="306734"/>
                  </a:lnTo>
                  <a:lnTo>
                    <a:pt x="590699" y="349597"/>
                  </a:lnTo>
                  <a:lnTo>
                    <a:pt x="657672" y="349597"/>
                  </a:lnTo>
                  <a:lnTo>
                    <a:pt x="657672" y="429964"/>
                  </a:lnTo>
                  <a:lnTo>
                    <a:pt x="590699" y="429964"/>
                  </a:lnTo>
                  <a:lnTo>
                    <a:pt x="590699" y="529753"/>
                  </a:lnTo>
                  <a:cubicBezTo>
                    <a:pt x="590699" y="563909"/>
                    <a:pt x="584058" y="590698"/>
                    <a:pt x="570775" y="610121"/>
                  </a:cubicBezTo>
                  <a:cubicBezTo>
                    <a:pt x="557492" y="629543"/>
                    <a:pt x="539800" y="641988"/>
                    <a:pt x="517699" y="647458"/>
                  </a:cubicBezTo>
                  <a:cubicBezTo>
                    <a:pt x="495598" y="652927"/>
                    <a:pt x="451396" y="655662"/>
                    <a:pt x="385093" y="655662"/>
                  </a:cubicBezTo>
                  <a:cubicBezTo>
                    <a:pt x="377949" y="616818"/>
                    <a:pt x="371699" y="587350"/>
                    <a:pt x="366341" y="567258"/>
                  </a:cubicBezTo>
                  <a:cubicBezTo>
                    <a:pt x="398488" y="569937"/>
                    <a:pt x="426170" y="571276"/>
                    <a:pt x="449387" y="571276"/>
                  </a:cubicBezTo>
                  <a:cubicBezTo>
                    <a:pt x="481980" y="571276"/>
                    <a:pt x="498277" y="552301"/>
                    <a:pt x="498277" y="514350"/>
                  </a:cubicBezTo>
                  <a:lnTo>
                    <a:pt x="498277" y="429964"/>
                  </a:lnTo>
                  <a:lnTo>
                    <a:pt x="341896" y="429964"/>
                  </a:lnTo>
                  <a:cubicBezTo>
                    <a:pt x="366899" y="456083"/>
                    <a:pt x="392014" y="483989"/>
                    <a:pt x="417240" y="513680"/>
                  </a:cubicBezTo>
                  <a:lnTo>
                    <a:pt x="348928" y="566588"/>
                  </a:lnTo>
                  <a:cubicBezTo>
                    <a:pt x="321692" y="529530"/>
                    <a:pt x="293564" y="495151"/>
                    <a:pt x="264542" y="463450"/>
                  </a:cubicBezTo>
                  <a:lnTo>
                    <a:pt x="310419" y="429964"/>
                  </a:lnTo>
                  <a:lnTo>
                    <a:pt x="255166" y="429964"/>
                  </a:lnTo>
                  <a:lnTo>
                    <a:pt x="255166" y="349597"/>
                  </a:lnTo>
                  <a:lnTo>
                    <a:pt x="498277" y="349597"/>
                  </a:lnTo>
                  <a:close/>
                  <a:moveTo>
                    <a:pt x="404515" y="0"/>
                  </a:moveTo>
                  <a:lnTo>
                    <a:pt x="496937" y="0"/>
                  </a:lnTo>
                  <a:lnTo>
                    <a:pt x="496937" y="76348"/>
                  </a:lnTo>
                  <a:lnTo>
                    <a:pt x="634901" y="76348"/>
                  </a:lnTo>
                  <a:lnTo>
                    <a:pt x="634901" y="156716"/>
                  </a:lnTo>
                  <a:lnTo>
                    <a:pt x="496937" y="156716"/>
                  </a:lnTo>
                  <a:lnTo>
                    <a:pt x="496937" y="212303"/>
                  </a:lnTo>
                  <a:lnTo>
                    <a:pt x="666378" y="212303"/>
                  </a:lnTo>
                  <a:lnTo>
                    <a:pt x="666378" y="292670"/>
                  </a:lnTo>
                  <a:lnTo>
                    <a:pt x="243781" y="292670"/>
                  </a:lnTo>
                  <a:lnTo>
                    <a:pt x="243781" y="212303"/>
                  </a:lnTo>
                  <a:lnTo>
                    <a:pt x="404515" y="212303"/>
                  </a:lnTo>
                  <a:lnTo>
                    <a:pt x="404515" y="156716"/>
                  </a:lnTo>
                  <a:lnTo>
                    <a:pt x="270570" y="156716"/>
                  </a:lnTo>
                  <a:lnTo>
                    <a:pt x="270570" y="76348"/>
                  </a:lnTo>
                  <a:lnTo>
                    <a:pt x="404515" y="76348"/>
                  </a:lnTo>
                  <a:close/>
                  <a:moveTo>
                    <a:pt x="116533" y="0"/>
                  </a:moveTo>
                  <a:lnTo>
                    <a:pt x="198239" y="0"/>
                  </a:lnTo>
                  <a:lnTo>
                    <a:pt x="198239" y="136624"/>
                  </a:lnTo>
                  <a:lnTo>
                    <a:pt x="237084" y="136624"/>
                  </a:lnTo>
                  <a:lnTo>
                    <a:pt x="237084" y="223019"/>
                  </a:lnTo>
                  <a:lnTo>
                    <a:pt x="198239" y="223019"/>
                  </a:lnTo>
                  <a:lnTo>
                    <a:pt x="198239" y="338881"/>
                  </a:lnTo>
                  <a:lnTo>
                    <a:pt x="241772" y="330175"/>
                  </a:lnTo>
                  <a:cubicBezTo>
                    <a:pt x="239986" y="355178"/>
                    <a:pt x="239539" y="385092"/>
                    <a:pt x="240432" y="419918"/>
                  </a:cubicBezTo>
                  <a:lnTo>
                    <a:pt x="198239" y="427955"/>
                  </a:lnTo>
                  <a:lnTo>
                    <a:pt x="198239" y="656332"/>
                  </a:lnTo>
                  <a:lnTo>
                    <a:pt x="116533" y="656332"/>
                  </a:lnTo>
                  <a:lnTo>
                    <a:pt x="116533" y="444363"/>
                  </a:lnTo>
                  <a:cubicBezTo>
                    <a:pt x="79921" y="452177"/>
                    <a:pt x="45319" y="460102"/>
                    <a:pt x="12725" y="468138"/>
                  </a:cubicBezTo>
                  <a:lnTo>
                    <a:pt x="670" y="373037"/>
                  </a:lnTo>
                  <a:lnTo>
                    <a:pt x="116533" y="353950"/>
                  </a:lnTo>
                  <a:lnTo>
                    <a:pt x="116533" y="223019"/>
                  </a:lnTo>
                  <a:lnTo>
                    <a:pt x="72331" y="223019"/>
                  </a:lnTo>
                  <a:cubicBezTo>
                    <a:pt x="67643" y="256058"/>
                    <a:pt x="62062" y="287982"/>
                    <a:pt x="55588" y="318789"/>
                  </a:cubicBezTo>
                  <a:cubicBezTo>
                    <a:pt x="38621" y="308074"/>
                    <a:pt x="20092" y="298028"/>
                    <a:pt x="0" y="288652"/>
                  </a:cubicBezTo>
                  <a:cubicBezTo>
                    <a:pt x="13841" y="216768"/>
                    <a:pt x="23218" y="138856"/>
                    <a:pt x="28129" y="54917"/>
                  </a:cubicBezTo>
                  <a:lnTo>
                    <a:pt x="89074" y="60945"/>
                  </a:lnTo>
                  <a:cubicBezTo>
                    <a:pt x="87511" y="86841"/>
                    <a:pt x="85502" y="112067"/>
                    <a:pt x="83047" y="136624"/>
                  </a:cubicBezTo>
                  <a:lnTo>
                    <a:pt x="116533" y="136624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A65D863-8D8B-495E-9C6C-542AB2FF0565}"/>
                </a:ext>
              </a:extLst>
            </p:cNvPr>
            <p:cNvSpPr txBox="1"/>
            <p:nvPr/>
          </p:nvSpPr>
          <p:spPr>
            <a:xfrm>
              <a:off x="5155551" y="3088474"/>
              <a:ext cx="669057" cy="642268"/>
            </a:xfrm>
            <a:custGeom>
              <a:avLst/>
              <a:gdLst/>
              <a:ahLst/>
              <a:cxnLst/>
              <a:rect l="l" t="t" r="r" b="b"/>
              <a:pathLst>
                <a:path w="669057" h="642268">
                  <a:moveTo>
                    <a:pt x="240432" y="402505"/>
                  </a:moveTo>
                  <a:cubicBezTo>
                    <a:pt x="221233" y="423937"/>
                    <a:pt x="201253" y="443805"/>
                    <a:pt x="180491" y="462111"/>
                  </a:cubicBezTo>
                  <a:lnTo>
                    <a:pt x="289322" y="462111"/>
                  </a:lnTo>
                  <a:lnTo>
                    <a:pt x="289322" y="415230"/>
                  </a:lnTo>
                  <a:lnTo>
                    <a:pt x="381074" y="415230"/>
                  </a:lnTo>
                  <a:lnTo>
                    <a:pt x="381074" y="462111"/>
                  </a:lnTo>
                  <a:lnTo>
                    <a:pt x="489905" y="462111"/>
                  </a:lnTo>
                  <a:cubicBezTo>
                    <a:pt x="469367" y="443805"/>
                    <a:pt x="449498" y="423937"/>
                    <a:pt x="430299" y="402505"/>
                  </a:cubicBezTo>
                  <a:close/>
                  <a:moveTo>
                    <a:pt x="216991" y="298698"/>
                  </a:moveTo>
                  <a:lnTo>
                    <a:pt x="216991" y="332184"/>
                  </a:lnTo>
                  <a:lnTo>
                    <a:pt x="454075" y="332184"/>
                  </a:lnTo>
                  <a:lnTo>
                    <a:pt x="454075" y="298698"/>
                  </a:lnTo>
                  <a:close/>
                  <a:moveTo>
                    <a:pt x="216991" y="214312"/>
                  </a:moveTo>
                  <a:lnTo>
                    <a:pt x="216991" y="247799"/>
                  </a:lnTo>
                  <a:lnTo>
                    <a:pt x="454075" y="247799"/>
                  </a:lnTo>
                  <a:lnTo>
                    <a:pt x="454075" y="214312"/>
                  </a:lnTo>
                  <a:close/>
                  <a:moveTo>
                    <a:pt x="216991" y="128587"/>
                  </a:moveTo>
                  <a:lnTo>
                    <a:pt x="216991" y="162074"/>
                  </a:lnTo>
                  <a:lnTo>
                    <a:pt x="454075" y="162074"/>
                  </a:lnTo>
                  <a:lnTo>
                    <a:pt x="454075" y="128587"/>
                  </a:lnTo>
                  <a:close/>
                  <a:moveTo>
                    <a:pt x="125239" y="0"/>
                  </a:moveTo>
                  <a:lnTo>
                    <a:pt x="216991" y="0"/>
                  </a:lnTo>
                  <a:lnTo>
                    <a:pt x="216991" y="58266"/>
                  </a:lnTo>
                  <a:lnTo>
                    <a:pt x="454075" y="58266"/>
                  </a:lnTo>
                  <a:lnTo>
                    <a:pt x="454075" y="0"/>
                  </a:lnTo>
                  <a:lnTo>
                    <a:pt x="545157" y="0"/>
                  </a:lnTo>
                  <a:lnTo>
                    <a:pt x="545157" y="58266"/>
                  </a:lnTo>
                  <a:lnTo>
                    <a:pt x="642268" y="58266"/>
                  </a:lnTo>
                  <a:lnTo>
                    <a:pt x="642268" y="128587"/>
                  </a:lnTo>
                  <a:lnTo>
                    <a:pt x="545157" y="128587"/>
                  </a:lnTo>
                  <a:lnTo>
                    <a:pt x="545157" y="332184"/>
                  </a:lnTo>
                  <a:lnTo>
                    <a:pt x="661020" y="332184"/>
                  </a:lnTo>
                  <a:lnTo>
                    <a:pt x="661020" y="402505"/>
                  </a:lnTo>
                  <a:lnTo>
                    <a:pt x="529084" y="402505"/>
                  </a:lnTo>
                  <a:cubicBezTo>
                    <a:pt x="576411" y="437778"/>
                    <a:pt x="623069" y="463897"/>
                    <a:pt x="669057" y="480863"/>
                  </a:cubicBezTo>
                  <a:cubicBezTo>
                    <a:pt x="650751" y="507206"/>
                    <a:pt x="634231" y="531986"/>
                    <a:pt x="619497" y="555203"/>
                  </a:cubicBezTo>
                  <a:cubicBezTo>
                    <a:pt x="584671" y="536004"/>
                    <a:pt x="551408" y="513457"/>
                    <a:pt x="519708" y="487561"/>
                  </a:cubicBezTo>
                  <a:lnTo>
                    <a:pt x="519708" y="531093"/>
                  </a:lnTo>
                  <a:lnTo>
                    <a:pt x="381074" y="531093"/>
                  </a:lnTo>
                  <a:lnTo>
                    <a:pt x="381074" y="571946"/>
                  </a:lnTo>
                  <a:lnTo>
                    <a:pt x="621506" y="571946"/>
                  </a:lnTo>
                  <a:lnTo>
                    <a:pt x="621506" y="642268"/>
                  </a:lnTo>
                  <a:lnTo>
                    <a:pt x="48220" y="642268"/>
                  </a:lnTo>
                  <a:lnTo>
                    <a:pt x="48220" y="571946"/>
                  </a:lnTo>
                  <a:lnTo>
                    <a:pt x="289322" y="571946"/>
                  </a:lnTo>
                  <a:lnTo>
                    <a:pt x="289322" y="531093"/>
                  </a:lnTo>
                  <a:lnTo>
                    <a:pt x="147340" y="531093"/>
                  </a:lnTo>
                  <a:lnTo>
                    <a:pt x="147340" y="490240"/>
                  </a:lnTo>
                  <a:cubicBezTo>
                    <a:pt x="116309" y="514796"/>
                    <a:pt x="83939" y="536451"/>
                    <a:pt x="50229" y="555203"/>
                  </a:cubicBezTo>
                  <a:cubicBezTo>
                    <a:pt x="37281" y="534665"/>
                    <a:pt x="20538" y="510108"/>
                    <a:pt x="0" y="481533"/>
                  </a:cubicBezTo>
                  <a:cubicBezTo>
                    <a:pt x="55811" y="460548"/>
                    <a:pt x="103026" y="434206"/>
                    <a:pt x="141647" y="402505"/>
                  </a:cubicBezTo>
                  <a:lnTo>
                    <a:pt x="8706" y="402505"/>
                  </a:lnTo>
                  <a:lnTo>
                    <a:pt x="8706" y="332184"/>
                  </a:lnTo>
                  <a:lnTo>
                    <a:pt x="125239" y="332184"/>
                  </a:lnTo>
                  <a:lnTo>
                    <a:pt x="125239" y="128587"/>
                  </a:lnTo>
                  <a:lnTo>
                    <a:pt x="28128" y="128587"/>
                  </a:lnTo>
                  <a:lnTo>
                    <a:pt x="28128" y="58266"/>
                  </a:lnTo>
                  <a:lnTo>
                    <a:pt x="125239" y="58266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062FB85-0ED4-4A72-9BAA-1852D694926B}"/>
                </a:ext>
              </a:extLst>
            </p:cNvPr>
            <p:cNvSpPr txBox="1"/>
            <p:nvPr/>
          </p:nvSpPr>
          <p:spPr>
            <a:xfrm>
              <a:off x="6141260" y="3163483"/>
              <a:ext cx="644276" cy="515690"/>
            </a:xfrm>
            <a:custGeom>
              <a:avLst/>
              <a:gdLst/>
              <a:ahLst/>
              <a:cxnLst/>
              <a:rect l="l" t="t" r="r" b="b"/>
              <a:pathLst>
                <a:path w="644276" h="515690">
                  <a:moveTo>
                    <a:pt x="0" y="413891"/>
                  </a:moveTo>
                  <a:lnTo>
                    <a:pt x="644276" y="413891"/>
                  </a:lnTo>
                  <a:lnTo>
                    <a:pt x="644276" y="515690"/>
                  </a:lnTo>
                  <a:lnTo>
                    <a:pt x="0" y="515690"/>
                  </a:lnTo>
                  <a:close/>
                  <a:moveTo>
                    <a:pt x="48220" y="0"/>
                  </a:moveTo>
                  <a:lnTo>
                    <a:pt x="594717" y="0"/>
                  </a:lnTo>
                  <a:lnTo>
                    <a:pt x="594717" y="100459"/>
                  </a:lnTo>
                  <a:lnTo>
                    <a:pt x="48220" y="100459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37F734A-83E0-42B0-B6F8-6776FDE8F09B}"/>
                </a:ext>
              </a:extLst>
            </p:cNvPr>
            <p:cNvSpPr txBox="1"/>
            <p:nvPr/>
          </p:nvSpPr>
          <p:spPr>
            <a:xfrm>
              <a:off x="7100181" y="3092492"/>
              <a:ext cx="669057" cy="661690"/>
            </a:xfrm>
            <a:custGeom>
              <a:avLst/>
              <a:gdLst/>
              <a:ahLst/>
              <a:cxnLst/>
              <a:rect l="l" t="t" r="r" b="b"/>
              <a:pathLst>
                <a:path w="669057" h="661690">
                  <a:moveTo>
                    <a:pt x="371698" y="115863"/>
                  </a:moveTo>
                  <a:lnTo>
                    <a:pt x="371028" y="171450"/>
                  </a:lnTo>
                  <a:cubicBezTo>
                    <a:pt x="401613" y="276151"/>
                    <a:pt x="441350" y="361429"/>
                    <a:pt x="490240" y="427286"/>
                  </a:cubicBezTo>
                  <a:cubicBezTo>
                    <a:pt x="519485" y="387772"/>
                    <a:pt x="538907" y="344463"/>
                    <a:pt x="548506" y="297359"/>
                  </a:cubicBezTo>
                  <a:lnTo>
                    <a:pt x="451396" y="297359"/>
                  </a:lnTo>
                  <a:lnTo>
                    <a:pt x="451396" y="216322"/>
                  </a:lnTo>
                  <a:lnTo>
                    <a:pt x="498276" y="115863"/>
                  </a:lnTo>
                  <a:close/>
                  <a:moveTo>
                    <a:pt x="236413" y="33486"/>
                  </a:moveTo>
                  <a:lnTo>
                    <a:pt x="601414" y="33486"/>
                  </a:lnTo>
                  <a:lnTo>
                    <a:pt x="601414" y="110505"/>
                  </a:lnTo>
                  <a:lnTo>
                    <a:pt x="549845" y="216322"/>
                  </a:lnTo>
                  <a:lnTo>
                    <a:pt x="642937" y="216322"/>
                  </a:lnTo>
                  <a:lnTo>
                    <a:pt x="642937" y="296019"/>
                  </a:lnTo>
                  <a:cubicBezTo>
                    <a:pt x="627534" y="369912"/>
                    <a:pt x="597173" y="436439"/>
                    <a:pt x="551855" y="495598"/>
                  </a:cubicBezTo>
                  <a:cubicBezTo>
                    <a:pt x="587127" y="527745"/>
                    <a:pt x="626194" y="552078"/>
                    <a:pt x="669057" y="568598"/>
                  </a:cubicBezTo>
                  <a:cubicBezTo>
                    <a:pt x="643607" y="601638"/>
                    <a:pt x="623515" y="629766"/>
                    <a:pt x="608781" y="652984"/>
                  </a:cubicBezTo>
                  <a:cubicBezTo>
                    <a:pt x="565696" y="625748"/>
                    <a:pt x="527075" y="594941"/>
                    <a:pt x="492919" y="560561"/>
                  </a:cubicBezTo>
                  <a:cubicBezTo>
                    <a:pt x="453405" y="597843"/>
                    <a:pt x="406524" y="631552"/>
                    <a:pt x="352276" y="661690"/>
                  </a:cubicBezTo>
                  <a:cubicBezTo>
                    <a:pt x="333970" y="631776"/>
                    <a:pt x="315441" y="604317"/>
                    <a:pt x="296689" y="579314"/>
                  </a:cubicBezTo>
                  <a:cubicBezTo>
                    <a:pt x="350490" y="552748"/>
                    <a:pt x="395920" y="522945"/>
                    <a:pt x="432978" y="489905"/>
                  </a:cubicBezTo>
                  <a:cubicBezTo>
                    <a:pt x="400608" y="445257"/>
                    <a:pt x="374154" y="395920"/>
                    <a:pt x="353616" y="341896"/>
                  </a:cubicBezTo>
                  <a:cubicBezTo>
                    <a:pt x="338882" y="477627"/>
                    <a:pt x="299144" y="583332"/>
                    <a:pt x="234404" y="659011"/>
                  </a:cubicBezTo>
                  <a:cubicBezTo>
                    <a:pt x="213419" y="629097"/>
                    <a:pt x="192658" y="602977"/>
                    <a:pt x="172120" y="580653"/>
                  </a:cubicBezTo>
                  <a:cubicBezTo>
                    <a:pt x="198909" y="552525"/>
                    <a:pt x="220786" y="516638"/>
                    <a:pt x="237753" y="472995"/>
                  </a:cubicBezTo>
                  <a:cubicBezTo>
                    <a:pt x="254719" y="429351"/>
                    <a:pt x="266440" y="380796"/>
                    <a:pt x="272914" y="327329"/>
                  </a:cubicBezTo>
                  <a:cubicBezTo>
                    <a:pt x="279388" y="273863"/>
                    <a:pt x="282848" y="203374"/>
                    <a:pt x="283294" y="115863"/>
                  </a:cubicBezTo>
                  <a:lnTo>
                    <a:pt x="236413" y="115863"/>
                  </a:lnTo>
                  <a:close/>
                  <a:moveTo>
                    <a:pt x="85725" y="0"/>
                  </a:moveTo>
                  <a:lnTo>
                    <a:pt x="170780" y="0"/>
                  </a:lnTo>
                  <a:lnTo>
                    <a:pt x="170780" y="117872"/>
                  </a:lnTo>
                  <a:lnTo>
                    <a:pt x="239762" y="117872"/>
                  </a:lnTo>
                  <a:lnTo>
                    <a:pt x="239762" y="204936"/>
                  </a:lnTo>
                  <a:lnTo>
                    <a:pt x="170780" y="204936"/>
                  </a:lnTo>
                  <a:lnTo>
                    <a:pt x="170780" y="266216"/>
                  </a:lnTo>
                  <a:cubicBezTo>
                    <a:pt x="203374" y="286532"/>
                    <a:pt x="231949" y="305619"/>
                    <a:pt x="256505" y="323478"/>
                  </a:cubicBezTo>
                  <a:lnTo>
                    <a:pt x="217661" y="403845"/>
                  </a:lnTo>
                  <a:cubicBezTo>
                    <a:pt x="205829" y="393353"/>
                    <a:pt x="190202" y="380516"/>
                    <a:pt x="170780" y="365336"/>
                  </a:cubicBezTo>
                  <a:lnTo>
                    <a:pt x="170780" y="658341"/>
                  </a:lnTo>
                  <a:lnTo>
                    <a:pt x="85725" y="658341"/>
                  </a:lnTo>
                  <a:lnTo>
                    <a:pt x="85725" y="379735"/>
                  </a:lnTo>
                  <a:cubicBezTo>
                    <a:pt x="68312" y="423267"/>
                    <a:pt x="46881" y="466130"/>
                    <a:pt x="21431" y="508323"/>
                  </a:cubicBezTo>
                  <a:cubicBezTo>
                    <a:pt x="16966" y="477515"/>
                    <a:pt x="9823" y="436662"/>
                    <a:pt x="0" y="385763"/>
                  </a:cubicBezTo>
                  <a:cubicBezTo>
                    <a:pt x="35272" y="327273"/>
                    <a:pt x="61503" y="266998"/>
                    <a:pt x="78693" y="204936"/>
                  </a:cubicBezTo>
                  <a:lnTo>
                    <a:pt x="4688" y="204936"/>
                  </a:lnTo>
                  <a:lnTo>
                    <a:pt x="4688" y="117872"/>
                  </a:lnTo>
                  <a:lnTo>
                    <a:pt x="85725" y="117872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DF44AC1-9BB2-420D-98A0-BE74725253A5}"/>
                </a:ext>
              </a:extLst>
            </p:cNvPr>
            <p:cNvSpPr txBox="1"/>
            <p:nvPr/>
          </p:nvSpPr>
          <p:spPr>
            <a:xfrm>
              <a:off x="8076514" y="3089145"/>
              <a:ext cx="648295" cy="663029"/>
            </a:xfrm>
            <a:custGeom>
              <a:avLst/>
              <a:gdLst/>
              <a:ahLst/>
              <a:cxnLst/>
              <a:rect l="l" t="t" r="r" b="b"/>
              <a:pathLst>
                <a:path w="648295" h="663029">
                  <a:moveTo>
                    <a:pt x="172790" y="541808"/>
                  </a:moveTo>
                  <a:lnTo>
                    <a:pt x="172790" y="580652"/>
                  </a:lnTo>
                  <a:lnTo>
                    <a:pt x="513011" y="580652"/>
                  </a:lnTo>
                  <a:lnTo>
                    <a:pt x="513011" y="541808"/>
                  </a:lnTo>
                  <a:close/>
                  <a:moveTo>
                    <a:pt x="172790" y="352945"/>
                  </a:moveTo>
                  <a:lnTo>
                    <a:pt x="172790" y="389111"/>
                  </a:lnTo>
                  <a:lnTo>
                    <a:pt x="491579" y="389111"/>
                  </a:lnTo>
                  <a:lnTo>
                    <a:pt x="491579" y="352945"/>
                  </a:lnTo>
                  <a:close/>
                  <a:moveTo>
                    <a:pt x="81707" y="291331"/>
                  </a:moveTo>
                  <a:lnTo>
                    <a:pt x="578644" y="291331"/>
                  </a:lnTo>
                  <a:lnTo>
                    <a:pt x="578644" y="450726"/>
                  </a:lnTo>
                  <a:lnTo>
                    <a:pt x="172790" y="450726"/>
                  </a:lnTo>
                  <a:lnTo>
                    <a:pt x="172790" y="480193"/>
                  </a:lnTo>
                  <a:lnTo>
                    <a:pt x="600075" y="480193"/>
                  </a:lnTo>
                  <a:lnTo>
                    <a:pt x="600075" y="663029"/>
                  </a:lnTo>
                  <a:lnTo>
                    <a:pt x="513011" y="663029"/>
                  </a:lnTo>
                  <a:lnTo>
                    <a:pt x="513011" y="641598"/>
                  </a:lnTo>
                  <a:lnTo>
                    <a:pt x="172790" y="641598"/>
                  </a:lnTo>
                  <a:lnTo>
                    <a:pt x="172790" y="663029"/>
                  </a:lnTo>
                  <a:lnTo>
                    <a:pt x="81707" y="663029"/>
                  </a:lnTo>
                  <a:close/>
                  <a:moveTo>
                    <a:pt x="131267" y="109835"/>
                  </a:moveTo>
                  <a:cubicBezTo>
                    <a:pt x="108943" y="137070"/>
                    <a:pt x="83493" y="161404"/>
                    <a:pt x="54918" y="182835"/>
                  </a:cubicBezTo>
                  <a:lnTo>
                    <a:pt x="190203" y="182835"/>
                  </a:lnTo>
                  <a:cubicBezTo>
                    <a:pt x="178148" y="167654"/>
                    <a:pt x="164083" y="150465"/>
                    <a:pt x="148010" y="131266"/>
                  </a:cubicBezTo>
                  <a:lnTo>
                    <a:pt x="175469" y="109835"/>
                  </a:lnTo>
                  <a:close/>
                  <a:moveTo>
                    <a:pt x="105817" y="0"/>
                  </a:moveTo>
                  <a:lnTo>
                    <a:pt x="198239" y="0"/>
                  </a:lnTo>
                  <a:cubicBezTo>
                    <a:pt x="191096" y="16073"/>
                    <a:pt x="183505" y="31477"/>
                    <a:pt x="175469" y="46211"/>
                  </a:cubicBezTo>
                  <a:lnTo>
                    <a:pt x="348258" y="46211"/>
                  </a:lnTo>
                  <a:lnTo>
                    <a:pt x="348258" y="109835"/>
                  </a:lnTo>
                  <a:lnTo>
                    <a:pt x="219671" y="109835"/>
                  </a:lnTo>
                  <a:cubicBezTo>
                    <a:pt x="233065" y="124569"/>
                    <a:pt x="246236" y="139303"/>
                    <a:pt x="259184" y="154037"/>
                  </a:cubicBezTo>
                  <a:lnTo>
                    <a:pt x="220340" y="182835"/>
                  </a:lnTo>
                  <a:lnTo>
                    <a:pt x="285304" y="182835"/>
                  </a:lnTo>
                  <a:cubicBezTo>
                    <a:pt x="281285" y="171226"/>
                    <a:pt x="277267" y="159394"/>
                    <a:pt x="273249" y="147339"/>
                  </a:cubicBezTo>
                  <a:lnTo>
                    <a:pt x="348928" y="134615"/>
                  </a:lnTo>
                  <a:cubicBezTo>
                    <a:pt x="353839" y="150242"/>
                    <a:pt x="358750" y="166315"/>
                    <a:pt x="363662" y="182835"/>
                  </a:cubicBezTo>
                  <a:lnTo>
                    <a:pt x="517699" y="182835"/>
                  </a:lnTo>
                  <a:cubicBezTo>
                    <a:pt x="499393" y="159618"/>
                    <a:pt x="483319" y="140642"/>
                    <a:pt x="469478" y="125908"/>
                  </a:cubicBezTo>
                  <a:lnTo>
                    <a:pt x="490240" y="109835"/>
                  </a:lnTo>
                  <a:lnTo>
                    <a:pt x="460102" y="109835"/>
                  </a:lnTo>
                  <a:cubicBezTo>
                    <a:pt x="445368" y="133052"/>
                    <a:pt x="428848" y="154706"/>
                    <a:pt x="410542" y="174798"/>
                  </a:cubicBezTo>
                  <a:cubicBezTo>
                    <a:pt x="397594" y="164975"/>
                    <a:pt x="373931" y="148679"/>
                    <a:pt x="339551" y="125908"/>
                  </a:cubicBezTo>
                  <a:cubicBezTo>
                    <a:pt x="371698" y="90636"/>
                    <a:pt x="398041" y="48666"/>
                    <a:pt x="418579" y="0"/>
                  </a:cubicBezTo>
                  <a:lnTo>
                    <a:pt x="511671" y="0"/>
                  </a:lnTo>
                  <a:cubicBezTo>
                    <a:pt x="506313" y="16073"/>
                    <a:pt x="500286" y="31477"/>
                    <a:pt x="493589" y="46211"/>
                  </a:cubicBezTo>
                  <a:lnTo>
                    <a:pt x="648295" y="46211"/>
                  </a:lnTo>
                  <a:lnTo>
                    <a:pt x="648295" y="109835"/>
                  </a:lnTo>
                  <a:lnTo>
                    <a:pt x="547836" y="109835"/>
                  </a:lnTo>
                  <a:cubicBezTo>
                    <a:pt x="559891" y="122783"/>
                    <a:pt x="571723" y="135731"/>
                    <a:pt x="583332" y="148679"/>
                  </a:cubicBezTo>
                  <a:lnTo>
                    <a:pt x="536451" y="182835"/>
                  </a:lnTo>
                  <a:lnTo>
                    <a:pt x="645617" y="182835"/>
                  </a:lnTo>
                  <a:lnTo>
                    <a:pt x="645617" y="279276"/>
                  </a:lnTo>
                  <a:lnTo>
                    <a:pt x="554534" y="279276"/>
                  </a:lnTo>
                  <a:lnTo>
                    <a:pt x="554534" y="251147"/>
                  </a:lnTo>
                  <a:lnTo>
                    <a:pt x="109835" y="251147"/>
                  </a:lnTo>
                  <a:lnTo>
                    <a:pt x="109835" y="279276"/>
                  </a:lnTo>
                  <a:lnTo>
                    <a:pt x="18753" y="279276"/>
                  </a:lnTo>
                  <a:lnTo>
                    <a:pt x="18753" y="182835"/>
                  </a:lnTo>
                  <a:lnTo>
                    <a:pt x="53578" y="182835"/>
                  </a:lnTo>
                  <a:cubicBezTo>
                    <a:pt x="43309" y="169440"/>
                    <a:pt x="25450" y="149125"/>
                    <a:pt x="0" y="121890"/>
                  </a:cubicBezTo>
                  <a:cubicBezTo>
                    <a:pt x="48667" y="86171"/>
                    <a:pt x="83939" y="45541"/>
                    <a:pt x="105817" y="0"/>
                  </a:cubicBez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68132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8E1D6EA-DA2E-488F-8232-0F5932615A26}"/>
              </a:ext>
            </a:extLst>
          </p:cNvPr>
          <p:cNvGrpSpPr/>
          <p:nvPr/>
        </p:nvGrpSpPr>
        <p:grpSpPr>
          <a:xfrm>
            <a:off x="4164458" y="519447"/>
            <a:ext cx="3863084" cy="482956"/>
            <a:chOff x="3350516" y="3088474"/>
            <a:chExt cx="5374293" cy="671885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D89C019-ACFC-4B36-93B8-127B12F5E512}"/>
                </a:ext>
              </a:extLst>
            </p:cNvPr>
            <p:cNvSpPr txBox="1"/>
            <p:nvPr/>
          </p:nvSpPr>
          <p:spPr>
            <a:xfrm>
              <a:off x="3350516" y="3098000"/>
              <a:ext cx="556542" cy="662359"/>
            </a:xfrm>
            <a:custGeom>
              <a:avLst/>
              <a:gdLst/>
              <a:ahLst/>
              <a:cxnLst/>
              <a:rect l="l" t="t" r="r" b="b"/>
              <a:pathLst>
                <a:path w="556542" h="662359">
                  <a:moveTo>
                    <a:pt x="114523" y="393799"/>
                  </a:moveTo>
                  <a:lnTo>
                    <a:pt x="114523" y="448047"/>
                  </a:lnTo>
                  <a:lnTo>
                    <a:pt x="444028" y="448047"/>
                  </a:lnTo>
                  <a:lnTo>
                    <a:pt x="444028" y="393799"/>
                  </a:lnTo>
                  <a:close/>
                  <a:moveTo>
                    <a:pt x="114523" y="265881"/>
                  </a:moveTo>
                  <a:lnTo>
                    <a:pt x="114523" y="320129"/>
                  </a:lnTo>
                  <a:lnTo>
                    <a:pt x="444028" y="320129"/>
                  </a:lnTo>
                  <a:lnTo>
                    <a:pt x="444028" y="265881"/>
                  </a:lnTo>
                  <a:close/>
                  <a:moveTo>
                    <a:pt x="480863" y="10046"/>
                  </a:moveTo>
                  <a:lnTo>
                    <a:pt x="556542" y="65633"/>
                  </a:lnTo>
                  <a:cubicBezTo>
                    <a:pt x="511894" y="112067"/>
                    <a:pt x="473943" y="149795"/>
                    <a:pt x="442689" y="178817"/>
                  </a:cubicBezTo>
                  <a:lnTo>
                    <a:pt x="379065" y="118541"/>
                  </a:lnTo>
                  <a:cubicBezTo>
                    <a:pt x="404961" y="94878"/>
                    <a:pt x="438894" y="58712"/>
                    <a:pt x="480863" y="10046"/>
                  </a:cubicBezTo>
                  <a:close/>
                  <a:moveTo>
                    <a:pt x="66302" y="5358"/>
                  </a:moveTo>
                  <a:cubicBezTo>
                    <a:pt x="100682" y="40630"/>
                    <a:pt x="136177" y="76795"/>
                    <a:pt x="172789" y="113853"/>
                  </a:cubicBezTo>
                  <a:lnTo>
                    <a:pt x="105816" y="174798"/>
                  </a:lnTo>
                  <a:cubicBezTo>
                    <a:pt x="69205" y="133722"/>
                    <a:pt x="33932" y="95547"/>
                    <a:pt x="0" y="60275"/>
                  </a:cubicBezTo>
                  <a:close/>
                  <a:moveTo>
                    <a:pt x="225697" y="0"/>
                  </a:moveTo>
                  <a:lnTo>
                    <a:pt x="324817" y="0"/>
                  </a:lnTo>
                  <a:lnTo>
                    <a:pt x="324817" y="185514"/>
                  </a:lnTo>
                  <a:lnTo>
                    <a:pt x="540469" y="185514"/>
                  </a:lnTo>
                  <a:lnTo>
                    <a:pt x="540469" y="560561"/>
                  </a:lnTo>
                  <a:cubicBezTo>
                    <a:pt x="540915" y="622622"/>
                    <a:pt x="510331" y="655439"/>
                    <a:pt x="448716" y="659011"/>
                  </a:cubicBezTo>
                  <a:cubicBezTo>
                    <a:pt x="427732" y="660797"/>
                    <a:pt x="386432" y="661913"/>
                    <a:pt x="324817" y="662359"/>
                  </a:cubicBezTo>
                  <a:cubicBezTo>
                    <a:pt x="320352" y="636910"/>
                    <a:pt x="311646" y="605433"/>
                    <a:pt x="298698" y="567928"/>
                  </a:cubicBezTo>
                  <a:cubicBezTo>
                    <a:pt x="334416" y="569714"/>
                    <a:pt x="367010" y="570830"/>
                    <a:pt x="396478" y="571277"/>
                  </a:cubicBezTo>
                  <a:cubicBezTo>
                    <a:pt x="428178" y="571723"/>
                    <a:pt x="444028" y="559222"/>
                    <a:pt x="444028" y="533772"/>
                  </a:cubicBezTo>
                  <a:lnTo>
                    <a:pt x="444028" y="521717"/>
                  </a:lnTo>
                  <a:lnTo>
                    <a:pt x="114523" y="521717"/>
                  </a:lnTo>
                  <a:lnTo>
                    <a:pt x="114523" y="662359"/>
                  </a:lnTo>
                  <a:lnTo>
                    <a:pt x="18082" y="662359"/>
                  </a:lnTo>
                  <a:lnTo>
                    <a:pt x="18082" y="185514"/>
                  </a:lnTo>
                  <a:lnTo>
                    <a:pt x="225697" y="1855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5400" b="1" spc="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B9EBE9B-554C-42A2-BC59-181FB9503A7D}"/>
                </a:ext>
              </a:extLst>
            </p:cNvPr>
            <p:cNvSpPr txBox="1"/>
            <p:nvPr/>
          </p:nvSpPr>
          <p:spPr>
            <a:xfrm>
              <a:off x="4184574" y="3093832"/>
              <a:ext cx="666378" cy="656332"/>
            </a:xfrm>
            <a:custGeom>
              <a:avLst/>
              <a:gdLst/>
              <a:ahLst/>
              <a:cxnLst/>
              <a:rect l="l" t="t" r="r" b="b"/>
              <a:pathLst>
                <a:path w="666378" h="656332">
                  <a:moveTo>
                    <a:pt x="498277" y="306734"/>
                  </a:moveTo>
                  <a:lnTo>
                    <a:pt x="590699" y="306734"/>
                  </a:lnTo>
                  <a:lnTo>
                    <a:pt x="590699" y="349597"/>
                  </a:lnTo>
                  <a:lnTo>
                    <a:pt x="657672" y="349597"/>
                  </a:lnTo>
                  <a:lnTo>
                    <a:pt x="657672" y="429964"/>
                  </a:lnTo>
                  <a:lnTo>
                    <a:pt x="590699" y="429964"/>
                  </a:lnTo>
                  <a:lnTo>
                    <a:pt x="590699" y="529753"/>
                  </a:lnTo>
                  <a:cubicBezTo>
                    <a:pt x="590699" y="563909"/>
                    <a:pt x="584058" y="590698"/>
                    <a:pt x="570775" y="610121"/>
                  </a:cubicBezTo>
                  <a:cubicBezTo>
                    <a:pt x="557492" y="629543"/>
                    <a:pt x="539800" y="641988"/>
                    <a:pt x="517699" y="647458"/>
                  </a:cubicBezTo>
                  <a:cubicBezTo>
                    <a:pt x="495598" y="652927"/>
                    <a:pt x="451396" y="655662"/>
                    <a:pt x="385093" y="655662"/>
                  </a:cubicBezTo>
                  <a:cubicBezTo>
                    <a:pt x="377949" y="616818"/>
                    <a:pt x="371699" y="587350"/>
                    <a:pt x="366341" y="567258"/>
                  </a:cubicBezTo>
                  <a:cubicBezTo>
                    <a:pt x="398488" y="569937"/>
                    <a:pt x="426170" y="571276"/>
                    <a:pt x="449387" y="571276"/>
                  </a:cubicBezTo>
                  <a:cubicBezTo>
                    <a:pt x="481980" y="571276"/>
                    <a:pt x="498277" y="552301"/>
                    <a:pt x="498277" y="514350"/>
                  </a:cubicBezTo>
                  <a:lnTo>
                    <a:pt x="498277" y="429964"/>
                  </a:lnTo>
                  <a:lnTo>
                    <a:pt x="341896" y="429964"/>
                  </a:lnTo>
                  <a:cubicBezTo>
                    <a:pt x="366899" y="456083"/>
                    <a:pt x="392014" y="483989"/>
                    <a:pt x="417240" y="513680"/>
                  </a:cubicBezTo>
                  <a:lnTo>
                    <a:pt x="348928" y="566588"/>
                  </a:lnTo>
                  <a:cubicBezTo>
                    <a:pt x="321692" y="529530"/>
                    <a:pt x="293564" y="495151"/>
                    <a:pt x="264542" y="463450"/>
                  </a:cubicBezTo>
                  <a:lnTo>
                    <a:pt x="310419" y="429964"/>
                  </a:lnTo>
                  <a:lnTo>
                    <a:pt x="255166" y="429964"/>
                  </a:lnTo>
                  <a:lnTo>
                    <a:pt x="255166" y="349597"/>
                  </a:lnTo>
                  <a:lnTo>
                    <a:pt x="498277" y="349597"/>
                  </a:lnTo>
                  <a:close/>
                  <a:moveTo>
                    <a:pt x="404515" y="0"/>
                  </a:moveTo>
                  <a:lnTo>
                    <a:pt x="496937" y="0"/>
                  </a:lnTo>
                  <a:lnTo>
                    <a:pt x="496937" y="76348"/>
                  </a:lnTo>
                  <a:lnTo>
                    <a:pt x="634901" y="76348"/>
                  </a:lnTo>
                  <a:lnTo>
                    <a:pt x="634901" y="156716"/>
                  </a:lnTo>
                  <a:lnTo>
                    <a:pt x="496937" y="156716"/>
                  </a:lnTo>
                  <a:lnTo>
                    <a:pt x="496937" y="212303"/>
                  </a:lnTo>
                  <a:lnTo>
                    <a:pt x="666378" y="212303"/>
                  </a:lnTo>
                  <a:lnTo>
                    <a:pt x="666378" y="292670"/>
                  </a:lnTo>
                  <a:lnTo>
                    <a:pt x="243781" y="292670"/>
                  </a:lnTo>
                  <a:lnTo>
                    <a:pt x="243781" y="212303"/>
                  </a:lnTo>
                  <a:lnTo>
                    <a:pt x="404515" y="212303"/>
                  </a:lnTo>
                  <a:lnTo>
                    <a:pt x="404515" y="156716"/>
                  </a:lnTo>
                  <a:lnTo>
                    <a:pt x="270570" y="156716"/>
                  </a:lnTo>
                  <a:lnTo>
                    <a:pt x="270570" y="76348"/>
                  </a:lnTo>
                  <a:lnTo>
                    <a:pt x="404515" y="76348"/>
                  </a:lnTo>
                  <a:close/>
                  <a:moveTo>
                    <a:pt x="116533" y="0"/>
                  </a:moveTo>
                  <a:lnTo>
                    <a:pt x="198239" y="0"/>
                  </a:lnTo>
                  <a:lnTo>
                    <a:pt x="198239" y="136624"/>
                  </a:lnTo>
                  <a:lnTo>
                    <a:pt x="237084" y="136624"/>
                  </a:lnTo>
                  <a:lnTo>
                    <a:pt x="237084" y="223019"/>
                  </a:lnTo>
                  <a:lnTo>
                    <a:pt x="198239" y="223019"/>
                  </a:lnTo>
                  <a:lnTo>
                    <a:pt x="198239" y="338881"/>
                  </a:lnTo>
                  <a:lnTo>
                    <a:pt x="241772" y="330175"/>
                  </a:lnTo>
                  <a:cubicBezTo>
                    <a:pt x="239986" y="355178"/>
                    <a:pt x="239539" y="385092"/>
                    <a:pt x="240432" y="419918"/>
                  </a:cubicBezTo>
                  <a:lnTo>
                    <a:pt x="198239" y="427955"/>
                  </a:lnTo>
                  <a:lnTo>
                    <a:pt x="198239" y="656332"/>
                  </a:lnTo>
                  <a:lnTo>
                    <a:pt x="116533" y="656332"/>
                  </a:lnTo>
                  <a:lnTo>
                    <a:pt x="116533" y="444363"/>
                  </a:lnTo>
                  <a:cubicBezTo>
                    <a:pt x="79921" y="452177"/>
                    <a:pt x="45319" y="460102"/>
                    <a:pt x="12725" y="468138"/>
                  </a:cubicBezTo>
                  <a:lnTo>
                    <a:pt x="670" y="373037"/>
                  </a:lnTo>
                  <a:lnTo>
                    <a:pt x="116533" y="353950"/>
                  </a:lnTo>
                  <a:lnTo>
                    <a:pt x="116533" y="223019"/>
                  </a:lnTo>
                  <a:lnTo>
                    <a:pt x="72331" y="223019"/>
                  </a:lnTo>
                  <a:cubicBezTo>
                    <a:pt x="67643" y="256058"/>
                    <a:pt x="62062" y="287982"/>
                    <a:pt x="55588" y="318789"/>
                  </a:cubicBezTo>
                  <a:cubicBezTo>
                    <a:pt x="38621" y="308074"/>
                    <a:pt x="20092" y="298028"/>
                    <a:pt x="0" y="288652"/>
                  </a:cubicBezTo>
                  <a:cubicBezTo>
                    <a:pt x="13841" y="216768"/>
                    <a:pt x="23218" y="138856"/>
                    <a:pt x="28129" y="54917"/>
                  </a:cubicBezTo>
                  <a:lnTo>
                    <a:pt x="89074" y="60945"/>
                  </a:lnTo>
                  <a:cubicBezTo>
                    <a:pt x="87511" y="86841"/>
                    <a:pt x="85502" y="112067"/>
                    <a:pt x="83047" y="136624"/>
                  </a:cubicBezTo>
                  <a:lnTo>
                    <a:pt x="116533" y="136624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A65D863-8D8B-495E-9C6C-542AB2FF0565}"/>
                </a:ext>
              </a:extLst>
            </p:cNvPr>
            <p:cNvSpPr txBox="1"/>
            <p:nvPr/>
          </p:nvSpPr>
          <p:spPr>
            <a:xfrm>
              <a:off x="5155551" y="3088474"/>
              <a:ext cx="669057" cy="642268"/>
            </a:xfrm>
            <a:custGeom>
              <a:avLst/>
              <a:gdLst/>
              <a:ahLst/>
              <a:cxnLst/>
              <a:rect l="l" t="t" r="r" b="b"/>
              <a:pathLst>
                <a:path w="669057" h="642268">
                  <a:moveTo>
                    <a:pt x="240432" y="402505"/>
                  </a:moveTo>
                  <a:cubicBezTo>
                    <a:pt x="221233" y="423937"/>
                    <a:pt x="201253" y="443805"/>
                    <a:pt x="180491" y="462111"/>
                  </a:cubicBezTo>
                  <a:lnTo>
                    <a:pt x="289322" y="462111"/>
                  </a:lnTo>
                  <a:lnTo>
                    <a:pt x="289322" y="415230"/>
                  </a:lnTo>
                  <a:lnTo>
                    <a:pt x="381074" y="415230"/>
                  </a:lnTo>
                  <a:lnTo>
                    <a:pt x="381074" y="462111"/>
                  </a:lnTo>
                  <a:lnTo>
                    <a:pt x="489905" y="462111"/>
                  </a:lnTo>
                  <a:cubicBezTo>
                    <a:pt x="469367" y="443805"/>
                    <a:pt x="449498" y="423937"/>
                    <a:pt x="430299" y="402505"/>
                  </a:cubicBezTo>
                  <a:close/>
                  <a:moveTo>
                    <a:pt x="216991" y="298698"/>
                  </a:moveTo>
                  <a:lnTo>
                    <a:pt x="216991" y="332184"/>
                  </a:lnTo>
                  <a:lnTo>
                    <a:pt x="454075" y="332184"/>
                  </a:lnTo>
                  <a:lnTo>
                    <a:pt x="454075" y="298698"/>
                  </a:lnTo>
                  <a:close/>
                  <a:moveTo>
                    <a:pt x="216991" y="214312"/>
                  </a:moveTo>
                  <a:lnTo>
                    <a:pt x="216991" y="247799"/>
                  </a:lnTo>
                  <a:lnTo>
                    <a:pt x="454075" y="247799"/>
                  </a:lnTo>
                  <a:lnTo>
                    <a:pt x="454075" y="214312"/>
                  </a:lnTo>
                  <a:close/>
                  <a:moveTo>
                    <a:pt x="216991" y="128587"/>
                  </a:moveTo>
                  <a:lnTo>
                    <a:pt x="216991" y="162074"/>
                  </a:lnTo>
                  <a:lnTo>
                    <a:pt x="454075" y="162074"/>
                  </a:lnTo>
                  <a:lnTo>
                    <a:pt x="454075" y="128587"/>
                  </a:lnTo>
                  <a:close/>
                  <a:moveTo>
                    <a:pt x="125239" y="0"/>
                  </a:moveTo>
                  <a:lnTo>
                    <a:pt x="216991" y="0"/>
                  </a:lnTo>
                  <a:lnTo>
                    <a:pt x="216991" y="58266"/>
                  </a:lnTo>
                  <a:lnTo>
                    <a:pt x="454075" y="58266"/>
                  </a:lnTo>
                  <a:lnTo>
                    <a:pt x="454075" y="0"/>
                  </a:lnTo>
                  <a:lnTo>
                    <a:pt x="545157" y="0"/>
                  </a:lnTo>
                  <a:lnTo>
                    <a:pt x="545157" y="58266"/>
                  </a:lnTo>
                  <a:lnTo>
                    <a:pt x="642268" y="58266"/>
                  </a:lnTo>
                  <a:lnTo>
                    <a:pt x="642268" y="128587"/>
                  </a:lnTo>
                  <a:lnTo>
                    <a:pt x="545157" y="128587"/>
                  </a:lnTo>
                  <a:lnTo>
                    <a:pt x="545157" y="332184"/>
                  </a:lnTo>
                  <a:lnTo>
                    <a:pt x="661020" y="332184"/>
                  </a:lnTo>
                  <a:lnTo>
                    <a:pt x="661020" y="402505"/>
                  </a:lnTo>
                  <a:lnTo>
                    <a:pt x="529084" y="402505"/>
                  </a:lnTo>
                  <a:cubicBezTo>
                    <a:pt x="576411" y="437778"/>
                    <a:pt x="623069" y="463897"/>
                    <a:pt x="669057" y="480863"/>
                  </a:cubicBezTo>
                  <a:cubicBezTo>
                    <a:pt x="650751" y="507206"/>
                    <a:pt x="634231" y="531986"/>
                    <a:pt x="619497" y="555203"/>
                  </a:cubicBezTo>
                  <a:cubicBezTo>
                    <a:pt x="584671" y="536004"/>
                    <a:pt x="551408" y="513457"/>
                    <a:pt x="519708" y="487561"/>
                  </a:cubicBezTo>
                  <a:lnTo>
                    <a:pt x="519708" y="531093"/>
                  </a:lnTo>
                  <a:lnTo>
                    <a:pt x="381074" y="531093"/>
                  </a:lnTo>
                  <a:lnTo>
                    <a:pt x="381074" y="571946"/>
                  </a:lnTo>
                  <a:lnTo>
                    <a:pt x="621506" y="571946"/>
                  </a:lnTo>
                  <a:lnTo>
                    <a:pt x="621506" y="642268"/>
                  </a:lnTo>
                  <a:lnTo>
                    <a:pt x="48220" y="642268"/>
                  </a:lnTo>
                  <a:lnTo>
                    <a:pt x="48220" y="571946"/>
                  </a:lnTo>
                  <a:lnTo>
                    <a:pt x="289322" y="571946"/>
                  </a:lnTo>
                  <a:lnTo>
                    <a:pt x="289322" y="531093"/>
                  </a:lnTo>
                  <a:lnTo>
                    <a:pt x="147340" y="531093"/>
                  </a:lnTo>
                  <a:lnTo>
                    <a:pt x="147340" y="490240"/>
                  </a:lnTo>
                  <a:cubicBezTo>
                    <a:pt x="116309" y="514796"/>
                    <a:pt x="83939" y="536451"/>
                    <a:pt x="50229" y="555203"/>
                  </a:cubicBezTo>
                  <a:cubicBezTo>
                    <a:pt x="37281" y="534665"/>
                    <a:pt x="20538" y="510108"/>
                    <a:pt x="0" y="481533"/>
                  </a:cubicBezTo>
                  <a:cubicBezTo>
                    <a:pt x="55811" y="460548"/>
                    <a:pt x="103026" y="434206"/>
                    <a:pt x="141647" y="402505"/>
                  </a:cubicBezTo>
                  <a:lnTo>
                    <a:pt x="8706" y="402505"/>
                  </a:lnTo>
                  <a:lnTo>
                    <a:pt x="8706" y="332184"/>
                  </a:lnTo>
                  <a:lnTo>
                    <a:pt x="125239" y="332184"/>
                  </a:lnTo>
                  <a:lnTo>
                    <a:pt x="125239" y="128587"/>
                  </a:lnTo>
                  <a:lnTo>
                    <a:pt x="28128" y="128587"/>
                  </a:lnTo>
                  <a:lnTo>
                    <a:pt x="28128" y="58266"/>
                  </a:lnTo>
                  <a:lnTo>
                    <a:pt x="125239" y="58266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062FB85-0ED4-4A72-9BAA-1852D694926B}"/>
                </a:ext>
              </a:extLst>
            </p:cNvPr>
            <p:cNvSpPr txBox="1"/>
            <p:nvPr/>
          </p:nvSpPr>
          <p:spPr>
            <a:xfrm>
              <a:off x="6141260" y="3163483"/>
              <a:ext cx="644276" cy="515690"/>
            </a:xfrm>
            <a:custGeom>
              <a:avLst/>
              <a:gdLst/>
              <a:ahLst/>
              <a:cxnLst/>
              <a:rect l="l" t="t" r="r" b="b"/>
              <a:pathLst>
                <a:path w="644276" h="515690">
                  <a:moveTo>
                    <a:pt x="0" y="413891"/>
                  </a:moveTo>
                  <a:lnTo>
                    <a:pt x="644276" y="413891"/>
                  </a:lnTo>
                  <a:lnTo>
                    <a:pt x="644276" y="515690"/>
                  </a:lnTo>
                  <a:lnTo>
                    <a:pt x="0" y="515690"/>
                  </a:lnTo>
                  <a:close/>
                  <a:moveTo>
                    <a:pt x="48220" y="0"/>
                  </a:moveTo>
                  <a:lnTo>
                    <a:pt x="594717" y="0"/>
                  </a:lnTo>
                  <a:lnTo>
                    <a:pt x="594717" y="100459"/>
                  </a:lnTo>
                  <a:lnTo>
                    <a:pt x="48220" y="100459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37F734A-83E0-42B0-B6F8-6776FDE8F09B}"/>
                </a:ext>
              </a:extLst>
            </p:cNvPr>
            <p:cNvSpPr txBox="1"/>
            <p:nvPr/>
          </p:nvSpPr>
          <p:spPr>
            <a:xfrm>
              <a:off x="7100181" y="3092492"/>
              <a:ext cx="669057" cy="661690"/>
            </a:xfrm>
            <a:custGeom>
              <a:avLst/>
              <a:gdLst/>
              <a:ahLst/>
              <a:cxnLst/>
              <a:rect l="l" t="t" r="r" b="b"/>
              <a:pathLst>
                <a:path w="669057" h="661690">
                  <a:moveTo>
                    <a:pt x="371698" y="115863"/>
                  </a:moveTo>
                  <a:lnTo>
                    <a:pt x="371028" y="171450"/>
                  </a:lnTo>
                  <a:cubicBezTo>
                    <a:pt x="401613" y="276151"/>
                    <a:pt x="441350" y="361429"/>
                    <a:pt x="490240" y="427286"/>
                  </a:cubicBezTo>
                  <a:cubicBezTo>
                    <a:pt x="519485" y="387772"/>
                    <a:pt x="538907" y="344463"/>
                    <a:pt x="548506" y="297359"/>
                  </a:cubicBezTo>
                  <a:lnTo>
                    <a:pt x="451396" y="297359"/>
                  </a:lnTo>
                  <a:lnTo>
                    <a:pt x="451396" y="216322"/>
                  </a:lnTo>
                  <a:lnTo>
                    <a:pt x="498276" y="115863"/>
                  </a:lnTo>
                  <a:close/>
                  <a:moveTo>
                    <a:pt x="236413" y="33486"/>
                  </a:moveTo>
                  <a:lnTo>
                    <a:pt x="601414" y="33486"/>
                  </a:lnTo>
                  <a:lnTo>
                    <a:pt x="601414" y="110505"/>
                  </a:lnTo>
                  <a:lnTo>
                    <a:pt x="549845" y="216322"/>
                  </a:lnTo>
                  <a:lnTo>
                    <a:pt x="642937" y="216322"/>
                  </a:lnTo>
                  <a:lnTo>
                    <a:pt x="642937" y="296019"/>
                  </a:lnTo>
                  <a:cubicBezTo>
                    <a:pt x="627534" y="369912"/>
                    <a:pt x="597173" y="436439"/>
                    <a:pt x="551855" y="495598"/>
                  </a:cubicBezTo>
                  <a:cubicBezTo>
                    <a:pt x="587127" y="527745"/>
                    <a:pt x="626194" y="552078"/>
                    <a:pt x="669057" y="568598"/>
                  </a:cubicBezTo>
                  <a:cubicBezTo>
                    <a:pt x="643607" y="601638"/>
                    <a:pt x="623515" y="629766"/>
                    <a:pt x="608781" y="652984"/>
                  </a:cubicBezTo>
                  <a:cubicBezTo>
                    <a:pt x="565696" y="625748"/>
                    <a:pt x="527075" y="594941"/>
                    <a:pt x="492919" y="560561"/>
                  </a:cubicBezTo>
                  <a:cubicBezTo>
                    <a:pt x="453405" y="597843"/>
                    <a:pt x="406524" y="631552"/>
                    <a:pt x="352276" y="661690"/>
                  </a:cubicBezTo>
                  <a:cubicBezTo>
                    <a:pt x="333970" y="631776"/>
                    <a:pt x="315441" y="604317"/>
                    <a:pt x="296689" y="579314"/>
                  </a:cubicBezTo>
                  <a:cubicBezTo>
                    <a:pt x="350490" y="552748"/>
                    <a:pt x="395920" y="522945"/>
                    <a:pt x="432978" y="489905"/>
                  </a:cubicBezTo>
                  <a:cubicBezTo>
                    <a:pt x="400608" y="445257"/>
                    <a:pt x="374154" y="395920"/>
                    <a:pt x="353616" y="341896"/>
                  </a:cubicBezTo>
                  <a:cubicBezTo>
                    <a:pt x="338882" y="477627"/>
                    <a:pt x="299144" y="583332"/>
                    <a:pt x="234404" y="659011"/>
                  </a:cubicBezTo>
                  <a:cubicBezTo>
                    <a:pt x="213419" y="629097"/>
                    <a:pt x="192658" y="602977"/>
                    <a:pt x="172120" y="580653"/>
                  </a:cubicBezTo>
                  <a:cubicBezTo>
                    <a:pt x="198909" y="552525"/>
                    <a:pt x="220786" y="516638"/>
                    <a:pt x="237753" y="472995"/>
                  </a:cubicBezTo>
                  <a:cubicBezTo>
                    <a:pt x="254719" y="429351"/>
                    <a:pt x="266440" y="380796"/>
                    <a:pt x="272914" y="327329"/>
                  </a:cubicBezTo>
                  <a:cubicBezTo>
                    <a:pt x="279388" y="273863"/>
                    <a:pt x="282848" y="203374"/>
                    <a:pt x="283294" y="115863"/>
                  </a:cubicBezTo>
                  <a:lnTo>
                    <a:pt x="236413" y="115863"/>
                  </a:lnTo>
                  <a:close/>
                  <a:moveTo>
                    <a:pt x="85725" y="0"/>
                  </a:moveTo>
                  <a:lnTo>
                    <a:pt x="170780" y="0"/>
                  </a:lnTo>
                  <a:lnTo>
                    <a:pt x="170780" y="117872"/>
                  </a:lnTo>
                  <a:lnTo>
                    <a:pt x="239762" y="117872"/>
                  </a:lnTo>
                  <a:lnTo>
                    <a:pt x="239762" y="204936"/>
                  </a:lnTo>
                  <a:lnTo>
                    <a:pt x="170780" y="204936"/>
                  </a:lnTo>
                  <a:lnTo>
                    <a:pt x="170780" y="266216"/>
                  </a:lnTo>
                  <a:cubicBezTo>
                    <a:pt x="203374" y="286532"/>
                    <a:pt x="231949" y="305619"/>
                    <a:pt x="256505" y="323478"/>
                  </a:cubicBezTo>
                  <a:lnTo>
                    <a:pt x="217661" y="403845"/>
                  </a:lnTo>
                  <a:cubicBezTo>
                    <a:pt x="205829" y="393353"/>
                    <a:pt x="190202" y="380516"/>
                    <a:pt x="170780" y="365336"/>
                  </a:cubicBezTo>
                  <a:lnTo>
                    <a:pt x="170780" y="658341"/>
                  </a:lnTo>
                  <a:lnTo>
                    <a:pt x="85725" y="658341"/>
                  </a:lnTo>
                  <a:lnTo>
                    <a:pt x="85725" y="379735"/>
                  </a:lnTo>
                  <a:cubicBezTo>
                    <a:pt x="68312" y="423267"/>
                    <a:pt x="46881" y="466130"/>
                    <a:pt x="21431" y="508323"/>
                  </a:cubicBezTo>
                  <a:cubicBezTo>
                    <a:pt x="16966" y="477515"/>
                    <a:pt x="9823" y="436662"/>
                    <a:pt x="0" y="385763"/>
                  </a:cubicBezTo>
                  <a:cubicBezTo>
                    <a:pt x="35272" y="327273"/>
                    <a:pt x="61503" y="266998"/>
                    <a:pt x="78693" y="204936"/>
                  </a:cubicBezTo>
                  <a:lnTo>
                    <a:pt x="4688" y="204936"/>
                  </a:lnTo>
                  <a:lnTo>
                    <a:pt x="4688" y="117872"/>
                  </a:lnTo>
                  <a:lnTo>
                    <a:pt x="85725" y="117872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DF44AC1-9BB2-420D-98A0-BE74725253A5}"/>
                </a:ext>
              </a:extLst>
            </p:cNvPr>
            <p:cNvSpPr txBox="1"/>
            <p:nvPr/>
          </p:nvSpPr>
          <p:spPr>
            <a:xfrm>
              <a:off x="8076514" y="3089145"/>
              <a:ext cx="648295" cy="663029"/>
            </a:xfrm>
            <a:custGeom>
              <a:avLst/>
              <a:gdLst/>
              <a:ahLst/>
              <a:cxnLst/>
              <a:rect l="l" t="t" r="r" b="b"/>
              <a:pathLst>
                <a:path w="648295" h="663029">
                  <a:moveTo>
                    <a:pt x="172790" y="541808"/>
                  </a:moveTo>
                  <a:lnTo>
                    <a:pt x="172790" y="580652"/>
                  </a:lnTo>
                  <a:lnTo>
                    <a:pt x="513011" y="580652"/>
                  </a:lnTo>
                  <a:lnTo>
                    <a:pt x="513011" y="541808"/>
                  </a:lnTo>
                  <a:close/>
                  <a:moveTo>
                    <a:pt x="172790" y="352945"/>
                  </a:moveTo>
                  <a:lnTo>
                    <a:pt x="172790" y="389111"/>
                  </a:lnTo>
                  <a:lnTo>
                    <a:pt x="491579" y="389111"/>
                  </a:lnTo>
                  <a:lnTo>
                    <a:pt x="491579" y="352945"/>
                  </a:lnTo>
                  <a:close/>
                  <a:moveTo>
                    <a:pt x="81707" y="291331"/>
                  </a:moveTo>
                  <a:lnTo>
                    <a:pt x="578644" y="291331"/>
                  </a:lnTo>
                  <a:lnTo>
                    <a:pt x="578644" y="450726"/>
                  </a:lnTo>
                  <a:lnTo>
                    <a:pt x="172790" y="450726"/>
                  </a:lnTo>
                  <a:lnTo>
                    <a:pt x="172790" y="480193"/>
                  </a:lnTo>
                  <a:lnTo>
                    <a:pt x="600075" y="480193"/>
                  </a:lnTo>
                  <a:lnTo>
                    <a:pt x="600075" y="663029"/>
                  </a:lnTo>
                  <a:lnTo>
                    <a:pt x="513011" y="663029"/>
                  </a:lnTo>
                  <a:lnTo>
                    <a:pt x="513011" y="641598"/>
                  </a:lnTo>
                  <a:lnTo>
                    <a:pt x="172790" y="641598"/>
                  </a:lnTo>
                  <a:lnTo>
                    <a:pt x="172790" y="663029"/>
                  </a:lnTo>
                  <a:lnTo>
                    <a:pt x="81707" y="663029"/>
                  </a:lnTo>
                  <a:close/>
                  <a:moveTo>
                    <a:pt x="131267" y="109835"/>
                  </a:moveTo>
                  <a:cubicBezTo>
                    <a:pt x="108943" y="137070"/>
                    <a:pt x="83493" y="161404"/>
                    <a:pt x="54918" y="182835"/>
                  </a:cubicBezTo>
                  <a:lnTo>
                    <a:pt x="190203" y="182835"/>
                  </a:lnTo>
                  <a:cubicBezTo>
                    <a:pt x="178148" y="167654"/>
                    <a:pt x="164083" y="150465"/>
                    <a:pt x="148010" y="131266"/>
                  </a:cubicBezTo>
                  <a:lnTo>
                    <a:pt x="175469" y="109835"/>
                  </a:lnTo>
                  <a:close/>
                  <a:moveTo>
                    <a:pt x="105817" y="0"/>
                  </a:moveTo>
                  <a:lnTo>
                    <a:pt x="198239" y="0"/>
                  </a:lnTo>
                  <a:cubicBezTo>
                    <a:pt x="191096" y="16073"/>
                    <a:pt x="183505" y="31477"/>
                    <a:pt x="175469" y="46211"/>
                  </a:cubicBezTo>
                  <a:lnTo>
                    <a:pt x="348258" y="46211"/>
                  </a:lnTo>
                  <a:lnTo>
                    <a:pt x="348258" y="109835"/>
                  </a:lnTo>
                  <a:lnTo>
                    <a:pt x="219671" y="109835"/>
                  </a:lnTo>
                  <a:cubicBezTo>
                    <a:pt x="233065" y="124569"/>
                    <a:pt x="246236" y="139303"/>
                    <a:pt x="259184" y="154037"/>
                  </a:cubicBezTo>
                  <a:lnTo>
                    <a:pt x="220340" y="182835"/>
                  </a:lnTo>
                  <a:lnTo>
                    <a:pt x="285304" y="182835"/>
                  </a:lnTo>
                  <a:cubicBezTo>
                    <a:pt x="281285" y="171226"/>
                    <a:pt x="277267" y="159394"/>
                    <a:pt x="273249" y="147339"/>
                  </a:cubicBezTo>
                  <a:lnTo>
                    <a:pt x="348928" y="134615"/>
                  </a:lnTo>
                  <a:cubicBezTo>
                    <a:pt x="353839" y="150242"/>
                    <a:pt x="358750" y="166315"/>
                    <a:pt x="363662" y="182835"/>
                  </a:cubicBezTo>
                  <a:lnTo>
                    <a:pt x="517699" y="182835"/>
                  </a:lnTo>
                  <a:cubicBezTo>
                    <a:pt x="499393" y="159618"/>
                    <a:pt x="483319" y="140642"/>
                    <a:pt x="469478" y="125908"/>
                  </a:cubicBezTo>
                  <a:lnTo>
                    <a:pt x="490240" y="109835"/>
                  </a:lnTo>
                  <a:lnTo>
                    <a:pt x="460102" y="109835"/>
                  </a:lnTo>
                  <a:cubicBezTo>
                    <a:pt x="445368" y="133052"/>
                    <a:pt x="428848" y="154706"/>
                    <a:pt x="410542" y="174798"/>
                  </a:cubicBezTo>
                  <a:cubicBezTo>
                    <a:pt x="397594" y="164975"/>
                    <a:pt x="373931" y="148679"/>
                    <a:pt x="339551" y="125908"/>
                  </a:cubicBezTo>
                  <a:cubicBezTo>
                    <a:pt x="371698" y="90636"/>
                    <a:pt x="398041" y="48666"/>
                    <a:pt x="418579" y="0"/>
                  </a:cubicBezTo>
                  <a:lnTo>
                    <a:pt x="511671" y="0"/>
                  </a:lnTo>
                  <a:cubicBezTo>
                    <a:pt x="506313" y="16073"/>
                    <a:pt x="500286" y="31477"/>
                    <a:pt x="493589" y="46211"/>
                  </a:cubicBezTo>
                  <a:lnTo>
                    <a:pt x="648295" y="46211"/>
                  </a:lnTo>
                  <a:lnTo>
                    <a:pt x="648295" y="109835"/>
                  </a:lnTo>
                  <a:lnTo>
                    <a:pt x="547836" y="109835"/>
                  </a:lnTo>
                  <a:cubicBezTo>
                    <a:pt x="559891" y="122783"/>
                    <a:pt x="571723" y="135731"/>
                    <a:pt x="583332" y="148679"/>
                  </a:cubicBezTo>
                  <a:lnTo>
                    <a:pt x="536451" y="182835"/>
                  </a:lnTo>
                  <a:lnTo>
                    <a:pt x="645617" y="182835"/>
                  </a:lnTo>
                  <a:lnTo>
                    <a:pt x="645617" y="279276"/>
                  </a:lnTo>
                  <a:lnTo>
                    <a:pt x="554534" y="279276"/>
                  </a:lnTo>
                  <a:lnTo>
                    <a:pt x="554534" y="251147"/>
                  </a:lnTo>
                  <a:lnTo>
                    <a:pt x="109835" y="251147"/>
                  </a:lnTo>
                  <a:lnTo>
                    <a:pt x="109835" y="279276"/>
                  </a:lnTo>
                  <a:lnTo>
                    <a:pt x="18753" y="279276"/>
                  </a:lnTo>
                  <a:lnTo>
                    <a:pt x="18753" y="182835"/>
                  </a:lnTo>
                  <a:lnTo>
                    <a:pt x="53578" y="182835"/>
                  </a:lnTo>
                  <a:cubicBezTo>
                    <a:pt x="43309" y="169440"/>
                    <a:pt x="25450" y="149125"/>
                    <a:pt x="0" y="121890"/>
                  </a:cubicBezTo>
                  <a:cubicBezTo>
                    <a:pt x="48667" y="86171"/>
                    <a:pt x="83939" y="45541"/>
                    <a:pt x="105817" y="0"/>
                  </a:cubicBez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6EE1D91B-8ED2-4960-970C-0273EAA5E0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16" b="94481" l="9719" r="95141">
                        <a14:foregroundMark x1="42455" y1="84091" x2="42455" y2="84091"/>
                        <a14:foregroundMark x1="41176" y1="81818" x2="53708" y2="86039"/>
                        <a14:foregroundMark x1="53708" y1="86039" x2="56777" y2="80844"/>
                        <a14:foregroundMark x1="55243" y1="93182" x2="55243" y2="93182"/>
                        <a14:foregroundMark x1="53453" y1="94805" x2="53453" y2="94805"/>
                        <a14:foregroundMark x1="50384" y1="93506" x2="50384" y2="93506"/>
                        <a14:foregroundMark x1="46803" y1="91883" x2="46803" y2="91883"/>
                        <a14:foregroundMark x1="57801" y1="94156" x2="57801" y2="94156"/>
                        <a14:foregroundMark x1="43990" y1="90260" x2="43990" y2="90260"/>
                        <a14:foregroundMark x1="91304" y1="58766" x2="91304" y2="58766"/>
                        <a14:foregroundMark x1="95141" y1="55844" x2="95141" y2="55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95" t="27107"/>
          <a:stretch>
            <a:fillRect/>
          </a:stretch>
        </p:blipFill>
        <p:spPr>
          <a:xfrm>
            <a:off x="-2986616" y="2112157"/>
            <a:ext cx="2225205" cy="2034423"/>
          </a:xfrm>
          <a:custGeom>
            <a:avLst/>
            <a:gdLst>
              <a:gd name="connsiteX0" fmla="*/ 0 w 2339340"/>
              <a:gd name="connsiteY0" fmla="*/ 0 h 2138772"/>
              <a:gd name="connsiteX1" fmla="*/ 2339340 w 2339340"/>
              <a:gd name="connsiteY1" fmla="*/ 0 h 2138772"/>
              <a:gd name="connsiteX2" fmla="*/ 2339340 w 2339340"/>
              <a:gd name="connsiteY2" fmla="*/ 947417 h 2138772"/>
              <a:gd name="connsiteX3" fmla="*/ 876278 w 2339340"/>
              <a:gd name="connsiteY3" fmla="*/ 2020286 h 2138772"/>
              <a:gd name="connsiteX4" fmla="*/ 910506 w 2339340"/>
              <a:gd name="connsiteY4" fmla="*/ 2066963 h 2138772"/>
              <a:gd name="connsiteX5" fmla="*/ 829041 w 2339340"/>
              <a:gd name="connsiteY5" fmla="*/ 2130672 h 2138772"/>
              <a:gd name="connsiteX6" fmla="*/ 835376 w 2339340"/>
              <a:gd name="connsiteY6" fmla="*/ 2138772 h 2138772"/>
              <a:gd name="connsiteX7" fmla="*/ 0 w 2339340"/>
              <a:gd name="connsiteY7" fmla="*/ 2138772 h 2138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9340" h="2138772">
                <a:moveTo>
                  <a:pt x="0" y="0"/>
                </a:moveTo>
                <a:lnTo>
                  <a:pt x="2339340" y="0"/>
                </a:lnTo>
                <a:lnTo>
                  <a:pt x="2339340" y="947417"/>
                </a:lnTo>
                <a:lnTo>
                  <a:pt x="876278" y="2020286"/>
                </a:lnTo>
                <a:lnTo>
                  <a:pt x="910506" y="2066963"/>
                </a:lnTo>
                <a:lnTo>
                  <a:pt x="829041" y="2130672"/>
                </a:lnTo>
                <a:lnTo>
                  <a:pt x="835376" y="2138772"/>
                </a:lnTo>
                <a:lnTo>
                  <a:pt x="0" y="2138772"/>
                </a:lnTo>
                <a:close/>
              </a:path>
            </a:pathLst>
          </a:cu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E1ABE25-501E-439B-937F-1B03388D5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16" b="94481" l="9719" r="95141">
                        <a14:foregroundMark x1="42455" y1="84091" x2="42455" y2="84091"/>
                        <a14:foregroundMark x1="41176" y1="81818" x2="53708" y2="86039"/>
                        <a14:foregroundMark x1="53708" y1="86039" x2="56777" y2="80844"/>
                        <a14:foregroundMark x1="55243" y1="93182" x2="55243" y2="93182"/>
                        <a14:foregroundMark x1="53453" y1="94805" x2="53453" y2="94805"/>
                        <a14:foregroundMark x1="50384" y1="93506" x2="50384" y2="93506"/>
                        <a14:foregroundMark x1="46803" y1="91883" x2="46803" y2="91883"/>
                        <a14:foregroundMark x1="57801" y1="94156" x2="57801" y2="94156"/>
                        <a14:foregroundMark x1="43990" y1="90260" x2="43990" y2="90260"/>
                        <a14:foregroundMark x1="91304" y1="58766" x2="91304" y2="58766"/>
                        <a14:foregroundMark x1="95141" y1="55844" x2="95141" y2="55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95" t="27107"/>
          <a:stretch>
            <a:fillRect/>
          </a:stretch>
        </p:blipFill>
        <p:spPr>
          <a:xfrm rot="16846893">
            <a:off x="5231722" y="7367247"/>
            <a:ext cx="2225205" cy="2034423"/>
          </a:xfrm>
          <a:custGeom>
            <a:avLst/>
            <a:gdLst>
              <a:gd name="connsiteX0" fmla="*/ 0 w 2339340"/>
              <a:gd name="connsiteY0" fmla="*/ 0 h 2138772"/>
              <a:gd name="connsiteX1" fmla="*/ 2339340 w 2339340"/>
              <a:gd name="connsiteY1" fmla="*/ 0 h 2138772"/>
              <a:gd name="connsiteX2" fmla="*/ 2339340 w 2339340"/>
              <a:gd name="connsiteY2" fmla="*/ 947417 h 2138772"/>
              <a:gd name="connsiteX3" fmla="*/ 876278 w 2339340"/>
              <a:gd name="connsiteY3" fmla="*/ 2020286 h 2138772"/>
              <a:gd name="connsiteX4" fmla="*/ 910506 w 2339340"/>
              <a:gd name="connsiteY4" fmla="*/ 2066963 h 2138772"/>
              <a:gd name="connsiteX5" fmla="*/ 829041 w 2339340"/>
              <a:gd name="connsiteY5" fmla="*/ 2130672 h 2138772"/>
              <a:gd name="connsiteX6" fmla="*/ 835376 w 2339340"/>
              <a:gd name="connsiteY6" fmla="*/ 2138772 h 2138772"/>
              <a:gd name="connsiteX7" fmla="*/ 0 w 2339340"/>
              <a:gd name="connsiteY7" fmla="*/ 2138772 h 2138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9340" h="2138772">
                <a:moveTo>
                  <a:pt x="0" y="0"/>
                </a:moveTo>
                <a:lnTo>
                  <a:pt x="2339340" y="0"/>
                </a:lnTo>
                <a:lnTo>
                  <a:pt x="2339340" y="947417"/>
                </a:lnTo>
                <a:lnTo>
                  <a:pt x="876278" y="2020286"/>
                </a:lnTo>
                <a:lnTo>
                  <a:pt x="910506" y="2066963"/>
                </a:lnTo>
                <a:lnTo>
                  <a:pt x="829041" y="2130672"/>
                </a:lnTo>
                <a:lnTo>
                  <a:pt x="835376" y="2138772"/>
                </a:lnTo>
                <a:lnTo>
                  <a:pt x="0" y="2138772"/>
                </a:lnTo>
                <a:close/>
              </a:path>
            </a:pathLst>
          </a:cu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21634855-05E0-4E9C-A123-482549CF2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16" b="94481" l="9719" r="95141">
                        <a14:foregroundMark x1="42455" y1="84091" x2="42455" y2="84091"/>
                        <a14:foregroundMark x1="41176" y1="81818" x2="53708" y2="86039"/>
                        <a14:foregroundMark x1="53708" y1="86039" x2="56777" y2="80844"/>
                        <a14:foregroundMark x1="55243" y1="93182" x2="55243" y2="93182"/>
                        <a14:foregroundMark x1="53453" y1="94805" x2="53453" y2="94805"/>
                        <a14:foregroundMark x1="50384" y1="93506" x2="50384" y2="93506"/>
                        <a14:foregroundMark x1="46803" y1="91883" x2="46803" y2="91883"/>
                        <a14:foregroundMark x1="57801" y1="94156" x2="57801" y2="94156"/>
                        <a14:foregroundMark x1="43990" y1="90260" x2="43990" y2="90260"/>
                        <a14:foregroundMark x1="91304" y1="58766" x2="91304" y2="58766"/>
                        <a14:foregroundMark x1="95141" y1="55844" x2="95141" y2="55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95" t="27107"/>
          <a:stretch>
            <a:fillRect/>
          </a:stretch>
        </p:blipFill>
        <p:spPr>
          <a:xfrm rot="1146444">
            <a:off x="13015507" y="2112158"/>
            <a:ext cx="2225205" cy="2034423"/>
          </a:xfrm>
          <a:custGeom>
            <a:avLst/>
            <a:gdLst>
              <a:gd name="connsiteX0" fmla="*/ 0 w 2339340"/>
              <a:gd name="connsiteY0" fmla="*/ 0 h 2138772"/>
              <a:gd name="connsiteX1" fmla="*/ 2339340 w 2339340"/>
              <a:gd name="connsiteY1" fmla="*/ 0 h 2138772"/>
              <a:gd name="connsiteX2" fmla="*/ 2339340 w 2339340"/>
              <a:gd name="connsiteY2" fmla="*/ 947417 h 2138772"/>
              <a:gd name="connsiteX3" fmla="*/ 876278 w 2339340"/>
              <a:gd name="connsiteY3" fmla="*/ 2020286 h 2138772"/>
              <a:gd name="connsiteX4" fmla="*/ 910506 w 2339340"/>
              <a:gd name="connsiteY4" fmla="*/ 2066963 h 2138772"/>
              <a:gd name="connsiteX5" fmla="*/ 829041 w 2339340"/>
              <a:gd name="connsiteY5" fmla="*/ 2130672 h 2138772"/>
              <a:gd name="connsiteX6" fmla="*/ 835376 w 2339340"/>
              <a:gd name="connsiteY6" fmla="*/ 2138772 h 2138772"/>
              <a:gd name="connsiteX7" fmla="*/ 0 w 2339340"/>
              <a:gd name="connsiteY7" fmla="*/ 2138772 h 2138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9340" h="2138772">
                <a:moveTo>
                  <a:pt x="0" y="0"/>
                </a:moveTo>
                <a:lnTo>
                  <a:pt x="2339340" y="0"/>
                </a:lnTo>
                <a:lnTo>
                  <a:pt x="2339340" y="947417"/>
                </a:lnTo>
                <a:lnTo>
                  <a:pt x="876278" y="2020286"/>
                </a:lnTo>
                <a:lnTo>
                  <a:pt x="910506" y="2066963"/>
                </a:lnTo>
                <a:lnTo>
                  <a:pt x="829041" y="2130672"/>
                </a:lnTo>
                <a:lnTo>
                  <a:pt x="835376" y="2138772"/>
                </a:lnTo>
                <a:lnTo>
                  <a:pt x="0" y="213877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41742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>
            <a:extLst>
              <a:ext uri="{FF2B5EF4-FFF2-40B4-BE49-F238E27FC236}">
                <a16:creationId xmlns:a16="http://schemas.microsoft.com/office/drawing/2014/main" id="{FB135278-F2A0-4F24-8287-C386687EF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167" b="95278" l="9416" r="89286">
                        <a14:foregroundMark x1="52273" y1="35000" x2="52273" y2="35000"/>
                        <a14:foregroundMark x1="24026" y1="19444" x2="33117" y2="43611"/>
                        <a14:foregroundMark x1="21104" y1="28056" x2="30844" y2="75833"/>
                        <a14:foregroundMark x1="22403" y1="61667" x2="23701" y2="80278"/>
                        <a14:foregroundMark x1="23701" y1="80278" x2="51948" y2="90556"/>
                        <a14:foregroundMark x1="51948" y1="90556" x2="81818" y2="89167"/>
                        <a14:foregroundMark x1="29545" y1="93056" x2="37662" y2="93056"/>
                        <a14:foregroundMark x1="20130" y1="95278" x2="20130" y2="95278"/>
                        <a14:foregroundMark x1="67532" y1="8056" x2="24675" y2="7500"/>
                        <a14:foregroundMark x1="17532" y1="4167" x2="17532" y2="4167"/>
                      </a14:backgroundRemoval>
                    </a14:imgEffect>
                  </a14:imgLayer>
                </a14:imgProps>
              </a:ext>
            </a:extLst>
          </a:blip>
          <a:srcRect l="15925" t="2460" r="13326" b="2207"/>
          <a:stretch>
            <a:fillRect/>
          </a:stretch>
        </p:blipFill>
        <p:spPr>
          <a:xfrm>
            <a:off x="5685252" y="2822423"/>
            <a:ext cx="716770" cy="1128910"/>
          </a:xfrm>
          <a:custGeom>
            <a:avLst/>
            <a:gdLst>
              <a:gd name="connsiteX0" fmla="*/ 0 w 2075844"/>
              <a:gd name="connsiteY0" fmla="*/ 0 h 3269443"/>
              <a:gd name="connsiteX1" fmla="*/ 2075844 w 2075844"/>
              <a:gd name="connsiteY1" fmla="*/ 131258 h 3269443"/>
              <a:gd name="connsiteX2" fmla="*/ 2075844 w 2075844"/>
              <a:gd name="connsiteY2" fmla="*/ 3099823 h 3269443"/>
              <a:gd name="connsiteX3" fmla="*/ 0 w 2075844"/>
              <a:gd name="connsiteY3" fmla="*/ 3269443 h 3269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5844" h="3269443">
                <a:moveTo>
                  <a:pt x="0" y="0"/>
                </a:moveTo>
                <a:lnTo>
                  <a:pt x="2075844" y="131258"/>
                </a:lnTo>
                <a:lnTo>
                  <a:pt x="2075844" y="3099823"/>
                </a:lnTo>
                <a:lnTo>
                  <a:pt x="0" y="3269443"/>
                </a:lnTo>
                <a:close/>
              </a:path>
            </a:pathLst>
          </a:cu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53D03C-EE8B-4D7E-BDDE-48F029FABE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416" b="94481" l="9719" r="95141">
                        <a14:foregroundMark x1="42455" y1="84091" x2="42455" y2="84091"/>
                        <a14:foregroundMark x1="41176" y1="81818" x2="53708" y2="86039"/>
                        <a14:foregroundMark x1="53708" y1="86039" x2="56777" y2="80844"/>
                        <a14:foregroundMark x1="55243" y1="93182" x2="55243" y2="93182"/>
                        <a14:foregroundMark x1="53453" y1="94805" x2="53453" y2="94805"/>
                        <a14:foregroundMark x1="50384" y1="93506" x2="50384" y2="93506"/>
                        <a14:foregroundMark x1="46803" y1="91883" x2="46803" y2="91883"/>
                        <a14:foregroundMark x1="57801" y1="94156" x2="57801" y2="94156"/>
                        <a14:foregroundMark x1="43990" y1="90260" x2="43990" y2="90260"/>
                        <a14:foregroundMark x1="91304" y1="58766" x2="91304" y2="58766"/>
                        <a14:foregroundMark x1="95141" y1="55844" x2="95141" y2="55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95" t="27107"/>
          <a:stretch>
            <a:fillRect/>
          </a:stretch>
        </p:blipFill>
        <p:spPr>
          <a:xfrm rot="16846893">
            <a:off x="5020684" y="2411789"/>
            <a:ext cx="2225205" cy="2034423"/>
          </a:xfrm>
          <a:custGeom>
            <a:avLst/>
            <a:gdLst>
              <a:gd name="connsiteX0" fmla="*/ 0 w 2339340"/>
              <a:gd name="connsiteY0" fmla="*/ 0 h 2138772"/>
              <a:gd name="connsiteX1" fmla="*/ 2339340 w 2339340"/>
              <a:gd name="connsiteY1" fmla="*/ 0 h 2138772"/>
              <a:gd name="connsiteX2" fmla="*/ 2339340 w 2339340"/>
              <a:gd name="connsiteY2" fmla="*/ 947417 h 2138772"/>
              <a:gd name="connsiteX3" fmla="*/ 876278 w 2339340"/>
              <a:gd name="connsiteY3" fmla="*/ 2020286 h 2138772"/>
              <a:gd name="connsiteX4" fmla="*/ 910506 w 2339340"/>
              <a:gd name="connsiteY4" fmla="*/ 2066963 h 2138772"/>
              <a:gd name="connsiteX5" fmla="*/ 829041 w 2339340"/>
              <a:gd name="connsiteY5" fmla="*/ 2130672 h 2138772"/>
              <a:gd name="connsiteX6" fmla="*/ 835376 w 2339340"/>
              <a:gd name="connsiteY6" fmla="*/ 2138772 h 2138772"/>
              <a:gd name="connsiteX7" fmla="*/ 0 w 2339340"/>
              <a:gd name="connsiteY7" fmla="*/ 2138772 h 2138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9340" h="2138772">
                <a:moveTo>
                  <a:pt x="0" y="0"/>
                </a:moveTo>
                <a:lnTo>
                  <a:pt x="2339340" y="0"/>
                </a:lnTo>
                <a:lnTo>
                  <a:pt x="2339340" y="947417"/>
                </a:lnTo>
                <a:lnTo>
                  <a:pt x="876278" y="2020286"/>
                </a:lnTo>
                <a:lnTo>
                  <a:pt x="910506" y="2066963"/>
                </a:lnTo>
                <a:lnTo>
                  <a:pt x="829041" y="2130672"/>
                </a:lnTo>
                <a:lnTo>
                  <a:pt x="835376" y="2138772"/>
                </a:lnTo>
                <a:lnTo>
                  <a:pt x="0" y="2138772"/>
                </a:lnTo>
                <a:close/>
              </a:path>
            </a:pathLst>
          </a:cu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48E1D6EA-DA2E-488F-8232-0F5932615A26}"/>
              </a:ext>
            </a:extLst>
          </p:cNvPr>
          <p:cNvGrpSpPr/>
          <p:nvPr/>
        </p:nvGrpSpPr>
        <p:grpSpPr>
          <a:xfrm>
            <a:off x="4164458" y="519447"/>
            <a:ext cx="3863084" cy="482956"/>
            <a:chOff x="3350516" y="3088474"/>
            <a:chExt cx="5374293" cy="671885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D89C019-ACFC-4B36-93B8-127B12F5E512}"/>
                </a:ext>
              </a:extLst>
            </p:cNvPr>
            <p:cNvSpPr txBox="1"/>
            <p:nvPr/>
          </p:nvSpPr>
          <p:spPr>
            <a:xfrm>
              <a:off x="3350516" y="3098000"/>
              <a:ext cx="556542" cy="662359"/>
            </a:xfrm>
            <a:custGeom>
              <a:avLst/>
              <a:gdLst/>
              <a:ahLst/>
              <a:cxnLst/>
              <a:rect l="l" t="t" r="r" b="b"/>
              <a:pathLst>
                <a:path w="556542" h="662359">
                  <a:moveTo>
                    <a:pt x="114523" y="393799"/>
                  </a:moveTo>
                  <a:lnTo>
                    <a:pt x="114523" y="448047"/>
                  </a:lnTo>
                  <a:lnTo>
                    <a:pt x="444028" y="448047"/>
                  </a:lnTo>
                  <a:lnTo>
                    <a:pt x="444028" y="393799"/>
                  </a:lnTo>
                  <a:close/>
                  <a:moveTo>
                    <a:pt x="114523" y="265881"/>
                  </a:moveTo>
                  <a:lnTo>
                    <a:pt x="114523" y="320129"/>
                  </a:lnTo>
                  <a:lnTo>
                    <a:pt x="444028" y="320129"/>
                  </a:lnTo>
                  <a:lnTo>
                    <a:pt x="444028" y="265881"/>
                  </a:lnTo>
                  <a:close/>
                  <a:moveTo>
                    <a:pt x="480863" y="10046"/>
                  </a:moveTo>
                  <a:lnTo>
                    <a:pt x="556542" y="65633"/>
                  </a:lnTo>
                  <a:cubicBezTo>
                    <a:pt x="511894" y="112067"/>
                    <a:pt x="473943" y="149795"/>
                    <a:pt x="442689" y="178817"/>
                  </a:cubicBezTo>
                  <a:lnTo>
                    <a:pt x="379065" y="118541"/>
                  </a:lnTo>
                  <a:cubicBezTo>
                    <a:pt x="404961" y="94878"/>
                    <a:pt x="438894" y="58712"/>
                    <a:pt x="480863" y="10046"/>
                  </a:cubicBezTo>
                  <a:close/>
                  <a:moveTo>
                    <a:pt x="66302" y="5358"/>
                  </a:moveTo>
                  <a:cubicBezTo>
                    <a:pt x="100682" y="40630"/>
                    <a:pt x="136177" y="76795"/>
                    <a:pt x="172789" y="113853"/>
                  </a:cubicBezTo>
                  <a:lnTo>
                    <a:pt x="105816" y="174798"/>
                  </a:lnTo>
                  <a:cubicBezTo>
                    <a:pt x="69205" y="133722"/>
                    <a:pt x="33932" y="95547"/>
                    <a:pt x="0" y="60275"/>
                  </a:cubicBezTo>
                  <a:close/>
                  <a:moveTo>
                    <a:pt x="225697" y="0"/>
                  </a:moveTo>
                  <a:lnTo>
                    <a:pt x="324817" y="0"/>
                  </a:lnTo>
                  <a:lnTo>
                    <a:pt x="324817" y="185514"/>
                  </a:lnTo>
                  <a:lnTo>
                    <a:pt x="540469" y="185514"/>
                  </a:lnTo>
                  <a:lnTo>
                    <a:pt x="540469" y="560561"/>
                  </a:lnTo>
                  <a:cubicBezTo>
                    <a:pt x="540915" y="622622"/>
                    <a:pt x="510331" y="655439"/>
                    <a:pt x="448716" y="659011"/>
                  </a:cubicBezTo>
                  <a:cubicBezTo>
                    <a:pt x="427732" y="660797"/>
                    <a:pt x="386432" y="661913"/>
                    <a:pt x="324817" y="662359"/>
                  </a:cubicBezTo>
                  <a:cubicBezTo>
                    <a:pt x="320352" y="636910"/>
                    <a:pt x="311646" y="605433"/>
                    <a:pt x="298698" y="567928"/>
                  </a:cubicBezTo>
                  <a:cubicBezTo>
                    <a:pt x="334416" y="569714"/>
                    <a:pt x="367010" y="570830"/>
                    <a:pt x="396478" y="571277"/>
                  </a:cubicBezTo>
                  <a:cubicBezTo>
                    <a:pt x="428178" y="571723"/>
                    <a:pt x="444028" y="559222"/>
                    <a:pt x="444028" y="533772"/>
                  </a:cubicBezTo>
                  <a:lnTo>
                    <a:pt x="444028" y="521717"/>
                  </a:lnTo>
                  <a:lnTo>
                    <a:pt x="114523" y="521717"/>
                  </a:lnTo>
                  <a:lnTo>
                    <a:pt x="114523" y="662359"/>
                  </a:lnTo>
                  <a:lnTo>
                    <a:pt x="18082" y="662359"/>
                  </a:lnTo>
                  <a:lnTo>
                    <a:pt x="18082" y="185514"/>
                  </a:lnTo>
                  <a:lnTo>
                    <a:pt x="225697" y="1855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5400" b="1" spc="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B9EBE9B-554C-42A2-BC59-181FB9503A7D}"/>
                </a:ext>
              </a:extLst>
            </p:cNvPr>
            <p:cNvSpPr txBox="1"/>
            <p:nvPr/>
          </p:nvSpPr>
          <p:spPr>
            <a:xfrm>
              <a:off x="4184574" y="3093832"/>
              <a:ext cx="666378" cy="656332"/>
            </a:xfrm>
            <a:custGeom>
              <a:avLst/>
              <a:gdLst/>
              <a:ahLst/>
              <a:cxnLst/>
              <a:rect l="l" t="t" r="r" b="b"/>
              <a:pathLst>
                <a:path w="666378" h="656332">
                  <a:moveTo>
                    <a:pt x="498277" y="306734"/>
                  </a:moveTo>
                  <a:lnTo>
                    <a:pt x="590699" y="306734"/>
                  </a:lnTo>
                  <a:lnTo>
                    <a:pt x="590699" y="349597"/>
                  </a:lnTo>
                  <a:lnTo>
                    <a:pt x="657672" y="349597"/>
                  </a:lnTo>
                  <a:lnTo>
                    <a:pt x="657672" y="429964"/>
                  </a:lnTo>
                  <a:lnTo>
                    <a:pt x="590699" y="429964"/>
                  </a:lnTo>
                  <a:lnTo>
                    <a:pt x="590699" y="529753"/>
                  </a:lnTo>
                  <a:cubicBezTo>
                    <a:pt x="590699" y="563909"/>
                    <a:pt x="584058" y="590698"/>
                    <a:pt x="570775" y="610121"/>
                  </a:cubicBezTo>
                  <a:cubicBezTo>
                    <a:pt x="557492" y="629543"/>
                    <a:pt x="539800" y="641988"/>
                    <a:pt x="517699" y="647458"/>
                  </a:cubicBezTo>
                  <a:cubicBezTo>
                    <a:pt x="495598" y="652927"/>
                    <a:pt x="451396" y="655662"/>
                    <a:pt x="385093" y="655662"/>
                  </a:cubicBezTo>
                  <a:cubicBezTo>
                    <a:pt x="377949" y="616818"/>
                    <a:pt x="371699" y="587350"/>
                    <a:pt x="366341" y="567258"/>
                  </a:cubicBezTo>
                  <a:cubicBezTo>
                    <a:pt x="398488" y="569937"/>
                    <a:pt x="426170" y="571276"/>
                    <a:pt x="449387" y="571276"/>
                  </a:cubicBezTo>
                  <a:cubicBezTo>
                    <a:pt x="481980" y="571276"/>
                    <a:pt x="498277" y="552301"/>
                    <a:pt x="498277" y="514350"/>
                  </a:cubicBezTo>
                  <a:lnTo>
                    <a:pt x="498277" y="429964"/>
                  </a:lnTo>
                  <a:lnTo>
                    <a:pt x="341896" y="429964"/>
                  </a:lnTo>
                  <a:cubicBezTo>
                    <a:pt x="366899" y="456083"/>
                    <a:pt x="392014" y="483989"/>
                    <a:pt x="417240" y="513680"/>
                  </a:cubicBezTo>
                  <a:lnTo>
                    <a:pt x="348928" y="566588"/>
                  </a:lnTo>
                  <a:cubicBezTo>
                    <a:pt x="321692" y="529530"/>
                    <a:pt x="293564" y="495151"/>
                    <a:pt x="264542" y="463450"/>
                  </a:cubicBezTo>
                  <a:lnTo>
                    <a:pt x="310419" y="429964"/>
                  </a:lnTo>
                  <a:lnTo>
                    <a:pt x="255166" y="429964"/>
                  </a:lnTo>
                  <a:lnTo>
                    <a:pt x="255166" y="349597"/>
                  </a:lnTo>
                  <a:lnTo>
                    <a:pt x="498277" y="349597"/>
                  </a:lnTo>
                  <a:close/>
                  <a:moveTo>
                    <a:pt x="404515" y="0"/>
                  </a:moveTo>
                  <a:lnTo>
                    <a:pt x="496937" y="0"/>
                  </a:lnTo>
                  <a:lnTo>
                    <a:pt x="496937" y="76348"/>
                  </a:lnTo>
                  <a:lnTo>
                    <a:pt x="634901" y="76348"/>
                  </a:lnTo>
                  <a:lnTo>
                    <a:pt x="634901" y="156716"/>
                  </a:lnTo>
                  <a:lnTo>
                    <a:pt x="496937" y="156716"/>
                  </a:lnTo>
                  <a:lnTo>
                    <a:pt x="496937" y="212303"/>
                  </a:lnTo>
                  <a:lnTo>
                    <a:pt x="666378" y="212303"/>
                  </a:lnTo>
                  <a:lnTo>
                    <a:pt x="666378" y="292670"/>
                  </a:lnTo>
                  <a:lnTo>
                    <a:pt x="243781" y="292670"/>
                  </a:lnTo>
                  <a:lnTo>
                    <a:pt x="243781" y="212303"/>
                  </a:lnTo>
                  <a:lnTo>
                    <a:pt x="404515" y="212303"/>
                  </a:lnTo>
                  <a:lnTo>
                    <a:pt x="404515" y="156716"/>
                  </a:lnTo>
                  <a:lnTo>
                    <a:pt x="270570" y="156716"/>
                  </a:lnTo>
                  <a:lnTo>
                    <a:pt x="270570" y="76348"/>
                  </a:lnTo>
                  <a:lnTo>
                    <a:pt x="404515" y="76348"/>
                  </a:lnTo>
                  <a:close/>
                  <a:moveTo>
                    <a:pt x="116533" y="0"/>
                  </a:moveTo>
                  <a:lnTo>
                    <a:pt x="198239" y="0"/>
                  </a:lnTo>
                  <a:lnTo>
                    <a:pt x="198239" y="136624"/>
                  </a:lnTo>
                  <a:lnTo>
                    <a:pt x="237084" y="136624"/>
                  </a:lnTo>
                  <a:lnTo>
                    <a:pt x="237084" y="223019"/>
                  </a:lnTo>
                  <a:lnTo>
                    <a:pt x="198239" y="223019"/>
                  </a:lnTo>
                  <a:lnTo>
                    <a:pt x="198239" y="338881"/>
                  </a:lnTo>
                  <a:lnTo>
                    <a:pt x="241772" y="330175"/>
                  </a:lnTo>
                  <a:cubicBezTo>
                    <a:pt x="239986" y="355178"/>
                    <a:pt x="239539" y="385092"/>
                    <a:pt x="240432" y="419918"/>
                  </a:cubicBezTo>
                  <a:lnTo>
                    <a:pt x="198239" y="427955"/>
                  </a:lnTo>
                  <a:lnTo>
                    <a:pt x="198239" y="656332"/>
                  </a:lnTo>
                  <a:lnTo>
                    <a:pt x="116533" y="656332"/>
                  </a:lnTo>
                  <a:lnTo>
                    <a:pt x="116533" y="444363"/>
                  </a:lnTo>
                  <a:cubicBezTo>
                    <a:pt x="79921" y="452177"/>
                    <a:pt x="45319" y="460102"/>
                    <a:pt x="12725" y="468138"/>
                  </a:cubicBezTo>
                  <a:lnTo>
                    <a:pt x="670" y="373037"/>
                  </a:lnTo>
                  <a:lnTo>
                    <a:pt x="116533" y="353950"/>
                  </a:lnTo>
                  <a:lnTo>
                    <a:pt x="116533" y="223019"/>
                  </a:lnTo>
                  <a:lnTo>
                    <a:pt x="72331" y="223019"/>
                  </a:lnTo>
                  <a:cubicBezTo>
                    <a:pt x="67643" y="256058"/>
                    <a:pt x="62062" y="287982"/>
                    <a:pt x="55588" y="318789"/>
                  </a:cubicBezTo>
                  <a:cubicBezTo>
                    <a:pt x="38621" y="308074"/>
                    <a:pt x="20092" y="298028"/>
                    <a:pt x="0" y="288652"/>
                  </a:cubicBezTo>
                  <a:cubicBezTo>
                    <a:pt x="13841" y="216768"/>
                    <a:pt x="23218" y="138856"/>
                    <a:pt x="28129" y="54917"/>
                  </a:cubicBezTo>
                  <a:lnTo>
                    <a:pt x="89074" y="60945"/>
                  </a:lnTo>
                  <a:cubicBezTo>
                    <a:pt x="87511" y="86841"/>
                    <a:pt x="85502" y="112067"/>
                    <a:pt x="83047" y="136624"/>
                  </a:cubicBezTo>
                  <a:lnTo>
                    <a:pt x="116533" y="136624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A65D863-8D8B-495E-9C6C-542AB2FF0565}"/>
                </a:ext>
              </a:extLst>
            </p:cNvPr>
            <p:cNvSpPr txBox="1"/>
            <p:nvPr/>
          </p:nvSpPr>
          <p:spPr>
            <a:xfrm>
              <a:off x="5155551" y="3088474"/>
              <a:ext cx="669057" cy="642268"/>
            </a:xfrm>
            <a:custGeom>
              <a:avLst/>
              <a:gdLst/>
              <a:ahLst/>
              <a:cxnLst/>
              <a:rect l="l" t="t" r="r" b="b"/>
              <a:pathLst>
                <a:path w="669057" h="642268">
                  <a:moveTo>
                    <a:pt x="240432" y="402505"/>
                  </a:moveTo>
                  <a:cubicBezTo>
                    <a:pt x="221233" y="423937"/>
                    <a:pt x="201253" y="443805"/>
                    <a:pt x="180491" y="462111"/>
                  </a:cubicBezTo>
                  <a:lnTo>
                    <a:pt x="289322" y="462111"/>
                  </a:lnTo>
                  <a:lnTo>
                    <a:pt x="289322" y="415230"/>
                  </a:lnTo>
                  <a:lnTo>
                    <a:pt x="381074" y="415230"/>
                  </a:lnTo>
                  <a:lnTo>
                    <a:pt x="381074" y="462111"/>
                  </a:lnTo>
                  <a:lnTo>
                    <a:pt x="489905" y="462111"/>
                  </a:lnTo>
                  <a:cubicBezTo>
                    <a:pt x="469367" y="443805"/>
                    <a:pt x="449498" y="423937"/>
                    <a:pt x="430299" y="402505"/>
                  </a:cubicBezTo>
                  <a:close/>
                  <a:moveTo>
                    <a:pt x="216991" y="298698"/>
                  </a:moveTo>
                  <a:lnTo>
                    <a:pt x="216991" y="332184"/>
                  </a:lnTo>
                  <a:lnTo>
                    <a:pt x="454075" y="332184"/>
                  </a:lnTo>
                  <a:lnTo>
                    <a:pt x="454075" y="298698"/>
                  </a:lnTo>
                  <a:close/>
                  <a:moveTo>
                    <a:pt x="216991" y="214312"/>
                  </a:moveTo>
                  <a:lnTo>
                    <a:pt x="216991" y="247799"/>
                  </a:lnTo>
                  <a:lnTo>
                    <a:pt x="454075" y="247799"/>
                  </a:lnTo>
                  <a:lnTo>
                    <a:pt x="454075" y="214312"/>
                  </a:lnTo>
                  <a:close/>
                  <a:moveTo>
                    <a:pt x="216991" y="128587"/>
                  </a:moveTo>
                  <a:lnTo>
                    <a:pt x="216991" y="162074"/>
                  </a:lnTo>
                  <a:lnTo>
                    <a:pt x="454075" y="162074"/>
                  </a:lnTo>
                  <a:lnTo>
                    <a:pt x="454075" y="128587"/>
                  </a:lnTo>
                  <a:close/>
                  <a:moveTo>
                    <a:pt x="125239" y="0"/>
                  </a:moveTo>
                  <a:lnTo>
                    <a:pt x="216991" y="0"/>
                  </a:lnTo>
                  <a:lnTo>
                    <a:pt x="216991" y="58266"/>
                  </a:lnTo>
                  <a:lnTo>
                    <a:pt x="454075" y="58266"/>
                  </a:lnTo>
                  <a:lnTo>
                    <a:pt x="454075" y="0"/>
                  </a:lnTo>
                  <a:lnTo>
                    <a:pt x="545157" y="0"/>
                  </a:lnTo>
                  <a:lnTo>
                    <a:pt x="545157" y="58266"/>
                  </a:lnTo>
                  <a:lnTo>
                    <a:pt x="642268" y="58266"/>
                  </a:lnTo>
                  <a:lnTo>
                    <a:pt x="642268" y="128587"/>
                  </a:lnTo>
                  <a:lnTo>
                    <a:pt x="545157" y="128587"/>
                  </a:lnTo>
                  <a:lnTo>
                    <a:pt x="545157" y="332184"/>
                  </a:lnTo>
                  <a:lnTo>
                    <a:pt x="661020" y="332184"/>
                  </a:lnTo>
                  <a:lnTo>
                    <a:pt x="661020" y="402505"/>
                  </a:lnTo>
                  <a:lnTo>
                    <a:pt x="529084" y="402505"/>
                  </a:lnTo>
                  <a:cubicBezTo>
                    <a:pt x="576411" y="437778"/>
                    <a:pt x="623069" y="463897"/>
                    <a:pt x="669057" y="480863"/>
                  </a:cubicBezTo>
                  <a:cubicBezTo>
                    <a:pt x="650751" y="507206"/>
                    <a:pt x="634231" y="531986"/>
                    <a:pt x="619497" y="555203"/>
                  </a:cubicBezTo>
                  <a:cubicBezTo>
                    <a:pt x="584671" y="536004"/>
                    <a:pt x="551408" y="513457"/>
                    <a:pt x="519708" y="487561"/>
                  </a:cubicBezTo>
                  <a:lnTo>
                    <a:pt x="519708" y="531093"/>
                  </a:lnTo>
                  <a:lnTo>
                    <a:pt x="381074" y="531093"/>
                  </a:lnTo>
                  <a:lnTo>
                    <a:pt x="381074" y="571946"/>
                  </a:lnTo>
                  <a:lnTo>
                    <a:pt x="621506" y="571946"/>
                  </a:lnTo>
                  <a:lnTo>
                    <a:pt x="621506" y="642268"/>
                  </a:lnTo>
                  <a:lnTo>
                    <a:pt x="48220" y="642268"/>
                  </a:lnTo>
                  <a:lnTo>
                    <a:pt x="48220" y="571946"/>
                  </a:lnTo>
                  <a:lnTo>
                    <a:pt x="289322" y="571946"/>
                  </a:lnTo>
                  <a:lnTo>
                    <a:pt x="289322" y="531093"/>
                  </a:lnTo>
                  <a:lnTo>
                    <a:pt x="147340" y="531093"/>
                  </a:lnTo>
                  <a:lnTo>
                    <a:pt x="147340" y="490240"/>
                  </a:lnTo>
                  <a:cubicBezTo>
                    <a:pt x="116309" y="514796"/>
                    <a:pt x="83939" y="536451"/>
                    <a:pt x="50229" y="555203"/>
                  </a:cubicBezTo>
                  <a:cubicBezTo>
                    <a:pt x="37281" y="534665"/>
                    <a:pt x="20538" y="510108"/>
                    <a:pt x="0" y="481533"/>
                  </a:cubicBezTo>
                  <a:cubicBezTo>
                    <a:pt x="55811" y="460548"/>
                    <a:pt x="103026" y="434206"/>
                    <a:pt x="141647" y="402505"/>
                  </a:cubicBezTo>
                  <a:lnTo>
                    <a:pt x="8706" y="402505"/>
                  </a:lnTo>
                  <a:lnTo>
                    <a:pt x="8706" y="332184"/>
                  </a:lnTo>
                  <a:lnTo>
                    <a:pt x="125239" y="332184"/>
                  </a:lnTo>
                  <a:lnTo>
                    <a:pt x="125239" y="128587"/>
                  </a:lnTo>
                  <a:lnTo>
                    <a:pt x="28128" y="128587"/>
                  </a:lnTo>
                  <a:lnTo>
                    <a:pt x="28128" y="58266"/>
                  </a:lnTo>
                  <a:lnTo>
                    <a:pt x="125239" y="58266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062FB85-0ED4-4A72-9BAA-1852D694926B}"/>
                </a:ext>
              </a:extLst>
            </p:cNvPr>
            <p:cNvSpPr txBox="1"/>
            <p:nvPr/>
          </p:nvSpPr>
          <p:spPr>
            <a:xfrm>
              <a:off x="6141260" y="3163483"/>
              <a:ext cx="644276" cy="515690"/>
            </a:xfrm>
            <a:custGeom>
              <a:avLst/>
              <a:gdLst/>
              <a:ahLst/>
              <a:cxnLst/>
              <a:rect l="l" t="t" r="r" b="b"/>
              <a:pathLst>
                <a:path w="644276" h="515690">
                  <a:moveTo>
                    <a:pt x="0" y="413891"/>
                  </a:moveTo>
                  <a:lnTo>
                    <a:pt x="644276" y="413891"/>
                  </a:lnTo>
                  <a:lnTo>
                    <a:pt x="644276" y="515690"/>
                  </a:lnTo>
                  <a:lnTo>
                    <a:pt x="0" y="515690"/>
                  </a:lnTo>
                  <a:close/>
                  <a:moveTo>
                    <a:pt x="48220" y="0"/>
                  </a:moveTo>
                  <a:lnTo>
                    <a:pt x="594717" y="0"/>
                  </a:lnTo>
                  <a:lnTo>
                    <a:pt x="594717" y="100459"/>
                  </a:lnTo>
                  <a:lnTo>
                    <a:pt x="48220" y="100459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37F734A-83E0-42B0-B6F8-6776FDE8F09B}"/>
                </a:ext>
              </a:extLst>
            </p:cNvPr>
            <p:cNvSpPr txBox="1"/>
            <p:nvPr/>
          </p:nvSpPr>
          <p:spPr>
            <a:xfrm>
              <a:off x="7100181" y="3092492"/>
              <a:ext cx="669057" cy="661690"/>
            </a:xfrm>
            <a:custGeom>
              <a:avLst/>
              <a:gdLst/>
              <a:ahLst/>
              <a:cxnLst/>
              <a:rect l="l" t="t" r="r" b="b"/>
              <a:pathLst>
                <a:path w="669057" h="661690">
                  <a:moveTo>
                    <a:pt x="371698" y="115863"/>
                  </a:moveTo>
                  <a:lnTo>
                    <a:pt x="371028" y="171450"/>
                  </a:lnTo>
                  <a:cubicBezTo>
                    <a:pt x="401613" y="276151"/>
                    <a:pt x="441350" y="361429"/>
                    <a:pt x="490240" y="427286"/>
                  </a:cubicBezTo>
                  <a:cubicBezTo>
                    <a:pt x="519485" y="387772"/>
                    <a:pt x="538907" y="344463"/>
                    <a:pt x="548506" y="297359"/>
                  </a:cubicBezTo>
                  <a:lnTo>
                    <a:pt x="451396" y="297359"/>
                  </a:lnTo>
                  <a:lnTo>
                    <a:pt x="451396" y="216322"/>
                  </a:lnTo>
                  <a:lnTo>
                    <a:pt x="498276" y="115863"/>
                  </a:lnTo>
                  <a:close/>
                  <a:moveTo>
                    <a:pt x="236413" y="33486"/>
                  </a:moveTo>
                  <a:lnTo>
                    <a:pt x="601414" y="33486"/>
                  </a:lnTo>
                  <a:lnTo>
                    <a:pt x="601414" y="110505"/>
                  </a:lnTo>
                  <a:lnTo>
                    <a:pt x="549845" y="216322"/>
                  </a:lnTo>
                  <a:lnTo>
                    <a:pt x="642937" y="216322"/>
                  </a:lnTo>
                  <a:lnTo>
                    <a:pt x="642937" y="296019"/>
                  </a:lnTo>
                  <a:cubicBezTo>
                    <a:pt x="627534" y="369912"/>
                    <a:pt x="597173" y="436439"/>
                    <a:pt x="551855" y="495598"/>
                  </a:cubicBezTo>
                  <a:cubicBezTo>
                    <a:pt x="587127" y="527745"/>
                    <a:pt x="626194" y="552078"/>
                    <a:pt x="669057" y="568598"/>
                  </a:cubicBezTo>
                  <a:cubicBezTo>
                    <a:pt x="643607" y="601638"/>
                    <a:pt x="623515" y="629766"/>
                    <a:pt x="608781" y="652984"/>
                  </a:cubicBezTo>
                  <a:cubicBezTo>
                    <a:pt x="565696" y="625748"/>
                    <a:pt x="527075" y="594941"/>
                    <a:pt x="492919" y="560561"/>
                  </a:cubicBezTo>
                  <a:cubicBezTo>
                    <a:pt x="453405" y="597843"/>
                    <a:pt x="406524" y="631552"/>
                    <a:pt x="352276" y="661690"/>
                  </a:cubicBezTo>
                  <a:cubicBezTo>
                    <a:pt x="333970" y="631776"/>
                    <a:pt x="315441" y="604317"/>
                    <a:pt x="296689" y="579314"/>
                  </a:cubicBezTo>
                  <a:cubicBezTo>
                    <a:pt x="350490" y="552748"/>
                    <a:pt x="395920" y="522945"/>
                    <a:pt x="432978" y="489905"/>
                  </a:cubicBezTo>
                  <a:cubicBezTo>
                    <a:pt x="400608" y="445257"/>
                    <a:pt x="374154" y="395920"/>
                    <a:pt x="353616" y="341896"/>
                  </a:cubicBezTo>
                  <a:cubicBezTo>
                    <a:pt x="338882" y="477627"/>
                    <a:pt x="299144" y="583332"/>
                    <a:pt x="234404" y="659011"/>
                  </a:cubicBezTo>
                  <a:cubicBezTo>
                    <a:pt x="213419" y="629097"/>
                    <a:pt x="192658" y="602977"/>
                    <a:pt x="172120" y="580653"/>
                  </a:cubicBezTo>
                  <a:cubicBezTo>
                    <a:pt x="198909" y="552525"/>
                    <a:pt x="220786" y="516638"/>
                    <a:pt x="237753" y="472995"/>
                  </a:cubicBezTo>
                  <a:cubicBezTo>
                    <a:pt x="254719" y="429351"/>
                    <a:pt x="266440" y="380796"/>
                    <a:pt x="272914" y="327329"/>
                  </a:cubicBezTo>
                  <a:cubicBezTo>
                    <a:pt x="279388" y="273863"/>
                    <a:pt x="282848" y="203374"/>
                    <a:pt x="283294" y="115863"/>
                  </a:cubicBezTo>
                  <a:lnTo>
                    <a:pt x="236413" y="115863"/>
                  </a:lnTo>
                  <a:close/>
                  <a:moveTo>
                    <a:pt x="85725" y="0"/>
                  </a:moveTo>
                  <a:lnTo>
                    <a:pt x="170780" y="0"/>
                  </a:lnTo>
                  <a:lnTo>
                    <a:pt x="170780" y="117872"/>
                  </a:lnTo>
                  <a:lnTo>
                    <a:pt x="239762" y="117872"/>
                  </a:lnTo>
                  <a:lnTo>
                    <a:pt x="239762" y="204936"/>
                  </a:lnTo>
                  <a:lnTo>
                    <a:pt x="170780" y="204936"/>
                  </a:lnTo>
                  <a:lnTo>
                    <a:pt x="170780" y="266216"/>
                  </a:lnTo>
                  <a:cubicBezTo>
                    <a:pt x="203374" y="286532"/>
                    <a:pt x="231949" y="305619"/>
                    <a:pt x="256505" y="323478"/>
                  </a:cubicBezTo>
                  <a:lnTo>
                    <a:pt x="217661" y="403845"/>
                  </a:lnTo>
                  <a:cubicBezTo>
                    <a:pt x="205829" y="393353"/>
                    <a:pt x="190202" y="380516"/>
                    <a:pt x="170780" y="365336"/>
                  </a:cubicBezTo>
                  <a:lnTo>
                    <a:pt x="170780" y="658341"/>
                  </a:lnTo>
                  <a:lnTo>
                    <a:pt x="85725" y="658341"/>
                  </a:lnTo>
                  <a:lnTo>
                    <a:pt x="85725" y="379735"/>
                  </a:lnTo>
                  <a:cubicBezTo>
                    <a:pt x="68312" y="423267"/>
                    <a:pt x="46881" y="466130"/>
                    <a:pt x="21431" y="508323"/>
                  </a:cubicBezTo>
                  <a:cubicBezTo>
                    <a:pt x="16966" y="477515"/>
                    <a:pt x="9823" y="436662"/>
                    <a:pt x="0" y="385763"/>
                  </a:cubicBezTo>
                  <a:cubicBezTo>
                    <a:pt x="35272" y="327273"/>
                    <a:pt x="61503" y="266998"/>
                    <a:pt x="78693" y="204936"/>
                  </a:cubicBezTo>
                  <a:lnTo>
                    <a:pt x="4688" y="204936"/>
                  </a:lnTo>
                  <a:lnTo>
                    <a:pt x="4688" y="117872"/>
                  </a:lnTo>
                  <a:lnTo>
                    <a:pt x="85725" y="117872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DF44AC1-9BB2-420D-98A0-BE74725253A5}"/>
                </a:ext>
              </a:extLst>
            </p:cNvPr>
            <p:cNvSpPr txBox="1"/>
            <p:nvPr/>
          </p:nvSpPr>
          <p:spPr>
            <a:xfrm>
              <a:off x="8076514" y="3089145"/>
              <a:ext cx="648295" cy="663029"/>
            </a:xfrm>
            <a:custGeom>
              <a:avLst/>
              <a:gdLst/>
              <a:ahLst/>
              <a:cxnLst/>
              <a:rect l="l" t="t" r="r" b="b"/>
              <a:pathLst>
                <a:path w="648295" h="663029">
                  <a:moveTo>
                    <a:pt x="172790" y="541808"/>
                  </a:moveTo>
                  <a:lnTo>
                    <a:pt x="172790" y="580652"/>
                  </a:lnTo>
                  <a:lnTo>
                    <a:pt x="513011" y="580652"/>
                  </a:lnTo>
                  <a:lnTo>
                    <a:pt x="513011" y="541808"/>
                  </a:lnTo>
                  <a:close/>
                  <a:moveTo>
                    <a:pt x="172790" y="352945"/>
                  </a:moveTo>
                  <a:lnTo>
                    <a:pt x="172790" y="389111"/>
                  </a:lnTo>
                  <a:lnTo>
                    <a:pt x="491579" y="389111"/>
                  </a:lnTo>
                  <a:lnTo>
                    <a:pt x="491579" y="352945"/>
                  </a:lnTo>
                  <a:close/>
                  <a:moveTo>
                    <a:pt x="81707" y="291331"/>
                  </a:moveTo>
                  <a:lnTo>
                    <a:pt x="578644" y="291331"/>
                  </a:lnTo>
                  <a:lnTo>
                    <a:pt x="578644" y="450726"/>
                  </a:lnTo>
                  <a:lnTo>
                    <a:pt x="172790" y="450726"/>
                  </a:lnTo>
                  <a:lnTo>
                    <a:pt x="172790" y="480193"/>
                  </a:lnTo>
                  <a:lnTo>
                    <a:pt x="600075" y="480193"/>
                  </a:lnTo>
                  <a:lnTo>
                    <a:pt x="600075" y="663029"/>
                  </a:lnTo>
                  <a:lnTo>
                    <a:pt x="513011" y="663029"/>
                  </a:lnTo>
                  <a:lnTo>
                    <a:pt x="513011" y="641598"/>
                  </a:lnTo>
                  <a:lnTo>
                    <a:pt x="172790" y="641598"/>
                  </a:lnTo>
                  <a:lnTo>
                    <a:pt x="172790" y="663029"/>
                  </a:lnTo>
                  <a:lnTo>
                    <a:pt x="81707" y="663029"/>
                  </a:lnTo>
                  <a:close/>
                  <a:moveTo>
                    <a:pt x="131267" y="109835"/>
                  </a:moveTo>
                  <a:cubicBezTo>
                    <a:pt x="108943" y="137070"/>
                    <a:pt x="83493" y="161404"/>
                    <a:pt x="54918" y="182835"/>
                  </a:cubicBezTo>
                  <a:lnTo>
                    <a:pt x="190203" y="182835"/>
                  </a:lnTo>
                  <a:cubicBezTo>
                    <a:pt x="178148" y="167654"/>
                    <a:pt x="164083" y="150465"/>
                    <a:pt x="148010" y="131266"/>
                  </a:cubicBezTo>
                  <a:lnTo>
                    <a:pt x="175469" y="109835"/>
                  </a:lnTo>
                  <a:close/>
                  <a:moveTo>
                    <a:pt x="105817" y="0"/>
                  </a:moveTo>
                  <a:lnTo>
                    <a:pt x="198239" y="0"/>
                  </a:lnTo>
                  <a:cubicBezTo>
                    <a:pt x="191096" y="16073"/>
                    <a:pt x="183505" y="31477"/>
                    <a:pt x="175469" y="46211"/>
                  </a:cubicBezTo>
                  <a:lnTo>
                    <a:pt x="348258" y="46211"/>
                  </a:lnTo>
                  <a:lnTo>
                    <a:pt x="348258" y="109835"/>
                  </a:lnTo>
                  <a:lnTo>
                    <a:pt x="219671" y="109835"/>
                  </a:lnTo>
                  <a:cubicBezTo>
                    <a:pt x="233065" y="124569"/>
                    <a:pt x="246236" y="139303"/>
                    <a:pt x="259184" y="154037"/>
                  </a:cubicBezTo>
                  <a:lnTo>
                    <a:pt x="220340" y="182835"/>
                  </a:lnTo>
                  <a:lnTo>
                    <a:pt x="285304" y="182835"/>
                  </a:lnTo>
                  <a:cubicBezTo>
                    <a:pt x="281285" y="171226"/>
                    <a:pt x="277267" y="159394"/>
                    <a:pt x="273249" y="147339"/>
                  </a:cubicBezTo>
                  <a:lnTo>
                    <a:pt x="348928" y="134615"/>
                  </a:lnTo>
                  <a:cubicBezTo>
                    <a:pt x="353839" y="150242"/>
                    <a:pt x="358750" y="166315"/>
                    <a:pt x="363662" y="182835"/>
                  </a:cubicBezTo>
                  <a:lnTo>
                    <a:pt x="517699" y="182835"/>
                  </a:lnTo>
                  <a:cubicBezTo>
                    <a:pt x="499393" y="159618"/>
                    <a:pt x="483319" y="140642"/>
                    <a:pt x="469478" y="125908"/>
                  </a:cubicBezTo>
                  <a:lnTo>
                    <a:pt x="490240" y="109835"/>
                  </a:lnTo>
                  <a:lnTo>
                    <a:pt x="460102" y="109835"/>
                  </a:lnTo>
                  <a:cubicBezTo>
                    <a:pt x="445368" y="133052"/>
                    <a:pt x="428848" y="154706"/>
                    <a:pt x="410542" y="174798"/>
                  </a:cubicBezTo>
                  <a:cubicBezTo>
                    <a:pt x="397594" y="164975"/>
                    <a:pt x="373931" y="148679"/>
                    <a:pt x="339551" y="125908"/>
                  </a:cubicBezTo>
                  <a:cubicBezTo>
                    <a:pt x="371698" y="90636"/>
                    <a:pt x="398041" y="48666"/>
                    <a:pt x="418579" y="0"/>
                  </a:cubicBezTo>
                  <a:lnTo>
                    <a:pt x="511671" y="0"/>
                  </a:lnTo>
                  <a:cubicBezTo>
                    <a:pt x="506313" y="16073"/>
                    <a:pt x="500286" y="31477"/>
                    <a:pt x="493589" y="46211"/>
                  </a:cubicBezTo>
                  <a:lnTo>
                    <a:pt x="648295" y="46211"/>
                  </a:lnTo>
                  <a:lnTo>
                    <a:pt x="648295" y="109835"/>
                  </a:lnTo>
                  <a:lnTo>
                    <a:pt x="547836" y="109835"/>
                  </a:lnTo>
                  <a:cubicBezTo>
                    <a:pt x="559891" y="122783"/>
                    <a:pt x="571723" y="135731"/>
                    <a:pt x="583332" y="148679"/>
                  </a:cubicBezTo>
                  <a:lnTo>
                    <a:pt x="536451" y="182835"/>
                  </a:lnTo>
                  <a:lnTo>
                    <a:pt x="645617" y="182835"/>
                  </a:lnTo>
                  <a:lnTo>
                    <a:pt x="645617" y="279276"/>
                  </a:lnTo>
                  <a:lnTo>
                    <a:pt x="554534" y="279276"/>
                  </a:lnTo>
                  <a:lnTo>
                    <a:pt x="554534" y="251147"/>
                  </a:lnTo>
                  <a:lnTo>
                    <a:pt x="109835" y="251147"/>
                  </a:lnTo>
                  <a:lnTo>
                    <a:pt x="109835" y="279276"/>
                  </a:lnTo>
                  <a:lnTo>
                    <a:pt x="18753" y="279276"/>
                  </a:lnTo>
                  <a:lnTo>
                    <a:pt x="18753" y="182835"/>
                  </a:lnTo>
                  <a:lnTo>
                    <a:pt x="53578" y="182835"/>
                  </a:lnTo>
                  <a:cubicBezTo>
                    <a:pt x="43309" y="169440"/>
                    <a:pt x="25450" y="149125"/>
                    <a:pt x="0" y="121890"/>
                  </a:cubicBezTo>
                  <a:cubicBezTo>
                    <a:pt x="48667" y="86171"/>
                    <a:pt x="83939" y="45541"/>
                    <a:pt x="105817" y="0"/>
                  </a:cubicBez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0E3D823E-AEF6-44E4-A9F7-A8AE3631BB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416" b="94481" l="9719" r="95141">
                        <a14:foregroundMark x1="42455" y1="84091" x2="42455" y2="84091"/>
                        <a14:foregroundMark x1="41176" y1="81818" x2="53708" y2="86039"/>
                        <a14:foregroundMark x1="53708" y1="86039" x2="56777" y2="80844"/>
                        <a14:foregroundMark x1="55243" y1="93182" x2="55243" y2="93182"/>
                        <a14:foregroundMark x1="53453" y1="94805" x2="53453" y2="94805"/>
                        <a14:foregroundMark x1="50384" y1="93506" x2="50384" y2="93506"/>
                        <a14:foregroundMark x1="46803" y1="91883" x2="46803" y2="91883"/>
                        <a14:foregroundMark x1="57801" y1="94156" x2="57801" y2="94156"/>
                        <a14:foregroundMark x1="43990" y1="90260" x2="43990" y2="90260"/>
                        <a14:foregroundMark x1="91304" y1="58766" x2="91304" y2="58766"/>
                        <a14:foregroundMark x1="95141" y1="55844" x2="95141" y2="55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95" t="27107"/>
          <a:stretch>
            <a:fillRect/>
          </a:stretch>
        </p:blipFill>
        <p:spPr>
          <a:xfrm>
            <a:off x="3296197" y="2420315"/>
            <a:ext cx="2225205" cy="2034423"/>
          </a:xfrm>
          <a:custGeom>
            <a:avLst/>
            <a:gdLst>
              <a:gd name="connsiteX0" fmla="*/ 0 w 2339340"/>
              <a:gd name="connsiteY0" fmla="*/ 0 h 2138772"/>
              <a:gd name="connsiteX1" fmla="*/ 2339340 w 2339340"/>
              <a:gd name="connsiteY1" fmla="*/ 0 h 2138772"/>
              <a:gd name="connsiteX2" fmla="*/ 2339340 w 2339340"/>
              <a:gd name="connsiteY2" fmla="*/ 947417 h 2138772"/>
              <a:gd name="connsiteX3" fmla="*/ 876278 w 2339340"/>
              <a:gd name="connsiteY3" fmla="*/ 2020286 h 2138772"/>
              <a:gd name="connsiteX4" fmla="*/ 910506 w 2339340"/>
              <a:gd name="connsiteY4" fmla="*/ 2066963 h 2138772"/>
              <a:gd name="connsiteX5" fmla="*/ 829041 w 2339340"/>
              <a:gd name="connsiteY5" fmla="*/ 2130672 h 2138772"/>
              <a:gd name="connsiteX6" fmla="*/ 835376 w 2339340"/>
              <a:gd name="connsiteY6" fmla="*/ 2138772 h 2138772"/>
              <a:gd name="connsiteX7" fmla="*/ 0 w 2339340"/>
              <a:gd name="connsiteY7" fmla="*/ 2138772 h 2138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9340" h="2138772">
                <a:moveTo>
                  <a:pt x="0" y="0"/>
                </a:moveTo>
                <a:lnTo>
                  <a:pt x="2339340" y="0"/>
                </a:lnTo>
                <a:lnTo>
                  <a:pt x="2339340" y="947417"/>
                </a:lnTo>
                <a:lnTo>
                  <a:pt x="876278" y="2020286"/>
                </a:lnTo>
                <a:lnTo>
                  <a:pt x="910506" y="2066963"/>
                </a:lnTo>
                <a:lnTo>
                  <a:pt x="829041" y="2130672"/>
                </a:lnTo>
                <a:lnTo>
                  <a:pt x="835376" y="2138772"/>
                </a:lnTo>
                <a:lnTo>
                  <a:pt x="0" y="2138772"/>
                </a:lnTo>
                <a:close/>
              </a:path>
            </a:pathLst>
          </a:cu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5DF209A-B100-4E41-AD4F-D1A2E7676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416" b="94481" l="9719" r="95141">
                        <a14:foregroundMark x1="42455" y1="84091" x2="42455" y2="84091"/>
                        <a14:foregroundMark x1="41176" y1="81818" x2="53708" y2="86039"/>
                        <a14:foregroundMark x1="53708" y1="86039" x2="56777" y2="80844"/>
                        <a14:foregroundMark x1="55243" y1="93182" x2="55243" y2="93182"/>
                        <a14:foregroundMark x1="53453" y1="94805" x2="53453" y2="94805"/>
                        <a14:foregroundMark x1="50384" y1="93506" x2="50384" y2="93506"/>
                        <a14:foregroundMark x1="46803" y1="91883" x2="46803" y2="91883"/>
                        <a14:foregroundMark x1="57801" y1="94156" x2="57801" y2="94156"/>
                        <a14:foregroundMark x1="43990" y1="90260" x2="43990" y2="90260"/>
                        <a14:foregroundMark x1="91304" y1="58766" x2="91304" y2="58766"/>
                        <a14:foregroundMark x1="95141" y1="55844" x2="95141" y2="55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95" t="27107"/>
          <a:stretch>
            <a:fillRect/>
          </a:stretch>
        </p:blipFill>
        <p:spPr>
          <a:xfrm rot="1146444">
            <a:off x="6673700" y="2369667"/>
            <a:ext cx="2225205" cy="2034423"/>
          </a:xfrm>
          <a:custGeom>
            <a:avLst/>
            <a:gdLst>
              <a:gd name="connsiteX0" fmla="*/ 0 w 2339340"/>
              <a:gd name="connsiteY0" fmla="*/ 0 h 2138772"/>
              <a:gd name="connsiteX1" fmla="*/ 2339340 w 2339340"/>
              <a:gd name="connsiteY1" fmla="*/ 0 h 2138772"/>
              <a:gd name="connsiteX2" fmla="*/ 2339340 w 2339340"/>
              <a:gd name="connsiteY2" fmla="*/ 947417 h 2138772"/>
              <a:gd name="connsiteX3" fmla="*/ 876278 w 2339340"/>
              <a:gd name="connsiteY3" fmla="*/ 2020286 h 2138772"/>
              <a:gd name="connsiteX4" fmla="*/ 910506 w 2339340"/>
              <a:gd name="connsiteY4" fmla="*/ 2066963 h 2138772"/>
              <a:gd name="connsiteX5" fmla="*/ 829041 w 2339340"/>
              <a:gd name="connsiteY5" fmla="*/ 2130672 h 2138772"/>
              <a:gd name="connsiteX6" fmla="*/ 835376 w 2339340"/>
              <a:gd name="connsiteY6" fmla="*/ 2138772 h 2138772"/>
              <a:gd name="connsiteX7" fmla="*/ 0 w 2339340"/>
              <a:gd name="connsiteY7" fmla="*/ 2138772 h 2138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9340" h="2138772">
                <a:moveTo>
                  <a:pt x="0" y="0"/>
                </a:moveTo>
                <a:lnTo>
                  <a:pt x="2339340" y="0"/>
                </a:lnTo>
                <a:lnTo>
                  <a:pt x="2339340" y="947417"/>
                </a:lnTo>
                <a:lnTo>
                  <a:pt x="876278" y="2020286"/>
                </a:lnTo>
                <a:lnTo>
                  <a:pt x="910506" y="2066963"/>
                </a:lnTo>
                <a:lnTo>
                  <a:pt x="829041" y="2130672"/>
                </a:lnTo>
                <a:lnTo>
                  <a:pt x="835376" y="2138772"/>
                </a:lnTo>
                <a:lnTo>
                  <a:pt x="0" y="2138772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06527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Click="0" advTm="1000">
        <p159:morph option="byObject"/>
      </p:transition>
    </mc:Choice>
    <mc:Fallback xmlns="">
      <p:transition spd="slow" advClick="0" advTm="1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8E1D6EA-DA2E-488F-8232-0F5932615A26}"/>
              </a:ext>
            </a:extLst>
          </p:cNvPr>
          <p:cNvGrpSpPr/>
          <p:nvPr/>
        </p:nvGrpSpPr>
        <p:grpSpPr>
          <a:xfrm>
            <a:off x="4164458" y="519447"/>
            <a:ext cx="3863084" cy="482956"/>
            <a:chOff x="3350516" y="3088474"/>
            <a:chExt cx="5374293" cy="671885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D89C019-ACFC-4B36-93B8-127B12F5E512}"/>
                </a:ext>
              </a:extLst>
            </p:cNvPr>
            <p:cNvSpPr txBox="1"/>
            <p:nvPr/>
          </p:nvSpPr>
          <p:spPr>
            <a:xfrm>
              <a:off x="3350516" y="3098000"/>
              <a:ext cx="556542" cy="662359"/>
            </a:xfrm>
            <a:custGeom>
              <a:avLst/>
              <a:gdLst/>
              <a:ahLst/>
              <a:cxnLst/>
              <a:rect l="l" t="t" r="r" b="b"/>
              <a:pathLst>
                <a:path w="556542" h="662359">
                  <a:moveTo>
                    <a:pt x="114523" y="393799"/>
                  </a:moveTo>
                  <a:lnTo>
                    <a:pt x="114523" y="448047"/>
                  </a:lnTo>
                  <a:lnTo>
                    <a:pt x="444028" y="448047"/>
                  </a:lnTo>
                  <a:lnTo>
                    <a:pt x="444028" y="393799"/>
                  </a:lnTo>
                  <a:close/>
                  <a:moveTo>
                    <a:pt x="114523" y="265881"/>
                  </a:moveTo>
                  <a:lnTo>
                    <a:pt x="114523" y="320129"/>
                  </a:lnTo>
                  <a:lnTo>
                    <a:pt x="444028" y="320129"/>
                  </a:lnTo>
                  <a:lnTo>
                    <a:pt x="444028" y="265881"/>
                  </a:lnTo>
                  <a:close/>
                  <a:moveTo>
                    <a:pt x="480863" y="10046"/>
                  </a:moveTo>
                  <a:lnTo>
                    <a:pt x="556542" y="65633"/>
                  </a:lnTo>
                  <a:cubicBezTo>
                    <a:pt x="511894" y="112067"/>
                    <a:pt x="473943" y="149795"/>
                    <a:pt x="442689" y="178817"/>
                  </a:cubicBezTo>
                  <a:lnTo>
                    <a:pt x="379065" y="118541"/>
                  </a:lnTo>
                  <a:cubicBezTo>
                    <a:pt x="404961" y="94878"/>
                    <a:pt x="438894" y="58712"/>
                    <a:pt x="480863" y="10046"/>
                  </a:cubicBezTo>
                  <a:close/>
                  <a:moveTo>
                    <a:pt x="66302" y="5358"/>
                  </a:moveTo>
                  <a:cubicBezTo>
                    <a:pt x="100682" y="40630"/>
                    <a:pt x="136177" y="76795"/>
                    <a:pt x="172789" y="113853"/>
                  </a:cubicBezTo>
                  <a:lnTo>
                    <a:pt x="105816" y="174798"/>
                  </a:lnTo>
                  <a:cubicBezTo>
                    <a:pt x="69205" y="133722"/>
                    <a:pt x="33932" y="95547"/>
                    <a:pt x="0" y="60275"/>
                  </a:cubicBezTo>
                  <a:close/>
                  <a:moveTo>
                    <a:pt x="225697" y="0"/>
                  </a:moveTo>
                  <a:lnTo>
                    <a:pt x="324817" y="0"/>
                  </a:lnTo>
                  <a:lnTo>
                    <a:pt x="324817" y="185514"/>
                  </a:lnTo>
                  <a:lnTo>
                    <a:pt x="540469" y="185514"/>
                  </a:lnTo>
                  <a:lnTo>
                    <a:pt x="540469" y="560561"/>
                  </a:lnTo>
                  <a:cubicBezTo>
                    <a:pt x="540915" y="622622"/>
                    <a:pt x="510331" y="655439"/>
                    <a:pt x="448716" y="659011"/>
                  </a:cubicBezTo>
                  <a:cubicBezTo>
                    <a:pt x="427732" y="660797"/>
                    <a:pt x="386432" y="661913"/>
                    <a:pt x="324817" y="662359"/>
                  </a:cubicBezTo>
                  <a:cubicBezTo>
                    <a:pt x="320352" y="636910"/>
                    <a:pt x="311646" y="605433"/>
                    <a:pt x="298698" y="567928"/>
                  </a:cubicBezTo>
                  <a:cubicBezTo>
                    <a:pt x="334416" y="569714"/>
                    <a:pt x="367010" y="570830"/>
                    <a:pt x="396478" y="571277"/>
                  </a:cubicBezTo>
                  <a:cubicBezTo>
                    <a:pt x="428178" y="571723"/>
                    <a:pt x="444028" y="559222"/>
                    <a:pt x="444028" y="533772"/>
                  </a:cubicBezTo>
                  <a:lnTo>
                    <a:pt x="444028" y="521717"/>
                  </a:lnTo>
                  <a:lnTo>
                    <a:pt x="114523" y="521717"/>
                  </a:lnTo>
                  <a:lnTo>
                    <a:pt x="114523" y="662359"/>
                  </a:lnTo>
                  <a:lnTo>
                    <a:pt x="18082" y="662359"/>
                  </a:lnTo>
                  <a:lnTo>
                    <a:pt x="18082" y="185514"/>
                  </a:lnTo>
                  <a:lnTo>
                    <a:pt x="225697" y="1855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5400" b="1" spc="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4B9EBE9B-554C-42A2-BC59-181FB9503A7D}"/>
                </a:ext>
              </a:extLst>
            </p:cNvPr>
            <p:cNvSpPr txBox="1"/>
            <p:nvPr/>
          </p:nvSpPr>
          <p:spPr>
            <a:xfrm>
              <a:off x="4184574" y="3093832"/>
              <a:ext cx="666378" cy="656332"/>
            </a:xfrm>
            <a:custGeom>
              <a:avLst/>
              <a:gdLst/>
              <a:ahLst/>
              <a:cxnLst/>
              <a:rect l="l" t="t" r="r" b="b"/>
              <a:pathLst>
                <a:path w="666378" h="656332">
                  <a:moveTo>
                    <a:pt x="498277" y="306734"/>
                  </a:moveTo>
                  <a:lnTo>
                    <a:pt x="590699" y="306734"/>
                  </a:lnTo>
                  <a:lnTo>
                    <a:pt x="590699" y="349597"/>
                  </a:lnTo>
                  <a:lnTo>
                    <a:pt x="657672" y="349597"/>
                  </a:lnTo>
                  <a:lnTo>
                    <a:pt x="657672" y="429964"/>
                  </a:lnTo>
                  <a:lnTo>
                    <a:pt x="590699" y="429964"/>
                  </a:lnTo>
                  <a:lnTo>
                    <a:pt x="590699" y="529753"/>
                  </a:lnTo>
                  <a:cubicBezTo>
                    <a:pt x="590699" y="563909"/>
                    <a:pt x="584058" y="590698"/>
                    <a:pt x="570775" y="610121"/>
                  </a:cubicBezTo>
                  <a:cubicBezTo>
                    <a:pt x="557492" y="629543"/>
                    <a:pt x="539800" y="641988"/>
                    <a:pt x="517699" y="647458"/>
                  </a:cubicBezTo>
                  <a:cubicBezTo>
                    <a:pt x="495598" y="652927"/>
                    <a:pt x="451396" y="655662"/>
                    <a:pt x="385093" y="655662"/>
                  </a:cubicBezTo>
                  <a:cubicBezTo>
                    <a:pt x="377949" y="616818"/>
                    <a:pt x="371699" y="587350"/>
                    <a:pt x="366341" y="567258"/>
                  </a:cubicBezTo>
                  <a:cubicBezTo>
                    <a:pt x="398488" y="569937"/>
                    <a:pt x="426170" y="571276"/>
                    <a:pt x="449387" y="571276"/>
                  </a:cubicBezTo>
                  <a:cubicBezTo>
                    <a:pt x="481980" y="571276"/>
                    <a:pt x="498277" y="552301"/>
                    <a:pt x="498277" y="514350"/>
                  </a:cubicBezTo>
                  <a:lnTo>
                    <a:pt x="498277" y="429964"/>
                  </a:lnTo>
                  <a:lnTo>
                    <a:pt x="341896" y="429964"/>
                  </a:lnTo>
                  <a:cubicBezTo>
                    <a:pt x="366899" y="456083"/>
                    <a:pt x="392014" y="483989"/>
                    <a:pt x="417240" y="513680"/>
                  </a:cubicBezTo>
                  <a:lnTo>
                    <a:pt x="348928" y="566588"/>
                  </a:lnTo>
                  <a:cubicBezTo>
                    <a:pt x="321692" y="529530"/>
                    <a:pt x="293564" y="495151"/>
                    <a:pt x="264542" y="463450"/>
                  </a:cubicBezTo>
                  <a:lnTo>
                    <a:pt x="310419" y="429964"/>
                  </a:lnTo>
                  <a:lnTo>
                    <a:pt x="255166" y="429964"/>
                  </a:lnTo>
                  <a:lnTo>
                    <a:pt x="255166" y="349597"/>
                  </a:lnTo>
                  <a:lnTo>
                    <a:pt x="498277" y="349597"/>
                  </a:lnTo>
                  <a:close/>
                  <a:moveTo>
                    <a:pt x="404515" y="0"/>
                  </a:moveTo>
                  <a:lnTo>
                    <a:pt x="496937" y="0"/>
                  </a:lnTo>
                  <a:lnTo>
                    <a:pt x="496937" y="76348"/>
                  </a:lnTo>
                  <a:lnTo>
                    <a:pt x="634901" y="76348"/>
                  </a:lnTo>
                  <a:lnTo>
                    <a:pt x="634901" y="156716"/>
                  </a:lnTo>
                  <a:lnTo>
                    <a:pt x="496937" y="156716"/>
                  </a:lnTo>
                  <a:lnTo>
                    <a:pt x="496937" y="212303"/>
                  </a:lnTo>
                  <a:lnTo>
                    <a:pt x="666378" y="212303"/>
                  </a:lnTo>
                  <a:lnTo>
                    <a:pt x="666378" y="292670"/>
                  </a:lnTo>
                  <a:lnTo>
                    <a:pt x="243781" y="292670"/>
                  </a:lnTo>
                  <a:lnTo>
                    <a:pt x="243781" y="212303"/>
                  </a:lnTo>
                  <a:lnTo>
                    <a:pt x="404515" y="212303"/>
                  </a:lnTo>
                  <a:lnTo>
                    <a:pt x="404515" y="156716"/>
                  </a:lnTo>
                  <a:lnTo>
                    <a:pt x="270570" y="156716"/>
                  </a:lnTo>
                  <a:lnTo>
                    <a:pt x="270570" y="76348"/>
                  </a:lnTo>
                  <a:lnTo>
                    <a:pt x="404515" y="76348"/>
                  </a:lnTo>
                  <a:close/>
                  <a:moveTo>
                    <a:pt x="116533" y="0"/>
                  </a:moveTo>
                  <a:lnTo>
                    <a:pt x="198239" y="0"/>
                  </a:lnTo>
                  <a:lnTo>
                    <a:pt x="198239" y="136624"/>
                  </a:lnTo>
                  <a:lnTo>
                    <a:pt x="237084" y="136624"/>
                  </a:lnTo>
                  <a:lnTo>
                    <a:pt x="237084" y="223019"/>
                  </a:lnTo>
                  <a:lnTo>
                    <a:pt x="198239" y="223019"/>
                  </a:lnTo>
                  <a:lnTo>
                    <a:pt x="198239" y="338881"/>
                  </a:lnTo>
                  <a:lnTo>
                    <a:pt x="241772" y="330175"/>
                  </a:lnTo>
                  <a:cubicBezTo>
                    <a:pt x="239986" y="355178"/>
                    <a:pt x="239539" y="385092"/>
                    <a:pt x="240432" y="419918"/>
                  </a:cubicBezTo>
                  <a:lnTo>
                    <a:pt x="198239" y="427955"/>
                  </a:lnTo>
                  <a:lnTo>
                    <a:pt x="198239" y="656332"/>
                  </a:lnTo>
                  <a:lnTo>
                    <a:pt x="116533" y="656332"/>
                  </a:lnTo>
                  <a:lnTo>
                    <a:pt x="116533" y="444363"/>
                  </a:lnTo>
                  <a:cubicBezTo>
                    <a:pt x="79921" y="452177"/>
                    <a:pt x="45319" y="460102"/>
                    <a:pt x="12725" y="468138"/>
                  </a:cubicBezTo>
                  <a:lnTo>
                    <a:pt x="670" y="373037"/>
                  </a:lnTo>
                  <a:lnTo>
                    <a:pt x="116533" y="353950"/>
                  </a:lnTo>
                  <a:lnTo>
                    <a:pt x="116533" y="223019"/>
                  </a:lnTo>
                  <a:lnTo>
                    <a:pt x="72331" y="223019"/>
                  </a:lnTo>
                  <a:cubicBezTo>
                    <a:pt x="67643" y="256058"/>
                    <a:pt x="62062" y="287982"/>
                    <a:pt x="55588" y="318789"/>
                  </a:cubicBezTo>
                  <a:cubicBezTo>
                    <a:pt x="38621" y="308074"/>
                    <a:pt x="20092" y="298028"/>
                    <a:pt x="0" y="288652"/>
                  </a:cubicBezTo>
                  <a:cubicBezTo>
                    <a:pt x="13841" y="216768"/>
                    <a:pt x="23218" y="138856"/>
                    <a:pt x="28129" y="54917"/>
                  </a:cubicBezTo>
                  <a:lnTo>
                    <a:pt x="89074" y="60945"/>
                  </a:lnTo>
                  <a:cubicBezTo>
                    <a:pt x="87511" y="86841"/>
                    <a:pt x="85502" y="112067"/>
                    <a:pt x="83047" y="136624"/>
                  </a:cubicBezTo>
                  <a:lnTo>
                    <a:pt x="116533" y="136624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A65D863-8D8B-495E-9C6C-542AB2FF0565}"/>
                </a:ext>
              </a:extLst>
            </p:cNvPr>
            <p:cNvSpPr txBox="1"/>
            <p:nvPr/>
          </p:nvSpPr>
          <p:spPr>
            <a:xfrm>
              <a:off x="5155551" y="3088474"/>
              <a:ext cx="669057" cy="642268"/>
            </a:xfrm>
            <a:custGeom>
              <a:avLst/>
              <a:gdLst/>
              <a:ahLst/>
              <a:cxnLst/>
              <a:rect l="l" t="t" r="r" b="b"/>
              <a:pathLst>
                <a:path w="669057" h="642268">
                  <a:moveTo>
                    <a:pt x="240432" y="402505"/>
                  </a:moveTo>
                  <a:cubicBezTo>
                    <a:pt x="221233" y="423937"/>
                    <a:pt x="201253" y="443805"/>
                    <a:pt x="180491" y="462111"/>
                  </a:cubicBezTo>
                  <a:lnTo>
                    <a:pt x="289322" y="462111"/>
                  </a:lnTo>
                  <a:lnTo>
                    <a:pt x="289322" y="415230"/>
                  </a:lnTo>
                  <a:lnTo>
                    <a:pt x="381074" y="415230"/>
                  </a:lnTo>
                  <a:lnTo>
                    <a:pt x="381074" y="462111"/>
                  </a:lnTo>
                  <a:lnTo>
                    <a:pt x="489905" y="462111"/>
                  </a:lnTo>
                  <a:cubicBezTo>
                    <a:pt x="469367" y="443805"/>
                    <a:pt x="449498" y="423937"/>
                    <a:pt x="430299" y="402505"/>
                  </a:cubicBezTo>
                  <a:close/>
                  <a:moveTo>
                    <a:pt x="216991" y="298698"/>
                  </a:moveTo>
                  <a:lnTo>
                    <a:pt x="216991" y="332184"/>
                  </a:lnTo>
                  <a:lnTo>
                    <a:pt x="454075" y="332184"/>
                  </a:lnTo>
                  <a:lnTo>
                    <a:pt x="454075" y="298698"/>
                  </a:lnTo>
                  <a:close/>
                  <a:moveTo>
                    <a:pt x="216991" y="214312"/>
                  </a:moveTo>
                  <a:lnTo>
                    <a:pt x="216991" y="247799"/>
                  </a:lnTo>
                  <a:lnTo>
                    <a:pt x="454075" y="247799"/>
                  </a:lnTo>
                  <a:lnTo>
                    <a:pt x="454075" y="214312"/>
                  </a:lnTo>
                  <a:close/>
                  <a:moveTo>
                    <a:pt x="216991" y="128587"/>
                  </a:moveTo>
                  <a:lnTo>
                    <a:pt x="216991" y="162074"/>
                  </a:lnTo>
                  <a:lnTo>
                    <a:pt x="454075" y="162074"/>
                  </a:lnTo>
                  <a:lnTo>
                    <a:pt x="454075" y="128587"/>
                  </a:lnTo>
                  <a:close/>
                  <a:moveTo>
                    <a:pt x="125239" y="0"/>
                  </a:moveTo>
                  <a:lnTo>
                    <a:pt x="216991" y="0"/>
                  </a:lnTo>
                  <a:lnTo>
                    <a:pt x="216991" y="58266"/>
                  </a:lnTo>
                  <a:lnTo>
                    <a:pt x="454075" y="58266"/>
                  </a:lnTo>
                  <a:lnTo>
                    <a:pt x="454075" y="0"/>
                  </a:lnTo>
                  <a:lnTo>
                    <a:pt x="545157" y="0"/>
                  </a:lnTo>
                  <a:lnTo>
                    <a:pt x="545157" y="58266"/>
                  </a:lnTo>
                  <a:lnTo>
                    <a:pt x="642268" y="58266"/>
                  </a:lnTo>
                  <a:lnTo>
                    <a:pt x="642268" y="128587"/>
                  </a:lnTo>
                  <a:lnTo>
                    <a:pt x="545157" y="128587"/>
                  </a:lnTo>
                  <a:lnTo>
                    <a:pt x="545157" y="332184"/>
                  </a:lnTo>
                  <a:lnTo>
                    <a:pt x="661020" y="332184"/>
                  </a:lnTo>
                  <a:lnTo>
                    <a:pt x="661020" y="402505"/>
                  </a:lnTo>
                  <a:lnTo>
                    <a:pt x="529084" y="402505"/>
                  </a:lnTo>
                  <a:cubicBezTo>
                    <a:pt x="576411" y="437778"/>
                    <a:pt x="623069" y="463897"/>
                    <a:pt x="669057" y="480863"/>
                  </a:cubicBezTo>
                  <a:cubicBezTo>
                    <a:pt x="650751" y="507206"/>
                    <a:pt x="634231" y="531986"/>
                    <a:pt x="619497" y="555203"/>
                  </a:cubicBezTo>
                  <a:cubicBezTo>
                    <a:pt x="584671" y="536004"/>
                    <a:pt x="551408" y="513457"/>
                    <a:pt x="519708" y="487561"/>
                  </a:cubicBezTo>
                  <a:lnTo>
                    <a:pt x="519708" y="531093"/>
                  </a:lnTo>
                  <a:lnTo>
                    <a:pt x="381074" y="531093"/>
                  </a:lnTo>
                  <a:lnTo>
                    <a:pt x="381074" y="571946"/>
                  </a:lnTo>
                  <a:lnTo>
                    <a:pt x="621506" y="571946"/>
                  </a:lnTo>
                  <a:lnTo>
                    <a:pt x="621506" y="642268"/>
                  </a:lnTo>
                  <a:lnTo>
                    <a:pt x="48220" y="642268"/>
                  </a:lnTo>
                  <a:lnTo>
                    <a:pt x="48220" y="571946"/>
                  </a:lnTo>
                  <a:lnTo>
                    <a:pt x="289322" y="571946"/>
                  </a:lnTo>
                  <a:lnTo>
                    <a:pt x="289322" y="531093"/>
                  </a:lnTo>
                  <a:lnTo>
                    <a:pt x="147340" y="531093"/>
                  </a:lnTo>
                  <a:lnTo>
                    <a:pt x="147340" y="490240"/>
                  </a:lnTo>
                  <a:cubicBezTo>
                    <a:pt x="116309" y="514796"/>
                    <a:pt x="83939" y="536451"/>
                    <a:pt x="50229" y="555203"/>
                  </a:cubicBezTo>
                  <a:cubicBezTo>
                    <a:pt x="37281" y="534665"/>
                    <a:pt x="20538" y="510108"/>
                    <a:pt x="0" y="481533"/>
                  </a:cubicBezTo>
                  <a:cubicBezTo>
                    <a:pt x="55811" y="460548"/>
                    <a:pt x="103026" y="434206"/>
                    <a:pt x="141647" y="402505"/>
                  </a:cubicBezTo>
                  <a:lnTo>
                    <a:pt x="8706" y="402505"/>
                  </a:lnTo>
                  <a:lnTo>
                    <a:pt x="8706" y="332184"/>
                  </a:lnTo>
                  <a:lnTo>
                    <a:pt x="125239" y="332184"/>
                  </a:lnTo>
                  <a:lnTo>
                    <a:pt x="125239" y="128587"/>
                  </a:lnTo>
                  <a:lnTo>
                    <a:pt x="28128" y="128587"/>
                  </a:lnTo>
                  <a:lnTo>
                    <a:pt x="28128" y="58266"/>
                  </a:lnTo>
                  <a:lnTo>
                    <a:pt x="125239" y="58266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6062FB85-0ED4-4A72-9BAA-1852D694926B}"/>
                </a:ext>
              </a:extLst>
            </p:cNvPr>
            <p:cNvSpPr txBox="1"/>
            <p:nvPr/>
          </p:nvSpPr>
          <p:spPr>
            <a:xfrm>
              <a:off x="6141260" y="3163483"/>
              <a:ext cx="644276" cy="515690"/>
            </a:xfrm>
            <a:custGeom>
              <a:avLst/>
              <a:gdLst/>
              <a:ahLst/>
              <a:cxnLst/>
              <a:rect l="l" t="t" r="r" b="b"/>
              <a:pathLst>
                <a:path w="644276" h="515690">
                  <a:moveTo>
                    <a:pt x="0" y="413891"/>
                  </a:moveTo>
                  <a:lnTo>
                    <a:pt x="644276" y="413891"/>
                  </a:lnTo>
                  <a:lnTo>
                    <a:pt x="644276" y="515690"/>
                  </a:lnTo>
                  <a:lnTo>
                    <a:pt x="0" y="515690"/>
                  </a:lnTo>
                  <a:close/>
                  <a:moveTo>
                    <a:pt x="48220" y="0"/>
                  </a:moveTo>
                  <a:lnTo>
                    <a:pt x="594717" y="0"/>
                  </a:lnTo>
                  <a:lnTo>
                    <a:pt x="594717" y="100459"/>
                  </a:lnTo>
                  <a:lnTo>
                    <a:pt x="48220" y="100459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D37F734A-83E0-42B0-B6F8-6776FDE8F09B}"/>
                </a:ext>
              </a:extLst>
            </p:cNvPr>
            <p:cNvSpPr txBox="1"/>
            <p:nvPr/>
          </p:nvSpPr>
          <p:spPr>
            <a:xfrm>
              <a:off x="7100181" y="3092492"/>
              <a:ext cx="669057" cy="661690"/>
            </a:xfrm>
            <a:custGeom>
              <a:avLst/>
              <a:gdLst/>
              <a:ahLst/>
              <a:cxnLst/>
              <a:rect l="l" t="t" r="r" b="b"/>
              <a:pathLst>
                <a:path w="669057" h="661690">
                  <a:moveTo>
                    <a:pt x="371698" y="115863"/>
                  </a:moveTo>
                  <a:lnTo>
                    <a:pt x="371028" y="171450"/>
                  </a:lnTo>
                  <a:cubicBezTo>
                    <a:pt x="401613" y="276151"/>
                    <a:pt x="441350" y="361429"/>
                    <a:pt x="490240" y="427286"/>
                  </a:cubicBezTo>
                  <a:cubicBezTo>
                    <a:pt x="519485" y="387772"/>
                    <a:pt x="538907" y="344463"/>
                    <a:pt x="548506" y="297359"/>
                  </a:cubicBezTo>
                  <a:lnTo>
                    <a:pt x="451396" y="297359"/>
                  </a:lnTo>
                  <a:lnTo>
                    <a:pt x="451396" y="216322"/>
                  </a:lnTo>
                  <a:lnTo>
                    <a:pt x="498276" y="115863"/>
                  </a:lnTo>
                  <a:close/>
                  <a:moveTo>
                    <a:pt x="236413" y="33486"/>
                  </a:moveTo>
                  <a:lnTo>
                    <a:pt x="601414" y="33486"/>
                  </a:lnTo>
                  <a:lnTo>
                    <a:pt x="601414" y="110505"/>
                  </a:lnTo>
                  <a:lnTo>
                    <a:pt x="549845" y="216322"/>
                  </a:lnTo>
                  <a:lnTo>
                    <a:pt x="642937" y="216322"/>
                  </a:lnTo>
                  <a:lnTo>
                    <a:pt x="642937" y="296019"/>
                  </a:lnTo>
                  <a:cubicBezTo>
                    <a:pt x="627534" y="369912"/>
                    <a:pt x="597173" y="436439"/>
                    <a:pt x="551855" y="495598"/>
                  </a:cubicBezTo>
                  <a:cubicBezTo>
                    <a:pt x="587127" y="527745"/>
                    <a:pt x="626194" y="552078"/>
                    <a:pt x="669057" y="568598"/>
                  </a:cubicBezTo>
                  <a:cubicBezTo>
                    <a:pt x="643607" y="601638"/>
                    <a:pt x="623515" y="629766"/>
                    <a:pt x="608781" y="652984"/>
                  </a:cubicBezTo>
                  <a:cubicBezTo>
                    <a:pt x="565696" y="625748"/>
                    <a:pt x="527075" y="594941"/>
                    <a:pt x="492919" y="560561"/>
                  </a:cubicBezTo>
                  <a:cubicBezTo>
                    <a:pt x="453405" y="597843"/>
                    <a:pt x="406524" y="631552"/>
                    <a:pt x="352276" y="661690"/>
                  </a:cubicBezTo>
                  <a:cubicBezTo>
                    <a:pt x="333970" y="631776"/>
                    <a:pt x="315441" y="604317"/>
                    <a:pt x="296689" y="579314"/>
                  </a:cubicBezTo>
                  <a:cubicBezTo>
                    <a:pt x="350490" y="552748"/>
                    <a:pt x="395920" y="522945"/>
                    <a:pt x="432978" y="489905"/>
                  </a:cubicBezTo>
                  <a:cubicBezTo>
                    <a:pt x="400608" y="445257"/>
                    <a:pt x="374154" y="395920"/>
                    <a:pt x="353616" y="341896"/>
                  </a:cubicBezTo>
                  <a:cubicBezTo>
                    <a:pt x="338882" y="477627"/>
                    <a:pt x="299144" y="583332"/>
                    <a:pt x="234404" y="659011"/>
                  </a:cubicBezTo>
                  <a:cubicBezTo>
                    <a:pt x="213419" y="629097"/>
                    <a:pt x="192658" y="602977"/>
                    <a:pt x="172120" y="580653"/>
                  </a:cubicBezTo>
                  <a:cubicBezTo>
                    <a:pt x="198909" y="552525"/>
                    <a:pt x="220786" y="516638"/>
                    <a:pt x="237753" y="472995"/>
                  </a:cubicBezTo>
                  <a:cubicBezTo>
                    <a:pt x="254719" y="429351"/>
                    <a:pt x="266440" y="380796"/>
                    <a:pt x="272914" y="327329"/>
                  </a:cubicBezTo>
                  <a:cubicBezTo>
                    <a:pt x="279388" y="273863"/>
                    <a:pt x="282848" y="203374"/>
                    <a:pt x="283294" y="115863"/>
                  </a:cubicBezTo>
                  <a:lnTo>
                    <a:pt x="236413" y="115863"/>
                  </a:lnTo>
                  <a:close/>
                  <a:moveTo>
                    <a:pt x="85725" y="0"/>
                  </a:moveTo>
                  <a:lnTo>
                    <a:pt x="170780" y="0"/>
                  </a:lnTo>
                  <a:lnTo>
                    <a:pt x="170780" y="117872"/>
                  </a:lnTo>
                  <a:lnTo>
                    <a:pt x="239762" y="117872"/>
                  </a:lnTo>
                  <a:lnTo>
                    <a:pt x="239762" y="204936"/>
                  </a:lnTo>
                  <a:lnTo>
                    <a:pt x="170780" y="204936"/>
                  </a:lnTo>
                  <a:lnTo>
                    <a:pt x="170780" y="266216"/>
                  </a:lnTo>
                  <a:cubicBezTo>
                    <a:pt x="203374" y="286532"/>
                    <a:pt x="231949" y="305619"/>
                    <a:pt x="256505" y="323478"/>
                  </a:cubicBezTo>
                  <a:lnTo>
                    <a:pt x="217661" y="403845"/>
                  </a:lnTo>
                  <a:cubicBezTo>
                    <a:pt x="205829" y="393353"/>
                    <a:pt x="190202" y="380516"/>
                    <a:pt x="170780" y="365336"/>
                  </a:cubicBezTo>
                  <a:lnTo>
                    <a:pt x="170780" y="658341"/>
                  </a:lnTo>
                  <a:lnTo>
                    <a:pt x="85725" y="658341"/>
                  </a:lnTo>
                  <a:lnTo>
                    <a:pt x="85725" y="379735"/>
                  </a:lnTo>
                  <a:cubicBezTo>
                    <a:pt x="68312" y="423267"/>
                    <a:pt x="46881" y="466130"/>
                    <a:pt x="21431" y="508323"/>
                  </a:cubicBezTo>
                  <a:cubicBezTo>
                    <a:pt x="16966" y="477515"/>
                    <a:pt x="9823" y="436662"/>
                    <a:pt x="0" y="385763"/>
                  </a:cubicBezTo>
                  <a:cubicBezTo>
                    <a:pt x="35272" y="327273"/>
                    <a:pt x="61503" y="266998"/>
                    <a:pt x="78693" y="204936"/>
                  </a:cubicBezTo>
                  <a:lnTo>
                    <a:pt x="4688" y="204936"/>
                  </a:lnTo>
                  <a:lnTo>
                    <a:pt x="4688" y="117872"/>
                  </a:lnTo>
                  <a:lnTo>
                    <a:pt x="85725" y="117872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DF44AC1-9BB2-420D-98A0-BE74725253A5}"/>
                </a:ext>
              </a:extLst>
            </p:cNvPr>
            <p:cNvSpPr txBox="1"/>
            <p:nvPr/>
          </p:nvSpPr>
          <p:spPr>
            <a:xfrm>
              <a:off x="8076514" y="3089145"/>
              <a:ext cx="648295" cy="663029"/>
            </a:xfrm>
            <a:custGeom>
              <a:avLst/>
              <a:gdLst/>
              <a:ahLst/>
              <a:cxnLst/>
              <a:rect l="l" t="t" r="r" b="b"/>
              <a:pathLst>
                <a:path w="648295" h="663029">
                  <a:moveTo>
                    <a:pt x="172790" y="541808"/>
                  </a:moveTo>
                  <a:lnTo>
                    <a:pt x="172790" y="580652"/>
                  </a:lnTo>
                  <a:lnTo>
                    <a:pt x="513011" y="580652"/>
                  </a:lnTo>
                  <a:lnTo>
                    <a:pt x="513011" y="541808"/>
                  </a:lnTo>
                  <a:close/>
                  <a:moveTo>
                    <a:pt x="172790" y="352945"/>
                  </a:moveTo>
                  <a:lnTo>
                    <a:pt x="172790" y="389111"/>
                  </a:lnTo>
                  <a:lnTo>
                    <a:pt x="491579" y="389111"/>
                  </a:lnTo>
                  <a:lnTo>
                    <a:pt x="491579" y="352945"/>
                  </a:lnTo>
                  <a:close/>
                  <a:moveTo>
                    <a:pt x="81707" y="291331"/>
                  </a:moveTo>
                  <a:lnTo>
                    <a:pt x="578644" y="291331"/>
                  </a:lnTo>
                  <a:lnTo>
                    <a:pt x="578644" y="450726"/>
                  </a:lnTo>
                  <a:lnTo>
                    <a:pt x="172790" y="450726"/>
                  </a:lnTo>
                  <a:lnTo>
                    <a:pt x="172790" y="480193"/>
                  </a:lnTo>
                  <a:lnTo>
                    <a:pt x="600075" y="480193"/>
                  </a:lnTo>
                  <a:lnTo>
                    <a:pt x="600075" y="663029"/>
                  </a:lnTo>
                  <a:lnTo>
                    <a:pt x="513011" y="663029"/>
                  </a:lnTo>
                  <a:lnTo>
                    <a:pt x="513011" y="641598"/>
                  </a:lnTo>
                  <a:lnTo>
                    <a:pt x="172790" y="641598"/>
                  </a:lnTo>
                  <a:lnTo>
                    <a:pt x="172790" y="663029"/>
                  </a:lnTo>
                  <a:lnTo>
                    <a:pt x="81707" y="663029"/>
                  </a:lnTo>
                  <a:close/>
                  <a:moveTo>
                    <a:pt x="131267" y="109835"/>
                  </a:moveTo>
                  <a:cubicBezTo>
                    <a:pt x="108943" y="137070"/>
                    <a:pt x="83493" y="161404"/>
                    <a:pt x="54918" y="182835"/>
                  </a:cubicBezTo>
                  <a:lnTo>
                    <a:pt x="190203" y="182835"/>
                  </a:lnTo>
                  <a:cubicBezTo>
                    <a:pt x="178148" y="167654"/>
                    <a:pt x="164083" y="150465"/>
                    <a:pt x="148010" y="131266"/>
                  </a:cubicBezTo>
                  <a:lnTo>
                    <a:pt x="175469" y="109835"/>
                  </a:lnTo>
                  <a:close/>
                  <a:moveTo>
                    <a:pt x="105817" y="0"/>
                  </a:moveTo>
                  <a:lnTo>
                    <a:pt x="198239" y="0"/>
                  </a:lnTo>
                  <a:cubicBezTo>
                    <a:pt x="191096" y="16073"/>
                    <a:pt x="183505" y="31477"/>
                    <a:pt x="175469" y="46211"/>
                  </a:cubicBezTo>
                  <a:lnTo>
                    <a:pt x="348258" y="46211"/>
                  </a:lnTo>
                  <a:lnTo>
                    <a:pt x="348258" y="109835"/>
                  </a:lnTo>
                  <a:lnTo>
                    <a:pt x="219671" y="109835"/>
                  </a:lnTo>
                  <a:cubicBezTo>
                    <a:pt x="233065" y="124569"/>
                    <a:pt x="246236" y="139303"/>
                    <a:pt x="259184" y="154037"/>
                  </a:cubicBezTo>
                  <a:lnTo>
                    <a:pt x="220340" y="182835"/>
                  </a:lnTo>
                  <a:lnTo>
                    <a:pt x="285304" y="182835"/>
                  </a:lnTo>
                  <a:cubicBezTo>
                    <a:pt x="281285" y="171226"/>
                    <a:pt x="277267" y="159394"/>
                    <a:pt x="273249" y="147339"/>
                  </a:cubicBezTo>
                  <a:lnTo>
                    <a:pt x="348928" y="134615"/>
                  </a:lnTo>
                  <a:cubicBezTo>
                    <a:pt x="353839" y="150242"/>
                    <a:pt x="358750" y="166315"/>
                    <a:pt x="363662" y="182835"/>
                  </a:cubicBezTo>
                  <a:lnTo>
                    <a:pt x="517699" y="182835"/>
                  </a:lnTo>
                  <a:cubicBezTo>
                    <a:pt x="499393" y="159618"/>
                    <a:pt x="483319" y="140642"/>
                    <a:pt x="469478" y="125908"/>
                  </a:cubicBezTo>
                  <a:lnTo>
                    <a:pt x="490240" y="109835"/>
                  </a:lnTo>
                  <a:lnTo>
                    <a:pt x="460102" y="109835"/>
                  </a:lnTo>
                  <a:cubicBezTo>
                    <a:pt x="445368" y="133052"/>
                    <a:pt x="428848" y="154706"/>
                    <a:pt x="410542" y="174798"/>
                  </a:cubicBezTo>
                  <a:cubicBezTo>
                    <a:pt x="397594" y="164975"/>
                    <a:pt x="373931" y="148679"/>
                    <a:pt x="339551" y="125908"/>
                  </a:cubicBezTo>
                  <a:cubicBezTo>
                    <a:pt x="371698" y="90636"/>
                    <a:pt x="398041" y="48666"/>
                    <a:pt x="418579" y="0"/>
                  </a:cubicBezTo>
                  <a:lnTo>
                    <a:pt x="511671" y="0"/>
                  </a:lnTo>
                  <a:cubicBezTo>
                    <a:pt x="506313" y="16073"/>
                    <a:pt x="500286" y="31477"/>
                    <a:pt x="493589" y="46211"/>
                  </a:cubicBezTo>
                  <a:lnTo>
                    <a:pt x="648295" y="46211"/>
                  </a:lnTo>
                  <a:lnTo>
                    <a:pt x="648295" y="109835"/>
                  </a:lnTo>
                  <a:lnTo>
                    <a:pt x="547836" y="109835"/>
                  </a:lnTo>
                  <a:cubicBezTo>
                    <a:pt x="559891" y="122783"/>
                    <a:pt x="571723" y="135731"/>
                    <a:pt x="583332" y="148679"/>
                  </a:cubicBezTo>
                  <a:lnTo>
                    <a:pt x="536451" y="182835"/>
                  </a:lnTo>
                  <a:lnTo>
                    <a:pt x="645617" y="182835"/>
                  </a:lnTo>
                  <a:lnTo>
                    <a:pt x="645617" y="279276"/>
                  </a:lnTo>
                  <a:lnTo>
                    <a:pt x="554534" y="279276"/>
                  </a:lnTo>
                  <a:lnTo>
                    <a:pt x="554534" y="251147"/>
                  </a:lnTo>
                  <a:lnTo>
                    <a:pt x="109835" y="251147"/>
                  </a:lnTo>
                  <a:lnTo>
                    <a:pt x="109835" y="279276"/>
                  </a:lnTo>
                  <a:lnTo>
                    <a:pt x="18753" y="279276"/>
                  </a:lnTo>
                  <a:lnTo>
                    <a:pt x="18753" y="182835"/>
                  </a:lnTo>
                  <a:lnTo>
                    <a:pt x="53578" y="182835"/>
                  </a:lnTo>
                  <a:cubicBezTo>
                    <a:pt x="43309" y="169440"/>
                    <a:pt x="25450" y="149125"/>
                    <a:pt x="0" y="121890"/>
                  </a:cubicBezTo>
                  <a:cubicBezTo>
                    <a:pt x="48667" y="86171"/>
                    <a:pt x="83939" y="45541"/>
                    <a:pt x="105817" y="0"/>
                  </a:cubicBez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9" name="图片 8">
            <a:extLst>
              <a:ext uri="{FF2B5EF4-FFF2-40B4-BE49-F238E27FC236}">
                <a16:creationId xmlns:a16="http://schemas.microsoft.com/office/drawing/2014/main" id="{0E3D823E-AEF6-44E4-A9F7-A8AE3631BB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16" b="94481" l="9719" r="95141">
                        <a14:foregroundMark x1="42455" y1="84091" x2="42455" y2="84091"/>
                        <a14:foregroundMark x1="41176" y1="81818" x2="53708" y2="86039"/>
                        <a14:foregroundMark x1="53708" y1="86039" x2="56777" y2="80844"/>
                        <a14:foregroundMark x1="55243" y1="93182" x2="55243" y2="93182"/>
                        <a14:foregroundMark x1="53453" y1="94805" x2="53453" y2="94805"/>
                        <a14:foregroundMark x1="50384" y1="93506" x2="50384" y2="93506"/>
                        <a14:foregroundMark x1="46803" y1="91883" x2="46803" y2="91883"/>
                        <a14:foregroundMark x1="57801" y1="94156" x2="57801" y2="94156"/>
                        <a14:foregroundMark x1="43990" y1="90260" x2="43990" y2="90260"/>
                        <a14:foregroundMark x1="91304" y1="58766" x2="91304" y2="58766"/>
                        <a14:foregroundMark x1="95141" y1="55844" x2="95141" y2="55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95" t="27107"/>
          <a:stretch>
            <a:fillRect/>
          </a:stretch>
        </p:blipFill>
        <p:spPr>
          <a:xfrm>
            <a:off x="-2346997" y="2677825"/>
            <a:ext cx="2225205" cy="2034423"/>
          </a:xfrm>
          <a:custGeom>
            <a:avLst/>
            <a:gdLst>
              <a:gd name="connsiteX0" fmla="*/ 0 w 2339340"/>
              <a:gd name="connsiteY0" fmla="*/ 0 h 2138772"/>
              <a:gd name="connsiteX1" fmla="*/ 2339340 w 2339340"/>
              <a:gd name="connsiteY1" fmla="*/ 0 h 2138772"/>
              <a:gd name="connsiteX2" fmla="*/ 2339340 w 2339340"/>
              <a:gd name="connsiteY2" fmla="*/ 947417 h 2138772"/>
              <a:gd name="connsiteX3" fmla="*/ 876278 w 2339340"/>
              <a:gd name="connsiteY3" fmla="*/ 2020286 h 2138772"/>
              <a:gd name="connsiteX4" fmla="*/ 910506 w 2339340"/>
              <a:gd name="connsiteY4" fmla="*/ 2066963 h 2138772"/>
              <a:gd name="connsiteX5" fmla="*/ 829041 w 2339340"/>
              <a:gd name="connsiteY5" fmla="*/ 2130672 h 2138772"/>
              <a:gd name="connsiteX6" fmla="*/ 835376 w 2339340"/>
              <a:gd name="connsiteY6" fmla="*/ 2138772 h 2138772"/>
              <a:gd name="connsiteX7" fmla="*/ 0 w 2339340"/>
              <a:gd name="connsiteY7" fmla="*/ 2138772 h 2138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9340" h="2138772">
                <a:moveTo>
                  <a:pt x="0" y="0"/>
                </a:moveTo>
                <a:lnTo>
                  <a:pt x="2339340" y="0"/>
                </a:lnTo>
                <a:lnTo>
                  <a:pt x="2339340" y="947417"/>
                </a:lnTo>
                <a:lnTo>
                  <a:pt x="876278" y="2020286"/>
                </a:lnTo>
                <a:lnTo>
                  <a:pt x="910506" y="2066963"/>
                </a:lnTo>
                <a:lnTo>
                  <a:pt x="829041" y="2130672"/>
                </a:lnTo>
                <a:lnTo>
                  <a:pt x="835376" y="2138772"/>
                </a:lnTo>
                <a:lnTo>
                  <a:pt x="0" y="2138772"/>
                </a:lnTo>
                <a:close/>
              </a:path>
            </a:pathLst>
          </a:cu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53D03C-EE8B-4D7E-BDDE-48F029FAB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16" b="94481" l="9719" r="95141">
                        <a14:foregroundMark x1="42455" y1="84091" x2="42455" y2="84091"/>
                        <a14:foregroundMark x1="41176" y1="81818" x2="53708" y2="86039"/>
                        <a14:foregroundMark x1="53708" y1="86039" x2="56777" y2="80844"/>
                        <a14:foregroundMark x1="55243" y1="93182" x2="55243" y2="93182"/>
                        <a14:foregroundMark x1="53453" y1="94805" x2="53453" y2="94805"/>
                        <a14:foregroundMark x1="50384" y1="93506" x2="50384" y2="93506"/>
                        <a14:foregroundMark x1="46803" y1="91883" x2="46803" y2="91883"/>
                        <a14:foregroundMark x1="57801" y1="94156" x2="57801" y2="94156"/>
                        <a14:foregroundMark x1="43990" y1="90260" x2="43990" y2="90260"/>
                        <a14:foregroundMark x1="91304" y1="58766" x2="91304" y2="58766"/>
                        <a14:foregroundMark x1="95141" y1="55844" x2="95141" y2="55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95" t="27107"/>
          <a:stretch>
            <a:fillRect/>
          </a:stretch>
        </p:blipFill>
        <p:spPr>
          <a:xfrm rot="16846893">
            <a:off x="4349328" y="7555289"/>
            <a:ext cx="2225205" cy="2034423"/>
          </a:xfrm>
          <a:custGeom>
            <a:avLst/>
            <a:gdLst>
              <a:gd name="connsiteX0" fmla="*/ 0 w 2339340"/>
              <a:gd name="connsiteY0" fmla="*/ 0 h 2138772"/>
              <a:gd name="connsiteX1" fmla="*/ 2339340 w 2339340"/>
              <a:gd name="connsiteY1" fmla="*/ 0 h 2138772"/>
              <a:gd name="connsiteX2" fmla="*/ 2339340 w 2339340"/>
              <a:gd name="connsiteY2" fmla="*/ 947417 h 2138772"/>
              <a:gd name="connsiteX3" fmla="*/ 876278 w 2339340"/>
              <a:gd name="connsiteY3" fmla="*/ 2020286 h 2138772"/>
              <a:gd name="connsiteX4" fmla="*/ 910506 w 2339340"/>
              <a:gd name="connsiteY4" fmla="*/ 2066963 h 2138772"/>
              <a:gd name="connsiteX5" fmla="*/ 829041 w 2339340"/>
              <a:gd name="connsiteY5" fmla="*/ 2130672 h 2138772"/>
              <a:gd name="connsiteX6" fmla="*/ 835376 w 2339340"/>
              <a:gd name="connsiteY6" fmla="*/ 2138772 h 2138772"/>
              <a:gd name="connsiteX7" fmla="*/ 0 w 2339340"/>
              <a:gd name="connsiteY7" fmla="*/ 2138772 h 2138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9340" h="2138772">
                <a:moveTo>
                  <a:pt x="0" y="0"/>
                </a:moveTo>
                <a:lnTo>
                  <a:pt x="2339340" y="0"/>
                </a:lnTo>
                <a:lnTo>
                  <a:pt x="2339340" y="947417"/>
                </a:lnTo>
                <a:lnTo>
                  <a:pt x="876278" y="2020286"/>
                </a:lnTo>
                <a:lnTo>
                  <a:pt x="910506" y="2066963"/>
                </a:lnTo>
                <a:lnTo>
                  <a:pt x="829041" y="2130672"/>
                </a:lnTo>
                <a:lnTo>
                  <a:pt x="835376" y="2138772"/>
                </a:lnTo>
                <a:lnTo>
                  <a:pt x="0" y="2138772"/>
                </a:lnTo>
                <a:close/>
              </a:path>
            </a:pathLst>
          </a:cu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5DF209A-B100-4E41-AD4F-D1A2E76769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16" b="94481" l="9719" r="95141">
                        <a14:foregroundMark x1="42455" y1="84091" x2="42455" y2="84091"/>
                        <a14:foregroundMark x1="41176" y1="81818" x2="53708" y2="86039"/>
                        <a14:foregroundMark x1="53708" y1="86039" x2="56777" y2="80844"/>
                        <a14:foregroundMark x1="55243" y1="93182" x2="55243" y2="93182"/>
                        <a14:foregroundMark x1="53453" y1="94805" x2="53453" y2="94805"/>
                        <a14:foregroundMark x1="50384" y1="93506" x2="50384" y2="93506"/>
                        <a14:foregroundMark x1="46803" y1="91883" x2="46803" y2="91883"/>
                        <a14:foregroundMark x1="57801" y1="94156" x2="57801" y2="94156"/>
                        <a14:foregroundMark x1="43990" y1="90260" x2="43990" y2="90260"/>
                        <a14:foregroundMark x1="91304" y1="58766" x2="91304" y2="58766"/>
                        <a14:foregroundMark x1="95141" y1="55844" x2="95141" y2="55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95" t="27107"/>
          <a:stretch>
            <a:fillRect/>
          </a:stretch>
        </p:blipFill>
        <p:spPr>
          <a:xfrm rot="1146444">
            <a:off x="12617300" y="2083917"/>
            <a:ext cx="2225205" cy="2034423"/>
          </a:xfrm>
          <a:custGeom>
            <a:avLst/>
            <a:gdLst>
              <a:gd name="connsiteX0" fmla="*/ 0 w 2339340"/>
              <a:gd name="connsiteY0" fmla="*/ 0 h 2138772"/>
              <a:gd name="connsiteX1" fmla="*/ 2339340 w 2339340"/>
              <a:gd name="connsiteY1" fmla="*/ 0 h 2138772"/>
              <a:gd name="connsiteX2" fmla="*/ 2339340 w 2339340"/>
              <a:gd name="connsiteY2" fmla="*/ 947417 h 2138772"/>
              <a:gd name="connsiteX3" fmla="*/ 876278 w 2339340"/>
              <a:gd name="connsiteY3" fmla="*/ 2020286 h 2138772"/>
              <a:gd name="connsiteX4" fmla="*/ 910506 w 2339340"/>
              <a:gd name="connsiteY4" fmla="*/ 2066963 h 2138772"/>
              <a:gd name="connsiteX5" fmla="*/ 829041 w 2339340"/>
              <a:gd name="connsiteY5" fmla="*/ 2130672 h 2138772"/>
              <a:gd name="connsiteX6" fmla="*/ 835376 w 2339340"/>
              <a:gd name="connsiteY6" fmla="*/ 2138772 h 2138772"/>
              <a:gd name="connsiteX7" fmla="*/ 0 w 2339340"/>
              <a:gd name="connsiteY7" fmla="*/ 2138772 h 2138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9340" h="2138772">
                <a:moveTo>
                  <a:pt x="0" y="0"/>
                </a:moveTo>
                <a:lnTo>
                  <a:pt x="2339340" y="0"/>
                </a:lnTo>
                <a:lnTo>
                  <a:pt x="2339340" y="947417"/>
                </a:lnTo>
                <a:lnTo>
                  <a:pt x="876278" y="2020286"/>
                </a:lnTo>
                <a:lnTo>
                  <a:pt x="910506" y="2066963"/>
                </a:lnTo>
                <a:lnTo>
                  <a:pt x="829041" y="2130672"/>
                </a:lnTo>
                <a:lnTo>
                  <a:pt x="835376" y="2138772"/>
                </a:lnTo>
                <a:lnTo>
                  <a:pt x="0" y="2138772"/>
                </a:lnTo>
                <a:close/>
              </a:path>
            </a:pathLst>
          </a:cu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B680EC5-5837-48A7-A1CC-B1213751FB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4167" b="95278" l="9416" r="89286">
                        <a14:foregroundMark x1="52273" y1="35000" x2="52273" y2="35000"/>
                        <a14:foregroundMark x1="24026" y1="19444" x2="33117" y2="43611"/>
                        <a14:foregroundMark x1="21104" y1="28056" x2="30844" y2="75833"/>
                        <a14:foregroundMark x1="22403" y1="61667" x2="23701" y2="80278"/>
                        <a14:foregroundMark x1="23701" y1="80278" x2="51948" y2="90556"/>
                        <a14:foregroundMark x1="51948" y1="90556" x2="81818" y2="89167"/>
                        <a14:foregroundMark x1="29545" y1="93056" x2="37662" y2="93056"/>
                        <a14:foregroundMark x1="20130" y1="95278" x2="20130" y2="95278"/>
                        <a14:foregroundMark x1="67532" y1="8056" x2="24675" y2="7500"/>
                        <a14:foregroundMark x1="17532" y1="4167" x2="17532" y2="4167"/>
                      </a14:backgroundRemoval>
                    </a14:imgEffect>
                  </a14:imgLayer>
                </a14:imgProps>
              </a:ext>
            </a:extLst>
          </a:blip>
          <a:srcRect l="15925" t="2460" r="13326" b="2207"/>
          <a:stretch>
            <a:fillRect/>
          </a:stretch>
        </p:blipFill>
        <p:spPr>
          <a:xfrm>
            <a:off x="4534695" y="1413612"/>
            <a:ext cx="3122610" cy="4918094"/>
          </a:xfrm>
          <a:custGeom>
            <a:avLst/>
            <a:gdLst>
              <a:gd name="connsiteX0" fmla="*/ 0 w 2075844"/>
              <a:gd name="connsiteY0" fmla="*/ 0 h 3269443"/>
              <a:gd name="connsiteX1" fmla="*/ 2075844 w 2075844"/>
              <a:gd name="connsiteY1" fmla="*/ 131258 h 3269443"/>
              <a:gd name="connsiteX2" fmla="*/ 2075844 w 2075844"/>
              <a:gd name="connsiteY2" fmla="*/ 3099823 h 3269443"/>
              <a:gd name="connsiteX3" fmla="*/ 0 w 2075844"/>
              <a:gd name="connsiteY3" fmla="*/ 3269443 h 3269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75844" h="3269443">
                <a:moveTo>
                  <a:pt x="0" y="0"/>
                </a:moveTo>
                <a:lnTo>
                  <a:pt x="2075844" y="131258"/>
                </a:lnTo>
                <a:lnTo>
                  <a:pt x="2075844" y="3099823"/>
                </a:lnTo>
                <a:lnTo>
                  <a:pt x="0" y="3269443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57670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组合 254">
            <a:extLst>
              <a:ext uri="{FF2B5EF4-FFF2-40B4-BE49-F238E27FC236}">
                <a16:creationId xmlns:a16="http://schemas.microsoft.com/office/drawing/2014/main" id="{087D5E20-AA6F-4335-964F-66FC1E895D1E}"/>
              </a:ext>
            </a:extLst>
          </p:cNvPr>
          <p:cNvGrpSpPr/>
          <p:nvPr/>
        </p:nvGrpSpPr>
        <p:grpSpPr>
          <a:xfrm>
            <a:off x="-3765573" y="2159385"/>
            <a:ext cx="3477829" cy="2442098"/>
            <a:chOff x="2514577" y="2207951"/>
            <a:chExt cx="3477829" cy="244209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8404666-DD2C-46B2-BD3F-3E2CE2FCECDB}"/>
                </a:ext>
              </a:extLst>
            </p:cNvPr>
            <p:cNvSpPr/>
            <p:nvPr/>
          </p:nvSpPr>
          <p:spPr>
            <a:xfrm>
              <a:off x="2514577" y="2771942"/>
              <a:ext cx="3477829" cy="18781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86FABA2-D74C-4B6B-85F1-E87ED476FA6D}"/>
                </a:ext>
              </a:extLst>
            </p:cNvPr>
            <p:cNvSpPr txBox="1"/>
            <p:nvPr/>
          </p:nvSpPr>
          <p:spPr>
            <a:xfrm>
              <a:off x="3799406" y="2207951"/>
              <a:ext cx="727279" cy="388264"/>
            </a:xfrm>
            <a:custGeom>
              <a:avLst/>
              <a:gdLst/>
              <a:ahLst/>
              <a:cxnLst/>
              <a:rect l="l" t="t" r="r" b="b"/>
              <a:pathLst>
                <a:path w="281026" h="150028">
                  <a:moveTo>
                    <a:pt x="251527" y="24070"/>
                  </a:moveTo>
                  <a:cubicBezTo>
                    <a:pt x="255146" y="27810"/>
                    <a:pt x="258705" y="30283"/>
                    <a:pt x="262204" y="31490"/>
                  </a:cubicBezTo>
                  <a:cubicBezTo>
                    <a:pt x="263652" y="32093"/>
                    <a:pt x="264376" y="32696"/>
                    <a:pt x="264376" y="33299"/>
                  </a:cubicBezTo>
                  <a:cubicBezTo>
                    <a:pt x="264376" y="33903"/>
                    <a:pt x="263199" y="34747"/>
                    <a:pt x="260847" y="35833"/>
                  </a:cubicBezTo>
                  <a:cubicBezTo>
                    <a:pt x="258494" y="36919"/>
                    <a:pt x="254905" y="40719"/>
                    <a:pt x="250079" y="47235"/>
                  </a:cubicBezTo>
                  <a:cubicBezTo>
                    <a:pt x="241392" y="58938"/>
                    <a:pt x="232947" y="69313"/>
                    <a:pt x="224742" y="78362"/>
                  </a:cubicBezTo>
                  <a:lnTo>
                    <a:pt x="264376" y="120348"/>
                  </a:lnTo>
                  <a:lnTo>
                    <a:pt x="255146" y="128130"/>
                  </a:lnTo>
                  <a:cubicBezTo>
                    <a:pt x="241995" y="112566"/>
                    <a:pt x="229568" y="98511"/>
                    <a:pt x="217865" y="85963"/>
                  </a:cubicBezTo>
                  <a:cubicBezTo>
                    <a:pt x="203508" y="101165"/>
                    <a:pt x="187703" y="115160"/>
                    <a:pt x="170450" y="127949"/>
                  </a:cubicBezTo>
                  <a:cubicBezTo>
                    <a:pt x="169605" y="123847"/>
                    <a:pt x="166589" y="120590"/>
                    <a:pt x="161401" y="118177"/>
                  </a:cubicBezTo>
                  <a:cubicBezTo>
                    <a:pt x="177689" y="109007"/>
                    <a:pt x="194218" y="95856"/>
                    <a:pt x="210988" y="78724"/>
                  </a:cubicBezTo>
                  <a:cubicBezTo>
                    <a:pt x="196390" y="63281"/>
                    <a:pt x="182394" y="49406"/>
                    <a:pt x="169002" y="37100"/>
                  </a:cubicBezTo>
                  <a:lnTo>
                    <a:pt x="176422" y="30766"/>
                  </a:lnTo>
                  <a:cubicBezTo>
                    <a:pt x="193675" y="47174"/>
                    <a:pt x="207550" y="60687"/>
                    <a:pt x="218046" y="71304"/>
                  </a:cubicBezTo>
                  <a:cubicBezTo>
                    <a:pt x="233127" y="54413"/>
                    <a:pt x="244288" y="38668"/>
                    <a:pt x="251527" y="24070"/>
                  </a:cubicBezTo>
                  <a:close/>
                  <a:moveTo>
                    <a:pt x="141132" y="6877"/>
                  </a:moveTo>
                  <a:cubicBezTo>
                    <a:pt x="147647" y="8084"/>
                    <a:pt x="170269" y="8687"/>
                    <a:pt x="208997" y="8687"/>
                  </a:cubicBezTo>
                  <a:cubicBezTo>
                    <a:pt x="247726" y="8687"/>
                    <a:pt x="269624" y="8084"/>
                    <a:pt x="274692" y="6877"/>
                  </a:cubicBezTo>
                  <a:lnTo>
                    <a:pt x="274692" y="20088"/>
                  </a:lnTo>
                  <a:cubicBezTo>
                    <a:pt x="266005" y="18761"/>
                    <a:pt x="244589" y="18098"/>
                    <a:pt x="210445" y="18098"/>
                  </a:cubicBezTo>
                  <a:lnTo>
                    <a:pt x="152895" y="18098"/>
                  </a:lnTo>
                  <a:lnTo>
                    <a:pt x="152895" y="138808"/>
                  </a:lnTo>
                  <a:lnTo>
                    <a:pt x="218227" y="138808"/>
                  </a:lnTo>
                  <a:cubicBezTo>
                    <a:pt x="251165" y="138808"/>
                    <a:pt x="272098" y="138144"/>
                    <a:pt x="281026" y="136817"/>
                  </a:cubicBezTo>
                  <a:lnTo>
                    <a:pt x="281026" y="150028"/>
                  </a:lnTo>
                  <a:cubicBezTo>
                    <a:pt x="274390" y="148701"/>
                    <a:pt x="251044" y="148038"/>
                    <a:pt x="210988" y="148038"/>
                  </a:cubicBezTo>
                  <a:cubicBezTo>
                    <a:pt x="170932" y="148038"/>
                    <a:pt x="147647" y="148701"/>
                    <a:pt x="141132" y="150028"/>
                  </a:cubicBezTo>
                  <a:cubicBezTo>
                    <a:pt x="141735" y="140497"/>
                    <a:pt x="142037" y="130785"/>
                    <a:pt x="142037" y="120891"/>
                  </a:cubicBezTo>
                  <a:lnTo>
                    <a:pt x="142037" y="36195"/>
                  </a:lnTo>
                  <a:cubicBezTo>
                    <a:pt x="142037" y="24492"/>
                    <a:pt x="141735" y="14719"/>
                    <a:pt x="141132" y="6877"/>
                  </a:cubicBezTo>
                  <a:close/>
                  <a:moveTo>
                    <a:pt x="0" y="0"/>
                  </a:moveTo>
                  <a:lnTo>
                    <a:pt x="2896" y="0"/>
                  </a:lnTo>
                  <a:lnTo>
                    <a:pt x="89221" y="99536"/>
                  </a:lnTo>
                  <a:lnTo>
                    <a:pt x="89221" y="0"/>
                  </a:lnTo>
                  <a:lnTo>
                    <a:pt x="102070" y="0"/>
                  </a:lnTo>
                  <a:lnTo>
                    <a:pt x="102070" y="129940"/>
                  </a:lnTo>
                  <a:lnTo>
                    <a:pt x="99174" y="129940"/>
                  </a:lnTo>
                  <a:lnTo>
                    <a:pt x="13392" y="31671"/>
                  </a:lnTo>
                  <a:lnTo>
                    <a:pt x="13392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8139A826-0F95-4856-90E2-4A7B249904EB}"/>
                </a:ext>
              </a:extLst>
            </p:cNvPr>
            <p:cNvGrpSpPr/>
            <p:nvPr/>
          </p:nvGrpSpPr>
          <p:grpSpPr>
            <a:xfrm>
              <a:off x="2610284" y="2850440"/>
              <a:ext cx="2970865" cy="1725373"/>
              <a:chOff x="1214405" y="4590491"/>
              <a:chExt cx="2970865" cy="1725373"/>
            </a:xfrm>
          </p:grpSpPr>
          <p:grpSp>
            <p:nvGrpSpPr>
              <p:cNvPr id="197" name="组合 196">
                <a:extLst>
                  <a:ext uri="{FF2B5EF4-FFF2-40B4-BE49-F238E27FC236}">
                    <a16:creationId xmlns:a16="http://schemas.microsoft.com/office/drawing/2014/main" id="{A26182BF-5F55-4300-9B7C-F79ED1DCA436}"/>
                  </a:ext>
                </a:extLst>
              </p:cNvPr>
              <p:cNvGrpSpPr/>
              <p:nvPr/>
            </p:nvGrpSpPr>
            <p:grpSpPr>
              <a:xfrm>
                <a:off x="1214405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268ACADA-3654-411F-ADD3-2C5DF3AB3A6D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95D0F295-5416-4324-AC50-4D0254E2FC37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5" name="椭圆 124">
                  <a:extLst>
                    <a:ext uri="{FF2B5EF4-FFF2-40B4-BE49-F238E27FC236}">
                      <a16:creationId xmlns:a16="http://schemas.microsoft.com/office/drawing/2014/main" id="{8DAC57DC-A9ED-4C0F-AA9D-C7BEFE2D37D8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8" name="椭圆 127">
                  <a:extLst>
                    <a:ext uri="{FF2B5EF4-FFF2-40B4-BE49-F238E27FC236}">
                      <a16:creationId xmlns:a16="http://schemas.microsoft.com/office/drawing/2014/main" id="{C7955919-3898-4841-B07F-FDCC5B0E7A1B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0" name="椭圆 129">
                  <a:extLst>
                    <a:ext uri="{FF2B5EF4-FFF2-40B4-BE49-F238E27FC236}">
                      <a16:creationId xmlns:a16="http://schemas.microsoft.com/office/drawing/2014/main" id="{C5399765-F8FC-4FB2-8624-3C827065D9B0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98" name="组合 197">
                <a:extLst>
                  <a:ext uri="{FF2B5EF4-FFF2-40B4-BE49-F238E27FC236}">
                    <a16:creationId xmlns:a16="http://schemas.microsoft.com/office/drawing/2014/main" id="{3A51BC6B-80A0-447F-8D93-118C9A4081E9}"/>
                  </a:ext>
                </a:extLst>
              </p:cNvPr>
              <p:cNvGrpSpPr/>
              <p:nvPr/>
            </p:nvGrpSpPr>
            <p:grpSpPr>
              <a:xfrm>
                <a:off x="4100769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99" name="椭圆 198">
                  <a:extLst>
                    <a:ext uri="{FF2B5EF4-FFF2-40B4-BE49-F238E27FC236}">
                      <a16:creationId xmlns:a16="http://schemas.microsoft.com/office/drawing/2014/main" id="{4A8DBA4F-3268-4260-851E-6C4BCB481A7A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0" name="椭圆 199">
                  <a:extLst>
                    <a:ext uri="{FF2B5EF4-FFF2-40B4-BE49-F238E27FC236}">
                      <a16:creationId xmlns:a16="http://schemas.microsoft.com/office/drawing/2014/main" id="{73633A8D-40DF-4614-8165-6AAD5329AAC9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1" name="椭圆 200">
                  <a:extLst>
                    <a:ext uri="{FF2B5EF4-FFF2-40B4-BE49-F238E27FC236}">
                      <a16:creationId xmlns:a16="http://schemas.microsoft.com/office/drawing/2014/main" id="{F1086EF5-1897-46AE-BCAF-B1D0CF466A4D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2" name="椭圆 201">
                  <a:extLst>
                    <a:ext uri="{FF2B5EF4-FFF2-40B4-BE49-F238E27FC236}">
                      <a16:creationId xmlns:a16="http://schemas.microsoft.com/office/drawing/2014/main" id="{4269ADA7-2238-45D4-8681-3869AA0E04F9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3" name="椭圆 202">
                  <a:extLst>
                    <a:ext uri="{FF2B5EF4-FFF2-40B4-BE49-F238E27FC236}">
                      <a16:creationId xmlns:a16="http://schemas.microsoft.com/office/drawing/2014/main" id="{EDCFDF12-411B-4BB8-BC2B-DFC33CE5DFDA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04" name="组合 203">
                <a:extLst>
                  <a:ext uri="{FF2B5EF4-FFF2-40B4-BE49-F238E27FC236}">
                    <a16:creationId xmlns:a16="http://schemas.microsoft.com/office/drawing/2014/main" id="{9E36E38F-A510-4A35-BF65-9A43CF4DB715}"/>
                  </a:ext>
                </a:extLst>
              </p:cNvPr>
              <p:cNvGrpSpPr/>
              <p:nvPr/>
            </p:nvGrpSpPr>
            <p:grpSpPr>
              <a:xfrm>
                <a:off x="1935996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205" name="椭圆 204">
                  <a:extLst>
                    <a:ext uri="{FF2B5EF4-FFF2-40B4-BE49-F238E27FC236}">
                      <a16:creationId xmlns:a16="http://schemas.microsoft.com/office/drawing/2014/main" id="{0B84A2AD-909A-4B6B-9224-88614A072EE0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6" name="椭圆 205">
                  <a:extLst>
                    <a:ext uri="{FF2B5EF4-FFF2-40B4-BE49-F238E27FC236}">
                      <a16:creationId xmlns:a16="http://schemas.microsoft.com/office/drawing/2014/main" id="{247AFC8C-BFDD-4B05-8F2F-7FC43CA9E171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7" name="椭圆 206">
                  <a:extLst>
                    <a:ext uri="{FF2B5EF4-FFF2-40B4-BE49-F238E27FC236}">
                      <a16:creationId xmlns:a16="http://schemas.microsoft.com/office/drawing/2014/main" id="{E06088A4-1A69-4262-835B-E0047111C13A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8" name="椭圆 207">
                  <a:extLst>
                    <a:ext uri="{FF2B5EF4-FFF2-40B4-BE49-F238E27FC236}">
                      <a16:creationId xmlns:a16="http://schemas.microsoft.com/office/drawing/2014/main" id="{8DB27B61-0507-4BF2-99ED-C5F9F371773E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9" name="椭圆 208">
                  <a:extLst>
                    <a:ext uri="{FF2B5EF4-FFF2-40B4-BE49-F238E27FC236}">
                      <a16:creationId xmlns:a16="http://schemas.microsoft.com/office/drawing/2014/main" id="{462A10EB-2C59-4D2D-BFF8-CD4C39F4F606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C618F670-01E2-4571-94F9-0B3088BDBD6B}"/>
                  </a:ext>
                </a:extLst>
              </p:cNvPr>
              <p:cNvGrpSpPr/>
              <p:nvPr/>
            </p:nvGrpSpPr>
            <p:grpSpPr>
              <a:xfrm>
                <a:off x="2657587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211" name="椭圆 210">
                  <a:extLst>
                    <a:ext uri="{FF2B5EF4-FFF2-40B4-BE49-F238E27FC236}">
                      <a16:creationId xmlns:a16="http://schemas.microsoft.com/office/drawing/2014/main" id="{FE9D440C-6995-45B2-B39B-03C3E0F094B4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2" name="椭圆 211">
                  <a:extLst>
                    <a:ext uri="{FF2B5EF4-FFF2-40B4-BE49-F238E27FC236}">
                      <a16:creationId xmlns:a16="http://schemas.microsoft.com/office/drawing/2014/main" id="{36C441FE-F20E-4281-AA0D-BCF1F65C529F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3" name="椭圆 212">
                  <a:extLst>
                    <a:ext uri="{FF2B5EF4-FFF2-40B4-BE49-F238E27FC236}">
                      <a16:creationId xmlns:a16="http://schemas.microsoft.com/office/drawing/2014/main" id="{85A13A02-92AD-425C-A137-666D3059439C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4" name="椭圆 213">
                  <a:extLst>
                    <a:ext uri="{FF2B5EF4-FFF2-40B4-BE49-F238E27FC236}">
                      <a16:creationId xmlns:a16="http://schemas.microsoft.com/office/drawing/2014/main" id="{206CCF7F-272D-44DC-80CD-C25D45850205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5" name="椭圆 214">
                  <a:extLst>
                    <a:ext uri="{FF2B5EF4-FFF2-40B4-BE49-F238E27FC236}">
                      <a16:creationId xmlns:a16="http://schemas.microsoft.com/office/drawing/2014/main" id="{C41FD8BF-1008-48D3-B063-BAF6B12C2419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16" name="组合 215">
                <a:extLst>
                  <a:ext uri="{FF2B5EF4-FFF2-40B4-BE49-F238E27FC236}">
                    <a16:creationId xmlns:a16="http://schemas.microsoft.com/office/drawing/2014/main" id="{D81EA810-707F-4225-A94D-6D250FF88944}"/>
                  </a:ext>
                </a:extLst>
              </p:cNvPr>
              <p:cNvGrpSpPr/>
              <p:nvPr/>
            </p:nvGrpSpPr>
            <p:grpSpPr>
              <a:xfrm>
                <a:off x="3379178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217" name="椭圆 216">
                  <a:extLst>
                    <a:ext uri="{FF2B5EF4-FFF2-40B4-BE49-F238E27FC236}">
                      <a16:creationId xmlns:a16="http://schemas.microsoft.com/office/drawing/2014/main" id="{FC70E2E7-64CF-4C01-831A-6CE248E89A4E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8" name="椭圆 217">
                  <a:extLst>
                    <a:ext uri="{FF2B5EF4-FFF2-40B4-BE49-F238E27FC236}">
                      <a16:creationId xmlns:a16="http://schemas.microsoft.com/office/drawing/2014/main" id="{4DE0174B-AB1C-43E7-9F40-031776F6A915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9" name="椭圆 218">
                  <a:extLst>
                    <a:ext uri="{FF2B5EF4-FFF2-40B4-BE49-F238E27FC236}">
                      <a16:creationId xmlns:a16="http://schemas.microsoft.com/office/drawing/2014/main" id="{88E9D260-F46A-43A3-8620-2F73E86BA534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0" name="椭圆 219">
                  <a:extLst>
                    <a:ext uri="{FF2B5EF4-FFF2-40B4-BE49-F238E27FC236}">
                      <a16:creationId xmlns:a16="http://schemas.microsoft.com/office/drawing/2014/main" id="{D77C99F4-D2CA-4125-AAF0-195F45719C99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1" name="椭圆 220">
                  <a:extLst>
                    <a:ext uri="{FF2B5EF4-FFF2-40B4-BE49-F238E27FC236}">
                      <a16:creationId xmlns:a16="http://schemas.microsoft.com/office/drawing/2014/main" id="{BC9368D3-6700-4276-ACAE-D31A9F493941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</p:grpSp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D53FC7D2-BE93-415E-BD77-D19D396AB700}"/>
              </a:ext>
            </a:extLst>
          </p:cNvPr>
          <p:cNvGrpSpPr/>
          <p:nvPr/>
        </p:nvGrpSpPr>
        <p:grpSpPr>
          <a:xfrm>
            <a:off x="12545606" y="2207951"/>
            <a:ext cx="3685018" cy="2442098"/>
            <a:chOff x="5992406" y="2207951"/>
            <a:chExt cx="3685018" cy="2442098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6D3AF5-AFFC-4CE9-9AF9-AA216535ED65}"/>
                </a:ext>
              </a:extLst>
            </p:cNvPr>
            <p:cNvSpPr/>
            <p:nvPr/>
          </p:nvSpPr>
          <p:spPr>
            <a:xfrm>
              <a:off x="5992406" y="2771942"/>
              <a:ext cx="3685018" cy="187810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F38A98B-C0EC-4343-95BD-24CAC8FBF12E}"/>
                </a:ext>
              </a:extLst>
            </p:cNvPr>
            <p:cNvSpPr txBox="1"/>
            <p:nvPr/>
          </p:nvSpPr>
          <p:spPr>
            <a:xfrm>
              <a:off x="7716571" y="2207951"/>
              <a:ext cx="653797" cy="388264"/>
            </a:xfrm>
            <a:custGeom>
              <a:avLst/>
              <a:gdLst/>
              <a:ahLst/>
              <a:cxnLst/>
              <a:rect l="l" t="t" r="r" b="b"/>
              <a:pathLst>
                <a:path w="252632" h="150028">
                  <a:moveTo>
                    <a:pt x="223133" y="24070"/>
                  </a:moveTo>
                  <a:cubicBezTo>
                    <a:pt x="226752" y="27810"/>
                    <a:pt x="230311" y="30283"/>
                    <a:pt x="233810" y="31490"/>
                  </a:cubicBezTo>
                  <a:cubicBezTo>
                    <a:pt x="235258" y="32093"/>
                    <a:pt x="235982" y="32696"/>
                    <a:pt x="235982" y="33299"/>
                  </a:cubicBezTo>
                  <a:cubicBezTo>
                    <a:pt x="235982" y="33903"/>
                    <a:pt x="234806" y="34747"/>
                    <a:pt x="232453" y="35833"/>
                  </a:cubicBezTo>
                  <a:cubicBezTo>
                    <a:pt x="230100" y="36919"/>
                    <a:pt x="226511" y="40719"/>
                    <a:pt x="221685" y="47235"/>
                  </a:cubicBezTo>
                  <a:cubicBezTo>
                    <a:pt x="212998" y="58938"/>
                    <a:pt x="204553" y="69313"/>
                    <a:pt x="196348" y="78362"/>
                  </a:cubicBezTo>
                  <a:lnTo>
                    <a:pt x="235982" y="120348"/>
                  </a:lnTo>
                  <a:lnTo>
                    <a:pt x="226752" y="128130"/>
                  </a:lnTo>
                  <a:cubicBezTo>
                    <a:pt x="213601" y="112566"/>
                    <a:pt x="201174" y="98511"/>
                    <a:pt x="189471" y="85963"/>
                  </a:cubicBezTo>
                  <a:cubicBezTo>
                    <a:pt x="175114" y="101165"/>
                    <a:pt x="159309" y="115160"/>
                    <a:pt x="142056" y="127949"/>
                  </a:cubicBezTo>
                  <a:cubicBezTo>
                    <a:pt x="141211" y="123847"/>
                    <a:pt x="138195" y="120590"/>
                    <a:pt x="133007" y="118177"/>
                  </a:cubicBezTo>
                  <a:cubicBezTo>
                    <a:pt x="149295" y="109007"/>
                    <a:pt x="165824" y="95856"/>
                    <a:pt x="182594" y="78724"/>
                  </a:cubicBezTo>
                  <a:cubicBezTo>
                    <a:pt x="167996" y="63281"/>
                    <a:pt x="154000" y="49406"/>
                    <a:pt x="140608" y="37100"/>
                  </a:cubicBezTo>
                  <a:lnTo>
                    <a:pt x="148028" y="30766"/>
                  </a:lnTo>
                  <a:cubicBezTo>
                    <a:pt x="165281" y="47174"/>
                    <a:pt x="179156" y="60687"/>
                    <a:pt x="189652" y="71304"/>
                  </a:cubicBezTo>
                  <a:cubicBezTo>
                    <a:pt x="204734" y="54413"/>
                    <a:pt x="215894" y="38668"/>
                    <a:pt x="223133" y="24070"/>
                  </a:cubicBezTo>
                  <a:close/>
                  <a:moveTo>
                    <a:pt x="13030" y="12668"/>
                  </a:moveTo>
                  <a:lnTo>
                    <a:pt x="13030" y="57007"/>
                  </a:lnTo>
                  <a:lnTo>
                    <a:pt x="34928" y="57007"/>
                  </a:lnTo>
                  <a:cubicBezTo>
                    <a:pt x="48079" y="57248"/>
                    <a:pt x="56826" y="55107"/>
                    <a:pt x="61170" y="50583"/>
                  </a:cubicBezTo>
                  <a:cubicBezTo>
                    <a:pt x="65513" y="46058"/>
                    <a:pt x="67685" y="40719"/>
                    <a:pt x="67685" y="34566"/>
                  </a:cubicBezTo>
                  <a:cubicBezTo>
                    <a:pt x="67685" y="19968"/>
                    <a:pt x="57128" y="12668"/>
                    <a:pt x="36014" y="12668"/>
                  </a:cubicBezTo>
                  <a:close/>
                  <a:moveTo>
                    <a:pt x="112738" y="6877"/>
                  </a:moveTo>
                  <a:cubicBezTo>
                    <a:pt x="119253" y="8084"/>
                    <a:pt x="141875" y="8687"/>
                    <a:pt x="180604" y="8687"/>
                  </a:cubicBezTo>
                  <a:cubicBezTo>
                    <a:pt x="219332" y="8687"/>
                    <a:pt x="241230" y="8084"/>
                    <a:pt x="246298" y="6877"/>
                  </a:cubicBezTo>
                  <a:lnTo>
                    <a:pt x="246298" y="20088"/>
                  </a:lnTo>
                  <a:cubicBezTo>
                    <a:pt x="237611" y="18761"/>
                    <a:pt x="216195" y="18098"/>
                    <a:pt x="182051" y="18098"/>
                  </a:cubicBezTo>
                  <a:lnTo>
                    <a:pt x="124501" y="18098"/>
                  </a:lnTo>
                  <a:lnTo>
                    <a:pt x="124501" y="138808"/>
                  </a:lnTo>
                  <a:lnTo>
                    <a:pt x="189833" y="138808"/>
                  </a:lnTo>
                  <a:cubicBezTo>
                    <a:pt x="222771" y="138808"/>
                    <a:pt x="243704" y="138144"/>
                    <a:pt x="252632" y="136817"/>
                  </a:cubicBezTo>
                  <a:lnTo>
                    <a:pt x="252632" y="150028"/>
                  </a:lnTo>
                  <a:cubicBezTo>
                    <a:pt x="245996" y="148701"/>
                    <a:pt x="222650" y="148038"/>
                    <a:pt x="182594" y="148038"/>
                  </a:cubicBezTo>
                  <a:cubicBezTo>
                    <a:pt x="142539" y="148038"/>
                    <a:pt x="119253" y="148701"/>
                    <a:pt x="112738" y="150028"/>
                  </a:cubicBezTo>
                  <a:cubicBezTo>
                    <a:pt x="113341" y="140497"/>
                    <a:pt x="113643" y="130785"/>
                    <a:pt x="113643" y="120891"/>
                  </a:cubicBezTo>
                  <a:lnTo>
                    <a:pt x="113643" y="36195"/>
                  </a:lnTo>
                  <a:cubicBezTo>
                    <a:pt x="113643" y="24492"/>
                    <a:pt x="113341" y="14719"/>
                    <a:pt x="112738" y="6877"/>
                  </a:cubicBezTo>
                  <a:close/>
                  <a:moveTo>
                    <a:pt x="0" y="0"/>
                  </a:moveTo>
                  <a:lnTo>
                    <a:pt x="25879" y="0"/>
                  </a:lnTo>
                  <a:cubicBezTo>
                    <a:pt x="41202" y="0"/>
                    <a:pt x="51216" y="603"/>
                    <a:pt x="55921" y="1810"/>
                  </a:cubicBezTo>
                  <a:cubicBezTo>
                    <a:pt x="60627" y="3016"/>
                    <a:pt x="64940" y="5128"/>
                    <a:pt x="68861" y="8144"/>
                  </a:cubicBezTo>
                  <a:cubicBezTo>
                    <a:pt x="72782" y="11160"/>
                    <a:pt x="75829" y="14930"/>
                    <a:pt x="78000" y="19455"/>
                  </a:cubicBezTo>
                  <a:cubicBezTo>
                    <a:pt x="80172" y="23979"/>
                    <a:pt x="81258" y="29016"/>
                    <a:pt x="81258" y="34566"/>
                  </a:cubicBezTo>
                  <a:cubicBezTo>
                    <a:pt x="81258" y="43494"/>
                    <a:pt x="78845" y="50794"/>
                    <a:pt x="74019" y="56464"/>
                  </a:cubicBezTo>
                  <a:cubicBezTo>
                    <a:pt x="69193" y="62135"/>
                    <a:pt x="63130" y="65724"/>
                    <a:pt x="55831" y="67232"/>
                  </a:cubicBezTo>
                  <a:cubicBezTo>
                    <a:pt x="48532" y="68740"/>
                    <a:pt x="37341" y="69494"/>
                    <a:pt x="22260" y="69494"/>
                  </a:cubicBezTo>
                  <a:lnTo>
                    <a:pt x="13030" y="69494"/>
                  </a:lnTo>
                  <a:lnTo>
                    <a:pt x="13030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253" name="组合 252">
              <a:extLst>
                <a:ext uri="{FF2B5EF4-FFF2-40B4-BE49-F238E27FC236}">
                  <a16:creationId xmlns:a16="http://schemas.microsoft.com/office/drawing/2014/main" id="{652274DB-E6FD-4620-A3F6-59402E2734BC}"/>
                </a:ext>
              </a:extLst>
            </p:cNvPr>
            <p:cNvGrpSpPr/>
            <p:nvPr/>
          </p:nvGrpSpPr>
          <p:grpSpPr>
            <a:xfrm>
              <a:off x="6585384" y="2862987"/>
              <a:ext cx="2970865" cy="1725373"/>
              <a:chOff x="5189505" y="4603038"/>
              <a:chExt cx="2970865" cy="1725373"/>
            </a:xfrm>
          </p:grpSpPr>
          <p:sp>
            <p:nvSpPr>
              <p:cNvPr id="223" name="椭圆 222">
                <a:extLst>
                  <a:ext uri="{FF2B5EF4-FFF2-40B4-BE49-F238E27FC236}">
                    <a16:creationId xmlns:a16="http://schemas.microsoft.com/office/drawing/2014/main" id="{8915AEFE-3F9C-4DFC-A299-E087382AD5FB}"/>
                  </a:ext>
                </a:extLst>
              </p:cNvPr>
              <p:cNvSpPr/>
              <p:nvPr/>
            </p:nvSpPr>
            <p:spPr>
              <a:xfrm>
                <a:off x="5189505" y="4603038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4" name="椭圆 223">
                <a:extLst>
                  <a:ext uri="{FF2B5EF4-FFF2-40B4-BE49-F238E27FC236}">
                    <a16:creationId xmlns:a16="http://schemas.microsoft.com/office/drawing/2014/main" id="{56305554-C8C6-431C-8039-3078FDCC4C42}"/>
                  </a:ext>
                </a:extLst>
              </p:cNvPr>
              <p:cNvSpPr/>
              <p:nvPr/>
            </p:nvSpPr>
            <p:spPr>
              <a:xfrm>
                <a:off x="5189505" y="5833692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5" name="椭圆 224">
                <a:extLst>
                  <a:ext uri="{FF2B5EF4-FFF2-40B4-BE49-F238E27FC236}">
                    <a16:creationId xmlns:a16="http://schemas.microsoft.com/office/drawing/2014/main" id="{498CE06F-89FD-433D-A93E-45624E4733D3}"/>
                  </a:ext>
                </a:extLst>
              </p:cNvPr>
              <p:cNvSpPr/>
              <p:nvPr/>
            </p:nvSpPr>
            <p:spPr>
              <a:xfrm>
                <a:off x="5189505" y="6243910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6" name="椭圆 225">
                <a:extLst>
                  <a:ext uri="{FF2B5EF4-FFF2-40B4-BE49-F238E27FC236}">
                    <a16:creationId xmlns:a16="http://schemas.microsoft.com/office/drawing/2014/main" id="{27C5237D-21DD-4048-BE8D-1D98CFC7D02C}"/>
                  </a:ext>
                </a:extLst>
              </p:cNvPr>
              <p:cNvSpPr/>
              <p:nvPr/>
            </p:nvSpPr>
            <p:spPr>
              <a:xfrm>
                <a:off x="5189505" y="5013256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7" name="椭圆 226">
                <a:extLst>
                  <a:ext uri="{FF2B5EF4-FFF2-40B4-BE49-F238E27FC236}">
                    <a16:creationId xmlns:a16="http://schemas.microsoft.com/office/drawing/2014/main" id="{FFDA6176-D6A4-45F1-8787-B25298FAC206}"/>
                  </a:ext>
                </a:extLst>
              </p:cNvPr>
              <p:cNvSpPr/>
              <p:nvPr/>
            </p:nvSpPr>
            <p:spPr>
              <a:xfrm>
                <a:off x="5189505" y="5423474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9" name="椭圆 228">
                <a:extLst>
                  <a:ext uri="{FF2B5EF4-FFF2-40B4-BE49-F238E27FC236}">
                    <a16:creationId xmlns:a16="http://schemas.microsoft.com/office/drawing/2014/main" id="{2B8419DB-0B11-42F0-AD88-AF26E22EA6C0}"/>
                  </a:ext>
                </a:extLst>
              </p:cNvPr>
              <p:cNvSpPr/>
              <p:nvPr/>
            </p:nvSpPr>
            <p:spPr>
              <a:xfrm>
                <a:off x="8075869" y="4603038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0" name="椭圆 229">
                <a:extLst>
                  <a:ext uri="{FF2B5EF4-FFF2-40B4-BE49-F238E27FC236}">
                    <a16:creationId xmlns:a16="http://schemas.microsoft.com/office/drawing/2014/main" id="{9A73B4DA-91F7-469F-B5AE-5B1D9CDB96B4}"/>
                  </a:ext>
                </a:extLst>
              </p:cNvPr>
              <p:cNvSpPr/>
              <p:nvPr/>
            </p:nvSpPr>
            <p:spPr>
              <a:xfrm>
                <a:off x="8075869" y="5833692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1" name="椭圆 230">
                <a:extLst>
                  <a:ext uri="{FF2B5EF4-FFF2-40B4-BE49-F238E27FC236}">
                    <a16:creationId xmlns:a16="http://schemas.microsoft.com/office/drawing/2014/main" id="{51CD6D1A-42BC-4189-81D7-D48D61E95E63}"/>
                  </a:ext>
                </a:extLst>
              </p:cNvPr>
              <p:cNvSpPr/>
              <p:nvPr/>
            </p:nvSpPr>
            <p:spPr>
              <a:xfrm>
                <a:off x="8075869" y="6243910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2" name="椭圆 231">
                <a:extLst>
                  <a:ext uri="{FF2B5EF4-FFF2-40B4-BE49-F238E27FC236}">
                    <a16:creationId xmlns:a16="http://schemas.microsoft.com/office/drawing/2014/main" id="{3B11AF73-2A0A-4420-A2C7-A373253264B7}"/>
                  </a:ext>
                </a:extLst>
              </p:cNvPr>
              <p:cNvSpPr/>
              <p:nvPr/>
            </p:nvSpPr>
            <p:spPr>
              <a:xfrm>
                <a:off x="8075869" y="5013256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3" name="椭圆 232">
                <a:extLst>
                  <a:ext uri="{FF2B5EF4-FFF2-40B4-BE49-F238E27FC236}">
                    <a16:creationId xmlns:a16="http://schemas.microsoft.com/office/drawing/2014/main" id="{AAAA40BF-8821-4150-8B6C-6A6206F283D7}"/>
                  </a:ext>
                </a:extLst>
              </p:cNvPr>
              <p:cNvSpPr/>
              <p:nvPr/>
            </p:nvSpPr>
            <p:spPr>
              <a:xfrm>
                <a:off x="8075869" y="5423474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5" name="椭圆 234">
                <a:extLst>
                  <a:ext uri="{FF2B5EF4-FFF2-40B4-BE49-F238E27FC236}">
                    <a16:creationId xmlns:a16="http://schemas.microsoft.com/office/drawing/2014/main" id="{466CB7BA-B97D-4E31-87BB-436BF8EEDD54}"/>
                  </a:ext>
                </a:extLst>
              </p:cNvPr>
              <p:cNvSpPr/>
              <p:nvPr/>
            </p:nvSpPr>
            <p:spPr>
              <a:xfrm>
                <a:off x="5911096" y="4603038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6" name="椭圆 235">
                <a:extLst>
                  <a:ext uri="{FF2B5EF4-FFF2-40B4-BE49-F238E27FC236}">
                    <a16:creationId xmlns:a16="http://schemas.microsoft.com/office/drawing/2014/main" id="{639B57B7-23FA-44A7-B83A-1D462B584DC3}"/>
                  </a:ext>
                </a:extLst>
              </p:cNvPr>
              <p:cNvSpPr/>
              <p:nvPr/>
            </p:nvSpPr>
            <p:spPr>
              <a:xfrm>
                <a:off x="5911096" y="5833692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7" name="椭圆 236">
                <a:extLst>
                  <a:ext uri="{FF2B5EF4-FFF2-40B4-BE49-F238E27FC236}">
                    <a16:creationId xmlns:a16="http://schemas.microsoft.com/office/drawing/2014/main" id="{0E9F8E49-FE85-4C8A-8EE5-AB7385328D93}"/>
                  </a:ext>
                </a:extLst>
              </p:cNvPr>
              <p:cNvSpPr/>
              <p:nvPr/>
            </p:nvSpPr>
            <p:spPr>
              <a:xfrm>
                <a:off x="5911096" y="6243910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8" name="椭圆 237">
                <a:extLst>
                  <a:ext uri="{FF2B5EF4-FFF2-40B4-BE49-F238E27FC236}">
                    <a16:creationId xmlns:a16="http://schemas.microsoft.com/office/drawing/2014/main" id="{FA38FCB3-B1AA-4BCE-8638-C4738E179218}"/>
                  </a:ext>
                </a:extLst>
              </p:cNvPr>
              <p:cNvSpPr/>
              <p:nvPr/>
            </p:nvSpPr>
            <p:spPr>
              <a:xfrm>
                <a:off x="5911096" y="5013256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9" name="椭圆 238">
                <a:extLst>
                  <a:ext uri="{FF2B5EF4-FFF2-40B4-BE49-F238E27FC236}">
                    <a16:creationId xmlns:a16="http://schemas.microsoft.com/office/drawing/2014/main" id="{39515DA8-12FE-4B99-94D0-F3CF1C372B32}"/>
                  </a:ext>
                </a:extLst>
              </p:cNvPr>
              <p:cNvSpPr/>
              <p:nvPr/>
            </p:nvSpPr>
            <p:spPr>
              <a:xfrm>
                <a:off x="5911096" y="5423474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1" name="椭圆 240">
                <a:extLst>
                  <a:ext uri="{FF2B5EF4-FFF2-40B4-BE49-F238E27FC236}">
                    <a16:creationId xmlns:a16="http://schemas.microsoft.com/office/drawing/2014/main" id="{AF16349D-01EF-43C9-9877-26CD56994A47}"/>
                  </a:ext>
                </a:extLst>
              </p:cNvPr>
              <p:cNvSpPr/>
              <p:nvPr/>
            </p:nvSpPr>
            <p:spPr>
              <a:xfrm>
                <a:off x="6632687" y="4603038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2" name="椭圆 241">
                <a:extLst>
                  <a:ext uri="{FF2B5EF4-FFF2-40B4-BE49-F238E27FC236}">
                    <a16:creationId xmlns:a16="http://schemas.microsoft.com/office/drawing/2014/main" id="{C287C04A-D666-47C4-8FC3-12AA363C2915}"/>
                  </a:ext>
                </a:extLst>
              </p:cNvPr>
              <p:cNvSpPr/>
              <p:nvPr/>
            </p:nvSpPr>
            <p:spPr>
              <a:xfrm>
                <a:off x="6632687" y="5833692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3" name="椭圆 242">
                <a:extLst>
                  <a:ext uri="{FF2B5EF4-FFF2-40B4-BE49-F238E27FC236}">
                    <a16:creationId xmlns:a16="http://schemas.microsoft.com/office/drawing/2014/main" id="{B962ACFA-18D4-4B61-A7CF-61BF1EE99262}"/>
                  </a:ext>
                </a:extLst>
              </p:cNvPr>
              <p:cNvSpPr/>
              <p:nvPr/>
            </p:nvSpPr>
            <p:spPr>
              <a:xfrm>
                <a:off x="6632687" y="6243910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4" name="椭圆 243">
                <a:extLst>
                  <a:ext uri="{FF2B5EF4-FFF2-40B4-BE49-F238E27FC236}">
                    <a16:creationId xmlns:a16="http://schemas.microsoft.com/office/drawing/2014/main" id="{12ECE724-03EC-4171-8B8F-FFD1798B754A}"/>
                  </a:ext>
                </a:extLst>
              </p:cNvPr>
              <p:cNvSpPr/>
              <p:nvPr/>
            </p:nvSpPr>
            <p:spPr>
              <a:xfrm>
                <a:off x="6632687" y="5013256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5" name="椭圆 244">
                <a:extLst>
                  <a:ext uri="{FF2B5EF4-FFF2-40B4-BE49-F238E27FC236}">
                    <a16:creationId xmlns:a16="http://schemas.microsoft.com/office/drawing/2014/main" id="{CEECF842-CF77-4F69-9316-D2411F1C9188}"/>
                  </a:ext>
                </a:extLst>
              </p:cNvPr>
              <p:cNvSpPr/>
              <p:nvPr/>
            </p:nvSpPr>
            <p:spPr>
              <a:xfrm>
                <a:off x="6632687" y="5423474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7" name="椭圆 246">
                <a:extLst>
                  <a:ext uri="{FF2B5EF4-FFF2-40B4-BE49-F238E27FC236}">
                    <a16:creationId xmlns:a16="http://schemas.microsoft.com/office/drawing/2014/main" id="{65D34C79-55BC-4BF4-AEE0-9932E34F44F6}"/>
                  </a:ext>
                </a:extLst>
              </p:cNvPr>
              <p:cNvSpPr/>
              <p:nvPr/>
            </p:nvSpPr>
            <p:spPr>
              <a:xfrm>
                <a:off x="7354278" y="4603038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8" name="椭圆 247">
                <a:extLst>
                  <a:ext uri="{FF2B5EF4-FFF2-40B4-BE49-F238E27FC236}">
                    <a16:creationId xmlns:a16="http://schemas.microsoft.com/office/drawing/2014/main" id="{542D76BB-1FEC-47B9-AF91-2A8C05734661}"/>
                  </a:ext>
                </a:extLst>
              </p:cNvPr>
              <p:cNvSpPr/>
              <p:nvPr/>
            </p:nvSpPr>
            <p:spPr>
              <a:xfrm>
                <a:off x="7354278" y="5833692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9" name="椭圆 248">
                <a:extLst>
                  <a:ext uri="{FF2B5EF4-FFF2-40B4-BE49-F238E27FC236}">
                    <a16:creationId xmlns:a16="http://schemas.microsoft.com/office/drawing/2014/main" id="{77B9405A-01A7-4605-9DB2-ABABBC0AB22E}"/>
                  </a:ext>
                </a:extLst>
              </p:cNvPr>
              <p:cNvSpPr/>
              <p:nvPr/>
            </p:nvSpPr>
            <p:spPr>
              <a:xfrm>
                <a:off x="7354278" y="6243910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0" name="椭圆 249">
                <a:extLst>
                  <a:ext uri="{FF2B5EF4-FFF2-40B4-BE49-F238E27FC236}">
                    <a16:creationId xmlns:a16="http://schemas.microsoft.com/office/drawing/2014/main" id="{2AA2BDC7-1E0E-4BEC-913B-62C78B97F2C9}"/>
                  </a:ext>
                </a:extLst>
              </p:cNvPr>
              <p:cNvSpPr/>
              <p:nvPr/>
            </p:nvSpPr>
            <p:spPr>
              <a:xfrm>
                <a:off x="7354278" y="5013256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1" name="椭圆 250">
                <a:extLst>
                  <a:ext uri="{FF2B5EF4-FFF2-40B4-BE49-F238E27FC236}">
                    <a16:creationId xmlns:a16="http://schemas.microsoft.com/office/drawing/2014/main" id="{EA573505-905E-4E89-BA98-DEDDA583BB06}"/>
                  </a:ext>
                </a:extLst>
              </p:cNvPr>
              <p:cNvSpPr/>
              <p:nvPr/>
            </p:nvSpPr>
            <p:spPr>
              <a:xfrm>
                <a:off x="7354278" y="5423474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24855272"/>
      </p:ext>
    </p:extLst>
  </p:cSld>
  <p:clrMapOvr>
    <a:masterClrMapping/>
  </p:clrMapOvr>
  <p:transition spd="slow" advClick="0" advTm="0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5" name="组合 254">
            <a:extLst>
              <a:ext uri="{FF2B5EF4-FFF2-40B4-BE49-F238E27FC236}">
                <a16:creationId xmlns:a16="http://schemas.microsoft.com/office/drawing/2014/main" id="{087D5E20-AA6F-4335-964F-66FC1E895D1E}"/>
              </a:ext>
            </a:extLst>
          </p:cNvPr>
          <p:cNvGrpSpPr/>
          <p:nvPr/>
        </p:nvGrpSpPr>
        <p:grpSpPr>
          <a:xfrm>
            <a:off x="2514577" y="2212345"/>
            <a:ext cx="3477829" cy="2442098"/>
            <a:chOff x="2514577" y="2207951"/>
            <a:chExt cx="3477829" cy="2442098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8404666-DD2C-46B2-BD3F-3E2CE2FCECDB}"/>
                </a:ext>
              </a:extLst>
            </p:cNvPr>
            <p:cNvSpPr/>
            <p:nvPr/>
          </p:nvSpPr>
          <p:spPr>
            <a:xfrm>
              <a:off x="2514577" y="2771942"/>
              <a:ext cx="3477829" cy="187810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686FABA2-D74C-4B6B-85F1-E87ED476FA6D}"/>
                </a:ext>
              </a:extLst>
            </p:cNvPr>
            <p:cNvSpPr txBox="1"/>
            <p:nvPr/>
          </p:nvSpPr>
          <p:spPr>
            <a:xfrm>
              <a:off x="3799406" y="2207951"/>
              <a:ext cx="727279" cy="388264"/>
            </a:xfrm>
            <a:custGeom>
              <a:avLst/>
              <a:gdLst/>
              <a:ahLst/>
              <a:cxnLst/>
              <a:rect l="l" t="t" r="r" b="b"/>
              <a:pathLst>
                <a:path w="281026" h="150028">
                  <a:moveTo>
                    <a:pt x="251527" y="24070"/>
                  </a:moveTo>
                  <a:cubicBezTo>
                    <a:pt x="255146" y="27810"/>
                    <a:pt x="258705" y="30283"/>
                    <a:pt x="262204" y="31490"/>
                  </a:cubicBezTo>
                  <a:cubicBezTo>
                    <a:pt x="263652" y="32093"/>
                    <a:pt x="264376" y="32696"/>
                    <a:pt x="264376" y="33299"/>
                  </a:cubicBezTo>
                  <a:cubicBezTo>
                    <a:pt x="264376" y="33903"/>
                    <a:pt x="263199" y="34747"/>
                    <a:pt x="260847" y="35833"/>
                  </a:cubicBezTo>
                  <a:cubicBezTo>
                    <a:pt x="258494" y="36919"/>
                    <a:pt x="254905" y="40719"/>
                    <a:pt x="250079" y="47235"/>
                  </a:cubicBezTo>
                  <a:cubicBezTo>
                    <a:pt x="241392" y="58938"/>
                    <a:pt x="232947" y="69313"/>
                    <a:pt x="224742" y="78362"/>
                  </a:cubicBezTo>
                  <a:lnTo>
                    <a:pt x="264376" y="120348"/>
                  </a:lnTo>
                  <a:lnTo>
                    <a:pt x="255146" y="128130"/>
                  </a:lnTo>
                  <a:cubicBezTo>
                    <a:pt x="241995" y="112566"/>
                    <a:pt x="229568" y="98511"/>
                    <a:pt x="217865" y="85963"/>
                  </a:cubicBezTo>
                  <a:cubicBezTo>
                    <a:pt x="203508" y="101165"/>
                    <a:pt x="187703" y="115160"/>
                    <a:pt x="170450" y="127949"/>
                  </a:cubicBezTo>
                  <a:cubicBezTo>
                    <a:pt x="169605" y="123847"/>
                    <a:pt x="166589" y="120590"/>
                    <a:pt x="161401" y="118177"/>
                  </a:cubicBezTo>
                  <a:cubicBezTo>
                    <a:pt x="177689" y="109007"/>
                    <a:pt x="194218" y="95856"/>
                    <a:pt x="210988" y="78724"/>
                  </a:cubicBezTo>
                  <a:cubicBezTo>
                    <a:pt x="196390" y="63281"/>
                    <a:pt x="182394" y="49406"/>
                    <a:pt x="169002" y="37100"/>
                  </a:cubicBezTo>
                  <a:lnTo>
                    <a:pt x="176422" y="30766"/>
                  </a:lnTo>
                  <a:cubicBezTo>
                    <a:pt x="193675" y="47174"/>
                    <a:pt x="207550" y="60687"/>
                    <a:pt x="218046" y="71304"/>
                  </a:cubicBezTo>
                  <a:cubicBezTo>
                    <a:pt x="233127" y="54413"/>
                    <a:pt x="244288" y="38668"/>
                    <a:pt x="251527" y="24070"/>
                  </a:cubicBezTo>
                  <a:close/>
                  <a:moveTo>
                    <a:pt x="141132" y="6877"/>
                  </a:moveTo>
                  <a:cubicBezTo>
                    <a:pt x="147647" y="8084"/>
                    <a:pt x="170269" y="8687"/>
                    <a:pt x="208997" y="8687"/>
                  </a:cubicBezTo>
                  <a:cubicBezTo>
                    <a:pt x="247726" y="8687"/>
                    <a:pt x="269624" y="8084"/>
                    <a:pt x="274692" y="6877"/>
                  </a:cubicBezTo>
                  <a:lnTo>
                    <a:pt x="274692" y="20088"/>
                  </a:lnTo>
                  <a:cubicBezTo>
                    <a:pt x="266005" y="18761"/>
                    <a:pt x="244589" y="18098"/>
                    <a:pt x="210445" y="18098"/>
                  </a:cubicBezTo>
                  <a:lnTo>
                    <a:pt x="152895" y="18098"/>
                  </a:lnTo>
                  <a:lnTo>
                    <a:pt x="152895" y="138808"/>
                  </a:lnTo>
                  <a:lnTo>
                    <a:pt x="218227" y="138808"/>
                  </a:lnTo>
                  <a:cubicBezTo>
                    <a:pt x="251165" y="138808"/>
                    <a:pt x="272098" y="138144"/>
                    <a:pt x="281026" y="136817"/>
                  </a:cubicBezTo>
                  <a:lnTo>
                    <a:pt x="281026" y="150028"/>
                  </a:lnTo>
                  <a:cubicBezTo>
                    <a:pt x="274390" y="148701"/>
                    <a:pt x="251044" y="148038"/>
                    <a:pt x="210988" y="148038"/>
                  </a:cubicBezTo>
                  <a:cubicBezTo>
                    <a:pt x="170932" y="148038"/>
                    <a:pt x="147647" y="148701"/>
                    <a:pt x="141132" y="150028"/>
                  </a:cubicBezTo>
                  <a:cubicBezTo>
                    <a:pt x="141735" y="140497"/>
                    <a:pt x="142037" y="130785"/>
                    <a:pt x="142037" y="120891"/>
                  </a:cubicBezTo>
                  <a:lnTo>
                    <a:pt x="142037" y="36195"/>
                  </a:lnTo>
                  <a:cubicBezTo>
                    <a:pt x="142037" y="24492"/>
                    <a:pt x="141735" y="14719"/>
                    <a:pt x="141132" y="6877"/>
                  </a:cubicBezTo>
                  <a:close/>
                  <a:moveTo>
                    <a:pt x="0" y="0"/>
                  </a:moveTo>
                  <a:lnTo>
                    <a:pt x="2896" y="0"/>
                  </a:lnTo>
                  <a:lnTo>
                    <a:pt x="89221" y="99536"/>
                  </a:lnTo>
                  <a:lnTo>
                    <a:pt x="89221" y="0"/>
                  </a:lnTo>
                  <a:lnTo>
                    <a:pt x="102070" y="0"/>
                  </a:lnTo>
                  <a:lnTo>
                    <a:pt x="102070" y="129940"/>
                  </a:lnTo>
                  <a:lnTo>
                    <a:pt x="99174" y="129940"/>
                  </a:lnTo>
                  <a:lnTo>
                    <a:pt x="13392" y="31671"/>
                  </a:lnTo>
                  <a:lnTo>
                    <a:pt x="13392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252" name="组合 251">
              <a:extLst>
                <a:ext uri="{FF2B5EF4-FFF2-40B4-BE49-F238E27FC236}">
                  <a16:creationId xmlns:a16="http://schemas.microsoft.com/office/drawing/2014/main" id="{8139A826-0F95-4856-90E2-4A7B249904EB}"/>
                </a:ext>
              </a:extLst>
            </p:cNvPr>
            <p:cNvGrpSpPr/>
            <p:nvPr/>
          </p:nvGrpSpPr>
          <p:grpSpPr>
            <a:xfrm>
              <a:off x="2610284" y="2850440"/>
              <a:ext cx="2970865" cy="1725373"/>
              <a:chOff x="1214405" y="4590491"/>
              <a:chExt cx="2970865" cy="1725373"/>
            </a:xfrm>
          </p:grpSpPr>
          <p:grpSp>
            <p:nvGrpSpPr>
              <p:cNvPr id="197" name="组合 196">
                <a:extLst>
                  <a:ext uri="{FF2B5EF4-FFF2-40B4-BE49-F238E27FC236}">
                    <a16:creationId xmlns:a16="http://schemas.microsoft.com/office/drawing/2014/main" id="{A26182BF-5F55-4300-9B7C-F79ED1DCA436}"/>
                  </a:ext>
                </a:extLst>
              </p:cNvPr>
              <p:cNvGrpSpPr/>
              <p:nvPr/>
            </p:nvGrpSpPr>
            <p:grpSpPr>
              <a:xfrm>
                <a:off x="1214405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22" name="椭圆 121">
                  <a:extLst>
                    <a:ext uri="{FF2B5EF4-FFF2-40B4-BE49-F238E27FC236}">
                      <a16:creationId xmlns:a16="http://schemas.microsoft.com/office/drawing/2014/main" id="{268ACADA-3654-411F-ADD3-2C5DF3AB3A6D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3" name="椭圆 122">
                  <a:extLst>
                    <a:ext uri="{FF2B5EF4-FFF2-40B4-BE49-F238E27FC236}">
                      <a16:creationId xmlns:a16="http://schemas.microsoft.com/office/drawing/2014/main" id="{95D0F295-5416-4324-AC50-4D0254E2FC37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5" name="椭圆 124">
                  <a:extLst>
                    <a:ext uri="{FF2B5EF4-FFF2-40B4-BE49-F238E27FC236}">
                      <a16:creationId xmlns:a16="http://schemas.microsoft.com/office/drawing/2014/main" id="{8DAC57DC-A9ED-4C0F-AA9D-C7BEFE2D37D8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28" name="椭圆 127">
                  <a:extLst>
                    <a:ext uri="{FF2B5EF4-FFF2-40B4-BE49-F238E27FC236}">
                      <a16:creationId xmlns:a16="http://schemas.microsoft.com/office/drawing/2014/main" id="{C7955919-3898-4841-B07F-FDCC5B0E7A1B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30" name="椭圆 129">
                  <a:extLst>
                    <a:ext uri="{FF2B5EF4-FFF2-40B4-BE49-F238E27FC236}">
                      <a16:creationId xmlns:a16="http://schemas.microsoft.com/office/drawing/2014/main" id="{C5399765-F8FC-4FB2-8624-3C827065D9B0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98" name="组合 197">
                <a:extLst>
                  <a:ext uri="{FF2B5EF4-FFF2-40B4-BE49-F238E27FC236}">
                    <a16:creationId xmlns:a16="http://schemas.microsoft.com/office/drawing/2014/main" id="{3A51BC6B-80A0-447F-8D93-118C9A4081E9}"/>
                  </a:ext>
                </a:extLst>
              </p:cNvPr>
              <p:cNvGrpSpPr/>
              <p:nvPr/>
            </p:nvGrpSpPr>
            <p:grpSpPr>
              <a:xfrm>
                <a:off x="4100769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99" name="椭圆 198">
                  <a:extLst>
                    <a:ext uri="{FF2B5EF4-FFF2-40B4-BE49-F238E27FC236}">
                      <a16:creationId xmlns:a16="http://schemas.microsoft.com/office/drawing/2014/main" id="{4A8DBA4F-3268-4260-851E-6C4BCB481A7A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0" name="椭圆 199">
                  <a:extLst>
                    <a:ext uri="{FF2B5EF4-FFF2-40B4-BE49-F238E27FC236}">
                      <a16:creationId xmlns:a16="http://schemas.microsoft.com/office/drawing/2014/main" id="{73633A8D-40DF-4614-8165-6AAD5329AAC9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1" name="椭圆 200">
                  <a:extLst>
                    <a:ext uri="{FF2B5EF4-FFF2-40B4-BE49-F238E27FC236}">
                      <a16:creationId xmlns:a16="http://schemas.microsoft.com/office/drawing/2014/main" id="{F1086EF5-1897-46AE-BCAF-B1D0CF466A4D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2" name="椭圆 201">
                  <a:extLst>
                    <a:ext uri="{FF2B5EF4-FFF2-40B4-BE49-F238E27FC236}">
                      <a16:creationId xmlns:a16="http://schemas.microsoft.com/office/drawing/2014/main" id="{4269ADA7-2238-45D4-8681-3869AA0E04F9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3" name="椭圆 202">
                  <a:extLst>
                    <a:ext uri="{FF2B5EF4-FFF2-40B4-BE49-F238E27FC236}">
                      <a16:creationId xmlns:a16="http://schemas.microsoft.com/office/drawing/2014/main" id="{EDCFDF12-411B-4BB8-BC2B-DFC33CE5DFDA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04" name="组合 203">
                <a:extLst>
                  <a:ext uri="{FF2B5EF4-FFF2-40B4-BE49-F238E27FC236}">
                    <a16:creationId xmlns:a16="http://schemas.microsoft.com/office/drawing/2014/main" id="{9E36E38F-A510-4A35-BF65-9A43CF4DB715}"/>
                  </a:ext>
                </a:extLst>
              </p:cNvPr>
              <p:cNvGrpSpPr/>
              <p:nvPr/>
            </p:nvGrpSpPr>
            <p:grpSpPr>
              <a:xfrm>
                <a:off x="1935996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205" name="椭圆 204">
                  <a:extLst>
                    <a:ext uri="{FF2B5EF4-FFF2-40B4-BE49-F238E27FC236}">
                      <a16:creationId xmlns:a16="http://schemas.microsoft.com/office/drawing/2014/main" id="{0B84A2AD-909A-4B6B-9224-88614A072EE0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6" name="椭圆 205">
                  <a:extLst>
                    <a:ext uri="{FF2B5EF4-FFF2-40B4-BE49-F238E27FC236}">
                      <a16:creationId xmlns:a16="http://schemas.microsoft.com/office/drawing/2014/main" id="{247AFC8C-BFDD-4B05-8F2F-7FC43CA9E171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7" name="椭圆 206">
                  <a:extLst>
                    <a:ext uri="{FF2B5EF4-FFF2-40B4-BE49-F238E27FC236}">
                      <a16:creationId xmlns:a16="http://schemas.microsoft.com/office/drawing/2014/main" id="{E06088A4-1A69-4262-835B-E0047111C13A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8" name="椭圆 207">
                  <a:extLst>
                    <a:ext uri="{FF2B5EF4-FFF2-40B4-BE49-F238E27FC236}">
                      <a16:creationId xmlns:a16="http://schemas.microsoft.com/office/drawing/2014/main" id="{8DB27B61-0507-4BF2-99ED-C5F9F371773E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09" name="椭圆 208">
                  <a:extLst>
                    <a:ext uri="{FF2B5EF4-FFF2-40B4-BE49-F238E27FC236}">
                      <a16:creationId xmlns:a16="http://schemas.microsoft.com/office/drawing/2014/main" id="{462A10EB-2C59-4D2D-BFF8-CD4C39F4F606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10" name="组合 209">
                <a:extLst>
                  <a:ext uri="{FF2B5EF4-FFF2-40B4-BE49-F238E27FC236}">
                    <a16:creationId xmlns:a16="http://schemas.microsoft.com/office/drawing/2014/main" id="{C618F670-01E2-4571-94F9-0B3088BDBD6B}"/>
                  </a:ext>
                </a:extLst>
              </p:cNvPr>
              <p:cNvGrpSpPr/>
              <p:nvPr/>
            </p:nvGrpSpPr>
            <p:grpSpPr>
              <a:xfrm>
                <a:off x="2657587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211" name="椭圆 210">
                  <a:extLst>
                    <a:ext uri="{FF2B5EF4-FFF2-40B4-BE49-F238E27FC236}">
                      <a16:creationId xmlns:a16="http://schemas.microsoft.com/office/drawing/2014/main" id="{FE9D440C-6995-45B2-B39B-03C3E0F094B4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2" name="椭圆 211">
                  <a:extLst>
                    <a:ext uri="{FF2B5EF4-FFF2-40B4-BE49-F238E27FC236}">
                      <a16:creationId xmlns:a16="http://schemas.microsoft.com/office/drawing/2014/main" id="{36C441FE-F20E-4281-AA0D-BCF1F65C529F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3" name="椭圆 212">
                  <a:extLst>
                    <a:ext uri="{FF2B5EF4-FFF2-40B4-BE49-F238E27FC236}">
                      <a16:creationId xmlns:a16="http://schemas.microsoft.com/office/drawing/2014/main" id="{85A13A02-92AD-425C-A137-666D3059439C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4" name="椭圆 213">
                  <a:extLst>
                    <a:ext uri="{FF2B5EF4-FFF2-40B4-BE49-F238E27FC236}">
                      <a16:creationId xmlns:a16="http://schemas.microsoft.com/office/drawing/2014/main" id="{206CCF7F-272D-44DC-80CD-C25D45850205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5" name="椭圆 214">
                  <a:extLst>
                    <a:ext uri="{FF2B5EF4-FFF2-40B4-BE49-F238E27FC236}">
                      <a16:creationId xmlns:a16="http://schemas.microsoft.com/office/drawing/2014/main" id="{C41FD8BF-1008-48D3-B063-BAF6B12C2419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16" name="组合 215">
                <a:extLst>
                  <a:ext uri="{FF2B5EF4-FFF2-40B4-BE49-F238E27FC236}">
                    <a16:creationId xmlns:a16="http://schemas.microsoft.com/office/drawing/2014/main" id="{D81EA810-707F-4225-A94D-6D250FF88944}"/>
                  </a:ext>
                </a:extLst>
              </p:cNvPr>
              <p:cNvGrpSpPr/>
              <p:nvPr/>
            </p:nvGrpSpPr>
            <p:grpSpPr>
              <a:xfrm>
                <a:off x="3379178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217" name="椭圆 216">
                  <a:extLst>
                    <a:ext uri="{FF2B5EF4-FFF2-40B4-BE49-F238E27FC236}">
                      <a16:creationId xmlns:a16="http://schemas.microsoft.com/office/drawing/2014/main" id="{FC70E2E7-64CF-4C01-831A-6CE248E89A4E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8" name="椭圆 217">
                  <a:extLst>
                    <a:ext uri="{FF2B5EF4-FFF2-40B4-BE49-F238E27FC236}">
                      <a16:creationId xmlns:a16="http://schemas.microsoft.com/office/drawing/2014/main" id="{4DE0174B-AB1C-43E7-9F40-031776F6A915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9" name="椭圆 218">
                  <a:extLst>
                    <a:ext uri="{FF2B5EF4-FFF2-40B4-BE49-F238E27FC236}">
                      <a16:creationId xmlns:a16="http://schemas.microsoft.com/office/drawing/2014/main" id="{88E9D260-F46A-43A3-8620-2F73E86BA534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0" name="椭圆 219">
                  <a:extLst>
                    <a:ext uri="{FF2B5EF4-FFF2-40B4-BE49-F238E27FC236}">
                      <a16:creationId xmlns:a16="http://schemas.microsoft.com/office/drawing/2014/main" id="{D77C99F4-D2CA-4125-AAF0-195F45719C99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1" name="椭圆 220">
                  <a:extLst>
                    <a:ext uri="{FF2B5EF4-FFF2-40B4-BE49-F238E27FC236}">
                      <a16:creationId xmlns:a16="http://schemas.microsoft.com/office/drawing/2014/main" id="{BC9368D3-6700-4276-ACAE-D31A9F493941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</p:grpSp>
      <p:grpSp>
        <p:nvGrpSpPr>
          <p:cNvPr id="256" name="组合 255">
            <a:extLst>
              <a:ext uri="{FF2B5EF4-FFF2-40B4-BE49-F238E27FC236}">
                <a16:creationId xmlns:a16="http://schemas.microsoft.com/office/drawing/2014/main" id="{D53FC7D2-BE93-415E-BD77-D19D396AB700}"/>
              </a:ext>
            </a:extLst>
          </p:cNvPr>
          <p:cNvGrpSpPr/>
          <p:nvPr/>
        </p:nvGrpSpPr>
        <p:grpSpPr>
          <a:xfrm>
            <a:off x="5992406" y="2207951"/>
            <a:ext cx="3685018" cy="2442098"/>
            <a:chOff x="5992406" y="2207951"/>
            <a:chExt cx="3685018" cy="2442098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6D3AF5-AFFC-4CE9-9AF9-AA216535ED65}"/>
                </a:ext>
              </a:extLst>
            </p:cNvPr>
            <p:cNvSpPr/>
            <p:nvPr/>
          </p:nvSpPr>
          <p:spPr>
            <a:xfrm>
              <a:off x="5992406" y="2771942"/>
              <a:ext cx="3685018" cy="187810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7F38A98B-C0EC-4343-95BD-24CAC8FBF12E}"/>
                </a:ext>
              </a:extLst>
            </p:cNvPr>
            <p:cNvSpPr txBox="1"/>
            <p:nvPr/>
          </p:nvSpPr>
          <p:spPr>
            <a:xfrm>
              <a:off x="7716571" y="2207951"/>
              <a:ext cx="653797" cy="388264"/>
            </a:xfrm>
            <a:custGeom>
              <a:avLst/>
              <a:gdLst/>
              <a:ahLst/>
              <a:cxnLst/>
              <a:rect l="l" t="t" r="r" b="b"/>
              <a:pathLst>
                <a:path w="252632" h="150028">
                  <a:moveTo>
                    <a:pt x="223133" y="24070"/>
                  </a:moveTo>
                  <a:cubicBezTo>
                    <a:pt x="226752" y="27810"/>
                    <a:pt x="230311" y="30283"/>
                    <a:pt x="233810" y="31490"/>
                  </a:cubicBezTo>
                  <a:cubicBezTo>
                    <a:pt x="235258" y="32093"/>
                    <a:pt x="235982" y="32696"/>
                    <a:pt x="235982" y="33299"/>
                  </a:cubicBezTo>
                  <a:cubicBezTo>
                    <a:pt x="235982" y="33903"/>
                    <a:pt x="234806" y="34747"/>
                    <a:pt x="232453" y="35833"/>
                  </a:cubicBezTo>
                  <a:cubicBezTo>
                    <a:pt x="230100" y="36919"/>
                    <a:pt x="226511" y="40719"/>
                    <a:pt x="221685" y="47235"/>
                  </a:cubicBezTo>
                  <a:cubicBezTo>
                    <a:pt x="212998" y="58938"/>
                    <a:pt x="204553" y="69313"/>
                    <a:pt x="196348" y="78362"/>
                  </a:cubicBezTo>
                  <a:lnTo>
                    <a:pt x="235982" y="120348"/>
                  </a:lnTo>
                  <a:lnTo>
                    <a:pt x="226752" y="128130"/>
                  </a:lnTo>
                  <a:cubicBezTo>
                    <a:pt x="213601" y="112566"/>
                    <a:pt x="201174" y="98511"/>
                    <a:pt x="189471" y="85963"/>
                  </a:cubicBezTo>
                  <a:cubicBezTo>
                    <a:pt x="175114" y="101165"/>
                    <a:pt x="159309" y="115160"/>
                    <a:pt x="142056" y="127949"/>
                  </a:cubicBezTo>
                  <a:cubicBezTo>
                    <a:pt x="141211" y="123847"/>
                    <a:pt x="138195" y="120590"/>
                    <a:pt x="133007" y="118177"/>
                  </a:cubicBezTo>
                  <a:cubicBezTo>
                    <a:pt x="149295" y="109007"/>
                    <a:pt x="165824" y="95856"/>
                    <a:pt x="182594" y="78724"/>
                  </a:cubicBezTo>
                  <a:cubicBezTo>
                    <a:pt x="167996" y="63281"/>
                    <a:pt x="154000" y="49406"/>
                    <a:pt x="140608" y="37100"/>
                  </a:cubicBezTo>
                  <a:lnTo>
                    <a:pt x="148028" y="30766"/>
                  </a:lnTo>
                  <a:cubicBezTo>
                    <a:pt x="165281" y="47174"/>
                    <a:pt x="179156" y="60687"/>
                    <a:pt x="189652" y="71304"/>
                  </a:cubicBezTo>
                  <a:cubicBezTo>
                    <a:pt x="204734" y="54413"/>
                    <a:pt x="215894" y="38668"/>
                    <a:pt x="223133" y="24070"/>
                  </a:cubicBezTo>
                  <a:close/>
                  <a:moveTo>
                    <a:pt x="13030" y="12668"/>
                  </a:moveTo>
                  <a:lnTo>
                    <a:pt x="13030" y="57007"/>
                  </a:lnTo>
                  <a:lnTo>
                    <a:pt x="34928" y="57007"/>
                  </a:lnTo>
                  <a:cubicBezTo>
                    <a:pt x="48079" y="57248"/>
                    <a:pt x="56826" y="55107"/>
                    <a:pt x="61170" y="50583"/>
                  </a:cubicBezTo>
                  <a:cubicBezTo>
                    <a:pt x="65513" y="46058"/>
                    <a:pt x="67685" y="40719"/>
                    <a:pt x="67685" y="34566"/>
                  </a:cubicBezTo>
                  <a:cubicBezTo>
                    <a:pt x="67685" y="19968"/>
                    <a:pt x="57128" y="12668"/>
                    <a:pt x="36014" y="12668"/>
                  </a:cubicBezTo>
                  <a:close/>
                  <a:moveTo>
                    <a:pt x="112738" y="6877"/>
                  </a:moveTo>
                  <a:cubicBezTo>
                    <a:pt x="119253" y="8084"/>
                    <a:pt x="141875" y="8687"/>
                    <a:pt x="180604" y="8687"/>
                  </a:cubicBezTo>
                  <a:cubicBezTo>
                    <a:pt x="219332" y="8687"/>
                    <a:pt x="241230" y="8084"/>
                    <a:pt x="246298" y="6877"/>
                  </a:cubicBezTo>
                  <a:lnTo>
                    <a:pt x="246298" y="20088"/>
                  </a:lnTo>
                  <a:cubicBezTo>
                    <a:pt x="237611" y="18761"/>
                    <a:pt x="216195" y="18098"/>
                    <a:pt x="182051" y="18098"/>
                  </a:cubicBezTo>
                  <a:lnTo>
                    <a:pt x="124501" y="18098"/>
                  </a:lnTo>
                  <a:lnTo>
                    <a:pt x="124501" y="138808"/>
                  </a:lnTo>
                  <a:lnTo>
                    <a:pt x="189833" y="138808"/>
                  </a:lnTo>
                  <a:cubicBezTo>
                    <a:pt x="222771" y="138808"/>
                    <a:pt x="243704" y="138144"/>
                    <a:pt x="252632" y="136817"/>
                  </a:cubicBezTo>
                  <a:lnTo>
                    <a:pt x="252632" y="150028"/>
                  </a:lnTo>
                  <a:cubicBezTo>
                    <a:pt x="245996" y="148701"/>
                    <a:pt x="222650" y="148038"/>
                    <a:pt x="182594" y="148038"/>
                  </a:cubicBezTo>
                  <a:cubicBezTo>
                    <a:pt x="142539" y="148038"/>
                    <a:pt x="119253" y="148701"/>
                    <a:pt x="112738" y="150028"/>
                  </a:cubicBezTo>
                  <a:cubicBezTo>
                    <a:pt x="113341" y="140497"/>
                    <a:pt x="113643" y="130785"/>
                    <a:pt x="113643" y="120891"/>
                  </a:cubicBezTo>
                  <a:lnTo>
                    <a:pt x="113643" y="36195"/>
                  </a:lnTo>
                  <a:cubicBezTo>
                    <a:pt x="113643" y="24492"/>
                    <a:pt x="113341" y="14719"/>
                    <a:pt x="112738" y="6877"/>
                  </a:cubicBezTo>
                  <a:close/>
                  <a:moveTo>
                    <a:pt x="0" y="0"/>
                  </a:moveTo>
                  <a:lnTo>
                    <a:pt x="25879" y="0"/>
                  </a:lnTo>
                  <a:cubicBezTo>
                    <a:pt x="41202" y="0"/>
                    <a:pt x="51216" y="603"/>
                    <a:pt x="55921" y="1810"/>
                  </a:cubicBezTo>
                  <a:cubicBezTo>
                    <a:pt x="60627" y="3016"/>
                    <a:pt x="64940" y="5128"/>
                    <a:pt x="68861" y="8144"/>
                  </a:cubicBezTo>
                  <a:cubicBezTo>
                    <a:pt x="72782" y="11160"/>
                    <a:pt x="75829" y="14930"/>
                    <a:pt x="78000" y="19455"/>
                  </a:cubicBezTo>
                  <a:cubicBezTo>
                    <a:pt x="80172" y="23979"/>
                    <a:pt x="81258" y="29016"/>
                    <a:pt x="81258" y="34566"/>
                  </a:cubicBezTo>
                  <a:cubicBezTo>
                    <a:pt x="81258" y="43494"/>
                    <a:pt x="78845" y="50794"/>
                    <a:pt x="74019" y="56464"/>
                  </a:cubicBezTo>
                  <a:cubicBezTo>
                    <a:pt x="69193" y="62135"/>
                    <a:pt x="63130" y="65724"/>
                    <a:pt x="55831" y="67232"/>
                  </a:cubicBezTo>
                  <a:cubicBezTo>
                    <a:pt x="48532" y="68740"/>
                    <a:pt x="37341" y="69494"/>
                    <a:pt x="22260" y="69494"/>
                  </a:cubicBezTo>
                  <a:lnTo>
                    <a:pt x="13030" y="69494"/>
                  </a:lnTo>
                  <a:lnTo>
                    <a:pt x="13030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253" name="组合 252">
              <a:extLst>
                <a:ext uri="{FF2B5EF4-FFF2-40B4-BE49-F238E27FC236}">
                  <a16:creationId xmlns:a16="http://schemas.microsoft.com/office/drawing/2014/main" id="{652274DB-E6FD-4620-A3F6-59402E2734BC}"/>
                </a:ext>
              </a:extLst>
            </p:cNvPr>
            <p:cNvGrpSpPr/>
            <p:nvPr/>
          </p:nvGrpSpPr>
          <p:grpSpPr>
            <a:xfrm>
              <a:off x="6585384" y="2862987"/>
              <a:ext cx="2970865" cy="1725373"/>
              <a:chOff x="5189505" y="4603038"/>
              <a:chExt cx="2970865" cy="1725373"/>
            </a:xfrm>
          </p:grpSpPr>
          <p:sp>
            <p:nvSpPr>
              <p:cNvPr id="223" name="椭圆 222">
                <a:extLst>
                  <a:ext uri="{FF2B5EF4-FFF2-40B4-BE49-F238E27FC236}">
                    <a16:creationId xmlns:a16="http://schemas.microsoft.com/office/drawing/2014/main" id="{8915AEFE-3F9C-4DFC-A299-E087382AD5FB}"/>
                  </a:ext>
                </a:extLst>
              </p:cNvPr>
              <p:cNvSpPr/>
              <p:nvPr/>
            </p:nvSpPr>
            <p:spPr>
              <a:xfrm>
                <a:off x="5189505" y="4603038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4" name="椭圆 223">
                <a:extLst>
                  <a:ext uri="{FF2B5EF4-FFF2-40B4-BE49-F238E27FC236}">
                    <a16:creationId xmlns:a16="http://schemas.microsoft.com/office/drawing/2014/main" id="{56305554-C8C6-431C-8039-3078FDCC4C42}"/>
                  </a:ext>
                </a:extLst>
              </p:cNvPr>
              <p:cNvSpPr/>
              <p:nvPr/>
            </p:nvSpPr>
            <p:spPr>
              <a:xfrm>
                <a:off x="5189505" y="5833692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5" name="椭圆 224">
                <a:extLst>
                  <a:ext uri="{FF2B5EF4-FFF2-40B4-BE49-F238E27FC236}">
                    <a16:creationId xmlns:a16="http://schemas.microsoft.com/office/drawing/2014/main" id="{498CE06F-89FD-433D-A93E-45624E4733D3}"/>
                  </a:ext>
                </a:extLst>
              </p:cNvPr>
              <p:cNvSpPr/>
              <p:nvPr/>
            </p:nvSpPr>
            <p:spPr>
              <a:xfrm>
                <a:off x="5189505" y="6243910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6" name="椭圆 225">
                <a:extLst>
                  <a:ext uri="{FF2B5EF4-FFF2-40B4-BE49-F238E27FC236}">
                    <a16:creationId xmlns:a16="http://schemas.microsoft.com/office/drawing/2014/main" id="{27C5237D-21DD-4048-BE8D-1D98CFC7D02C}"/>
                  </a:ext>
                </a:extLst>
              </p:cNvPr>
              <p:cNvSpPr/>
              <p:nvPr/>
            </p:nvSpPr>
            <p:spPr>
              <a:xfrm>
                <a:off x="5189505" y="5013256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7" name="椭圆 226">
                <a:extLst>
                  <a:ext uri="{FF2B5EF4-FFF2-40B4-BE49-F238E27FC236}">
                    <a16:creationId xmlns:a16="http://schemas.microsoft.com/office/drawing/2014/main" id="{FFDA6176-D6A4-45F1-8787-B25298FAC206}"/>
                  </a:ext>
                </a:extLst>
              </p:cNvPr>
              <p:cNvSpPr/>
              <p:nvPr/>
            </p:nvSpPr>
            <p:spPr>
              <a:xfrm>
                <a:off x="5189505" y="5423474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9" name="椭圆 228">
                <a:extLst>
                  <a:ext uri="{FF2B5EF4-FFF2-40B4-BE49-F238E27FC236}">
                    <a16:creationId xmlns:a16="http://schemas.microsoft.com/office/drawing/2014/main" id="{2B8419DB-0B11-42F0-AD88-AF26E22EA6C0}"/>
                  </a:ext>
                </a:extLst>
              </p:cNvPr>
              <p:cNvSpPr/>
              <p:nvPr/>
            </p:nvSpPr>
            <p:spPr>
              <a:xfrm>
                <a:off x="8075869" y="4603038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0" name="椭圆 229">
                <a:extLst>
                  <a:ext uri="{FF2B5EF4-FFF2-40B4-BE49-F238E27FC236}">
                    <a16:creationId xmlns:a16="http://schemas.microsoft.com/office/drawing/2014/main" id="{9A73B4DA-91F7-469F-B5AE-5B1D9CDB96B4}"/>
                  </a:ext>
                </a:extLst>
              </p:cNvPr>
              <p:cNvSpPr/>
              <p:nvPr/>
            </p:nvSpPr>
            <p:spPr>
              <a:xfrm>
                <a:off x="8075869" y="5833692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1" name="椭圆 230">
                <a:extLst>
                  <a:ext uri="{FF2B5EF4-FFF2-40B4-BE49-F238E27FC236}">
                    <a16:creationId xmlns:a16="http://schemas.microsoft.com/office/drawing/2014/main" id="{51CD6D1A-42BC-4189-81D7-D48D61E95E63}"/>
                  </a:ext>
                </a:extLst>
              </p:cNvPr>
              <p:cNvSpPr/>
              <p:nvPr/>
            </p:nvSpPr>
            <p:spPr>
              <a:xfrm>
                <a:off x="8075869" y="6243910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2" name="椭圆 231">
                <a:extLst>
                  <a:ext uri="{FF2B5EF4-FFF2-40B4-BE49-F238E27FC236}">
                    <a16:creationId xmlns:a16="http://schemas.microsoft.com/office/drawing/2014/main" id="{3B11AF73-2A0A-4420-A2C7-A373253264B7}"/>
                  </a:ext>
                </a:extLst>
              </p:cNvPr>
              <p:cNvSpPr/>
              <p:nvPr/>
            </p:nvSpPr>
            <p:spPr>
              <a:xfrm>
                <a:off x="8075869" y="5013256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3" name="椭圆 232">
                <a:extLst>
                  <a:ext uri="{FF2B5EF4-FFF2-40B4-BE49-F238E27FC236}">
                    <a16:creationId xmlns:a16="http://schemas.microsoft.com/office/drawing/2014/main" id="{AAAA40BF-8821-4150-8B6C-6A6206F283D7}"/>
                  </a:ext>
                </a:extLst>
              </p:cNvPr>
              <p:cNvSpPr/>
              <p:nvPr/>
            </p:nvSpPr>
            <p:spPr>
              <a:xfrm>
                <a:off x="8075869" y="5423474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5" name="椭圆 234">
                <a:extLst>
                  <a:ext uri="{FF2B5EF4-FFF2-40B4-BE49-F238E27FC236}">
                    <a16:creationId xmlns:a16="http://schemas.microsoft.com/office/drawing/2014/main" id="{466CB7BA-B97D-4E31-87BB-436BF8EEDD54}"/>
                  </a:ext>
                </a:extLst>
              </p:cNvPr>
              <p:cNvSpPr/>
              <p:nvPr/>
            </p:nvSpPr>
            <p:spPr>
              <a:xfrm>
                <a:off x="5911096" y="4603038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6" name="椭圆 235">
                <a:extLst>
                  <a:ext uri="{FF2B5EF4-FFF2-40B4-BE49-F238E27FC236}">
                    <a16:creationId xmlns:a16="http://schemas.microsoft.com/office/drawing/2014/main" id="{639B57B7-23FA-44A7-B83A-1D462B584DC3}"/>
                  </a:ext>
                </a:extLst>
              </p:cNvPr>
              <p:cNvSpPr/>
              <p:nvPr/>
            </p:nvSpPr>
            <p:spPr>
              <a:xfrm>
                <a:off x="5911096" y="5833692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7" name="椭圆 236">
                <a:extLst>
                  <a:ext uri="{FF2B5EF4-FFF2-40B4-BE49-F238E27FC236}">
                    <a16:creationId xmlns:a16="http://schemas.microsoft.com/office/drawing/2014/main" id="{0E9F8E49-FE85-4C8A-8EE5-AB7385328D93}"/>
                  </a:ext>
                </a:extLst>
              </p:cNvPr>
              <p:cNvSpPr/>
              <p:nvPr/>
            </p:nvSpPr>
            <p:spPr>
              <a:xfrm>
                <a:off x="5911096" y="6243910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8" name="椭圆 237">
                <a:extLst>
                  <a:ext uri="{FF2B5EF4-FFF2-40B4-BE49-F238E27FC236}">
                    <a16:creationId xmlns:a16="http://schemas.microsoft.com/office/drawing/2014/main" id="{FA38FCB3-B1AA-4BCE-8638-C4738E179218}"/>
                  </a:ext>
                </a:extLst>
              </p:cNvPr>
              <p:cNvSpPr/>
              <p:nvPr/>
            </p:nvSpPr>
            <p:spPr>
              <a:xfrm>
                <a:off x="5911096" y="5013256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9" name="椭圆 238">
                <a:extLst>
                  <a:ext uri="{FF2B5EF4-FFF2-40B4-BE49-F238E27FC236}">
                    <a16:creationId xmlns:a16="http://schemas.microsoft.com/office/drawing/2014/main" id="{39515DA8-12FE-4B99-94D0-F3CF1C372B32}"/>
                  </a:ext>
                </a:extLst>
              </p:cNvPr>
              <p:cNvSpPr/>
              <p:nvPr/>
            </p:nvSpPr>
            <p:spPr>
              <a:xfrm>
                <a:off x="5911096" y="5423474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1" name="椭圆 240">
                <a:extLst>
                  <a:ext uri="{FF2B5EF4-FFF2-40B4-BE49-F238E27FC236}">
                    <a16:creationId xmlns:a16="http://schemas.microsoft.com/office/drawing/2014/main" id="{AF16349D-01EF-43C9-9877-26CD56994A47}"/>
                  </a:ext>
                </a:extLst>
              </p:cNvPr>
              <p:cNvSpPr/>
              <p:nvPr/>
            </p:nvSpPr>
            <p:spPr>
              <a:xfrm>
                <a:off x="6632687" y="4603038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2" name="椭圆 241">
                <a:extLst>
                  <a:ext uri="{FF2B5EF4-FFF2-40B4-BE49-F238E27FC236}">
                    <a16:creationId xmlns:a16="http://schemas.microsoft.com/office/drawing/2014/main" id="{C287C04A-D666-47C4-8FC3-12AA363C2915}"/>
                  </a:ext>
                </a:extLst>
              </p:cNvPr>
              <p:cNvSpPr/>
              <p:nvPr/>
            </p:nvSpPr>
            <p:spPr>
              <a:xfrm>
                <a:off x="6632687" y="5833692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3" name="椭圆 242">
                <a:extLst>
                  <a:ext uri="{FF2B5EF4-FFF2-40B4-BE49-F238E27FC236}">
                    <a16:creationId xmlns:a16="http://schemas.microsoft.com/office/drawing/2014/main" id="{B962ACFA-18D4-4B61-A7CF-61BF1EE99262}"/>
                  </a:ext>
                </a:extLst>
              </p:cNvPr>
              <p:cNvSpPr/>
              <p:nvPr/>
            </p:nvSpPr>
            <p:spPr>
              <a:xfrm>
                <a:off x="6632687" y="6243910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4" name="椭圆 243">
                <a:extLst>
                  <a:ext uri="{FF2B5EF4-FFF2-40B4-BE49-F238E27FC236}">
                    <a16:creationId xmlns:a16="http://schemas.microsoft.com/office/drawing/2014/main" id="{12ECE724-03EC-4171-8B8F-FFD1798B754A}"/>
                  </a:ext>
                </a:extLst>
              </p:cNvPr>
              <p:cNvSpPr/>
              <p:nvPr/>
            </p:nvSpPr>
            <p:spPr>
              <a:xfrm>
                <a:off x="6632687" y="5013256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5" name="椭圆 244">
                <a:extLst>
                  <a:ext uri="{FF2B5EF4-FFF2-40B4-BE49-F238E27FC236}">
                    <a16:creationId xmlns:a16="http://schemas.microsoft.com/office/drawing/2014/main" id="{CEECF842-CF77-4F69-9316-D2411F1C9188}"/>
                  </a:ext>
                </a:extLst>
              </p:cNvPr>
              <p:cNvSpPr/>
              <p:nvPr/>
            </p:nvSpPr>
            <p:spPr>
              <a:xfrm>
                <a:off x="6632687" y="5423474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7" name="椭圆 246">
                <a:extLst>
                  <a:ext uri="{FF2B5EF4-FFF2-40B4-BE49-F238E27FC236}">
                    <a16:creationId xmlns:a16="http://schemas.microsoft.com/office/drawing/2014/main" id="{65D34C79-55BC-4BF4-AEE0-9932E34F44F6}"/>
                  </a:ext>
                </a:extLst>
              </p:cNvPr>
              <p:cNvSpPr/>
              <p:nvPr/>
            </p:nvSpPr>
            <p:spPr>
              <a:xfrm>
                <a:off x="7354278" y="4603038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8" name="椭圆 247">
                <a:extLst>
                  <a:ext uri="{FF2B5EF4-FFF2-40B4-BE49-F238E27FC236}">
                    <a16:creationId xmlns:a16="http://schemas.microsoft.com/office/drawing/2014/main" id="{542D76BB-1FEC-47B9-AF91-2A8C05734661}"/>
                  </a:ext>
                </a:extLst>
              </p:cNvPr>
              <p:cNvSpPr/>
              <p:nvPr/>
            </p:nvSpPr>
            <p:spPr>
              <a:xfrm>
                <a:off x="7354278" y="5833692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9" name="椭圆 248">
                <a:extLst>
                  <a:ext uri="{FF2B5EF4-FFF2-40B4-BE49-F238E27FC236}">
                    <a16:creationId xmlns:a16="http://schemas.microsoft.com/office/drawing/2014/main" id="{77B9405A-01A7-4605-9DB2-ABABBC0AB22E}"/>
                  </a:ext>
                </a:extLst>
              </p:cNvPr>
              <p:cNvSpPr/>
              <p:nvPr/>
            </p:nvSpPr>
            <p:spPr>
              <a:xfrm>
                <a:off x="7354278" y="6243910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0" name="椭圆 249">
                <a:extLst>
                  <a:ext uri="{FF2B5EF4-FFF2-40B4-BE49-F238E27FC236}">
                    <a16:creationId xmlns:a16="http://schemas.microsoft.com/office/drawing/2014/main" id="{2AA2BDC7-1E0E-4BEC-913B-62C78B97F2C9}"/>
                  </a:ext>
                </a:extLst>
              </p:cNvPr>
              <p:cNvSpPr/>
              <p:nvPr/>
            </p:nvSpPr>
            <p:spPr>
              <a:xfrm>
                <a:off x="7354278" y="5013256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1" name="椭圆 250">
                <a:extLst>
                  <a:ext uri="{FF2B5EF4-FFF2-40B4-BE49-F238E27FC236}">
                    <a16:creationId xmlns:a16="http://schemas.microsoft.com/office/drawing/2014/main" id="{EA573505-905E-4E89-BA98-DEDDA583BB06}"/>
                  </a:ext>
                </a:extLst>
              </p:cNvPr>
              <p:cNvSpPr/>
              <p:nvPr/>
            </p:nvSpPr>
            <p:spPr>
              <a:xfrm>
                <a:off x="7354278" y="5423474"/>
                <a:ext cx="84501" cy="84501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60" name="文本框 259">
            <a:extLst>
              <a:ext uri="{FF2B5EF4-FFF2-40B4-BE49-F238E27FC236}">
                <a16:creationId xmlns:a16="http://schemas.microsoft.com/office/drawing/2014/main" id="{2B30BA8D-6175-4425-A3FF-84F07E139552}"/>
              </a:ext>
            </a:extLst>
          </p:cNvPr>
          <p:cNvSpPr txBox="1"/>
          <p:nvPr/>
        </p:nvSpPr>
        <p:spPr>
          <a:xfrm>
            <a:off x="5671398" y="1975403"/>
            <a:ext cx="716512" cy="296189"/>
          </a:xfrm>
          <a:custGeom>
            <a:avLst/>
            <a:gdLst/>
            <a:ahLst/>
            <a:cxnLst/>
            <a:rect l="l" t="t" r="r" b="b"/>
            <a:pathLst>
              <a:path w="535186" h="221233">
                <a:moveTo>
                  <a:pt x="394321" y="170780"/>
                </a:moveTo>
                <a:cubicBezTo>
                  <a:pt x="393874" y="176733"/>
                  <a:pt x="393651" y="182389"/>
                  <a:pt x="393651" y="187746"/>
                </a:cubicBezTo>
                <a:cubicBezTo>
                  <a:pt x="369541" y="192807"/>
                  <a:pt x="344538" y="198760"/>
                  <a:pt x="318641" y="205606"/>
                </a:cubicBezTo>
                <a:lnTo>
                  <a:pt x="313730" y="188416"/>
                </a:lnTo>
                <a:cubicBezTo>
                  <a:pt x="341263" y="183058"/>
                  <a:pt x="368127" y="177180"/>
                  <a:pt x="394321" y="170780"/>
                </a:cubicBezTo>
                <a:close/>
                <a:moveTo>
                  <a:pt x="422226" y="146223"/>
                </a:moveTo>
                <a:lnTo>
                  <a:pt x="422226" y="191765"/>
                </a:lnTo>
                <a:lnTo>
                  <a:pt x="505272" y="191765"/>
                </a:lnTo>
                <a:lnTo>
                  <a:pt x="505272" y="146223"/>
                </a:lnTo>
                <a:close/>
                <a:moveTo>
                  <a:pt x="404813" y="130596"/>
                </a:moveTo>
                <a:lnTo>
                  <a:pt x="522685" y="130596"/>
                </a:lnTo>
                <a:lnTo>
                  <a:pt x="522685" y="221233"/>
                </a:lnTo>
                <a:lnTo>
                  <a:pt x="505272" y="221233"/>
                </a:lnTo>
                <a:lnTo>
                  <a:pt x="505272" y="207392"/>
                </a:lnTo>
                <a:lnTo>
                  <a:pt x="422226" y="207392"/>
                </a:lnTo>
                <a:lnTo>
                  <a:pt x="422226" y="221233"/>
                </a:lnTo>
                <a:lnTo>
                  <a:pt x="404813" y="221233"/>
                </a:lnTo>
                <a:close/>
                <a:moveTo>
                  <a:pt x="22325" y="38397"/>
                </a:moveTo>
                <a:lnTo>
                  <a:pt x="22325" y="107379"/>
                </a:lnTo>
                <a:lnTo>
                  <a:pt x="42975" y="107379"/>
                </a:lnTo>
                <a:cubicBezTo>
                  <a:pt x="56592" y="107379"/>
                  <a:pt x="66936" y="104310"/>
                  <a:pt x="74005" y="98170"/>
                </a:cubicBezTo>
                <a:cubicBezTo>
                  <a:pt x="81075" y="92031"/>
                  <a:pt x="84609" y="83232"/>
                  <a:pt x="84609" y="71772"/>
                </a:cubicBezTo>
                <a:cubicBezTo>
                  <a:pt x="84609" y="49522"/>
                  <a:pt x="71438" y="38397"/>
                  <a:pt x="45095" y="38397"/>
                </a:cubicBezTo>
                <a:close/>
                <a:moveTo>
                  <a:pt x="142875" y="18752"/>
                </a:moveTo>
                <a:lnTo>
                  <a:pt x="170892" y="18752"/>
                </a:lnTo>
                <a:lnTo>
                  <a:pt x="255501" y="150911"/>
                </a:lnTo>
                <a:cubicBezTo>
                  <a:pt x="259519" y="157162"/>
                  <a:pt x="261901" y="161143"/>
                  <a:pt x="262645" y="162855"/>
                </a:cubicBezTo>
                <a:lnTo>
                  <a:pt x="263091" y="162855"/>
                </a:lnTo>
                <a:cubicBezTo>
                  <a:pt x="262347" y="157944"/>
                  <a:pt x="261975" y="149535"/>
                  <a:pt x="261975" y="137629"/>
                </a:cubicBezTo>
                <a:lnTo>
                  <a:pt x="261975" y="18752"/>
                </a:lnTo>
                <a:lnTo>
                  <a:pt x="284076" y="18752"/>
                </a:lnTo>
                <a:lnTo>
                  <a:pt x="284076" y="191653"/>
                </a:lnTo>
                <a:lnTo>
                  <a:pt x="257622" y="191653"/>
                </a:lnTo>
                <a:lnTo>
                  <a:pt x="170669" y="57150"/>
                </a:lnTo>
                <a:cubicBezTo>
                  <a:pt x="168213" y="53355"/>
                  <a:pt x="166241" y="49597"/>
                  <a:pt x="164753" y="45876"/>
                </a:cubicBezTo>
                <a:lnTo>
                  <a:pt x="164083" y="45876"/>
                </a:lnTo>
                <a:cubicBezTo>
                  <a:pt x="164679" y="49746"/>
                  <a:pt x="164976" y="57819"/>
                  <a:pt x="164976" y="70098"/>
                </a:cubicBezTo>
                <a:lnTo>
                  <a:pt x="164976" y="191653"/>
                </a:lnTo>
                <a:lnTo>
                  <a:pt x="142875" y="191653"/>
                </a:lnTo>
                <a:close/>
                <a:moveTo>
                  <a:pt x="0" y="18752"/>
                </a:moveTo>
                <a:lnTo>
                  <a:pt x="49114" y="18752"/>
                </a:lnTo>
                <a:cubicBezTo>
                  <a:pt x="67792" y="18752"/>
                  <a:pt x="82284" y="23254"/>
                  <a:pt x="92590" y="32258"/>
                </a:cubicBezTo>
                <a:cubicBezTo>
                  <a:pt x="102897" y="41262"/>
                  <a:pt x="108050" y="54136"/>
                  <a:pt x="108050" y="70879"/>
                </a:cubicBezTo>
                <a:cubicBezTo>
                  <a:pt x="108050" y="87846"/>
                  <a:pt x="102022" y="101594"/>
                  <a:pt x="89967" y="112123"/>
                </a:cubicBezTo>
                <a:cubicBezTo>
                  <a:pt x="77912" y="122653"/>
                  <a:pt x="62843" y="127620"/>
                  <a:pt x="44761" y="127025"/>
                </a:cubicBezTo>
                <a:lnTo>
                  <a:pt x="22325" y="127025"/>
                </a:lnTo>
                <a:lnTo>
                  <a:pt x="22325" y="191653"/>
                </a:lnTo>
                <a:lnTo>
                  <a:pt x="0" y="191653"/>
                </a:lnTo>
                <a:close/>
                <a:moveTo>
                  <a:pt x="454819" y="1562"/>
                </a:moveTo>
                <a:lnTo>
                  <a:pt x="472679" y="1562"/>
                </a:lnTo>
                <a:lnTo>
                  <a:pt x="472679" y="37281"/>
                </a:lnTo>
                <a:lnTo>
                  <a:pt x="535186" y="37281"/>
                </a:lnTo>
                <a:lnTo>
                  <a:pt x="535186" y="53355"/>
                </a:lnTo>
                <a:lnTo>
                  <a:pt x="472679" y="53355"/>
                </a:lnTo>
                <a:lnTo>
                  <a:pt x="472679" y="88180"/>
                </a:lnTo>
                <a:lnTo>
                  <a:pt x="527373" y="88180"/>
                </a:lnTo>
                <a:lnTo>
                  <a:pt x="527373" y="104254"/>
                </a:lnTo>
                <a:lnTo>
                  <a:pt x="400348" y="104254"/>
                </a:lnTo>
                <a:lnTo>
                  <a:pt x="400348" y="88180"/>
                </a:lnTo>
                <a:lnTo>
                  <a:pt x="454819" y="88180"/>
                </a:lnTo>
                <a:lnTo>
                  <a:pt x="454819" y="53355"/>
                </a:lnTo>
                <a:lnTo>
                  <a:pt x="392981" y="53355"/>
                </a:lnTo>
                <a:lnTo>
                  <a:pt x="392981" y="37281"/>
                </a:lnTo>
                <a:lnTo>
                  <a:pt x="454819" y="37281"/>
                </a:lnTo>
                <a:close/>
                <a:moveTo>
                  <a:pt x="357262" y="0"/>
                </a:moveTo>
                <a:lnTo>
                  <a:pt x="374229" y="6697"/>
                </a:lnTo>
                <a:cubicBezTo>
                  <a:pt x="358155" y="38249"/>
                  <a:pt x="344984" y="61987"/>
                  <a:pt x="334715" y="77911"/>
                </a:cubicBezTo>
                <a:cubicBezTo>
                  <a:pt x="343347" y="77688"/>
                  <a:pt x="352351" y="77428"/>
                  <a:pt x="361727" y="77130"/>
                </a:cubicBezTo>
                <a:cubicBezTo>
                  <a:pt x="366787" y="68498"/>
                  <a:pt x="372071" y="59084"/>
                  <a:pt x="377577" y="48890"/>
                </a:cubicBezTo>
                <a:lnTo>
                  <a:pt x="394097" y="57150"/>
                </a:lnTo>
                <a:cubicBezTo>
                  <a:pt x="377131" y="85427"/>
                  <a:pt x="360090" y="111621"/>
                  <a:pt x="342975" y="135731"/>
                </a:cubicBezTo>
                <a:cubicBezTo>
                  <a:pt x="362769" y="132903"/>
                  <a:pt x="379140" y="130373"/>
                  <a:pt x="392088" y="128141"/>
                </a:cubicBezTo>
                <a:cubicBezTo>
                  <a:pt x="391195" y="133945"/>
                  <a:pt x="390525" y="139600"/>
                  <a:pt x="390079" y="145107"/>
                </a:cubicBezTo>
                <a:cubicBezTo>
                  <a:pt x="373559" y="147488"/>
                  <a:pt x="351012" y="150986"/>
                  <a:pt x="322437" y="155600"/>
                </a:cubicBezTo>
                <a:lnTo>
                  <a:pt x="318865" y="139080"/>
                </a:lnTo>
                <a:cubicBezTo>
                  <a:pt x="328390" y="129183"/>
                  <a:pt x="339738" y="113481"/>
                  <a:pt x="352909" y="91975"/>
                </a:cubicBezTo>
                <a:cubicBezTo>
                  <a:pt x="340408" y="92794"/>
                  <a:pt x="329059" y="93613"/>
                  <a:pt x="318865" y="94431"/>
                </a:cubicBezTo>
                <a:lnTo>
                  <a:pt x="314623" y="79251"/>
                </a:lnTo>
                <a:cubicBezTo>
                  <a:pt x="328315" y="60945"/>
                  <a:pt x="342528" y="34528"/>
                  <a:pt x="357262" y="0"/>
                </a:cubicBezTo>
                <a:close/>
              </a:path>
            </a:pathLst>
          </a:custGeom>
          <a:solidFill>
            <a:srgbClr val="F19455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8" name="箭头: 上 257">
            <a:extLst>
              <a:ext uri="{FF2B5EF4-FFF2-40B4-BE49-F238E27FC236}">
                <a16:creationId xmlns:a16="http://schemas.microsoft.com/office/drawing/2014/main" id="{4F4911ED-6302-4F22-B83D-2CA12D29F0A4}"/>
              </a:ext>
            </a:extLst>
          </p:cNvPr>
          <p:cNvSpPr/>
          <p:nvPr/>
        </p:nvSpPr>
        <p:spPr>
          <a:xfrm>
            <a:off x="5871998" y="2303950"/>
            <a:ext cx="240816" cy="301522"/>
          </a:xfrm>
          <a:prstGeom prst="upArrow">
            <a:avLst/>
          </a:prstGeom>
          <a:solidFill>
            <a:srgbClr val="F19455"/>
          </a:solidFill>
          <a:ln w="1270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3E74869D-6200-4162-A8AC-9A93F31B8EEC}"/>
              </a:ext>
            </a:extLst>
          </p:cNvPr>
          <p:cNvSpPr/>
          <p:nvPr/>
        </p:nvSpPr>
        <p:spPr>
          <a:xfrm>
            <a:off x="5709160" y="2771941"/>
            <a:ext cx="627020" cy="187810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78C28C92-12E3-46C1-9643-37D040BF6618}"/>
              </a:ext>
            </a:extLst>
          </p:cNvPr>
          <p:cNvGrpSpPr/>
          <p:nvPr/>
        </p:nvGrpSpPr>
        <p:grpSpPr>
          <a:xfrm>
            <a:off x="3905357" y="4588360"/>
            <a:ext cx="3689356" cy="684389"/>
            <a:chOff x="3905357" y="4588360"/>
            <a:chExt cx="3689356" cy="684389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50190997-0E80-45FF-A085-9BCCAE2B814B}"/>
                </a:ext>
              </a:extLst>
            </p:cNvPr>
            <p:cNvCxnSpPr>
              <a:cxnSpLocks/>
            </p:cNvCxnSpPr>
            <p:nvPr/>
          </p:nvCxnSpPr>
          <p:spPr>
            <a:xfrm>
              <a:off x="4097916" y="4588360"/>
              <a:ext cx="0" cy="393215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DD0D0AE6-5885-4E8F-82FB-AE1F9F8ED4AC}"/>
                </a:ext>
              </a:extLst>
            </p:cNvPr>
            <p:cNvCxnSpPr>
              <a:cxnSpLocks/>
            </p:cNvCxnSpPr>
            <p:nvPr/>
          </p:nvCxnSpPr>
          <p:spPr>
            <a:xfrm>
              <a:off x="7353376" y="4588360"/>
              <a:ext cx="0" cy="393215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CF704777-BFD0-48F8-8693-3444124F7A13}"/>
                </a:ext>
              </a:extLst>
            </p:cNvPr>
            <p:cNvSpPr txBox="1"/>
            <p:nvPr/>
          </p:nvSpPr>
          <p:spPr>
            <a:xfrm>
              <a:off x="3905357" y="5055757"/>
              <a:ext cx="439117" cy="216992"/>
            </a:xfrm>
            <a:custGeom>
              <a:avLst/>
              <a:gdLst/>
              <a:ahLst/>
              <a:cxnLst/>
              <a:rect l="l" t="t" r="r" b="b"/>
              <a:pathLst>
                <a:path w="439117" h="216992">
                  <a:moveTo>
                    <a:pt x="100905" y="99120"/>
                  </a:moveTo>
                  <a:lnTo>
                    <a:pt x="100905" y="137294"/>
                  </a:lnTo>
                  <a:lnTo>
                    <a:pt x="164976" y="137294"/>
                  </a:lnTo>
                  <a:lnTo>
                    <a:pt x="164976" y="99120"/>
                  </a:lnTo>
                  <a:close/>
                  <a:moveTo>
                    <a:pt x="18529" y="99120"/>
                  </a:moveTo>
                  <a:lnTo>
                    <a:pt x="18529" y="137294"/>
                  </a:lnTo>
                  <a:lnTo>
                    <a:pt x="82376" y="137294"/>
                  </a:lnTo>
                  <a:lnTo>
                    <a:pt x="82376" y="99120"/>
                  </a:lnTo>
                  <a:close/>
                  <a:moveTo>
                    <a:pt x="100905" y="45319"/>
                  </a:moveTo>
                  <a:lnTo>
                    <a:pt x="100905" y="83270"/>
                  </a:lnTo>
                  <a:lnTo>
                    <a:pt x="164976" y="83270"/>
                  </a:lnTo>
                  <a:lnTo>
                    <a:pt x="164976" y="45319"/>
                  </a:lnTo>
                  <a:close/>
                  <a:moveTo>
                    <a:pt x="18529" y="45319"/>
                  </a:moveTo>
                  <a:lnTo>
                    <a:pt x="18529" y="83270"/>
                  </a:lnTo>
                  <a:lnTo>
                    <a:pt x="82376" y="83270"/>
                  </a:lnTo>
                  <a:lnTo>
                    <a:pt x="82376" y="45319"/>
                  </a:lnTo>
                  <a:close/>
                  <a:moveTo>
                    <a:pt x="241994" y="12056"/>
                  </a:moveTo>
                  <a:lnTo>
                    <a:pt x="416123" y="12056"/>
                  </a:lnTo>
                  <a:lnTo>
                    <a:pt x="416123" y="29468"/>
                  </a:lnTo>
                  <a:lnTo>
                    <a:pt x="341337" y="84163"/>
                  </a:lnTo>
                  <a:lnTo>
                    <a:pt x="341337" y="100013"/>
                  </a:lnTo>
                  <a:lnTo>
                    <a:pt x="439117" y="100013"/>
                  </a:lnTo>
                  <a:lnTo>
                    <a:pt x="439117" y="116756"/>
                  </a:lnTo>
                  <a:lnTo>
                    <a:pt x="341337" y="116756"/>
                  </a:lnTo>
                  <a:lnTo>
                    <a:pt x="341337" y="187077"/>
                  </a:lnTo>
                  <a:cubicBezTo>
                    <a:pt x="341337" y="207020"/>
                    <a:pt x="330919" y="216992"/>
                    <a:pt x="310083" y="216992"/>
                  </a:cubicBezTo>
                  <a:cubicBezTo>
                    <a:pt x="303237" y="216992"/>
                    <a:pt x="291480" y="216843"/>
                    <a:pt x="274811" y="216545"/>
                  </a:cubicBezTo>
                  <a:cubicBezTo>
                    <a:pt x="274216" y="210592"/>
                    <a:pt x="273323" y="203821"/>
                    <a:pt x="272132" y="196230"/>
                  </a:cubicBezTo>
                  <a:cubicBezTo>
                    <a:pt x="282997" y="197570"/>
                    <a:pt x="294456" y="198314"/>
                    <a:pt x="306511" y="198463"/>
                  </a:cubicBezTo>
                  <a:cubicBezTo>
                    <a:pt x="317078" y="198463"/>
                    <a:pt x="322362" y="193105"/>
                    <a:pt x="322362" y="182389"/>
                  </a:cubicBezTo>
                  <a:lnTo>
                    <a:pt x="322362" y="116756"/>
                  </a:lnTo>
                  <a:lnTo>
                    <a:pt x="218554" y="116756"/>
                  </a:lnTo>
                  <a:lnTo>
                    <a:pt x="218554" y="100013"/>
                  </a:lnTo>
                  <a:lnTo>
                    <a:pt x="322362" y="100013"/>
                  </a:lnTo>
                  <a:lnTo>
                    <a:pt x="322362" y="75456"/>
                  </a:lnTo>
                  <a:lnTo>
                    <a:pt x="386432" y="28799"/>
                  </a:lnTo>
                  <a:lnTo>
                    <a:pt x="241994" y="28799"/>
                  </a:lnTo>
                  <a:close/>
                  <a:moveTo>
                    <a:pt x="82376" y="0"/>
                  </a:moveTo>
                  <a:lnTo>
                    <a:pt x="100905" y="0"/>
                  </a:lnTo>
                  <a:lnTo>
                    <a:pt x="100905" y="28575"/>
                  </a:lnTo>
                  <a:lnTo>
                    <a:pt x="183505" y="28575"/>
                  </a:lnTo>
                  <a:lnTo>
                    <a:pt x="183505" y="154038"/>
                  </a:lnTo>
                  <a:lnTo>
                    <a:pt x="100905" y="154038"/>
                  </a:lnTo>
                  <a:lnTo>
                    <a:pt x="100905" y="180157"/>
                  </a:lnTo>
                  <a:cubicBezTo>
                    <a:pt x="100905" y="189235"/>
                    <a:pt x="105668" y="193775"/>
                    <a:pt x="115193" y="193775"/>
                  </a:cubicBezTo>
                  <a:lnTo>
                    <a:pt x="167432" y="193775"/>
                  </a:lnTo>
                  <a:cubicBezTo>
                    <a:pt x="177552" y="193775"/>
                    <a:pt x="183728" y="190426"/>
                    <a:pt x="185961" y="183729"/>
                  </a:cubicBezTo>
                  <a:cubicBezTo>
                    <a:pt x="188342" y="176436"/>
                    <a:pt x="190053" y="165944"/>
                    <a:pt x="191095" y="152252"/>
                  </a:cubicBezTo>
                  <a:cubicBezTo>
                    <a:pt x="195411" y="154186"/>
                    <a:pt x="201588" y="156493"/>
                    <a:pt x="209624" y="159172"/>
                  </a:cubicBezTo>
                  <a:cubicBezTo>
                    <a:pt x="207838" y="171078"/>
                    <a:pt x="205829" y="181273"/>
                    <a:pt x="203597" y="189756"/>
                  </a:cubicBezTo>
                  <a:cubicBezTo>
                    <a:pt x="199876" y="203746"/>
                    <a:pt x="189756" y="210741"/>
                    <a:pt x="173236" y="210741"/>
                  </a:cubicBezTo>
                  <a:lnTo>
                    <a:pt x="113853" y="210741"/>
                  </a:lnTo>
                  <a:cubicBezTo>
                    <a:pt x="92869" y="210741"/>
                    <a:pt x="82376" y="200472"/>
                    <a:pt x="82376" y="179934"/>
                  </a:cubicBezTo>
                  <a:lnTo>
                    <a:pt x="82376" y="154038"/>
                  </a:lnTo>
                  <a:lnTo>
                    <a:pt x="18529" y="154038"/>
                  </a:lnTo>
                  <a:lnTo>
                    <a:pt x="18529" y="169441"/>
                  </a:lnTo>
                  <a:lnTo>
                    <a:pt x="0" y="169441"/>
                  </a:lnTo>
                  <a:lnTo>
                    <a:pt x="0" y="28575"/>
                  </a:lnTo>
                  <a:lnTo>
                    <a:pt x="82376" y="2857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79CBDE2B-1ECB-4875-AF3F-3633A8E59DA9}"/>
                </a:ext>
              </a:extLst>
            </p:cNvPr>
            <p:cNvSpPr txBox="1"/>
            <p:nvPr/>
          </p:nvSpPr>
          <p:spPr>
            <a:xfrm>
              <a:off x="7143541" y="5038875"/>
              <a:ext cx="451172" cy="220340"/>
            </a:xfrm>
            <a:custGeom>
              <a:avLst/>
              <a:gdLst/>
              <a:ahLst/>
              <a:cxnLst/>
              <a:rect l="l" t="t" r="r" b="b"/>
              <a:pathLst>
                <a:path w="451172" h="220340">
                  <a:moveTo>
                    <a:pt x="31477" y="117425"/>
                  </a:moveTo>
                  <a:lnTo>
                    <a:pt x="190425" y="117425"/>
                  </a:lnTo>
                  <a:lnTo>
                    <a:pt x="190425" y="134392"/>
                  </a:lnTo>
                  <a:lnTo>
                    <a:pt x="120327" y="134392"/>
                  </a:lnTo>
                  <a:lnTo>
                    <a:pt x="120327" y="192881"/>
                  </a:lnTo>
                  <a:lnTo>
                    <a:pt x="213419" y="192881"/>
                  </a:lnTo>
                  <a:lnTo>
                    <a:pt x="213419" y="209847"/>
                  </a:lnTo>
                  <a:lnTo>
                    <a:pt x="8483" y="209847"/>
                  </a:lnTo>
                  <a:lnTo>
                    <a:pt x="8483" y="192881"/>
                  </a:lnTo>
                  <a:lnTo>
                    <a:pt x="101352" y="192881"/>
                  </a:lnTo>
                  <a:lnTo>
                    <a:pt x="101352" y="134392"/>
                  </a:lnTo>
                  <a:lnTo>
                    <a:pt x="31477" y="134392"/>
                  </a:lnTo>
                  <a:close/>
                  <a:moveTo>
                    <a:pt x="299591" y="85502"/>
                  </a:moveTo>
                  <a:lnTo>
                    <a:pt x="319013" y="89073"/>
                  </a:lnTo>
                  <a:cubicBezTo>
                    <a:pt x="309637" y="144586"/>
                    <a:pt x="284262" y="188342"/>
                    <a:pt x="242887" y="220340"/>
                  </a:cubicBezTo>
                  <a:cubicBezTo>
                    <a:pt x="238423" y="215577"/>
                    <a:pt x="233660" y="210740"/>
                    <a:pt x="228600" y="205829"/>
                  </a:cubicBezTo>
                  <a:cubicBezTo>
                    <a:pt x="268783" y="175171"/>
                    <a:pt x="292447" y="135061"/>
                    <a:pt x="299591" y="85502"/>
                  </a:cubicBezTo>
                  <a:close/>
                  <a:moveTo>
                    <a:pt x="374823" y="77465"/>
                  </a:moveTo>
                  <a:cubicBezTo>
                    <a:pt x="381223" y="132234"/>
                    <a:pt x="406673" y="172268"/>
                    <a:pt x="451172" y="197569"/>
                  </a:cubicBezTo>
                  <a:cubicBezTo>
                    <a:pt x="447600" y="200843"/>
                    <a:pt x="442391" y="206722"/>
                    <a:pt x="435545" y="215205"/>
                  </a:cubicBezTo>
                  <a:cubicBezTo>
                    <a:pt x="390748" y="185886"/>
                    <a:pt x="364331" y="141089"/>
                    <a:pt x="356294" y="80813"/>
                  </a:cubicBezTo>
                  <a:close/>
                  <a:moveTo>
                    <a:pt x="139080" y="58266"/>
                  </a:moveTo>
                  <a:cubicBezTo>
                    <a:pt x="170334" y="76870"/>
                    <a:pt x="197495" y="94431"/>
                    <a:pt x="220563" y="110951"/>
                  </a:cubicBezTo>
                  <a:lnTo>
                    <a:pt x="207838" y="126355"/>
                  </a:lnTo>
                  <a:cubicBezTo>
                    <a:pt x="185365" y="108793"/>
                    <a:pt x="158874" y="90413"/>
                    <a:pt x="128364" y="71214"/>
                  </a:cubicBezTo>
                  <a:close/>
                  <a:moveTo>
                    <a:pt x="81707" y="58043"/>
                  </a:moveTo>
                  <a:lnTo>
                    <a:pt x="94878" y="70768"/>
                  </a:lnTo>
                  <a:cubicBezTo>
                    <a:pt x="66005" y="93389"/>
                    <a:pt x="38844" y="111844"/>
                    <a:pt x="13394" y="126132"/>
                  </a:cubicBezTo>
                  <a:cubicBezTo>
                    <a:pt x="8781" y="120030"/>
                    <a:pt x="4316" y="115193"/>
                    <a:pt x="0" y="111621"/>
                  </a:cubicBezTo>
                  <a:cubicBezTo>
                    <a:pt x="29170" y="96738"/>
                    <a:pt x="56406" y="78879"/>
                    <a:pt x="81707" y="58043"/>
                  </a:cubicBezTo>
                  <a:close/>
                  <a:moveTo>
                    <a:pt x="338435" y="893"/>
                  </a:moveTo>
                  <a:cubicBezTo>
                    <a:pt x="346323" y="12353"/>
                    <a:pt x="352723" y="22622"/>
                    <a:pt x="357634" y="31700"/>
                  </a:cubicBezTo>
                  <a:lnTo>
                    <a:pt x="345690" y="38174"/>
                  </a:lnTo>
                  <a:lnTo>
                    <a:pt x="439117" y="38174"/>
                  </a:lnTo>
                  <a:lnTo>
                    <a:pt x="439117" y="84162"/>
                  </a:lnTo>
                  <a:lnTo>
                    <a:pt x="420811" y="84162"/>
                  </a:lnTo>
                  <a:lnTo>
                    <a:pt x="420811" y="54694"/>
                  </a:lnTo>
                  <a:lnTo>
                    <a:pt x="258291" y="54694"/>
                  </a:lnTo>
                  <a:lnTo>
                    <a:pt x="258291" y="84162"/>
                  </a:lnTo>
                  <a:lnTo>
                    <a:pt x="239985" y="84162"/>
                  </a:lnTo>
                  <a:lnTo>
                    <a:pt x="239985" y="38174"/>
                  </a:lnTo>
                  <a:lnTo>
                    <a:pt x="338881" y="38174"/>
                  </a:lnTo>
                  <a:cubicBezTo>
                    <a:pt x="334491" y="29840"/>
                    <a:pt x="328984" y="20389"/>
                    <a:pt x="322362" y="9822"/>
                  </a:cubicBezTo>
                  <a:close/>
                  <a:moveTo>
                    <a:pt x="110505" y="0"/>
                  </a:moveTo>
                  <a:cubicBezTo>
                    <a:pt x="116607" y="8781"/>
                    <a:pt x="121890" y="17413"/>
                    <a:pt x="126355" y="25896"/>
                  </a:cubicBezTo>
                  <a:lnTo>
                    <a:pt x="118207" y="29914"/>
                  </a:lnTo>
                  <a:lnTo>
                    <a:pt x="212303" y="29914"/>
                  </a:lnTo>
                  <a:lnTo>
                    <a:pt x="212303" y="73223"/>
                  </a:lnTo>
                  <a:lnTo>
                    <a:pt x="193997" y="73223"/>
                  </a:lnTo>
                  <a:lnTo>
                    <a:pt x="193997" y="46881"/>
                  </a:lnTo>
                  <a:lnTo>
                    <a:pt x="28128" y="46881"/>
                  </a:lnTo>
                  <a:lnTo>
                    <a:pt x="28128" y="73223"/>
                  </a:lnTo>
                  <a:lnTo>
                    <a:pt x="9823" y="73223"/>
                  </a:lnTo>
                  <a:lnTo>
                    <a:pt x="9823" y="29914"/>
                  </a:lnTo>
                  <a:lnTo>
                    <a:pt x="106821" y="29914"/>
                  </a:lnTo>
                  <a:cubicBezTo>
                    <a:pt x="103398" y="23440"/>
                    <a:pt x="99119" y="16148"/>
                    <a:pt x="93985" y="8037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09725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10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" grpId="0" animBg="1"/>
      <p:bldP spid="258" grpId="0" animBg="1"/>
      <p:bldP spid="6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9571DE8-F435-44FE-A113-4F9CDB8F729B}"/>
              </a:ext>
            </a:extLst>
          </p:cNvPr>
          <p:cNvGrpSpPr/>
          <p:nvPr/>
        </p:nvGrpSpPr>
        <p:grpSpPr>
          <a:xfrm>
            <a:off x="2514577" y="1975403"/>
            <a:ext cx="7162847" cy="3297346"/>
            <a:chOff x="2514577" y="1975403"/>
            <a:chExt cx="7162847" cy="3297346"/>
          </a:xfrm>
        </p:grpSpPr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087D5E20-AA6F-4335-964F-66FC1E895D1E}"/>
                </a:ext>
              </a:extLst>
            </p:cNvPr>
            <p:cNvGrpSpPr/>
            <p:nvPr/>
          </p:nvGrpSpPr>
          <p:grpSpPr>
            <a:xfrm>
              <a:off x="2514577" y="2212345"/>
              <a:ext cx="3477829" cy="2442098"/>
              <a:chOff x="2514577" y="2207951"/>
              <a:chExt cx="3477829" cy="2442098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8404666-DD2C-46B2-BD3F-3E2CE2FCECDB}"/>
                  </a:ext>
                </a:extLst>
              </p:cNvPr>
              <p:cNvSpPr/>
              <p:nvPr/>
            </p:nvSpPr>
            <p:spPr>
              <a:xfrm>
                <a:off x="2514577" y="2771942"/>
                <a:ext cx="3477829" cy="18781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86FABA2-D74C-4B6B-85F1-E87ED476FA6D}"/>
                  </a:ext>
                </a:extLst>
              </p:cNvPr>
              <p:cNvSpPr txBox="1"/>
              <p:nvPr/>
            </p:nvSpPr>
            <p:spPr>
              <a:xfrm>
                <a:off x="3799406" y="2207951"/>
                <a:ext cx="727279" cy="388264"/>
              </a:xfrm>
              <a:custGeom>
                <a:avLst/>
                <a:gdLst/>
                <a:ahLst/>
                <a:cxnLst/>
                <a:rect l="l" t="t" r="r" b="b"/>
                <a:pathLst>
                  <a:path w="281026" h="150028">
                    <a:moveTo>
                      <a:pt x="251527" y="24070"/>
                    </a:moveTo>
                    <a:cubicBezTo>
                      <a:pt x="255146" y="27810"/>
                      <a:pt x="258705" y="30283"/>
                      <a:pt x="262204" y="31490"/>
                    </a:cubicBezTo>
                    <a:cubicBezTo>
                      <a:pt x="263652" y="32093"/>
                      <a:pt x="264376" y="32696"/>
                      <a:pt x="264376" y="33299"/>
                    </a:cubicBezTo>
                    <a:cubicBezTo>
                      <a:pt x="264376" y="33903"/>
                      <a:pt x="263199" y="34747"/>
                      <a:pt x="260847" y="35833"/>
                    </a:cubicBezTo>
                    <a:cubicBezTo>
                      <a:pt x="258494" y="36919"/>
                      <a:pt x="254905" y="40719"/>
                      <a:pt x="250079" y="47235"/>
                    </a:cubicBezTo>
                    <a:cubicBezTo>
                      <a:pt x="241392" y="58938"/>
                      <a:pt x="232947" y="69313"/>
                      <a:pt x="224742" y="78362"/>
                    </a:cubicBezTo>
                    <a:lnTo>
                      <a:pt x="264376" y="120348"/>
                    </a:lnTo>
                    <a:lnTo>
                      <a:pt x="255146" y="128130"/>
                    </a:lnTo>
                    <a:cubicBezTo>
                      <a:pt x="241995" y="112566"/>
                      <a:pt x="229568" y="98511"/>
                      <a:pt x="217865" y="85963"/>
                    </a:cubicBezTo>
                    <a:cubicBezTo>
                      <a:pt x="203508" y="101165"/>
                      <a:pt x="187703" y="115160"/>
                      <a:pt x="170450" y="127949"/>
                    </a:cubicBezTo>
                    <a:cubicBezTo>
                      <a:pt x="169605" y="123847"/>
                      <a:pt x="166589" y="120590"/>
                      <a:pt x="161401" y="118177"/>
                    </a:cubicBezTo>
                    <a:cubicBezTo>
                      <a:pt x="177689" y="109007"/>
                      <a:pt x="194218" y="95856"/>
                      <a:pt x="210988" y="78724"/>
                    </a:cubicBezTo>
                    <a:cubicBezTo>
                      <a:pt x="196390" y="63281"/>
                      <a:pt x="182394" y="49406"/>
                      <a:pt x="169002" y="37100"/>
                    </a:cubicBezTo>
                    <a:lnTo>
                      <a:pt x="176422" y="30766"/>
                    </a:lnTo>
                    <a:cubicBezTo>
                      <a:pt x="193675" y="47174"/>
                      <a:pt x="207550" y="60687"/>
                      <a:pt x="218046" y="71304"/>
                    </a:cubicBezTo>
                    <a:cubicBezTo>
                      <a:pt x="233127" y="54413"/>
                      <a:pt x="244288" y="38668"/>
                      <a:pt x="251527" y="24070"/>
                    </a:cubicBezTo>
                    <a:close/>
                    <a:moveTo>
                      <a:pt x="141132" y="6877"/>
                    </a:moveTo>
                    <a:cubicBezTo>
                      <a:pt x="147647" y="8084"/>
                      <a:pt x="170269" y="8687"/>
                      <a:pt x="208997" y="8687"/>
                    </a:cubicBezTo>
                    <a:cubicBezTo>
                      <a:pt x="247726" y="8687"/>
                      <a:pt x="269624" y="8084"/>
                      <a:pt x="274692" y="6877"/>
                    </a:cubicBezTo>
                    <a:lnTo>
                      <a:pt x="274692" y="20088"/>
                    </a:lnTo>
                    <a:cubicBezTo>
                      <a:pt x="266005" y="18761"/>
                      <a:pt x="244589" y="18098"/>
                      <a:pt x="210445" y="18098"/>
                    </a:cubicBezTo>
                    <a:lnTo>
                      <a:pt x="152895" y="18098"/>
                    </a:lnTo>
                    <a:lnTo>
                      <a:pt x="152895" y="138808"/>
                    </a:lnTo>
                    <a:lnTo>
                      <a:pt x="218227" y="138808"/>
                    </a:lnTo>
                    <a:cubicBezTo>
                      <a:pt x="251165" y="138808"/>
                      <a:pt x="272098" y="138144"/>
                      <a:pt x="281026" y="136817"/>
                    </a:cubicBezTo>
                    <a:lnTo>
                      <a:pt x="281026" y="150028"/>
                    </a:lnTo>
                    <a:cubicBezTo>
                      <a:pt x="274390" y="148701"/>
                      <a:pt x="251044" y="148038"/>
                      <a:pt x="210988" y="148038"/>
                    </a:cubicBezTo>
                    <a:cubicBezTo>
                      <a:pt x="170932" y="148038"/>
                      <a:pt x="147647" y="148701"/>
                      <a:pt x="141132" y="150028"/>
                    </a:cubicBezTo>
                    <a:cubicBezTo>
                      <a:pt x="141735" y="140497"/>
                      <a:pt x="142037" y="130785"/>
                      <a:pt x="142037" y="120891"/>
                    </a:cubicBezTo>
                    <a:lnTo>
                      <a:pt x="142037" y="36195"/>
                    </a:lnTo>
                    <a:cubicBezTo>
                      <a:pt x="142037" y="24492"/>
                      <a:pt x="141735" y="14719"/>
                      <a:pt x="141132" y="6877"/>
                    </a:cubicBezTo>
                    <a:close/>
                    <a:moveTo>
                      <a:pt x="0" y="0"/>
                    </a:moveTo>
                    <a:lnTo>
                      <a:pt x="2896" y="0"/>
                    </a:lnTo>
                    <a:lnTo>
                      <a:pt x="89221" y="99536"/>
                    </a:lnTo>
                    <a:lnTo>
                      <a:pt x="89221" y="0"/>
                    </a:lnTo>
                    <a:lnTo>
                      <a:pt x="102070" y="0"/>
                    </a:lnTo>
                    <a:lnTo>
                      <a:pt x="102070" y="129940"/>
                    </a:lnTo>
                    <a:lnTo>
                      <a:pt x="99174" y="129940"/>
                    </a:lnTo>
                    <a:lnTo>
                      <a:pt x="13392" y="31671"/>
                    </a:lnTo>
                    <a:lnTo>
                      <a:pt x="13392" y="129940"/>
                    </a:lnTo>
                    <a:lnTo>
                      <a:pt x="0" y="12994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4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grpSp>
            <p:nvGrpSpPr>
              <p:cNvPr id="252" name="组合 251">
                <a:extLst>
                  <a:ext uri="{FF2B5EF4-FFF2-40B4-BE49-F238E27FC236}">
                    <a16:creationId xmlns:a16="http://schemas.microsoft.com/office/drawing/2014/main" id="{8139A826-0F95-4856-90E2-4A7B249904EB}"/>
                  </a:ext>
                </a:extLst>
              </p:cNvPr>
              <p:cNvGrpSpPr/>
              <p:nvPr/>
            </p:nvGrpSpPr>
            <p:grpSpPr>
              <a:xfrm>
                <a:off x="2610284" y="2850440"/>
                <a:ext cx="2970865" cy="1725373"/>
                <a:chOff x="1214405" y="4590491"/>
                <a:chExt cx="2970865" cy="1725373"/>
              </a:xfrm>
            </p:grpSpPr>
            <p:grpSp>
              <p:nvGrpSpPr>
                <p:cNvPr id="197" name="组合 196">
                  <a:extLst>
                    <a:ext uri="{FF2B5EF4-FFF2-40B4-BE49-F238E27FC236}">
                      <a16:creationId xmlns:a16="http://schemas.microsoft.com/office/drawing/2014/main" id="{A26182BF-5F55-4300-9B7C-F79ED1DCA436}"/>
                    </a:ext>
                  </a:extLst>
                </p:cNvPr>
                <p:cNvGrpSpPr/>
                <p:nvPr/>
              </p:nvGrpSpPr>
              <p:grpSpPr>
                <a:xfrm>
                  <a:off x="1214405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22" name="椭圆 121">
                    <a:extLst>
                      <a:ext uri="{FF2B5EF4-FFF2-40B4-BE49-F238E27FC236}">
                        <a16:creationId xmlns:a16="http://schemas.microsoft.com/office/drawing/2014/main" id="{268ACADA-3654-411F-ADD3-2C5DF3AB3A6D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3" name="椭圆 122">
                    <a:extLst>
                      <a:ext uri="{FF2B5EF4-FFF2-40B4-BE49-F238E27FC236}">
                        <a16:creationId xmlns:a16="http://schemas.microsoft.com/office/drawing/2014/main" id="{95D0F295-5416-4324-AC50-4D0254E2FC37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5" name="椭圆 124">
                    <a:extLst>
                      <a:ext uri="{FF2B5EF4-FFF2-40B4-BE49-F238E27FC236}">
                        <a16:creationId xmlns:a16="http://schemas.microsoft.com/office/drawing/2014/main" id="{8DAC57DC-A9ED-4C0F-AA9D-C7BEFE2D37D8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8" name="椭圆 127">
                    <a:extLst>
                      <a:ext uri="{FF2B5EF4-FFF2-40B4-BE49-F238E27FC236}">
                        <a16:creationId xmlns:a16="http://schemas.microsoft.com/office/drawing/2014/main" id="{C7955919-3898-4841-B07F-FDCC5B0E7A1B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30" name="椭圆 129">
                    <a:extLst>
                      <a:ext uri="{FF2B5EF4-FFF2-40B4-BE49-F238E27FC236}">
                        <a16:creationId xmlns:a16="http://schemas.microsoft.com/office/drawing/2014/main" id="{C5399765-F8FC-4FB2-8624-3C827065D9B0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98" name="组合 197">
                  <a:extLst>
                    <a:ext uri="{FF2B5EF4-FFF2-40B4-BE49-F238E27FC236}">
                      <a16:creationId xmlns:a16="http://schemas.microsoft.com/office/drawing/2014/main" id="{3A51BC6B-80A0-447F-8D93-118C9A4081E9}"/>
                    </a:ext>
                  </a:extLst>
                </p:cNvPr>
                <p:cNvGrpSpPr/>
                <p:nvPr/>
              </p:nvGrpSpPr>
              <p:grpSpPr>
                <a:xfrm>
                  <a:off x="4100769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99" name="椭圆 198">
                    <a:extLst>
                      <a:ext uri="{FF2B5EF4-FFF2-40B4-BE49-F238E27FC236}">
                        <a16:creationId xmlns:a16="http://schemas.microsoft.com/office/drawing/2014/main" id="{4A8DBA4F-3268-4260-851E-6C4BCB481A7A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0" name="椭圆 199">
                    <a:extLst>
                      <a:ext uri="{FF2B5EF4-FFF2-40B4-BE49-F238E27FC236}">
                        <a16:creationId xmlns:a16="http://schemas.microsoft.com/office/drawing/2014/main" id="{73633A8D-40DF-4614-8165-6AAD5329AAC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1" name="椭圆 200">
                    <a:extLst>
                      <a:ext uri="{FF2B5EF4-FFF2-40B4-BE49-F238E27FC236}">
                        <a16:creationId xmlns:a16="http://schemas.microsoft.com/office/drawing/2014/main" id="{F1086EF5-1897-46AE-BCAF-B1D0CF466A4D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2" name="椭圆 201">
                    <a:extLst>
                      <a:ext uri="{FF2B5EF4-FFF2-40B4-BE49-F238E27FC236}">
                        <a16:creationId xmlns:a16="http://schemas.microsoft.com/office/drawing/2014/main" id="{4269ADA7-2238-45D4-8681-3869AA0E04F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3" name="椭圆 202">
                    <a:extLst>
                      <a:ext uri="{FF2B5EF4-FFF2-40B4-BE49-F238E27FC236}">
                        <a16:creationId xmlns:a16="http://schemas.microsoft.com/office/drawing/2014/main" id="{EDCFDF12-411B-4BB8-BC2B-DFC33CE5DFDA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204" name="组合 203">
                  <a:extLst>
                    <a:ext uri="{FF2B5EF4-FFF2-40B4-BE49-F238E27FC236}">
                      <a16:creationId xmlns:a16="http://schemas.microsoft.com/office/drawing/2014/main" id="{9E36E38F-A510-4A35-BF65-9A43CF4DB715}"/>
                    </a:ext>
                  </a:extLst>
                </p:cNvPr>
                <p:cNvGrpSpPr/>
                <p:nvPr/>
              </p:nvGrpSpPr>
              <p:grpSpPr>
                <a:xfrm>
                  <a:off x="1935996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205" name="椭圆 204">
                    <a:extLst>
                      <a:ext uri="{FF2B5EF4-FFF2-40B4-BE49-F238E27FC236}">
                        <a16:creationId xmlns:a16="http://schemas.microsoft.com/office/drawing/2014/main" id="{0B84A2AD-909A-4B6B-9224-88614A072EE0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6" name="椭圆 205">
                    <a:extLst>
                      <a:ext uri="{FF2B5EF4-FFF2-40B4-BE49-F238E27FC236}">
                        <a16:creationId xmlns:a16="http://schemas.microsoft.com/office/drawing/2014/main" id="{247AFC8C-BFDD-4B05-8F2F-7FC43CA9E171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7" name="椭圆 206">
                    <a:extLst>
                      <a:ext uri="{FF2B5EF4-FFF2-40B4-BE49-F238E27FC236}">
                        <a16:creationId xmlns:a16="http://schemas.microsoft.com/office/drawing/2014/main" id="{E06088A4-1A69-4262-835B-E0047111C13A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8" name="椭圆 207">
                    <a:extLst>
                      <a:ext uri="{FF2B5EF4-FFF2-40B4-BE49-F238E27FC236}">
                        <a16:creationId xmlns:a16="http://schemas.microsoft.com/office/drawing/2014/main" id="{8DB27B61-0507-4BF2-99ED-C5F9F371773E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9" name="椭圆 208">
                    <a:extLst>
                      <a:ext uri="{FF2B5EF4-FFF2-40B4-BE49-F238E27FC236}">
                        <a16:creationId xmlns:a16="http://schemas.microsoft.com/office/drawing/2014/main" id="{462A10EB-2C59-4D2D-BFF8-CD4C39F4F606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210" name="组合 209">
                  <a:extLst>
                    <a:ext uri="{FF2B5EF4-FFF2-40B4-BE49-F238E27FC236}">
                      <a16:creationId xmlns:a16="http://schemas.microsoft.com/office/drawing/2014/main" id="{C618F670-01E2-4571-94F9-0B3088BDBD6B}"/>
                    </a:ext>
                  </a:extLst>
                </p:cNvPr>
                <p:cNvGrpSpPr/>
                <p:nvPr/>
              </p:nvGrpSpPr>
              <p:grpSpPr>
                <a:xfrm>
                  <a:off x="2657587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211" name="椭圆 210">
                    <a:extLst>
                      <a:ext uri="{FF2B5EF4-FFF2-40B4-BE49-F238E27FC236}">
                        <a16:creationId xmlns:a16="http://schemas.microsoft.com/office/drawing/2014/main" id="{FE9D440C-6995-45B2-B39B-03C3E0F094B4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2" name="椭圆 211">
                    <a:extLst>
                      <a:ext uri="{FF2B5EF4-FFF2-40B4-BE49-F238E27FC236}">
                        <a16:creationId xmlns:a16="http://schemas.microsoft.com/office/drawing/2014/main" id="{36C441FE-F20E-4281-AA0D-BCF1F65C529F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3" name="椭圆 212">
                    <a:extLst>
                      <a:ext uri="{FF2B5EF4-FFF2-40B4-BE49-F238E27FC236}">
                        <a16:creationId xmlns:a16="http://schemas.microsoft.com/office/drawing/2014/main" id="{85A13A02-92AD-425C-A137-666D3059439C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4" name="椭圆 213">
                    <a:extLst>
                      <a:ext uri="{FF2B5EF4-FFF2-40B4-BE49-F238E27FC236}">
                        <a16:creationId xmlns:a16="http://schemas.microsoft.com/office/drawing/2014/main" id="{206CCF7F-272D-44DC-80CD-C25D45850205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5" name="椭圆 214">
                    <a:extLst>
                      <a:ext uri="{FF2B5EF4-FFF2-40B4-BE49-F238E27FC236}">
                        <a16:creationId xmlns:a16="http://schemas.microsoft.com/office/drawing/2014/main" id="{C41FD8BF-1008-48D3-B063-BAF6B12C241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216" name="组合 215">
                  <a:extLst>
                    <a:ext uri="{FF2B5EF4-FFF2-40B4-BE49-F238E27FC236}">
                      <a16:creationId xmlns:a16="http://schemas.microsoft.com/office/drawing/2014/main" id="{D81EA810-707F-4225-A94D-6D250FF88944}"/>
                    </a:ext>
                  </a:extLst>
                </p:cNvPr>
                <p:cNvGrpSpPr/>
                <p:nvPr/>
              </p:nvGrpSpPr>
              <p:grpSpPr>
                <a:xfrm>
                  <a:off x="3379178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217" name="椭圆 216">
                    <a:extLst>
                      <a:ext uri="{FF2B5EF4-FFF2-40B4-BE49-F238E27FC236}">
                        <a16:creationId xmlns:a16="http://schemas.microsoft.com/office/drawing/2014/main" id="{FC70E2E7-64CF-4C01-831A-6CE248E89A4E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8" name="椭圆 217">
                    <a:extLst>
                      <a:ext uri="{FF2B5EF4-FFF2-40B4-BE49-F238E27FC236}">
                        <a16:creationId xmlns:a16="http://schemas.microsoft.com/office/drawing/2014/main" id="{4DE0174B-AB1C-43E7-9F40-031776F6A915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9" name="椭圆 218">
                    <a:extLst>
                      <a:ext uri="{FF2B5EF4-FFF2-40B4-BE49-F238E27FC236}">
                        <a16:creationId xmlns:a16="http://schemas.microsoft.com/office/drawing/2014/main" id="{88E9D260-F46A-43A3-8620-2F73E86BA534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0" name="椭圆 219">
                    <a:extLst>
                      <a:ext uri="{FF2B5EF4-FFF2-40B4-BE49-F238E27FC236}">
                        <a16:creationId xmlns:a16="http://schemas.microsoft.com/office/drawing/2014/main" id="{D77C99F4-D2CA-4125-AAF0-195F45719C9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1" name="椭圆 220">
                    <a:extLst>
                      <a:ext uri="{FF2B5EF4-FFF2-40B4-BE49-F238E27FC236}">
                        <a16:creationId xmlns:a16="http://schemas.microsoft.com/office/drawing/2014/main" id="{BC9368D3-6700-4276-ACAE-D31A9F493941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</p:grpSp>
        <p:grpSp>
          <p:nvGrpSpPr>
            <p:cNvPr id="256" name="组合 255">
              <a:extLst>
                <a:ext uri="{FF2B5EF4-FFF2-40B4-BE49-F238E27FC236}">
                  <a16:creationId xmlns:a16="http://schemas.microsoft.com/office/drawing/2014/main" id="{D53FC7D2-BE93-415E-BD77-D19D396AB700}"/>
                </a:ext>
              </a:extLst>
            </p:cNvPr>
            <p:cNvGrpSpPr/>
            <p:nvPr/>
          </p:nvGrpSpPr>
          <p:grpSpPr>
            <a:xfrm>
              <a:off x="5992406" y="2207951"/>
              <a:ext cx="3685018" cy="2442098"/>
              <a:chOff x="5992406" y="2207951"/>
              <a:chExt cx="3685018" cy="2442098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A6D3AF5-AFFC-4CE9-9AF9-AA216535ED65}"/>
                  </a:ext>
                </a:extLst>
              </p:cNvPr>
              <p:cNvSpPr/>
              <p:nvPr/>
            </p:nvSpPr>
            <p:spPr>
              <a:xfrm>
                <a:off x="5992406" y="2771942"/>
                <a:ext cx="3685018" cy="187810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F38A98B-C0EC-4343-95BD-24CAC8FBF12E}"/>
                  </a:ext>
                </a:extLst>
              </p:cNvPr>
              <p:cNvSpPr txBox="1"/>
              <p:nvPr/>
            </p:nvSpPr>
            <p:spPr>
              <a:xfrm>
                <a:off x="7716571" y="2207951"/>
                <a:ext cx="653797" cy="388264"/>
              </a:xfrm>
              <a:custGeom>
                <a:avLst/>
                <a:gdLst/>
                <a:ahLst/>
                <a:cxnLst/>
                <a:rect l="l" t="t" r="r" b="b"/>
                <a:pathLst>
                  <a:path w="252632" h="150028">
                    <a:moveTo>
                      <a:pt x="223133" y="24070"/>
                    </a:moveTo>
                    <a:cubicBezTo>
                      <a:pt x="226752" y="27810"/>
                      <a:pt x="230311" y="30283"/>
                      <a:pt x="233810" y="31490"/>
                    </a:cubicBezTo>
                    <a:cubicBezTo>
                      <a:pt x="235258" y="32093"/>
                      <a:pt x="235982" y="32696"/>
                      <a:pt x="235982" y="33299"/>
                    </a:cubicBezTo>
                    <a:cubicBezTo>
                      <a:pt x="235982" y="33903"/>
                      <a:pt x="234806" y="34747"/>
                      <a:pt x="232453" y="35833"/>
                    </a:cubicBezTo>
                    <a:cubicBezTo>
                      <a:pt x="230100" y="36919"/>
                      <a:pt x="226511" y="40719"/>
                      <a:pt x="221685" y="47235"/>
                    </a:cubicBezTo>
                    <a:cubicBezTo>
                      <a:pt x="212998" y="58938"/>
                      <a:pt x="204553" y="69313"/>
                      <a:pt x="196348" y="78362"/>
                    </a:cubicBezTo>
                    <a:lnTo>
                      <a:pt x="235982" y="120348"/>
                    </a:lnTo>
                    <a:lnTo>
                      <a:pt x="226752" y="128130"/>
                    </a:lnTo>
                    <a:cubicBezTo>
                      <a:pt x="213601" y="112566"/>
                      <a:pt x="201174" y="98511"/>
                      <a:pt x="189471" y="85963"/>
                    </a:cubicBezTo>
                    <a:cubicBezTo>
                      <a:pt x="175114" y="101165"/>
                      <a:pt x="159309" y="115160"/>
                      <a:pt x="142056" y="127949"/>
                    </a:cubicBezTo>
                    <a:cubicBezTo>
                      <a:pt x="141211" y="123847"/>
                      <a:pt x="138195" y="120590"/>
                      <a:pt x="133007" y="118177"/>
                    </a:cubicBezTo>
                    <a:cubicBezTo>
                      <a:pt x="149295" y="109007"/>
                      <a:pt x="165824" y="95856"/>
                      <a:pt x="182594" y="78724"/>
                    </a:cubicBezTo>
                    <a:cubicBezTo>
                      <a:pt x="167996" y="63281"/>
                      <a:pt x="154000" y="49406"/>
                      <a:pt x="140608" y="37100"/>
                    </a:cubicBezTo>
                    <a:lnTo>
                      <a:pt x="148028" y="30766"/>
                    </a:lnTo>
                    <a:cubicBezTo>
                      <a:pt x="165281" y="47174"/>
                      <a:pt x="179156" y="60687"/>
                      <a:pt x="189652" y="71304"/>
                    </a:cubicBezTo>
                    <a:cubicBezTo>
                      <a:pt x="204734" y="54413"/>
                      <a:pt x="215894" y="38668"/>
                      <a:pt x="223133" y="24070"/>
                    </a:cubicBezTo>
                    <a:close/>
                    <a:moveTo>
                      <a:pt x="13030" y="12668"/>
                    </a:moveTo>
                    <a:lnTo>
                      <a:pt x="13030" y="57007"/>
                    </a:lnTo>
                    <a:lnTo>
                      <a:pt x="34928" y="57007"/>
                    </a:lnTo>
                    <a:cubicBezTo>
                      <a:pt x="48079" y="57248"/>
                      <a:pt x="56826" y="55107"/>
                      <a:pt x="61170" y="50583"/>
                    </a:cubicBezTo>
                    <a:cubicBezTo>
                      <a:pt x="65513" y="46058"/>
                      <a:pt x="67685" y="40719"/>
                      <a:pt x="67685" y="34566"/>
                    </a:cubicBezTo>
                    <a:cubicBezTo>
                      <a:pt x="67685" y="19968"/>
                      <a:pt x="57128" y="12668"/>
                      <a:pt x="36014" y="12668"/>
                    </a:cubicBezTo>
                    <a:close/>
                    <a:moveTo>
                      <a:pt x="112738" y="6877"/>
                    </a:moveTo>
                    <a:cubicBezTo>
                      <a:pt x="119253" y="8084"/>
                      <a:pt x="141875" y="8687"/>
                      <a:pt x="180604" y="8687"/>
                    </a:cubicBezTo>
                    <a:cubicBezTo>
                      <a:pt x="219332" y="8687"/>
                      <a:pt x="241230" y="8084"/>
                      <a:pt x="246298" y="6877"/>
                    </a:cubicBezTo>
                    <a:lnTo>
                      <a:pt x="246298" y="20088"/>
                    </a:lnTo>
                    <a:cubicBezTo>
                      <a:pt x="237611" y="18761"/>
                      <a:pt x="216195" y="18098"/>
                      <a:pt x="182051" y="18098"/>
                    </a:cubicBezTo>
                    <a:lnTo>
                      <a:pt x="124501" y="18098"/>
                    </a:lnTo>
                    <a:lnTo>
                      <a:pt x="124501" y="138808"/>
                    </a:lnTo>
                    <a:lnTo>
                      <a:pt x="189833" y="138808"/>
                    </a:lnTo>
                    <a:cubicBezTo>
                      <a:pt x="222771" y="138808"/>
                      <a:pt x="243704" y="138144"/>
                      <a:pt x="252632" y="136817"/>
                    </a:cubicBezTo>
                    <a:lnTo>
                      <a:pt x="252632" y="150028"/>
                    </a:lnTo>
                    <a:cubicBezTo>
                      <a:pt x="245996" y="148701"/>
                      <a:pt x="222650" y="148038"/>
                      <a:pt x="182594" y="148038"/>
                    </a:cubicBezTo>
                    <a:cubicBezTo>
                      <a:pt x="142539" y="148038"/>
                      <a:pt x="119253" y="148701"/>
                      <a:pt x="112738" y="150028"/>
                    </a:cubicBezTo>
                    <a:cubicBezTo>
                      <a:pt x="113341" y="140497"/>
                      <a:pt x="113643" y="130785"/>
                      <a:pt x="113643" y="120891"/>
                    </a:cubicBezTo>
                    <a:lnTo>
                      <a:pt x="113643" y="36195"/>
                    </a:lnTo>
                    <a:cubicBezTo>
                      <a:pt x="113643" y="24492"/>
                      <a:pt x="113341" y="14719"/>
                      <a:pt x="112738" y="6877"/>
                    </a:cubicBezTo>
                    <a:close/>
                    <a:moveTo>
                      <a:pt x="0" y="0"/>
                    </a:moveTo>
                    <a:lnTo>
                      <a:pt x="25879" y="0"/>
                    </a:lnTo>
                    <a:cubicBezTo>
                      <a:pt x="41202" y="0"/>
                      <a:pt x="51216" y="603"/>
                      <a:pt x="55921" y="1810"/>
                    </a:cubicBezTo>
                    <a:cubicBezTo>
                      <a:pt x="60627" y="3016"/>
                      <a:pt x="64940" y="5128"/>
                      <a:pt x="68861" y="8144"/>
                    </a:cubicBezTo>
                    <a:cubicBezTo>
                      <a:pt x="72782" y="11160"/>
                      <a:pt x="75829" y="14930"/>
                      <a:pt x="78000" y="19455"/>
                    </a:cubicBezTo>
                    <a:cubicBezTo>
                      <a:pt x="80172" y="23979"/>
                      <a:pt x="81258" y="29016"/>
                      <a:pt x="81258" y="34566"/>
                    </a:cubicBezTo>
                    <a:cubicBezTo>
                      <a:pt x="81258" y="43494"/>
                      <a:pt x="78845" y="50794"/>
                      <a:pt x="74019" y="56464"/>
                    </a:cubicBezTo>
                    <a:cubicBezTo>
                      <a:pt x="69193" y="62135"/>
                      <a:pt x="63130" y="65724"/>
                      <a:pt x="55831" y="67232"/>
                    </a:cubicBezTo>
                    <a:cubicBezTo>
                      <a:pt x="48532" y="68740"/>
                      <a:pt x="37341" y="69494"/>
                      <a:pt x="22260" y="69494"/>
                    </a:cubicBezTo>
                    <a:lnTo>
                      <a:pt x="13030" y="69494"/>
                    </a:lnTo>
                    <a:lnTo>
                      <a:pt x="13030" y="129940"/>
                    </a:lnTo>
                    <a:lnTo>
                      <a:pt x="0" y="12994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4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grpSp>
            <p:nvGrpSpPr>
              <p:cNvPr id="253" name="组合 252">
                <a:extLst>
                  <a:ext uri="{FF2B5EF4-FFF2-40B4-BE49-F238E27FC236}">
                    <a16:creationId xmlns:a16="http://schemas.microsoft.com/office/drawing/2014/main" id="{652274DB-E6FD-4620-A3F6-59402E2734BC}"/>
                  </a:ext>
                </a:extLst>
              </p:cNvPr>
              <p:cNvGrpSpPr/>
              <p:nvPr/>
            </p:nvGrpSpPr>
            <p:grpSpPr>
              <a:xfrm>
                <a:off x="6585384" y="2862987"/>
                <a:ext cx="2970865" cy="1725373"/>
                <a:chOff x="5189505" y="4603038"/>
                <a:chExt cx="2970865" cy="1725373"/>
              </a:xfrm>
            </p:grpSpPr>
            <p:sp>
              <p:nvSpPr>
                <p:cNvPr id="223" name="椭圆 222">
                  <a:extLst>
                    <a:ext uri="{FF2B5EF4-FFF2-40B4-BE49-F238E27FC236}">
                      <a16:creationId xmlns:a16="http://schemas.microsoft.com/office/drawing/2014/main" id="{8915AEFE-3F9C-4DFC-A299-E087382AD5FB}"/>
                    </a:ext>
                  </a:extLst>
                </p:cNvPr>
                <p:cNvSpPr/>
                <p:nvPr/>
              </p:nvSpPr>
              <p:spPr>
                <a:xfrm>
                  <a:off x="5189505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4" name="椭圆 223">
                  <a:extLst>
                    <a:ext uri="{FF2B5EF4-FFF2-40B4-BE49-F238E27FC236}">
                      <a16:creationId xmlns:a16="http://schemas.microsoft.com/office/drawing/2014/main" id="{56305554-C8C6-431C-8039-3078FDCC4C42}"/>
                    </a:ext>
                  </a:extLst>
                </p:cNvPr>
                <p:cNvSpPr/>
                <p:nvPr/>
              </p:nvSpPr>
              <p:spPr>
                <a:xfrm>
                  <a:off x="5189505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5" name="椭圆 224">
                  <a:extLst>
                    <a:ext uri="{FF2B5EF4-FFF2-40B4-BE49-F238E27FC236}">
                      <a16:creationId xmlns:a16="http://schemas.microsoft.com/office/drawing/2014/main" id="{498CE06F-89FD-433D-A93E-45624E4733D3}"/>
                    </a:ext>
                  </a:extLst>
                </p:cNvPr>
                <p:cNvSpPr/>
                <p:nvPr/>
              </p:nvSpPr>
              <p:spPr>
                <a:xfrm>
                  <a:off x="5189505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6" name="椭圆 225">
                  <a:extLst>
                    <a:ext uri="{FF2B5EF4-FFF2-40B4-BE49-F238E27FC236}">
                      <a16:creationId xmlns:a16="http://schemas.microsoft.com/office/drawing/2014/main" id="{27C5237D-21DD-4048-BE8D-1D98CFC7D02C}"/>
                    </a:ext>
                  </a:extLst>
                </p:cNvPr>
                <p:cNvSpPr/>
                <p:nvPr/>
              </p:nvSpPr>
              <p:spPr>
                <a:xfrm>
                  <a:off x="5189505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7" name="椭圆 226">
                  <a:extLst>
                    <a:ext uri="{FF2B5EF4-FFF2-40B4-BE49-F238E27FC236}">
                      <a16:creationId xmlns:a16="http://schemas.microsoft.com/office/drawing/2014/main" id="{FFDA6176-D6A4-45F1-8787-B25298FAC206}"/>
                    </a:ext>
                  </a:extLst>
                </p:cNvPr>
                <p:cNvSpPr/>
                <p:nvPr/>
              </p:nvSpPr>
              <p:spPr>
                <a:xfrm>
                  <a:off x="5189505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9" name="椭圆 228">
                  <a:extLst>
                    <a:ext uri="{FF2B5EF4-FFF2-40B4-BE49-F238E27FC236}">
                      <a16:creationId xmlns:a16="http://schemas.microsoft.com/office/drawing/2014/main" id="{2B8419DB-0B11-42F0-AD88-AF26E22EA6C0}"/>
                    </a:ext>
                  </a:extLst>
                </p:cNvPr>
                <p:cNvSpPr/>
                <p:nvPr/>
              </p:nvSpPr>
              <p:spPr>
                <a:xfrm>
                  <a:off x="8075869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0" name="椭圆 229">
                  <a:extLst>
                    <a:ext uri="{FF2B5EF4-FFF2-40B4-BE49-F238E27FC236}">
                      <a16:creationId xmlns:a16="http://schemas.microsoft.com/office/drawing/2014/main" id="{9A73B4DA-91F7-469F-B5AE-5B1D9CDB96B4}"/>
                    </a:ext>
                  </a:extLst>
                </p:cNvPr>
                <p:cNvSpPr/>
                <p:nvPr/>
              </p:nvSpPr>
              <p:spPr>
                <a:xfrm>
                  <a:off x="8075869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1" name="椭圆 230">
                  <a:extLst>
                    <a:ext uri="{FF2B5EF4-FFF2-40B4-BE49-F238E27FC236}">
                      <a16:creationId xmlns:a16="http://schemas.microsoft.com/office/drawing/2014/main" id="{51CD6D1A-42BC-4189-81D7-D48D61E95E63}"/>
                    </a:ext>
                  </a:extLst>
                </p:cNvPr>
                <p:cNvSpPr/>
                <p:nvPr/>
              </p:nvSpPr>
              <p:spPr>
                <a:xfrm>
                  <a:off x="8075869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2" name="椭圆 231">
                  <a:extLst>
                    <a:ext uri="{FF2B5EF4-FFF2-40B4-BE49-F238E27FC236}">
                      <a16:creationId xmlns:a16="http://schemas.microsoft.com/office/drawing/2014/main" id="{3B11AF73-2A0A-4420-A2C7-A373253264B7}"/>
                    </a:ext>
                  </a:extLst>
                </p:cNvPr>
                <p:cNvSpPr/>
                <p:nvPr/>
              </p:nvSpPr>
              <p:spPr>
                <a:xfrm>
                  <a:off x="8075869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3" name="椭圆 232">
                  <a:extLst>
                    <a:ext uri="{FF2B5EF4-FFF2-40B4-BE49-F238E27FC236}">
                      <a16:creationId xmlns:a16="http://schemas.microsoft.com/office/drawing/2014/main" id="{AAAA40BF-8821-4150-8B6C-6A6206F283D7}"/>
                    </a:ext>
                  </a:extLst>
                </p:cNvPr>
                <p:cNvSpPr/>
                <p:nvPr/>
              </p:nvSpPr>
              <p:spPr>
                <a:xfrm>
                  <a:off x="8075869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5" name="椭圆 234">
                  <a:extLst>
                    <a:ext uri="{FF2B5EF4-FFF2-40B4-BE49-F238E27FC236}">
                      <a16:creationId xmlns:a16="http://schemas.microsoft.com/office/drawing/2014/main" id="{466CB7BA-B97D-4E31-87BB-436BF8EEDD54}"/>
                    </a:ext>
                  </a:extLst>
                </p:cNvPr>
                <p:cNvSpPr/>
                <p:nvPr/>
              </p:nvSpPr>
              <p:spPr>
                <a:xfrm>
                  <a:off x="5911096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6" name="椭圆 235">
                  <a:extLst>
                    <a:ext uri="{FF2B5EF4-FFF2-40B4-BE49-F238E27FC236}">
                      <a16:creationId xmlns:a16="http://schemas.microsoft.com/office/drawing/2014/main" id="{639B57B7-23FA-44A7-B83A-1D462B584DC3}"/>
                    </a:ext>
                  </a:extLst>
                </p:cNvPr>
                <p:cNvSpPr/>
                <p:nvPr/>
              </p:nvSpPr>
              <p:spPr>
                <a:xfrm>
                  <a:off x="5911096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7" name="椭圆 236">
                  <a:extLst>
                    <a:ext uri="{FF2B5EF4-FFF2-40B4-BE49-F238E27FC236}">
                      <a16:creationId xmlns:a16="http://schemas.microsoft.com/office/drawing/2014/main" id="{0E9F8E49-FE85-4C8A-8EE5-AB7385328D93}"/>
                    </a:ext>
                  </a:extLst>
                </p:cNvPr>
                <p:cNvSpPr/>
                <p:nvPr/>
              </p:nvSpPr>
              <p:spPr>
                <a:xfrm>
                  <a:off x="5911096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8" name="椭圆 237">
                  <a:extLst>
                    <a:ext uri="{FF2B5EF4-FFF2-40B4-BE49-F238E27FC236}">
                      <a16:creationId xmlns:a16="http://schemas.microsoft.com/office/drawing/2014/main" id="{FA38FCB3-B1AA-4BCE-8638-C4738E179218}"/>
                    </a:ext>
                  </a:extLst>
                </p:cNvPr>
                <p:cNvSpPr/>
                <p:nvPr/>
              </p:nvSpPr>
              <p:spPr>
                <a:xfrm>
                  <a:off x="5911096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9" name="椭圆 238">
                  <a:extLst>
                    <a:ext uri="{FF2B5EF4-FFF2-40B4-BE49-F238E27FC236}">
                      <a16:creationId xmlns:a16="http://schemas.microsoft.com/office/drawing/2014/main" id="{39515DA8-12FE-4B99-94D0-F3CF1C372B32}"/>
                    </a:ext>
                  </a:extLst>
                </p:cNvPr>
                <p:cNvSpPr/>
                <p:nvPr/>
              </p:nvSpPr>
              <p:spPr>
                <a:xfrm>
                  <a:off x="5911096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1" name="椭圆 240">
                  <a:extLst>
                    <a:ext uri="{FF2B5EF4-FFF2-40B4-BE49-F238E27FC236}">
                      <a16:creationId xmlns:a16="http://schemas.microsoft.com/office/drawing/2014/main" id="{AF16349D-01EF-43C9-9877-26CD56994A47}"/>
                    </a:ext>
                  </a:extLst>
                </p:cNvPr>
                <p:cNvSpPr/>
                <p:nvPr/>
              </p:nvSpPr>
              <p:spPr>
                <a:xfrm>
                  <a:off x="6632687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2" name="椭圆 241">
                  <a:extLst>
                    <a:ext uri="{FF2B5EF4-FFF2-40B4-BE49-F238E27FC236}">
                      <a16:creationId xmlns:a16="http://schemas.microsoft.com/office/drawing/2014/main" id="{C287C04A-D666-47C4-8FC3-12AA363C2915}"/>
                    </a:ext>
                  </a:extLst>
                </p:cNvPr>
                <p:cNvSpPr/>
                <p:nvPr/>
              </p:nvSpPr>
              <p:spPr>
                <a:xfrm>
                  <a:off x="6632687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3" name="椭圆 242">
                  <a:extLst>
                    <a:ext uri="{FF2B5EF4-FFF2-40B4-BE49-F238E27FC236}">
                      <a16:creationId xmlns:a16="http://schemas.microsoft.com/office/drawing/2014/main" id="{B962ACFA-18D4-4B61-A7CF-61BF1EE99262}"/>
                    </a:ext>
                  </a:extLst>
                </p:cNvPr>
                <p:cNvSpPr/>
                <p:nvPr/>
              </p:nvSpPr>
              <p:spPr>
                <a:xfrm>
                  <a:off x="6632687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4" name="椭圆 243">
                  <a:extLst>
                    <a:ext uri="{FF2B5EF4-FFF2-40B4-BE49-F238E27FC236}">
                      <a16:creationId xmlns:a16="http://schemas.microsoft.com/office/drawing/2014/main" id="{12ECE724-03EC-4171-8B8F-FFD1798B754A}"/>
                    </a:ext>
                  </a:extLst>
                </p:cNvPr>
                <p:cNvSpPr/>
                <p:nvPr/>
              </p:nvSpPr>
              <p:spPr>
                <a:xfrm>
                  <a:off x="6632687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5" name="椭圆 244">
                  <a:extLst>
                    <a:ext uri="{FF2B5EF4-FFF2-40B4-BE49-F238E27FC236}">
                      <a16:creationId xmlns:a16="http://schemas.microsoft.com/office/drawing/2014/main" id="{CEECF842-CF77-4F69-9316-D2411F1C9188}"/>
                    </a:ext>
                  </a:extLst>
                </p:cNvPr>
                <p:cNvSpPr/>
                <p:nvPr/>
              </p:nvSpPr>
              <p:spPr>
                <a:xfrm>
                  <a:off x="6632687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7" name="椭圆 246">
                  <a:extLst>
                    <a:ext uri="{FF2B5EF4-FFF2-40B4-BE49-F238E27FC236}">
                      <a16:creationId xmlns:a16="http://schemas.microsoft.com/office/drawing/2014/main" id="{65D34C79-55BC-4BF4-AEE0-9932E34F44F6}"/>
                    </a:ext>
                  </a:extLst>
                </p:cNvPr>
                <p:cNvSpPr/>
                <p:nvPr/>
              </p:nvSpPr>
              <p:spPr>
                <a:xfrm>
                  <a:off x="7354278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8" name="椭圆 247">
                  <a:extLst>
                    <a:ext uri="{FF2B5EF4-FFF2-40B4-BE49-F238E27FC236}">
                      <a16:creationId xmlns:a16="http://schemas.microsoft.com/office/drawing/2014/main" id="{542D76BB-1FEC-47B9-AF91-2A8C05734661}"/>
                    </a:ext>
                  </a:extLst>
                </p:cNvPr>
                <p:cNvSpPr/>
                <p:nvPr/>
              </p:nvSpPr>
              <p:spPr>
                <a:xfrm>
                  <a:off x="7354278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9" name="椭圆 248">
                  <a:extLst>
                    <a:ext uri="{FF2B5EF4-FFF2-40B4-BE49-F238E27FC236}">
                      <a16:creationId xmlns:a16="http://schemas.microsoft.com/office/drawing/2014/main" id="{77B9405A-01A7-4605-9DB2-ABABBC0AB22E}"/>
                    </a:ext>
                  </a:extLst>
                </p:cNvPr>
                <p:cNvSpPr/>
                <p:nvPr/>
              </p:nvSpPr>
              <p:spPr>
                <a:xfrm>
                  <a:off x="7354278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0" name="椭圆 249">
                  <a:extLst>
                    <a:ext uri="{FF2B5EF4-FFF2-40B4-BE49-F238E27FC236}">
                      <a16:creationId xmlns:a16="http://schemas.microsoft.com/office/drawing/2014/main" id="{2AA2BDC7-1E0E-4BEC-913B-62C78B97F2C9}"/>
                    </a:ext>
                  </a:extLst>
                </p:cNvPr>
                <p:cNvSpPr/>
                <p:nvPr/>
              </p:nvSpPr>
              <p:spPr>
                <a:xfrm>
                  <a:off x="7354278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1" name="椭圆 250">
                  <a:extLst>
                    <a:ext uri="{FF2B5EF4-FFF2-40B4-BE49-F238E27FC236}">
                      <a16:creationId xmlns:a16="http://schemas.microsoft.com/office/drawing/2014/main" id="{EA573505-905E-4E89-BA98-DEDDA583BB06}"/>
                    </a:ext>
                  </a:extLst>
                </p:cNvPr>
                <p:cNvSpPr/>
                <p:nvPr/>
              </p:nvSpPr>
              <p:spPr>
                <a:xfrm>
                  <a:off x="7354278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sp>
          <p:nvSpPr>
            <p:cNvPr id="260" name="文本框 259">
              <a:extLst>
                <a:ext uri="{FF2B5EF4-FFF2-40B4-BE49-F238E27FC236}">
                  <a16:creationId xmlns:a16="http://schemas.microsoft.com/office/drawing/2014/main" id="{2B30BA8D-6175-4425-A3FF-84F07E139552}"/>
                </a:ext>
              </a:extLst>
            </p:cNvPr>
            <p:cNvSpPr txBox="1"/>
            <p:nvPr/>
          </p:nvSpPr>
          <p:spPr>
            <a:xfrm>
              <a:off x="5671398" y="1975403"/>
              <a:ext cx="716512" cy="296189"/>
            </a:xfrm>
            <a:custGeom>
              <a:avLst/>
              <a:gdLst/>
              <a:ahLst/>
              <a:cxnLst/>
              <a:rect l="l" t="t" r="r" b="b"/>
              <a:pathLst>
                <a:path w="535186" h="221233">
                  <a:moveTo>
                    <a:pt x="394321" y="170780"/>
                  </a:moveTo>
                  <a:cubicBezTo>
                    <a:pt x="393874" y="176733"/>
                    <a:pt x="393651" y="182389"/>
                    <a:pt x="393651" y="187746"/>
                  </a:cubicBezTo>
                  <a:cubicBezTo>
                    <a:pt x="369541" y="192807"/>
                    <a:pt x="344538" y="198760"/>
                    <a:pt x="318641" y="205606"/>
                  </a:cubicBezTo>
                  <a:lnTo>
                    <a:pt x="313730" y="188416"/>
                  </a:lnTo>
                  <a:cubicBezTo>
                    <a:pt x="341263" y="183058"/>
                    <a:pt x="368127" y="177180"/>
                    <a:pt x="394321" y="170780"/>
                  </a:cubicBezTo>
                  <a:close/>
                  <a:moveTo>
                    <a:pt x="422226" y="146223"/>
                  </a:moveTo>
                  <a:lnTo>
                    <a:pt x="422226" y="191765"/>
                  </a:lnTo>
                  <a:lnTo>
                    <a:pt x="505272" y="191765"/>
                  </a:lnTo>
                  <a:lnTo>
                    <a:pt x="505272" y="146223"/>
                  </a:lnTo>
                  <a:close/>
                  <a:moveTo>
                    <a:pt x="404813" y="130596"/>
                  </a:moveTo>
                  <a:lnTo>
                    <a:pt x="522685" y="130596"/>
                  </a:lnTo>
                  <a:lnTo>
                    <a:pt x="522685" y="221233"/>
                  </a:lnTo>
                  <a:lnTo>
                    <a:pt x="505272" y="221233"/>
                  </a:lnTo>
                  <a:lnTo>
                    <a:pt x="505272" y="207392"/>
                  </a:lnTo>
                  <a:lnTo>
                    <a:pt x="422226" y="207392"/>
                  </a:lnTo>
                  <a:lnTo>
                    <a:pt x="422226" y="221233"/>
                  </a:lnTo>
                  <a:lnTo>
                    <a:pt x="404813" y="221233"/>
                  </a:lnTo>
                  <a:close/>
                  <a:moveTo>
                    <a:pt x="22325" y="38397"/>
                  </a:moveTo>
                  <a:lnTo>
                    <a:pt x="22325" y="107379"/>
                  </a:lnTo>
                  <a:lnTo>
                    <a:pt x="42975" y="107379"/>
                  </a:lnTo>
                  <a:cubicBezTo>
                    <a:pt x="56592" y="107379"/>
                    <a:pt x="66936" y="104310"/>
                    <a:pt x="74005" y="98170"/>
                  </a:cubicBezTo>
                  <a:cubicBezTo>
                    <a:pt x="81075" y="92031"/>
                    <a:pt x="84609" y="83232"/>
                    <a:pt x="84609" y="71772"/>
                  </a:cubicBezTo>
                  <a:cubicBezTo>
                    <a:pt x="84609" y="49522"/>
                    <a:pt x="71438" y="38397"/>
                    <a:pt x="45095" y="38397"/>
                  </a:cubicBezTo>
                  <a:close/>
                  <a:moveTo>
                    <a:pt x="142875" y="18752"/>
                  </a:moveTo>
                  <a:lnTo>
                    <a:pt x="170892" y="18752"/>
                  </a:lnTo>
                  <a:lnTo>
                    <a:pt x="255501" y="150911"/>
                  </a:lnTo>
                  <a:cubicBezTo>
                    <a:pt x="259519" y="157162"/>
                    <a:pt x="261901" y="161143"/>
                    <a:pt x="262645" y="162855"/>
                  </a:cubicBezTo>
                  <a:lnTo>
                    <a:pt x="263091" y="162855"/>
                  </a:lnTo>
                  <a:cubicBezTo>
                    <a:pt x="262347" y="157944"/>
                    <a:pt x="261975" y="149535"/>
                    <a:pt x="261975" y="137629"/>
                  </a:cubicBezTo>
                  <a:lnTo>
                    <a:pt x="261975" y="18752"/>
                  </a:lnTo>
                  <a:lnTo>
                    <a:pt x="284076" y="18752"/>
                  </a:lnTo>
                  <a:lnTo>
                    <a:pt x="284076" y="191653"/>
                  </a:lnTo>
                  <a:lnTo>
                    <a:pt x="257622" y="191653"/>
                  </a:lnTo>
                  <a:lnTo>
                    <a:pt x="170669" y="57150"/>
                  </a:lnTo>
                  <a:cubicBezTo>
                    <a:pt x="168213" y="53355"/>
                    <a:pt x="166241" y="49597"/>
                    <a:pt x="164753" y="45876"/>
                  </a:cubicBezTo>
                  <a:lnTo>
                    <a:pt x="164083" y="45876"/>
                  </a:lnTo>
                  <a:cubicBezTo>
                    <a:pt x="164679" y="49746"/>
                    <a:pt x="164976" y="57819"/>
                    <a:pt x="164976" y="70098"/>
                  </a:cubicBezTo>
                  <a:lnTo>
                    <a:pt x="164976" y="191653"/>
                  </a:lnTo>
                  <a:lnTo>
                    <a:pt x="142875" y="191653"/>
                  </a:lnTo>
                  <a:close/>
                  <a:moveTo>
                    <a:pt x="0" y="18752"/>
                  </a:moveTo>
                  <a:lnTo>
                    <a:pt x="49114" y="18752"/>
                  </a:lnTo>
                  <a:cubicBezTo>
                    <a:pt x="67792" y="18752"/>
                    <a:pt x="82284" y="23254"/>
                    <a:pt x="92590" y="32258"/>
                  </a:cubicBezTo>
                  <a:cubicBezTo>
                    <a:pt x="102897" y="41262"/>
                    <a:pt x="108050" y="54136"/>
                    <a:pt x="108050" y="70879"/>
                  </a:cubicBezTo>
                  <a:cubicBezTo>
                    <a:pt x="108050" y="87846"/>
                    <a:pt x="102022" y="101594"/>
                    <a:pt x="89967" y="112123"/>
                  </a:cubicBezTo>
                  <a:cubicBezTo>
                    <a:pt x="77912" y="122653"/>
                    <a:pt x="62843" y="127620"/>
                    <a:pt x="44761" y="127025"/>
                  </a:cubicBezTo>
                  <a:lnTo>
                    <a:pt x="22325" y="127025"/>
                  </a:lnTo>
                  <a:lnTo>
                    <a:pt x="22325" y="191653"/>
                  </a:lnTo>
                  <a:lnTo>
                    <a:pt x="0" y="191653"/>
                  </a:lnTo>
                  <a:close/>
                  <a:moveTo>
                    <a:pt x="454819" y="1562"/>
                  </a:moveTo>
                  <a:lnTo>
                    <a:pt x="472679" y="1562"/>
                  </a:lnTo>
                  <a:lnTo>
                    <a:pt x="472679" y="37281"/>
                  </a:lnTo>
                  <a:lnTo>
                    <a:pt x="535186" y="37281"/>
                  </a:lnTo>
                  <a:lnTo>
                    <a:pt x="535186" y="53355"/>
                  </a:lnTo>
                  <a:lnTo>
                    <a:pt x="472679" y="53355"/>
                  </a:lnTo>
                  <a:lnTo>
                    <a:pt x="472679" y="88180"/>
                  </a:lnTo>
                  <a:lnTo>
                    <a:pt x="527373" y="88180"/>
                  </a:lnTo>
                  <a:lnTo>
                    <a:pt x="527373" y="104254"/>
                  </a:lnTo>
                  <a:lnTo>
                    <a:pt x="400348" y="104254"/>
                  </a:lnTo>
                  <a:lnTo>
                    <a:pt x="400348" y="88180"/>
                  </a:lnTo>
                  <a:lnTo>
                    <a:pt x="454819" y="88180"/>
                  </a:lnTo>
                  <a:lnTo>
                    <a:pt x="454819" y="53355"/>
                  </a:lnTo>
                  <a:lnTo>
                    <a:pt x="392981" y="53355"/>
                  </a:lnTo>
                  <a:lnTo>
                    <a:pt x="392981" y="37281"/>
                  </a:lnTo>
                  <a:lnTo>
                    <a:pt x="454819" y="37281"/>
                  </a:lnTo>
                  <a:close/>
                  <a:moveTo>
                    <a:pt x="357262" y="0"/>
                  </a:moveTo>
                  <a:lnTo>
                    <a:pt x="374229" y="6697"/>
                  </a:lnTo>
                  <a:cubicBezTo>
                    <a:pt x="358155" y="38249"/>
                    <a:pt x="344984" y="61987"/>
                    <a:pt x="334715" y="77911"/>
                  </a:cubicBezTo>
                  <a:cubicBezTo>
                    <a:pt x="343347" y="77688"/>
                    <a:pt x="352351" y="77428"/>
                    <a:pt x="361727" y="77130"/>
                  </a:cubicBezTo>
                  <a:cubicBezTo>
                    <a:pt x="366787" y="68498"/>
                    <a:pt x="372071" y="59084"/>
                    <a:pt x="377577" y="48890"/>
                  </a:cubicBezTo>
                  <a:lnTo>
                    <a:pt x="394097" y="57150"/>
                  </a:lnTo>
                  <a:cubicBezTo>
                    <a:pt x="377131" y="85427"/>
                    <a:pt x="360090" y="111621"/>
                    <a:pt x="342975" y="135731"/>
                  </a:cubicBezTo>
                  <a:cubicBezTo>
                    <a:pt x="362769" y="132903"/>
                    <a:pt x="379140" y="130373"/>
                    <a:pt x="392088" y="128141"/>
                  </a:cubicBezTo>
                  <a:cubicBezTo>
                    <a:pt x="391195" y="133945"/>
                    <a:pt x="390525" y="139600"/>
                    <a:pt x="390079" y="145107"/>
                  </a:cubicBezTo>
                  <a:cubicBezTo>
                    <a:pt x="373559" y="147488"/>
                    <a:pt x="351012" y="150986"/>
                    <a:pt x="322437" y="155600"/>
                  </a:cubicBezTo>
                  <a:lnTo>
                    <a:pt x="318865" y="139080"/>
                  </a:lnTo>
                  <a:cubicBezTo>
                    <a:pt x="328390" y="129183"/>
                    <a:pt x="339738" y="113481"/>
                    <a:pt x="352909" y="91975"/>
                  </a:cubicBezTo>
                  <a:cubicBezTo>
                    <a:pt x="340408" y="92794"/>
                    <a:pt x="329059" y="93613"/>
                    <a:pt x="318865" y="94431"/>
                  </a:cubicBezTo>
                  <a:lnTo>
                    <a:pt x="314623" y="79251"/>
                  </a:lnTo>
                  <a:cubicBezTo>
                    <a:pt x="328315" y="60945"/>
                    <a:pt x="342528" y="34528"/>
                    <a:pt x="357262" y="0"/>
                  </a:cubicBezTo>
                  <a:close/>
                </a:path>
              </a:pathLst>
            </a:custGeom>
            <a:solidFill>
              <a:srgbClr val="F19455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箭头: 上 257">
              <a:extLst>
                <a:ext uri="{FF2B5EF4-FFF2-40B4-BE49-F238E27FC236}">
                  <a16:creationId xmlns:a16="http://schemas.microsoft.com/office/drawing/2014/main" id="{4F4911ED-6302-4F22-B83D-2CA12D29F0A4}"/>
                </a:ext>
              </a:extLst>
            </p:cNvPr>
            <p:cNvSpPr/>
            <p:nvPr/>
          </p:nvSpPr>
          <p:spPr>
            <a:xfrm>
              <a:off x="5871998" y="2303950"/>
              <a:ext cx="240816" cy="301522"/>
            </a:xfrm>
            <a:prstGeom prst="upArrow">
              <a:avLst/>
            </a:prstGeom>
            <a:solidFill>
              <a:srgbClr val="F19455"/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E74869D-6200-4162-A8AC-9A93F31B8EEC}"/>
                </a:ext>
              </a:extLst>
            </p:cNvPr>
            <p:cNvSpPr/>
            <p:nvPr/>
          </p:nvSpPr>
          <p:spPr>
            <a:xfrm>
              <a:off x="5709160" y="2771941"/>
              <a:ext cx="627020" cy="187810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8C28C92-12E3-46C1-9643-37D040BF6618}"/>
                </a:ext>
              </a:extLst>
            </p:cNvPr>
            <p:cNvGrpSpPr/>
            <p:nvPr/>
          </p:nvGrpSpPr>
          <p:grpSpPr>
            <a:xfrm>
              <a:off x="3905357" y="4588360"/>
              <a:ext cx="3689356" cy="684389"/>
              <a:chOff x="3905357" y="4588360"/>
              <a:chExt cx="3689356" cy="684389"/>
            </a:xfrm>
          </p:grpSpPr>
          <p:cxnSp>
            <p:nvCxnSpPr>
              <p:cNvPr id="3" name="直接箭头连接符 2">
                <a:extLst>
                  <a:ext uri="{FF2B5EF4-FFF2-40B4-BE49-F238E27FC236}">
                    <a16:creationId xmlns:a16="http://schemas.microsoft.com/office/drawing/2014/main" id="{50190997-0E80-45FF-A085-9BCCAE2B8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7916" y="4588360"/>
                <a:ext cx="0" cy="3932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DD0D0AE6-5885-4E8F-82FB-AE1F9F8ED4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53376" y="4588360"/>
                <a:ext cx="0" cy="3932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CF704777-BFD0-48F8-8693-3444124F7A13}"/>
                  </a:ext>
                </a:extLst>
              </p:cNvPr>
              <p:cNvSpPr txBox="1"/>
              <p:nvPr/>
            </p:nvSpPr>
            <p:spPr>
              <a:xfrm>
                <a:off x="3905357" y="5055757"/>
                <a:ext cx="439117" cy="216992"/>
              </a:xfrm>
              <a:custGeom>
                <a:avLst/>
                <a:gdLst/>
                <a:ahLst/>
                <a:cxnLst/>
                <a:rect l="l" t="t" r="r" b="b"/>
                <a:pathLst>
                  <a:path w="439117" h="216992">
                    <a:moveTo>
                      <a:pt x="100905" y="99120"/>
                    </a:moveTo>
                    <a:lnTo>
                      <a:pt x="100905" y="137294"/>
                    </a:lnTo>
                    <a:lnTo>
                      <a:pt x="164976" y="137294"/>
                    </a:lnTo>
                    <a:lnTo>
                      <a:pt x="164976" y="99120"/>
                    </a:lnTo>
                    <a:close/>
                    <a:moveTo>
                      <a:pt x="18529" y="99120"/>
                    </a:moveTo>
                    <a:lnTo>
                      <a:pt x="18529" y="137294"/>
                    </a:lnTo>
                    <a:lnTo>
                      <a:pt x="82376" y="137294"/>
                    </a:lnTo>
                    <a:lnTo>
                      <a:pt x="82376" y="99120"/>
                    </a:lnTo>
                    <a:close/>
                    <a:moveTo>
                      <a:pt x="100905" y="45319"/>
                    </a:moveTo>
                    <a:lnTo>
                      <a:pt x="100905" y="83270"/>
                    </a:lnTo>
                    <a:lnTo>
                      <a:pt x="164976" y="83270"/>
                    </a:lnTo>
                    <a:lnTo>
                      <a:pt x="164976" y="45319"/>
                    </a:lnTo>
                    <a:close/>
                    <a:moveTo>
                      <a:pt x="18529" y="45319"/>
                    </a:moveTo>
                    <a:lnTo>
                      <a:pt x="18529" y="83270"/>
                    </a:lnTo>
                    <a:lnTo>
                      <a:pt x="82376" y="83270"/>
                    </a:lnTo>
                    <a:lnTo>
                      <a:pt x="82376" y="45319"/>
                    </a:lnTo>
                    <a:close/>
                    <a:moveTo>
                      <a:pt x="241994" y="12056"/>
                    </a:moveTo>
                    <a:lnTo>
                      <a:pt x="416123" y="12056"/>
                    </a:lnTo>
                    <a:lnTo>
                      <a:pt x="416123" y="29468"/>
                    </a:lnTo>
                    <a:lnTo>
                      <a:pt x="341337" y="84163"/>
                    </a:lnTo>
                    <a:lnTo>
                      <a:pt x="341337" y="100013"/>
                    </a:lnTo>
                    <a:lnTo>
                      <a:pt x="439117" y="100013"/>
                    </a:lnTo>
                    <a:lnTo>
                      <a:pt x="439117" y="116756"/>
                    </a:lnTo>
                    <a:lnTo>
                      <a:pt x="341337" y="116756"/>
                    </a:lnTo>
                    <a:lnTo>
                      <a:pt x="341337" y="187077"/>
                    </a:lnTo>
                    <a:cubicBezTo>
                      <a:pt x="341337" y="207020"/>
                      <a:pt x="330919" y="216992"/>
                      <a:pt x="310083" y="216992"/>
                    </a:cubicBezTo>
                    <a:cubicBezTo>
                      <a:pt x="303237" y="216992"/>
                      <a:pt x="291480" y="216843"/>
                      <a:pt x="274811" y="216545"/>
                    </a:cubicBezTo>
                    <a:cubicBezTo>
                      <a:pt x="274216" y="210592"/>
                      <a:pt x="273323" y="203821"/>
                      <a:pt x="272132" y="196230"/>
                    </a:cubicBezTo>
                    <a:cubicBezTo>
                      <a:pt x="282997" y="197570"/>
                      <a:pt x="294456" y="198314"/>
                      <a:pt x="306511" y="198463"/>
                    </a:cubicBezTo>
                    <a:cubicBezTo>
                      <a:pt x="317078" y="198463"/>
                      <a:pt x="322362" y="193105"/>
                      <a:pt x="322362" y="182389"/>
                    </a:cubicBezTo>
                    <a:lnTo>
                      <a:pt x="322362" y="116756"/>
                    </a:lnTo>
                    <a:lnTo>
                      <a:pt x="218554" y="116756"/>
                    </a:lnTo>
                    <a:lnTo>
                      <a:pt x="218554" y="100013"/>
                    </a:lnTo>
                    <a:lnTo>
                      <a:pt x="322362" y="100013"/>
                    </a:lnTo>
                    <a:lnTo>
                      <a:pt x="322362" y="75456"/>
                    </a:lnTo>
                    <a:lnTo>
                      <a:pt x="386432" y="28799"/>
                    </a:lnTo>
                    <a:lnTo>
                      <a:pt x="241994" y="28799"/>
                    </a:lnTo>
                    <a:close/>
                    <a:moveTo>
                      <a:pt x="82376" y="0"/>
                    </a:moveTo>
                    <a:lnTo>
                      <a:pt x="100905" y="0"/>
                    </a:lnTo>
                    <a:lnTo>
                      <a:pt x="100905" y="28575"/>
                    </a:lnTo>
                    <a:lnTo>
                      <a:pt x="183505" y="28575"/>
                    </a:lnTo>
                    <a:lnTo>
                      <a:pt x="183505" y="154038"/>
                    </a:lnTo>
                    <a:lnTo>
                      <a:pt x="100905" y="154038"/>
                    </a:lnTo>
                    <a:lnTo>
                      <a:pt x="100905" y="180157"/>
                    </a:lnTo>
                    <a:cubicBezTo>
                      <a:pt x="100905" y="189235"/>
                      <a:pt x="105668" y="193775"/>
                      <a:pt x="115193" y="193775"/>
                    </a:cubicBezTo>
                    <a:lnTo>
                      <a:pt x="167432" y="193775"/>
                    </a:lnTo>
                    <a:cubicBezTo>
                      <a:pt x="177552" y="193775"/>
                      <a:pt x="183728" y="190426"/>
                      <a:pt x="185961" y="183729"/>
                    </a:cubicBezTo>
                    <a:cubicBezTo>
                      <a:pt x="188342" y="176436"/>
                      <a:pt x="190053" y="165944"/>
                      <a:pt x="191095" y="152252"/>
                    </a:cubicBezTo>
                    <a:cubicBezTo>
                      <a:pt x="195411" y="154186"/>
                      <a:pt x="201588" y="156493"/>
                      <a:pt x="209624" y="159172"/>
                    </a:cubicBezTo>
                    <a:cubicBezTo>
                      <a:pt x="207838" y="171078"/>
                      <a:pt x="205829" y="181273"/>
                      <a:pt x="203597" y="189756"/>
                    </a:cubicBezTo>
                    <a:cubicBezTo>
                      <a:pt x="199876" y="203746"/>
                      <a:pt x="189756" y="210741"/>
                      <a:pt x="173236" y="210741"/>
                    </a:cubicBezTo>
                    <a:lnTo>
                      <a:pt x="113853" y="210741"/>
                    </a:lnTo>
                    <a:cubicBezTo>
                      <a:pt x="92869" y="210741"/>
                      <a:pt x="82376" y="200472"/>
                      <a:pt x="82376" y="179934"/>
                    </a:cubicBezTo>
                    <a:lnTo>
                      <a:pt x="82376" y="154038"/>
                    </a:lnTo>
                    <a:lnTo>
                      <a:pt x="18529" y="154038"/>
                    </a:lnTo>
                    <a:lnTo>
                      <a:pt x="18529" y="169441"/>
                    </a:lnTo>
                    <a:lnTo>
                      <a:pt x="0" y="169441"/>
                    </a:lnTo>
                    <a:lnTo>
                      <a:pt x="0" y="28575"/>
                    </a:lnTo>
                    <a:lnTo>
                      <a:pt x="82376" y="2857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79CBDE2B-1ECB-4875-AF3F-3633A8E59DA9}"/>
                  </a:ext>
                </a:extLst>
              </p:cNvPr>
              <p:cNvSpPr txBox="1"/>
              <p:nvPr/>
            </p:nvSpPr>
            <p:spPr>
              <a:xfrm>
                <a:off x="7143541" y="5038875"/>
                <a:ext cx="451172" cy="220340"/>
              </a:xfrm>
              <a:custGeom>
                <a:avLst/>
                <a:gdLst/>
                <a:ahLst/>
                <a:cxnLst/>
                <a:rect l="l" t="t" r="r" b="b"/>
                <a:pathLst>
                  <a:path w="451172" h="220340">
                    <a:moveTo>
                      <a:pt x="31477" y="117425"/>
                    </a:moveTo>
                    <a:lnTo>
                      <a:pt x="190425" y="117425"/>
                    </a:lnTo>
                    <a:lnTo>
                      <a:pt x="190425" y="134392"/>
                    </a:lnTo>
                    <a:lnTo>
                      <a:pt x="120327" y="134392"/>
                    </a:lnTo>
                    <a:lnTo>
                      <a:pt x="120327" y="192881"/>
                    </a:lnTo>
                    <a:lnTo>
                      <a:pt x="213419" y="192881"/>
                    </a:lnTo>
                    <a:lnTo>
                      <a:pt x="213419" y="209847"/>
                    </a:lnTo>
                    <a:lnTo>
                      <a:pt x="8483" y="209847"/>
                    </a:lnTo>
                    <a:lnTo>
                      <a:pt x="8483" y="192881"/>
                    </a:lnTo>
                    <a:lnTo>
                      <a:pt x="101352" y="192881"/>
                    </a:lnTo>
                    <a:lnTo>
                      <a:pt x="101352" y="134392"/>
                    </a:lnTo>
                    <a:lnTo>
                      <a:pt x="31477" y="134392"/>
                    </a:lnTo>
                    <a:close/>
                    <a:moveTo>
                      <a:pt x="299591" y="85502"/>
                    </a:moveTo>
                    <a:lnTo>
                      <a:pt x="319013" y="89073"/>
                    </a:lnTo>
                    <a:cubicBezTo>
                      <a:pt x="309637" y="144586"/>
                      <a:pt x="284262" y="188342"/>
                      <a:pt x="242887" y="220340"/>
                    </a:cubicBezTo>
                    <a:cubicBezTo>
                      <a:pt x="238423" y="215577"/>
                      <a:pt x="233660" y="210740"/>
                      <a:pt x="228600" y="205829"/>
                    </a:cubicBezTo>
                    <a:cubicBezTo>
                      <a:pt x="268783" y="175171"/>
                      <a:pt x="292447" y="135061"/>
                      <a:pt x="299591" y="85502"/>
                    </a:cubicBezTo>
                    <a:close/>
                    <a:moveTo>
                      <a:pt x="374823" y="77465"/>
                    </a:moveTo>
                    <a:cubicBezTo>
                      <a:pt x="381223" y="132234"/>
                      <a:pt x="406673" y="172268"/>
                      <a:pt x="451172" y="197569"/>
                    </a:cubicBezTo>
                    <a:cubicBezTo>
                      <a:pt x="447600" y="200843"/>
                      <a:pt x="442391" y="206722"/>
                      <a:pt x="435545" y="215205"/>
                    </a:cubicBezTo>
                    <a:cubicBezTo>
                      <a:pt x="390748" y="185886"/>
                      <a:pt x="364331" y="141089"/>
                      <a:pt x="356294" y="80813"/>
                    </a:cubicBezTo>
                    <a:close/>
                    <a:moveTo>
                      <a:pt x="139080" y="58266"/>
                    </a:moveTo>
                    <a:cubicBezTo>
                      <a:pt x="170334" y="76870"/>
                      <a:pt x="197495" y="94431"/>
                      <a:pt x="220563" y="110951"/>
                    </a:cubicBezTo>
                    <a:lnTo>
                      <a:pt x="207838" y="126355"/>
                    </a:lnTo>
                    <a:cubicBezTo>
                      <a:pt x="185365" y="108793"/>
                      <a:pt x="158874" y="90413"/>
                      <a:pt x="128364" y="71214"/>
                    </a:cubicBezTo>
                    <a:close/>
                    <a:moveTo>
                      <a:pt x="81707" y="58043"/>
                    </a:moveTo>
                    <a:lnTo>
                      <a:pt x="94878" y="70768"/>
                    </a:lnTo>
                    <a:cubicBezTo>
                      <a:pt x="66005" y="93389"/>
                      <a:pt x="38844" y="111844"/>
                      <a:pt x="13394" y="126132"/>
                    </a:cubicBezTo>
                    <a:cubicBezTo>
                      <a:pt x="8781" y="120030"/>
                      <a:pt x="4316" y="115193"/>
                      <a:pt x="0" y="111621"/>
                    </a:cubicBezTo>
                    <a:cubicBezTo>
                      <a:pt x="29170" y="96738"/>
                      <a:pt x="56406" y="78879"/>
                      <a:pt x="81707" y="58043"/>
                    </a:cubicBezTo>
                    <a:close/>
                    <a:moveTo>
                      <a:pt x="338435" y="893"/>
                    </a:moveTo>
                    <a:cubicBezTo>
                      <a:pt x="346323" y="12353"/>
                      <a:pt x="352723" y="22622"/>
                      <a:pt x="357634" y="31700"/>
                    </a:cubicBezTo>
                    <a:lnTo>
                      <a:pt x="345690" y="38174"/>
                    </a:lnTo>
                    <a:lnTo>
                      <a:pt x="439117" y="38174"/>
                    </a:lnTo>
                    <a:lnTo>
                      <a:pt x="439117" y="84162"/>
                    </a:lnTo>
                    <a:lnTo>
                      <a:pt x="420811" y="84162"/>
                    </a:lnTo>
                    <a:lnTo>
                      <a:pt x="420811" y="54694"/>
                    </a:lnTo>
                    <a:lnTo>
                      <a:pt x="258291" y="54694"/>
                    </a:lnTo>
                    <a:lnTo>
                      <a:pt x="258291" y="84162"/>
                    </a:lnTo>
                    <a:lnTo>
                      <a:pt x="239985" y="84162"/>
                    </a:lnTo>
                    <a:lnTo>
                      <a:pt x="239985" y="38174"/>
                    </a:lnTo>
                    <a:lnTo>
                      <a:pt x="338881" y="38174"/>
                    </a:lnTo>
                    <a:cubicBezTo>
                      <a:pt x="334491" y="29840"/>
                      <a:pt x="328984" y="20389"/>
                      <a:pt x="322362" y="9822"/>
                    </a:cubicBezTo>
                    <a:close/>
                    <a:moveTo>
                      <a:pt x="110505" y="0"/>
                    </a:moveTo>
                    <a:cubicBezTo>
                      <a:pt x="116607" y="8781"/>
                      <a:pt x="121890" y="17413"/>
                      <a:pt x="126355" y="25896"/>
                    </a:cubicBezTo>
                    <a:lnTo>
                      <a:pt x="118207" y="29914"/>
                    </a:lnTo>
                    <a:lnTo>
                      <a:pt x="212303" y="29914"/>
                    </a:lnTo>
                    <a:lnTo>
                      <a:pt x="212303" y="73223"/>
                    </a:lnTo>
                    <a:lnTo>
                      <a:pt x="193997" y="73223"/>
                    </a:lnTo>
                    <a:lnTo>
                      <a:pt x="193997" y="46881"/>
                    </a:lnTo>
                    <a:lnTo>
                      <a:pt x="28128" y="46881"/>
                    </a:lnTo>
                    <a:lnTo>
                      <a:pt x="28128" y="73223"/>
                    </a:lnTo>
                    <a:lnTo>
                      <a:pt x="9823" y="73223"/>
                    </a:lnTo>
                    <a:lnTo>
                      <a:pt x="9823" y="29914"/>
                    </a:lnTo>
                    <a:lnTo>
                      <a:pt x="106821" y="29914"/>
                    </a:lnTo>
                    <a:cubicBezTo>
                      <a:pt x="103398" y="23440"/>
                      <a:pt x="99119" y="16148"/>
                      <a:pt x="93985" y="8037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19494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A9571DE8-F435-44FE-A113-4F9CDB8F729B}"/>
              </a:ext>
            </a:extLst>
          </p:cNvPr>
          <p:cNvGrpSpPr/>
          <p:nvPr/>
        </p:nvGrpSpPr>
        <p:grpSpPr>
          <a:xfrm>
            <a:off x="441863" y="2062489"/>
            <a:ext cx="5262252" cy="2422426"/>
            <a:chOff x="2514577" y="1975403"/>
            <a:chExt cx="7162847" cy="3297346"/>
          </a:xfrm>
        </p:grpSpPr>
        <p:grpSp>
          <p:nvGrpSpPr>
            <p:cNvPr id="255" name="组合 254">
              <a:extLst>
                <a:ext uri="{FF2B5EF4-FFF2-40B4-BE49-F238E27FC236}">
                  <a16:creationId xmlns:a16="http://schemas.microsoft.com/office/drawing/2014/main" id="{087D5E20-AA6F-4335-964F-66FC1E895D1E}"/>
                </a:ext>
              </a:extLst>
            </p:cNvPr>
            <p:cNvGrpSpPr/>
            <p:nvPr/>
          </p:nvGrpSpPr>
          <p:grpSpPr>
            <a:xfrm>
              <a:off x="2514577" y="2212345"/>
              <a:ext cx="3477829" cy="2442098"/>
              <a:chOff x="2514577" y="2207951"/>
              <a:chExt cx="3477829" cy="2442098"/>
            </a:xfrm>
          </p:grpSpPr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08404666-DD2C-46B2-BD3F-3E2CE2FCECDB}"/>
                  </a:ext>
                </a:extLst>
              </p:cNvPr>
              <p:cNvSpPr/>
              <p:nvPr/>
            </p:nvSpPr>
            <p:spPr>
              <a:xfrm>
                <a:off x="2514577" y="2771942"/>
                <a:ext cx="3477829" cy="18781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686FABA2-D74C-4B6B-85F1-E87ED476FA6D}"/>
                  </a:ext>
                </a:extLst>
              </p:cNvPr>
              <p:cNvSpPr txBox="1"/>
              <p:nvPr/>
            </p:nvSpPr>
            <p:spPr>
              <a:xfrm>
                <a:off x="3799406" y="2207951"/>
                <a:ext cx="727279" cy="388264"/>
              </a:xfrm>
              <a:custGeom>
                <a:avLst/>
                <a:gdLst/>
                <a:ahLst/>
                <a:cxnLst/>
                <a:rect l="l" t="t" r="r" b="b"/>
                <a:pathLst>
                  <a:path w="281026" h="150028">
                    <a:moveTo>
                      <a:pt x="251527" y="24070"/>
                    </a:moveTo>
                    <a:cubicBezTo>
                      <a:pt x="255146" y="27810"/>
                      <a:pt x="258705" y="30283"/>
                      <a:pt x="262204" y="31490"/>
                    </a:cubicBezTo>
                    <a:cubicBezTo>
                      <a:pt x="263652" y="32093"/>
                      <a:pt x="264376" y="32696"/>
                      <a:pt x="264376" y="33299"/>
                    </a:cubicBezTo>
                    <a:cubicBezTo>
                      <a:pt x="264376" y="33903"/>
                      <a:pt x="263199" y="34747"/>
                      <a:pt x="260847" y="35833"/>
                    </a:cubicBezTo>
                    <a:cubicBezTo>
                      <a:pt x="258494" y="36919"/>
                      <a:pt x="254905" y="40719"/>
                      <a:pt x="250079" y="47235"/>
                    </a:cubicBezTo>
                    <a:cubicBezTo>
                      <a:pt x="241392" y="58938"/>
                      <a:pt x="232947" y="69313"/>
                      <a:pt x="224742" y="78362"/>
                    </a:cubicBezTo>
                    <a:lnTo>
                      <a:pt x="264376" y="120348"/>
                    </a:lnTo>
                    <a:lnTo>
                      <a:pt x="255146" y="128130"/>
                    </a:lnTo>
                    <a:cubicBezTo>
                      <a:pt x="241995" y="112566"/>
                      <a:pt x="229568" y="98511"/>
                      <a:pt x="217865" y="85963"/>
                    </a:cubicBezTo>
                    <a:cubicBezTo>
                      <a:pt x="203508" y="101165"/>
                      <a:pt x="187703" y="115160"/>
                      <a:pt x="170450" y="127949"/>
                    </a:cubicBezTo>
                    <a:cubicBezTo>
                      <a:pt x="169605" y="123847"/>
                      <a:pt x="166589" y="120590"/>
                      <a:pt x="161401" y="118177"/>
                    </a:cubicBezTo>
                    <a:cubicBezTo>
                      <a:pt x="177689" y="109007"/>
                      <a:pt x="194218" y="95856"/>
                      <a:pt x="210988" y="78724"/>
                    </a:cubicBezTo>
                    <a:cubicBezTo>
                      <a:pt x="196390" y="63281"/>
                      <a:pt x="182394" y="49406"/>
                      <a:pt x="169002" y="37100"/>
                    </a:cubicBezTo>
                    <a:lnTo>
                      <a:pt x="176422" y="30766"/>
                    </a:lnTo>
                    <a:cubicBezTo>
                      <a:pt x="193675" y="47174"/>
                      <a:pt x="207550" y="60687"/>
                      <a:pt x="218046" y="71304"/>
                    </a:cubicBezTo>
                    <a:cubicBezTo>
                      <a:pt x="233127" y="54413"/>
                      <a:pt x="244288" y="38668"/>
                      <a:pt x="251527" y="24070"/>
                    </a:cubicBezTo>
                    <a:close/>
                    <a:moveTo>
                      <a:pt x="141132" y="6877"/>
                    </a:moveTo>
                    <a:cubicBezTo>
                      <a:pt x="147647" y="8084"/>
                      <a:pt x="170269" y="8687"/>
                      <a:pt x="208997" y="8687"/>
                    </a:cubicBezTo>
                    <a:cubicBezTo>
                      <a:pt x="247726" y="8687"/>
                      <a:pt x="269624" y="8084"/>
                      <a:pt x="274692" y="6877"/>
                    </a:cubicBezTo>
                    <a:lnTo>
                      <a:pt x="274692" y="20088"/>
                    </a:lnTo>
                    <a:cubicBezTo>
                      <a:pt x="266005" y="18761"/>
                      <a:pt x="244589" y="18098"/>
                      <a:pt x="210445" y="18098"/>
                    </a:cubicBezTo>
                    <a:lnTo>
                      <a:pt x="152895" y="18098"/>
                    </a:lnTo>
                    <a:lnTo>
                      <a:pt x="152895" y="138808"/>
                    </a:lnTo>
                    <a:lnTo>
                      <a:pt x="218227" y="138808"/>
                    </a:lnTo>
                    <a:cubicBezTo>
                      <a:pt x="251165" y="138808"/>
                      <a:pt x="272098" y="138144"/>
                      <a:pt x="281026" y="136817"/>
                    </a:cubicBezTo>
                    <a:lnTo>
                      <a:pt x="281026" y="150028"/>
                    </a:lnTo>
                    <a:cubicBezTo>
                      <a:pt x="274390" y="148701"/>
                      <a:pt x="251044" y="148038"/>
                      <a:pt x="210988" y="148038"/>
                    </a:cubicBezTo>
                    <a:cubicBezTo>
                      <a:pt x="170932" y="148038"/>
                      <a:pt x="147647" y="148701"/>
                      <a:pt x="141132" y="150028"/>
                    </a:cubicBezTo>
                    <a:cubicBezTo>
                      <a:pt x="141735" y="140497"/>
                      <a:pt x="142037" y="130785"/>
                      <a:pt x="142037" y="120891"/>
                    </a:cubicBezTo>
                    <a:lnTo>
                      <a:pt x="142037" y="36195"/>
                    </a:lnTo>
                    <a:cubicBezTo>
                      <a:pt x="142037" y="24492"/>
                      <a:pt x="141735" y="14719"/>
                      <a:pt x="141132" y="6877"/>
                    </a:cubicBezTo>
                    <a:close/>
                    <a:moveTo>
                      <a:pt x="0" y="0"/>
                    </a:moveTo>
                    <a:lnTo>
                      <a:pt x="2896" y="0"/>
                    </a:lnTo>
                    <a:lnTo>
                      <a:pt x="89221" y="99536"/>
                    </a:lnTo>
                    <a:lnTo>
                      <a:pt x="89221" y="0"/>
                    </a:lnTo>
                    <a:lnTo>
                      <a:pt x="102070" y="0"/>
                    </a:lnTo>
                    <a:lnTo>
                      <a:pt x="102070" y="129940"/>
                    </a:lnTo>
                    <a:lnTo>
                      <a:pt x="99174" y="129940"/>
                    </a:lnTo>
                    <a:lnTo>
                      <a:pt x="13392" y="31671"/>
                    </a:lnTo>
                    <a:lnTo>
                      <a:pt x="13392" y="129940"/>
                    </a:lnTo>
                    <a:lnTo>
                      <a:pt x="0" y="12994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4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grpSp>
            <p:nvGrpSpPr>
              <p:cNvPr id="252" name="组合 251">
                <a:extLst>
                  <a:ext uri="{FF2B5EF4-FFF2-40B4-BE49-F238E27FC236}">
                    <a16:creationId xmlns:a16="http://schemas.microsoft.com/office/drawing/2014/main" id="{8139A826-0F95-4856-90E2-4A7B249904EB}"/>
                  </a:ext>
                </a:extLst>
              </p:cNvPr>
              <p:cNvGrpSpPr/>
              <p:nvPr/>
            </p:nvGrpSpPr>
            <p:grpSpPr>
              <a:xfrm>
                <a:off x="2610284" y="2850440"/>
                <a:ext cx="2970865" cy="1725373"/>
                <a:chOff x="1214405" y="4590491"/>
                <a:chExt cx="2970865" cy="1725373"/>
              </a:xfrm>
            </p:grpSpPr>
            <p:grpSp>
              <p:nvGrpSpPr>
                <p:cNvPr id="197" name="组合 196">
                  <a:extLst>
                    <a:ext uri="{FF2B5EF4-FFF2-40B4-BE49-F238E27FC236}">
                      <a16:creationId xmlns:a16="http://schemas.microsoft.com/office/drawing/2014/main" id="{A26182BF-5F55-4300-9B7C-F79ED1DCA436}"/>
                    </a:ext>
                  </a:extLst>
                </p:cNvPr>
                <p:cNvGrpSpPr/>
                <p:nvPr/>
              </p:nvGrpSpPr>
              <p:grpSpPr>
                <a:xfrm>
                  <a:off x="1214405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22" name="椭圆 121">
                    <a:extLst>
                      <a:ext uri="{FF2B5EF4-FFF2-40B4-BE49-F238E27FC236}">
                        <a16:creationId xmlns:a16="http://schemas.microsoft.com/office/drawing/2014/main" id="{268ACADA-3654-411F-ADD3-2C5DF3AB3A6D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3" name="椭圆 122">
                    <a:extLst>
                      <a:ext uri="{FF2B5EF4-FFF2-40B4-BE49-F238E27FC236}">
                        <a16:creationId xmlns:a16="http://schemas.microsoft.com/office/drawing/2014/main" id="{95D0F295-5416-4324-AC50-4D0254E2FC37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5" name="椭圆 124">
                    <a:extLst>
                      <a:ext uri="{FF2B5EF4-FFF2-40B4-BE49-F238E27FC236}">
                        <a16:creationId xmlns:a16="http://schemas.microsoft.com/office/drawing/2014/main" id="{8DAC57DC-A9ED-4C0F-AA9D-C7BEFE2D37D8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8" name="椭圆 127">
                    <a:extLst>
                      <a:ext uri="{FF2B5EF4-FFF2-40B4-BE49-F238E27FC236}">
                        <a16:creationId xmlns:a16="http://schemas.microsoft.com/office/drawing/2014/main" id="{C7955919-3898-4841-B07F-FDCC5B0E7A1B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30" name="椭圆 129">
                    <a:extLst>
                      <a:ext uri="{FF2B5EF4-FFF2-40B4-BE49-F238E27FC236}">
                        <a16:creationId xmlns:a16="http://schemas.microsoft.com/office/drawing/2014/main" id="{C5399765-F8FC-4FB2-8624-3C827065D9B0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98" name="组合 197">
                  <a:extLst>
                    <a:ext uri="{FF2B5EF4-FFF2-40B4-BE49-F238E27FC236}">
                      <a16:creationId xmlns:a16="http://schemas.microsoft.com/office/drawing/2014/main" id="{3A51BC6B-80A0-447F-8D93-118C9A4081E9}"/>
                    </a:ext>
                  </a:extLst>
                </p:cNvPr>
                <p:cNvGrpSpPr/>
                <p:nvPr/>
              </p:nvGrpSpPr>
              <p:grpSpPr>
                <a:xfrm>
                  <a:off x="4100769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99" name="椭圆 198">
                    <a:extLst>
                      <a:ext uri="{FF2B5EF4-FFF2-40B4-BE49-F238E27FC236}">
                        <a16:creationId xmlns:a16="http://schemas.microsoft.com/office/drawing/2014/main" id="{4A8DBA4F-3268-4260-851E-6C4BCB481A7A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0" name="椭圆 199">
                    <a:extLst>
                      <a:ext uri="{FF2B5EF4-FFF2-40B4-BE49-F238E27FC236}">
                        <a16:creationId xmlns:a16="http://schemas.microsoft.com/office/drawing/2014/main" id="{73633A8D-40DF-4614-8165-6AAD5329AAC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1" name="椭圆 200">
                    <a:extLst>
                      <a:ext uri="{FF2B5EF4-FFF2-40B4-BE49-F238E27FC236}">
                        <a16:creationId xmlns:a16="http://schemas.microsoft.com/office/drawing/2014/main" id="{F1086EF5-1897-46AE-BCAF-B1D0CF466A4D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2" name="椭圆 201">
                    <a:extLst>
                      <a:ext uri="{FF2B5EF4-FFF2-40B4-BE49-F238E27FC236}">
                        <a16:creationId xmlns:a16="http://schemas.microsoft.com/office/drawing/2014/main" id="{4269ADA7-2238-45D4-8681-3869AA0E04F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3" name="椭圆 202">
                    <a:extLst>
                      <a:ext uri="{FF2B5EF4-FFF2-40B4-BE49-F238E27FC236}">
                        <a16:creationId xmlns:a16="http://schemas.microsoft.com/office/drawing/2014/main" id="{EDCFDF12-411B-4BB8-BC2B-DFC33CE5DFDA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204" name="组合 203">
                  <a:extLst>
                    <a:ext uri="{FF2B5EF4-FFF2-40B4-BE49-F238E27FC236}">
                      <a16:creationId xmlns:a16="http://schemas.microsoft.com/office/drawing/2014/main" id="{9E36E38F-A510-4A35-BF65-9A43CF4DB715}"/>
                    </a:ext>
                  </a:extLst>
                </p:cNvPr>
                <p:cNvGrpSpPr/>
                <p:nvPr/>
              </p:nvGrpSpPr>
              <p:grpSpPr>
                <a:xfrm>
                  <a:off x="1935996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205" name="椭圆 204">
                    <a:extLst>
                      <a:ext uri="{FF2B5EF4-FFF2-40B4-BE49-F238E27FC236}">
                        <a16:creationId xmlns:a16="http://schemas.microsoft.com/office/drawing/2014/main" id="{0B84A2AD-909A-4B6B-9224-88614A072EE0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6" name="椭圆 205">
                    <a:extLst>
                      <a:ext uri="{FF2B5EF4-FFF2-40B4-BE49-F238E27FC236}">
                        <a16:creationId xmlns:a16="http://schemas.microsoft.com/office/drawing/2014/main" id="{247AFC8C-BFDD-4B05-8F2F-7FC43CA9E171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7" name="椭圆 206">
                    <a:extLst>
                      <a:ext uri="{FF2B5EF4-FFF2-40B4-BE49-F238E27FC236}">
                        <a16:creationId xmlns:a16="http://schemas.microsoft.com/office/drawing/2014/main" id="{E06088A4-1A69-4262-835B-E0047111C13A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8" name="椭圆 207">
                    <a:extLst>
                      <a:ext uri="{FF2B5EF4-FFF2-40B4-BE49-F238E27FC236}">
                        <a16:creationId xmlns:a16="http://schemas.microsoft.com/office/drawing/2014/main" id="{8DB27B61-0507-4BF2-99ED-C5F9F371773E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9" name="椭圆 208">
                    <a:extLst>
                      <a:ext uri="{FF2B5EF4-FFF2-40B4-BE49-F238E27FC236}">
                        <a16:creationId xmlns:a16="http://schemas.microsoft.com/office/drawing/2014/main" id="{462A10EB-2C59-4D2D-BFF8-CD4C39F4F606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210" name="组合 209">
                  <a:extLst>
                    <a:ext uri="{FF2B5EF4-FFF2-40B4-BE49-F238E27FC236}">
                      <a16:creationId xmlns:a16="http://schemas.microsoft.com/office/drawing/2014/main" id="{C618F670-01E2-4571-94F9-0B3088BDBD6B}"/>
                    </a:ext>
                  </a:extLst>
                </p:cNvPr>
                <p:cNvGrpSpPr/>
                <p:nvPr/>
              </p:nvGrpSpPr>
              <p:grpSpPr>
                <a:xfrm>
                  <a:off x="2657587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211" name="椭圆 210">
                    <a:extLst>
                      <a:ext uri="{FF2B5EF4-FFF2-40B4-BE49-F238E27FC236}">
                        <a16:creationId xmlns:a16="http://schemas.microsoft.com/office/drawing/2014/main" id="{FE9D440C-6995-45B2-B39B-03C3E0F094B4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2" name="椭圆 211">
                    <a:extLst>
                      <a:ext uri="{FF2B5EF4-FFF2-40B4-BE49-F238E27FC236}">
                        <a16:creationId xmlns:a16="http://schemas.microsoft.com/office/drawing/2014/main" id="{36C441FE-F20E-4281-AA0D-BCF1F65C529F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3" name="椭圆 212">
                    <a:extLst>
                      <a:ext uri="{FF2B5EF4-FFF2-40B4-BE49-F238E27FC236}">
                        <a16:creationId xmlns:a16="http://schemas.microsoft.com/office/drawing/2014/main" id="{85A13A02-92AD-425C-A137-666D3059439C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4" name="椭圆 213">
                    <a:extLst>
                      <a:ext uri="{FF2B5EF4-FFF2-40B4-BE49-F238E27FC236}">
                        <a16:creationId xmlns:a16="http://schemas.microsoft.com/office/drawing/2014/main" id="{206CCF7F-272D-44DC-80CD-C25D45850205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5" name="椭圆 214">
                    <a:extLst>
                      <a:ext uri="{FF2B5EF4-FFF2-40B4-BE49-F238E27FC236}">
                        <a16:creationId xmlns:a16="http://schemas.microsoft.com/office/drawing/2014/main" id="{C41FD8BF-1008-48D3-B063-BAF6B12C241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216" name="组合 215">
                  <a:extLst>
                    <a:ext uri="{FF2B5EF4-FFF2-40B4-BE49-F238E27FC236}">
                      <a16:creationId xmlns:a16="http://schemas.microsoft.com/office/drawing/2014/main" id="{D81EA810-707F-4225-A94D-6D250FF88944}"/>
                    </a:ext>
                  </a:extLst>
                </p:cNvPr>
                <p:cNvGrpSpPr/>
                <p:nvPr/>
              </p:nvGrpSpPr>
              <p:grpSpPr>
                <a:xfrm>
                  <a:off x="3379178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217" name="椭圆 216">
                    <a:extLst>
                      <a:ext uri="{FF2B5EF4-FFF2-40B4-BE49-F238E27FC236}">
                        <a16:creationId xmlns:a16="http://schemas.microsoft.com/office/drawing/2014/main" id="{FC70E2E7-64CF-4C01-831A-6CE248E89A4E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8" name="椭圆 217">
                    <a:extLst>
                      <a:ext uri="{FF2B5EF4-FFF2-40B4-BE49-F238E27FC236}">
                        <a16:creationId xmlns:a16="http://schemas.microsoft.com/office/drawing/2014/main" id="{4DE0174B-AB1C-43E7-9F40-031776F6A915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19" name="椭圆 218">
                    <a:extLst>
                      <a:ext uri="{FF2B5EF4-FFF2-40B4-BE49-F238E27FC236}">
                        <a16:creationId xmlns:a16="http://schemas.microsoft.com/office/drawing/2014/main" id="{88E9D260-F46A-43A3-8620-2F73E86BA534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0" name="椭圆 219">
                    <a:extLst>
                      <a:ext uri="{FF2B5EF4-FFF2-40B4-BE49-F238E27FC236}">
                        <a16:creationId xmlns:a16="http://schemas.microsoft.com/office/drawing/2014/main" id="{D77C99F4-D2CA-4125-AAF0-195F45719C9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1" name="椭圆 220">
                    <a:extLst>
                      <a:ext uri="{FF2B5EF4-FFF2-40B4-BE49-F238E27FC236}">
                        <a16:creationId xmlns:a16="http://schemas.microsoft.com/office/drawing/2014/main" id="{BC9368D3-6700-4276-ACAE-D31A9F493941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</p:grpSp>
        <p:grpSp>
          <p:nvGrpSpPr>
            <p:cNvPr id="256" name="组合 255">
              <a:extLst>
                <a:ext uri="{FF2B5EF4-FFF2-40B4-BE49-F238E27FC236}">
                  <a16:creationId xmlns:a16="http://schemas.microsoft.com/office/drawing/2014/main" id="{D53FC7D2-BE93-415E-BD77-D19D396AB700}"/>
                </a:ext>
              </a:extLst>
            </p:cNvPr>
            <p:cNvGrpSpPr/>
            <p:nvPr/>
          </p:nvGrpSpPr>
          <p:grpSpPr>
            <a:xfrm>
              <a:off x="5992406" y="2207951"/>
              <a:ext cx="3685018" cy="2442098"/>
              <a:chOff x="5992406" y="2207951"/>
              <a:chExt cx="3685018" cy="2442098"/>
            </a:xfrm>
          </p:grpSpPr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A6D3AF5-AFFC-4CE9-9AF9-AA216535ED65}"/>
                  </a:ext>
                </a:extLst>
              </p:cNvPr>
              <p:cNvSpPr/>
              <p:nvPr/>
            </p:nvSpPr>
            <p:spPr>
              <a:xfrm>
                <a:off x="5992406" y="2771942"/>
                <a:ext cx="3685018" cy="187810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7F38A98B-C0EC-4343-95BD-24CAC8FBF12E}"/>
                  </a:ext>
                </a:extLst>
              </p:cNvPr>
              <p:cNvSpPr txBox="1"/>
              <p:nvPr/>
            </p:nvSpPr>
            <p:spPr>
              <a:xfrm>
                <a:off x="7716571" y="2207951"/>
                <a:ext cx="653797" cy="388264"/>
              </a:xfrm>
              <a:custGeom>
                <a:avLst/>
                <a:gdLst/>
                <a:ahLst/>
                <a:cxnLst/>
                <a:rect l="l" t="t" r="r" b="b"/>
                <a:pathLst>
                  <a:path w="252632" h="150028">
                    <a:moveTo>
                      <a:pt x="223133" y="24070"/>
                    </a:moveTo>
                    <a:cubicBezTo>
                      <a:pt x="226752" y="27810"/>
                      <a:pt x="230311" y="30283"/>
                      <a:pt x="233810" y="31490"/>
                    </a:cubicBezTo>
                    <a:cubicBezTo>
                      <a:pt x="235258" y="32093"/>
                      <a:pt x="235982" y="32696"/>
                      <a:pt x="235982" y="33299"/>
                    </a:cubicBezTo>
                    <a:cubicBezTo>
                      <a:pt x="235982" y="33903"/>
                      <a:pt x="234806" y="34747"/>
                      <a:pt x="232453" y="35833"/>
                    </a:cubicBezTo>
                    <a:cubicBezTo>
                      <a:pt x="230100" y="36919"/>
                      <a:pt x="226511" y="40719"/>
                      <a:pt x="221685" y="47235"/>
                    </a:cubicBezTo>
                    <a:cubicBezTo>
                      <a:pt x="212998" y="58938"/>
                      <a:pt x="204553" y="69313"/>
                      <a:pt x="196348" y="78362"/>
                    </a:cubicBezTo>
                    <a:lnTo>
                      <a:pt x="235982" y="120348"/>
                    </a:lnTo>
                    <a:lnTo>
                      <a:pt x="226752" y="128130"/>
                    </a:lnTo>
                    <a:cubicBezTo>
                      <a:pt x="213601" y="112566"/>
                      <a:pt x="201174" y="98511"/>
                      <a:pt x="189471" y="85963"/>
                    </a:cubicBezTo>
                    <a:cubicBezTo>
                      <a:pt x="175114" y="101165"/>
                      <a:pt x="159309" y="115160"/>
                      <a:pt x="142056" y="127949"/>
                    </a:cubicBezTo>
                    <a:cubicBezTo>
                      <a:pt x="141211" y="123847"/>
                      <a:pt x="138195" y="120590"/>
                      <a:pt x="133007" y="118177"/>
                    </a:cubicBezTo>
                    <a:cubicBezTo>
                      <a:pt x="149295" y="109007"/>
                      <a:pt x="165824" y="95856"/>
                      <a:pt x="182594" y="78724"/>
                    </a:cubicBezTo>
                    <a:cubicBezTo>
                      <a:pt x="167996" y="63281"/>
                      <a:pt x="154000" y="49406"/>
                      <a:pt x="140608" y="37100"/>
                    </a:cubicBezTo>
                    <a:lnTo>
                      <a:pt x="148028" y="30766"/>
                    </a:lnTo>
                    <a:cubicBezTo>
                      <a:pt x="165281" y="47174"/>
                      <a:pt x="179156" y="60687"/>
                      <a:pt x="189652" y="71304"/>
                    </a:cubicBezTo>
                    <a:cubicBezTo>
                      <a:pt x="204734" y="54413"/>
                      <a:pt x="215894" y="38668"/>
                      <a:pt x="223133" y="24070"/>
                    </a:cubicBezTo>
                    <a:close/>
                    <a:moveTo>
                      <a:pt x="13030" y="12668"/>
                    </a:moveTo>
                    <a:lnTo>
                      <a:pt x="13030" y="57007"/>
                    </a:lnTo>
                    <a:lnTo>
                      <a:pt x="34928" y="57007"/>
                    </a:lnTo>
                    <a:cubicBezTo>
                      <a:pt x="48079" y="57248"/>
                      <a:pt x="56826" y="55107"/>
                      <a:pt x="61170" y="50583"/>
                    </a:cubicBezTo>
                    <a:cubicBezTo>
                      <a:pt x="65513" y="46058"/>
                      <a:pt x="67685" y="40719"/>
                      <a:pt x="67685" y="34566"/>
                    </a:cubicBezTo>
                    <a:cubicBezTo>
                      <a:pt x="67685" y="19968"/>
                      <a:pt x="57128" y="12668"/>
                      <a:pt x="36014" y="12668"/>
                    </a:cubicBezTo>
                    <a:close/>
                    <a:moveTo>
                      <a:pt x="112738" y="6877"/>
                    </a:moveTo>
                    <a:cubicBezTo>
                      <a:pt x="119253" y="8084"/>
                      <a:pt x="141875" y="8687"/>
                      <a:pt x="180604" y="8687"/>
                    </a:cubicBezTo>
                    <a:cubicBezTo>
                      <a:pt x="219332" y="8687"/>
                      <a:pt x="241230" y="8084"/>
                      <a:pt x="246298" y="6877"/>
                    </a:cubicBezTo>
                    <a:lnTo>
                      <a:pt x="246298" y="20088"/>
                    </a:lnTo>
                    <a:cubicBezTo>
                      <a:pt x="237611" y="18761"/>
                      <a:pt x="216195" y="18098"/>
                      <a:pt x="182051" y="18098"/>
                    </a:cubicBezTo>
                    <a:lnTo>
                      <a:pt x="124501" y="18098"/>
                    </a:lnTo>
                    <a:lnTo>
                      <a:pt x="124501" y="138808"/>
                    </a:lnTo>
                    <a:lnTo>
                      <a:pt x="189833" y="138808"/>
                    </a:lnTo>
                    <a:cubicBezTo>
                      <a:pt x="222771" y="138808"/>
                      <a:pt x="243704" y="138144"/>
                      <a:pt x="252632" y="136817"/>
                    </a:cubicBezTo>
                    <a:lnTo>
                      <a:pt x="252632" y="150028"/>
                    </a:lnTo>
                    <a:cubicBezTo>
                      <a:pt x="245996" y="148701"/>
                      <a:pt x="222650" y="148038"/>
                      <a:pt x="182594" y="148038"/>
                    </a:cubicBezTo>
                    <a:cubicBezTo>
                      <a:pt x="142539" y="148038"/>
                      <a:pt x="119253" y="148701"/>
                      <a:pt x="112738" y="150028"/>
                    </a:cubicBezTo>
                    <a:cubicBezTo>
                      <a:pt x="113341" y="140497"/>
                      <a:pt x="113643" y="130785"/>
                      <a:pt x="113643" y="120891"/>
                    </a:cubicBezTo>
                    <a:lnTo>
                      <a:pt x="113643" y="36195"/>
                    </a:lnTo>
                    <a:cubicBezTo>
                      <a:pt x="113643" y="24492"/>
                      <a:pt x="113341" y="14719"/>
                      <a:pt x="112738" y="6877"/>
                    </a:cubicBezTo>
                    <a:close/>
                    <a:moveTo>
                      <a:pt x="0" y="0"/>
                    </a:moveTo>
                    <a:lnTo>
                      <a:pt x="25879" y="0"/>
                    </a:lnTo>
                    <a:cubicBezTo>
                      <a:pt x="41202" y="0"/>
                      <a:pt x="51216" y="603"/>
                      <a:pt x="55921" y="1810"/>
                    </a:cubicBezTo>
                    <a:cubicBezTo>
                      <a:pt x="60627" y="3016"/>
                      <a:pt x="64940" y="5128"/>
                      <a:pt x="68861" y="8144"/>
                    </a:cubicBezTo>
                    <a:cubicBezTo>
                      <a:pt x="72782" y="11160"/>
                      <a:pt x="75829" y="14930"/>
                      <a:pt x="78000" y="19455"/>
                    </a:cubicBezTo>
                    <a:cubicBezTo>
                      <a:pt x="80172" y="23979"/>
                      <a:pt x="81258" y="29016"/>
                      <a:pt x="81258" y="34566"/>
                    </a:cubicBezTo>
                    <a:cubicBezTo>
                      <a:pt x="81258" y="43494"/>
                      <a:pt x="78845" y="50794"/>
                      <a:pt x="74019" y="56464"/>
                    </a:cubicBezTo>
                    <a:cubicBezTo>
                      <a:pt x="69193" y="62135"/>
                      <a:pt x="63130" y="65724"/>
                      <a:pt x="55831" y="67232"/>
                    </a:cubicBezTo>
                    <a:cubicBezTo>
                      <a:pt x="48532" y="68740"/>
                      <a:pt x="37341" y="69494"/>
                      <a:pt x="22260" y="69494"/>
                    </a:cubicBezTo>
                    <a:lnTo>
                      <a:pt x="13030" y="69494"/>
                    </a:lnTo>
                    <a:lnTo>
                      <a:pt x="13030" y="129940"/>
                    </a:lnTo>
                    <a:lnTo>
                      <a:pt x="0" y="12994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4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grpSp>
            <p:nvGrpSpPr>
              <p:cNvPr id="253" name="组合 252">
                <a:extLst>
                  <a:ext uri="{FF2B5EF4-FFF2-40B4-BE49-F238E27FC236}">
                    <a16:creationId xmlns:a16="http://schemas.microsoft.com/office/drawing/2014/main" id="{652274DB-E6FD-4620-A3F6-59402E2734BC}"/>
                  </a:ext>
                </a:extLst>
              </p:cNvPr>
              <p:cNvGrpSpPr/>
              <p:nvPr/>
            </p:nvGrpSpPr>
            <p:grpSpPr>
              <a:xfrm>
                <a:off x="6585384" y="2862987"/>
                <a:ext cx="2970865" cy="1725373"/>
                <a:chOff x="5189505" y="4603038"/>
                <a:chExt cx="2970865" cy="1725373"/>
              </a:xfrm>
            </p:grpSpPr>
            <p:sp>
              <p:nvSpPr>
                <p:cNvPr id="223" name="椭圆 222">
                  <a:extLst>
                    <a:ext uri="{FF2B5EF4-FFF2-40B4-BE49-F238E27FC236}">
                      <a16:creationId xmlns:a16="http://schemas.microsoft.com/office/drawing/2014/main" id="{8915AEFE-3F9C-4DFC-A299-E087382AD5FB}"/>
                    </a:ext>
                  </a:extLst>
                </p:cNvPr>
                <p:cNvSpPr/>
                <p:nvPr/>
              </p:nvSpPr>
              <p:spPr>
                <a:xfrm>
                  <a:off x="5189505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4" name="椭圆 223">
                  <a:extLst>
                    <a:ext uri="{FF2B5EF4-FFF2-40B4-BE49-F238E27FC236}">
                      <a16:creationId xmlns:a16="http://schemas.microsoft.com/office/drawing/2014/main" id="{56305554-C8C6-431C-8039-3078FDCC4C42}"/>
                    </a:ext>
                  </a:extLst>
                </p:cNvPr>
                <p:cNvSpPr/>
                <p:nvPr/>
              </p:nvSpPr>
              <p:spPr>
                <a:xfrm>
                  <a:off x="5189505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5" name="椭圆 224">
                  <a:extLst>
                    <a:ext uri="{FF2B5EF4-FFF2-40B4-BE49-F238E27FC236}">
                      <a16:creationId xmlns:a16="http://schemas.microsoft.com/office/drawing/2014/main" id="{498CE06F-89FD-433D-A93E-45624E4733D3}"/>
                    </a:ext>
                  </a:extLst>
                </p:cNvPr>
                <p:cNvSpPr/>
                <p:nvPr/>
              </p:nvSpPr>
              <p:spPr>
                <a:xfrm>
                  <a:off x="5189505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6" name="椭圆 225">
                  <a:extLst>
                    <a:ext uri="{FF2B5EF4-FFF2-40B4-BE49-F238E27FC236}">
                      <a16:creationId xmlns:a16="http://schemas.microsoft.com/office/drawing/2014/main" id="{27C5237D-21DD-4048-BE8D-1D98CFC7D02C}"/>
                    </a:ext>
                  </a:extLst>
                </p:cNvPr>
                <p:cNvSpPr/>
                <p:nvPr/>
              </p:nvSpPr>
              <p:spPr>
                <a:xfrm>
                  <a:off x="5189505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7" name="椭圆 226">
                  <a:extLst>
                    <a:ext uri="{FF2B5EF4-FFF2-40B4-BE49-F238E27FC236}">
                      <a16:creationId xmlns:a16="http://schemas.microsoft.com/office/drawing/2014/main" id="{FFDA6176-D6A4-45F1-8787-B25298FAC206}"/>
                    </a:ext>
                  </a:extLst>
                </p:cNvPr>
                <p:cNvSpPr/>
                <p:nvPr/>
              </p:nvSpPr>
              <p:spPr>
                <a:xfrm>
                  <a:off x="5189505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9" name="椭圆 228">
                  <a:extLst>
                    <a:ext uri="{FF2B5EF4-FFF2-40B4-BE49-F238E27FC236}">
                      <a16:creationId xmlns:a16="http://schemas.microsoft.com/office/drawing/2014/main" id="{2B8419DB-0B11-42F0-AD88-AF26E22EA6C0}"/>
                    </a:ext>
                  </a:extLst>
                </p:cNvPr>
                <p:cNvSpPr/>
                <p:nvPr/>
              </p:nvSpPr>
              <p:spPr>
                <a:xfrm>
                  <a:off x="8075869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0" name="椭圆 229">
                  <a:extLst>
                    <a:ext uri="{FF2B5EF4-FFF2-40B4-BE49-F238E27FC236}">
                      <a16:creationId xmlns:a16="http://schemas.microsoft.com/office/drawing/2014/main" id="{9A73B4DA-91F7-469F-B5AE-5B1D9CDB96B4}"/>
                    </a:ext>
                  </a:extLst>
                </p:cNvPr>
                <p:cNvSpPr/>
                <p:nvPr/>
              </p:nvSpPr>
              <p:spPr>
                <a:xfrm>
                  <a:off x="8075869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1" name="椭圆 230">
                  <a:extLst>
                    <a:ext uri="{FF2B5EF4-FFF2-40B4-BE49-F238E27FC236}">
                      <a16:creationId xmlns:a16="http://schemas.microsoft.com/office/drawing/2014/main" id="{51CD6D1A-42BC-4189-81D7-D48D61E95E63}"/>
                    </a:ext>
                  </a:extLst>
                </p:cNvPr>
                <p:cNvSpPr/>
                <p:nvPr/>
              </p:nvSpPr>
              <p:spPr>
                <a:xfrm>
                  <a:off x="8075869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2" name="椭圆 231">
                  <a:extLst>
                    <a:ext uri="{FF2B5EF4-FFF2-40B4-BE49-F238E27FC236}">
                      <a16:creationId xmlns:a16="http://schemas.microsoft.com/office/drawing/2014/main" id="{3B11AF73-2A0A-4420-A2C7-A373253264B7}"/>
                    </a:ext>
                  </a:extLst>
                </p:cNvPr>
                <p:cNvSpPr/>
                <p:nvPr/>
              </p:nvSpPr>
              <p:spPr>
                <a:xfrm>
                  <a:off x="8075869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3" name="椭圆 232">
                  <a:extLst>
                    <a:ext uri="{FF2B5EF4-FFF2-40B4-BE49-F238E27FC236}">
                      <a16:creationId xmlns:a16="http://schemas.microsoft.com/office/drawing/2014/main" id="{AAAA40BF-8821-4150-8B6C-6A6206F283D7}"/>
                    </a:ext>
                  </a:extLst>
                </p:cNvPr>
                <p:cNvSpPr/>
                <p:nvPr/>
              </p:nvSpPr>
              <p:spPr>
                <a:xfrm>
                  <a:off x="8075869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5" name="椭圆 234">
                  <a:extLst>
                    <a:ext uri="{FF2B5EF4-FFF2-40B4-BE49-F238E27FC236}">
                      <a16:creationId xmlns:a16="http://schemas.microsoft.com/office/drawing/2014/main" id="{466CB7BA-B97D-4E31-87BB-436BF8EEDD54}"/>
                    </a:ext>
                  </a:extLst>
                </p:cNvPr>
                <p:cNvSpPr/>
                <p:nvPr/>
              </p:nvSpPr>
              <p:spPr>
                <a:xfrm>
                  <a:off x="5911096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6" name="椭圆 235">
                  <a:extLst>
                    <a:ext uri="{FF2B5EF4-FFF2-40B4-BE49-F238E27FC236}">
                      <a16:creationId xmlns:a16="http://schemas.microsoft.com/office/drawing/2014/main" id="{639B57B7-23FA-44A7-B83A-1D462B584DC3}"/>
                    </a:ext>
                  </a:extLst>
                </p:cNvPr>
                <p:cNvSpPr/>
                <p:nvPr/>
              </p:nvSpPr>
              <p:spPr>
                <a:xfrm>
                  <a:off x="5911096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7" name="椭圆 236">
                  <a:extLst>
                    <a:ext uri="{FF2B5EF4-FFF2-40B4-BE49-F238E27FC236}">
                      <a16:creationId xmlns:a16="http://schemas.microsoft.com/office/drawing/2014/main" id="{0E9F8E49-FE85-4C8A-8EE5-AB7385328D93}"/>
                    </a:ext>
                  </a:extLst>
                </p:cNvPr>
                <p:cNvSpPr/>
                <p:nvPr/>
              </p:nvSpPr>
              <p:spPr>
                <a:xfrm>
                  <a:off x="5911096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8" name="椭圆 237">
                  <a:extLst>
                    <a:ext uri="{FF2B5EF4-FFF2-40B4-BE49-F238E27FC236}">
                      <a16:creationId xmlns:a16="http://schemas.microsoft.com/office/drawing/2014/main" id="{FA38FCB3-B1AA-4BCE-8638-C4738E179218}"/>
                    </a:ext>
                  </a:extLst>
                </p:cNvPr>
                <p:cNvSpPr/>
                <p:nvPr/>
              </p:nvSpPr>
              <p:spPr>
                <a:xfrm>
                  <a:off x="5911096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9" name="椭圆 238">
                  <a:extLst>
                    <a:ext uri="{FF2B5EF4-FFF2-40B4-BE49-F238E27FC236}">
                      <a16:creationId xmlns:a16="http://schemas.microsoft.com/office/drawing/2014/main" id="{39515DA8-12FE-4B99-94D0-F3CF1C372B32}"/>
                    </a:ext>
                  </a:extLst>
                </p:cNvPr>
                <p:cNvSpPr/>
                <p:nvPr/>
              </p:nvSpPr>
              <p:spPr>
                <a:xfrm>
                  <a:off x="5911096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1" name="椭圆 240">
                  <a:extLst>
                    <a:ext uri="{FF2B5EF4-FFF2-40B4-BE49-F238E27FC236}">
                      <a16:creationId xmlns:a16="http://schemas.microsoft.com/office/drawing/2014/main" id="{AF16349D-01EF-43C9-9877-26CD56994A47}"/>
                    </a:ext>
                  </a:extLst>
                </p:cNvPr>
                <p:cNvSpPr/>
                <p:nvPr/>
              </p:nvSpPr>
              <p:spPr>
                <a:xfrm>
                  <a:off x="6632687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2" name="椭圆 241">
                  <a:extLst>
                    <a:ext uri="{FF2B5EF4-FFF2-40B4-BE49-F238E27FC236}">
                      <a16:creationId xmlns:a16="http://schemas.microsoft.com/office/drawing/2014/main" id="{C287C04A-D666-47C4-8FC3-12AA363C2915}"/>
                    </a:ext>
                  </a:extLst>
                </p:cNvPr>
                <p:cNvSpPr/>
                <p:nvPr/>
              </p:nvSpPr>
              <p:spPr>
                <a:xfrm>
                  <a:off x="6632687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3" name="椭圆 242">
                  <a:extLst>
                    <a:ext uri="{FF2B5EF4-FFF2-40B4-BE49-F238E27FC236}">
                      <a16:creationId xmlns:a16="http://schemas.microsoft.com/office/drawing/2014/main" id="{B962ACFA-18D4-4B61-A7CF-61BF1EE99262}"/>
                    </a:ext>
                  </a:extLst>
                </p:cNvPr>
                <p:cNvSpPr/>
                <p:nvPr/>
              </p:nvSpPr>
              <p:spPr>
                <a:xfrm>
                  <a:off x="6632687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4" name="椭圆 243">
                  <a:extLst>
                    <a:ext uri="{FF2B5EF4-FFF2-40B4-BE49-F238E27FC236}">
                      <a16:creationId xmlns:a16="http://schemas.microsoft.com/office/drawing/2014/main" id="{12ECE724-03EC-4171-8B8F-FFD1798B754A}"/>
                    </a:ext>
                  </a:extLst>
                </p:cNvPr>
                <p:cNvSpPr/>
                <p:nvPr/>
              </p:nvSpPr>
              <p:spPr>
                <a:xfrm>
                  <a:off x="6632687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5" name="椭圆 244">
                  <a:extLst>
                    <a:ext uri="{FF2B5EF4-FFF2-40B4-BE49-F238E27FC236}">
                      <a16:creationId xmlns:a16="http://schemas.microsoft.com/office/drawing/2014/main" id="{CEECF842-CF77-4F69-9316-D2411F1C9188}"/>
                    </a:ext>
                  </a:extLst>
                </p:cNvPr>
                <p:cNvSpPr/>
                <p:nvPr/>
              </p:nvSpPr>
              <p:spPr>
                <a:xfrm>
                  <a:off x="6632687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7" name="椭圆 246">
                  <a:extLst>
                    <a:ext uri="{FF2B5EF4-FFF2-40B4-BE49-F238E27FC236}">
                      <a16:creationId xmlns:a16="http://schemas.microsoft.com/office/drawing/2014/main" id="{65D34C79-55BC-4BF4-AEE0-9932E34F44F6}"/>
                    </a:ext>
                  </a:extLst>
                </p:cNvPr>
                <p:cNvSpPr/>
                <p:nvPr/>
              </p:nvSpPr>
              <p:spPr>
                <a:xfrm>
                  <a:off x="7354278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8" name="椭圆 247">
                  <a:extLst>
                    <a:ext uri="{FF2B5EF4-FFF2-40B4-BE49-F238E27FC236}">
                      <a16:creationId xmlns:a16="http://schemas.microsoft.com/office/drawing/2014/main" id="{542D76BB-1FEC-47B9-AF91-2A8C05734661}"/>
                    </a:ext>
                  </a:extLst>
                </p:cNvPr>
                <p:cNvSpPr/>
                <p:nvPr/>
              </p:nvSpPr>
              <p:spPr>
                <a:xfrm>
                  <a:off x="7354278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9" name="椭圆 248">
                  <a:extLst>
                    <a:ext uri="{FF2B5EF4-FFF2-40B4-BE49-F238E27FC236}">
                      <a16:creationId xmlns:a16="http://schemas.microsoft.com/office/drawing/2014/main" id="{77B9405A-01A7-4605-9DB2-ABABBC0AB22E}"/>
                    </a:ext>
                  </a:extLst>
                </p:cNvPr>
                <p:cNvSpPr/>
                <p:nvPr/>
              </p:nvSpPr>
              <p:spPr>
                <a:xfrm>
                  <a:off x="7354278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0" name="椭圆 249">
                  <a:extLst>
                    <a:ext uri="{FF2B5EF4-FFF2-40B4-BE49-F238E27FC236}">
                      <a16:creationId xmlns:a16="http://schemas.microsoft.com/office/drawing/2014/main" id="{2AA2BDC7-1E0E-4BEC-913B-62C78B97F2C9}"/>
                    </a:ext>
                  </a:extLst>
                </p:cNvPr>
                <p:cNvSpPr/>
                <p:nvPr/>
              </p:nvSpPr>
              <p:spPr>
                <a:xfrm>
                  <a:off x="7354278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1" name="椭圆 250">
                  <a:extLst>
                    <a:ext uri="{FF2B5EF4-FFF2-40B4-BE49-F238E27FC236}">
                      <a16:creationId xmlns:a16="http://schemas.microsoft.com/office/drawing/2014/main" id="{EA573505-905E-4E89-BA98-DEDDA583BB06}"/>
                    </a:ext>
                  </a:extLst>
                </p:cNvPr>
                <p:cNvSpPr/>
                <p:nvPr/>
              </p:nvSpPr>
              <p:spPr>
                <a:xfrm>
                  <a:off x="7354278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sp>
          <p:nvSpPr>
            <p:cNvPr id="260" name="文本框 259">
              <a:extLst>
                <a:ext uri="{FF2B5EF4-FFF2-40B4-BE49-F238E27FC236}">
                  <a16:creationId xmlns:a16="http://schemas.microsoft.com/office/drawing/2014/main" id="{2B30BA8D-6175-4425-A3FF-84F07E139552}"/>
                </a:ext>
              </a:extLst>
            </p:cNvPr>
            <p:cNvSpPr txBox="1"/>
            <p:nvPr/>
          </p:nvSpPr>
          <p:spPr>
            <a:xfrm>
              <a:off x="5671398" y="1975403"/>
              <a:ext cx="716512" cy="296189"/>
            </a:xfrm>
            <a:custGeom>
              <a:avLst/>
              <a:gdLst/>
              <a:ahLst/>
              <a:cxnLst/>
              <a:rect l="l" t="t" r="r" b="b"/>
              <a:pathLst>
                <a:path w="535186" h="221233">
                  <a:moveTo>
                    <a:pt x="394321" y="170780"/>
                  </a:moveTo>
                  <a:cubicBezTo>
                    <a:pt x="393874" y="176733"/>
                    <a:pt x="393651" y="182389"/>
                    <a:pt x="393651" y="187746"/>
                  </a:cubicBezTo>
                  <a:cubicBezTo>
                    <a:pt x="369541" y="192807"/>
                    <a:pt x="344538" y="198760"/>
                    <a:pt x="318641" y="205606"/>
                  </a:cubicBezTo>
                  <a:lnTo>
                    <a:pt x="313730" y="188416"/>
                  </a:lnTo>
                  <a:cubicBezTo>
                    <a:pt x="341263" y="183058"/>
                    <a:pt x="368127" y="177180"/>
                    <a:pt x="394321" y="170780"/>
                  </a:cubicBezTo>
                  <a:close/>
                  <a:moveTo>
                    <a:pt x="422226" y="146223"/>
                  </a:moveTo>
                  <a:lnTo>
                    <a:pt x="422226" y="191765"/>
                  </a:lnTo>
                  <a:lnTo>
                    <a:pt x="505272" y="191765"/>
                  </a:lnTo>
                  <a:lnTo>
                    <a:pt x="505272" y="146223"/>
                  </a:lnTo>
                  <a:close/>
                  <a:moveTo>
                    <a:pt x="404813" y="130596"/>
                  </a:moveTo>
                  <a:lnTo>
                    <a:pt x="522685" y="130596"/>
                  </a:lnTo>
                  <a:lnTo>
                    <a:pt x="522685" y="221233"/>
                  </a:lnTo>
                  <a:lnTo>
                    <a:pt x="505272" y="221233"/>
                  </a:lnTo>
                  <a:lnTo>
                    <a:pt x="505272" y="207392"/>
                  </a:lnTo>
                  <a:lnTo>
                    <a:pt x="422226" y="207392"/>
                  </a:lnTo>
                  <a:lnTo>
                    <a:pt x="422226" y="221233"/>
                  </a:lnTo>
                  <a:lnTo>
                    <a:pt x="404813" y="221233"/>
                  </a:lnTo>
                  <a:close/>
                  <a:moveTo>
                    <a:pt x="22325" y="38397"/>
                  </a:moveTo>
                  <a:lnTo>
                    <a:pt x="22325" y="107379"/>
                  </a:lnTo>
                  <a:lnTo>
                    <a:pt x="42975" y="107379"/>
                  </a:lnTo>
                  <a:cubicBezTo>
                    <a:pt x="56592" y="107379"/>
                    <a:pt x="66936" y="104310"/>
                    <a:pt x="74005" y="98170"/>
                  </a:cubicBezTo>
                  <a:cubicBezTo>
                    <a:pt x="81075" y="92031"/>
                    <a:pt x="84609" y="83232"/>
                    <a:pt x="84609" y="71772"/>
                  </a:cubicBezTo>
                  <a:cubicBezTo>
                    <a:pt x="84609" y="49522"/>
                    <a:pt x="71438" y="38397"/>
                    <a:pt x="45095" y="38397"/>
                  </a:cubicBezTo>
                  <a:close/>
                  <a:moveTo>
                    <a:pt x="142875" y="18752"/>
                  </a:moveTo>
                  <a:lnTo>
                    <a:pt x="170892" y="18752"/>
                  </a:lnTo>
                  <a:lnTo>
                    <a:pt x="255501" y="150911"/>
                  </a:lnTo>
                  <a:cubicBezTo>
                    <a:pt x="259519" y="157162"/>
                    <a:pt x="261901" y="161143"/>
                    <a:pt x="262645" y="162855"/>
                  </a:cubicBezTo>
                  <a:lnTo>
                    <a:pt x="263091" y="162855"/>
                  </a:lnTo>
                  <a:cubicBezTo>
                    <a:pt x="262347" y="157944"/>
                    <a:pt x="261975" y="149535"/>
                    <a:pt x="261975" y="137629"/>
                  </a:cubicBezTo>
                  <a:lnTo>
                    <a:pt x="261975" y="18752"/>
                  </a:lnTo>
                  <a:lnTo>
                    <a:pt x="284076" y="18752"/>
                  </a:lnTo>
                  <a:lnTo>
                    <a:pt x="284076" y="191653"/>
                  </a:lnTo>
                  <a:lnTo>
                    <a:pt x="257622" y="191653"/>
                  </a:lnTo>
                  <a:lnTo>
                    <a:pt x="170669" y="57150"/>
                  </a:lnTo>
                  <a:cubicBezTo>
                    <a:pt x="168213" y="53355"/>
                    <a:pt x="166241" y="49597"/>
                    <a:pt x="164753" y="45876"/>
                  </a:cubicBezTo>
                  <a:lnTo>
                    <a:pt x="164083" y="45876"/>
                  </a:lnTo>
                  <a:cubicBezTo>
                    <a:pt x="164679" y="49746"/>
                    <a:pt x="164976" y="57819"/>
                    <a:pt x="164976" y="70098"/>
                  </a:cubicBezTo>
                  <a:lnTo>
                    <a:pt x="164976" y="191653"/>
                  </a:lnTo>
                  <a:lnTo>
                    <a:pt x="142875" y="191653"/>
                  </a:lnTo>
                  <a:close/>
                  <a:moveTo>
                    <a:pt x="0" y="18752"/>
                  </a:moveTo>
                  <a:lnTo>
                    <a:pt x="49114" y="18752"/>
                  </a:lnTo>
                  <a:cubicBezTo>
                    <a:pt x="67792" y="18752"/>
                    <a:pt x="82284" y="23254"/>
                    <a:pt x="92590" y="32258"/>
                  </a:cubicBezTo>
                  <a:cubicBezTo>
                    <a:pt x="102897" y="41262"/>
                    <a:pt x="108050" y="54136"/>
                    <a:pt x="108050" y="70879"/>
                  </a:cubicBezTo>
                  <a:cubicBezTo>
                    <a:pt x="108050" y="87846"/>
                    <a:pt x="102022" y="101594"/>
                    <a:pt x="89967" y="112123"/>
                  </a:cubicBezTo>
                  <a:cubicBezTo>
                    <a:pt x="77912" y="122653"/>
                    <a:pt x="62843" y="127620"/>
                    <a:pt x="44761" y="127025"/>
                  </a:cubicBezTo>
                  <a:lnTo>
                    <a:pt x="22325" y="127025"/>
                  </a:lnTo>
                  <a:lnTo>
                    <a:pt x="22325" y="191653"/>
                  </a:lnTo>
                  <a:lnTo>
                    <a:pt x="0" y="191653"/>
                  </a:lnTo>
                  <a:close/>
                  <a:moveTo>
                    <a:pt x="454819" y="1562"/>
                  </a:moveTo>
                  <a:lnTo>
                    <a:pt x="472679" y="1562"/>
                  </a:lnTo>
                  <a:lnTo>
                    <a:pt x="472679" y="37281"/>
                  </a:lnTo>
                  <a:lnTo>
                    <a:pt x="535186" y="37281"/>
                  </a:lnTo>
                  <a:lnTo>
                    <a:pt x="535186" y="53355"/>
                  </a:lnTo>
                  <a:lnTo>
                    <a:pt x="472679" y="53355"/>
                  </a:lnTo>
                  <a:lnTo>
                    <a:pt x="472679" y="88180"/>
                  </a:lnTo>
                  <a:lnTo>
                    <a:pt x="527373" y="88180"/>
                  </a:lnTo>
                  <a:lnTo>
                    <a:pt x="527373" y="104254"/>
                  </a:lnTo>
                  <a:lnTo>
                    <a:pt x="400348" y="104254"/>
                  </a:lnTo>
                  <a:lnTo>
                    <a:pt x="400348" y="88180"/>
                  </a:lnTo>
                  <a:lnTo>
                    <a:pt x="454819" y="88180"/>
                  </a:lnTo>
                  <a:lnTo>
                    <a:pt x="454819" y="53355"/>
                  </a:lnTo>
                  <a:lnTo>
                    <a:pt x="392981" y="53355"/>
                  </a:lnTo>
                  <a:lnTo>
                    <a:pt x="392981" y="37281"/>
                  </a:lnTo>
                  <a:lnTo>
                    <a:pt x="454819" y="37281"/>
                  </a:lnTo>
                  <a:close/>
                  <a:moveTo>
                    <a:pt x="357262" y="0"/>
                  </a:moveTo>
                  <a:lnTo>
                    <a:pt x="374229" y="6697"/>
                  </a:lnTo>
                  <a:cubicBezTo>
                    <a:pt x="358155" y="38249"/>
                    <a:pt x="344984" y="61987"/>
                    <a:pt x="334715" y="77911"/>
                  </a:cubicBezTo>
                  <a:cubicBezTo>
                    <a:pt x="343347" y="77688"/>
                    <a:pt x="352351" y="77428"/>
                    <a:pt x="361727" y="77130"/>
                  </a:cubicBezTo>
                  <a:cubicBezTo>
                    <a:pt x="366787" y="68498"/>
                    <a:pt x="372071" y="59084"/>
                    <a:pt x="377577" y="48890"/>
                  </a:cubicBezTo>
                  <a:lnTo>
                    <a:pt x="394097" y="57150"/>
                  </a:lnTo>
                  <a:cubicBezTo>
                    <a:pt x="377131" y="85427"/>
                    <a:pt x="360090" y="111621"/>
                    <a:pt x="342975" y="135731"/>
                  </a:cubicBezTo>
                  <a:cubicBezTo>
                    <a:pt x="362769" y="132903"/>
                    <a:pt x="379140" y="130373"/>
                    <a:pt x="392088" y="128141"/>
                  </a:cubicBezTo>
                  <a:cubicBezTo>
                    <a:pt x="391195" y="133945"/>
                    <a:pt x="390525" y="139600"/>
                    <a:pt x="390079" y="145107"/>
                  </a:cubicBezTo>
                  <a:cubicBezTo>
                    <a:pt x="373559" y="147488"/>
                    <a:pt x="351012" y="150986"/>
                    <a:pt x="322437" y="155600"/>
                  </a:cubicBezTo>
                  <a:lnTo>
                    <a:pt x="318865" y="139080"/>
                  </a:lnTo>
                  <a:cubicBezTo>
                    <a:pt x="328390" y="129183"/>
                    <a:pt x="339738" y="113481"/>
                    <a:pt x="352909" y="91975"/>
                  </a:cubicBezTo>
                  <a:cubicBezTo>
                    <a:pt x="340408" y="92794"/>
                    <a:pt x="329059" y="93613"/>
                    <a:pt x="318865" y="94431"/>
                  </a:cubicBezTo>
                  <a:lnTo>
                    <a:pt x="314623" y="79251"/>
                  </a:lnTo>
                  <a:cubicBezTo>
                    <a:pt x="328315" y="60945"/>
                    <a:pt x="342528" y="34528"/>
                    <a:pt x="357262" y="0"/>
                  </a:cubicBezTo>
                  <a:close/>
                </a:path>
              </a:pathLst>
            </a:custGeom>
            <a:solidFill>
              <a:srgbClr val="F19455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8" name="箭头: 上 257">
              <a:extLst>
                <a:ext uri="{FF2B5EF4-FFF2-40B4-BE49-F238E27FC236}">
                  <a16:creationId xmlns:a16="http://schemas.microsoft.com/office/drawing/2014/main" id="{4F4911ED-6302-4F22-B83D-2CA12D29F0A4}"/>
                </a:ext>
              </a:extLst>
            </p:cNvPr>
            <p:cNvSpPr/>
            <p:nvPr/>
          </p:nvSpPr>
          <p:spPr>
            <a:xfrm>
              <a:off x="5871998" y="2303950"/>
              <a:ext cx="240816" cy="301522"/>
            </a:xfrm>
            <a:prstGeom prst="upArrow">
              <a:avLst/>
            </a:prstGeom>
            <a:solidFill>
              <a:srgbClr val="F19455"/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矩形 67">
              <a:extLst>
                <a:ext uri="{FF2B5EF4-FFF2-40B4-BE49-F238E27FC236}">
                  <a16:creationId xmlns:a16="http://schemas.microsoft.com/office/drawing/2014/main" id="{3E74869D-6200-4162-A8AC-9A93F31B8EEC}"/>
                </a:ext>
              </a:extLst>
            </p:cNvPr>
            <p:cNvSpPr/>
            <p:nvPr/>
          </p:nvSpPr>
          <p:spPr>
            <a:xfrm>
              <a:off x="5709160" y="2771941"/>
              <a:ext cx="627020" cy="187810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78C28C92-12E3-46C1-9643-37D040BF6618}"/>
                </a:ext>
              </a:extLst>
            </p:cNvPr>
            <p:cNvGrpSpPr/>
            <p:nvPr/>
          </p:nvGrpSpPr>
          <p:grpSpPr>
            <a:xfrm>
              <a:off x="3905357" y="4588360"/>
              <a:ext cx="3689356" cy="684389"/>
              <a:chOff x="3905357" y="4588360"/>
              <a:chExt cx="3689356" cy="684389"/>
            </a:xfrm>
          </p:grpSpPr>
          <p:cxnSp>
            <p:nvCxnSpPr>
              <p:cNvPr id="3" name="直接箭头连接符 2">
                <a:extLst>
                  <a:ext uri="{FF2B5EF4-FFF2-40B4-BE49-F238E27FC236}">
                    <a16:creationId xmlns:a16="http://schemas.microsoft.com/office/drawing/2014/main" id="{50190997-0E80-45FF-A085-9BCCAE2B81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7916" y="4588360"/>
                <a:ext cx="0" cy="3932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直接箭头连接符 71">
                <a:extLst>
                  <a:ext uri="{FF2B5EF4-FFF2-40B4-BE49-F238E27FC236}">
                    <a16:creationId xmlns:a16="http://schemas.microsoft.com/office/drawing/2014/main" id="{DD0D0AE6-5885-4E8F-82FB-AE1F9F8ED4A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53376" y="4588360"/>
                <a:ext cx="0" cy="3932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CF704777-BFD0-48F8-8693-3444124F7A13}"/>
                  </a:ext>
                </a:extLst>
              </p:cNvPr>
              <p:cNvSpPr txBox="1"/>
              <p:nvPr/>
            </p:nvSpPr>
            <p:spPr>
              <a:xfrm>
                <a:off x="3905357" y="5055757"/>
                <a:ext cx="439117" cy="216992"/>
              </a:xfrm>
              <a:custGeom>
                <a:avLst/>
                <a:gdLst/>
                <a:ahLst/>
                <a:cxnLst/>
                <a:rect l="l" t="t" r="r" b="b"/>
                <a:pathLst>
                  <a:path w="439117" h="216992">
                    <a:moveTo>
                      <a:pt x="100905" y="99120"/>
                    </a:moveTo>
                    <a:lnTo>
                      <a:pt x="100905" y="137294"/>
                    </a:lnTo>
                    <a:lnTo>
                      <a:pt x="164976" y="137294"/>
                    </a:lnTo>
                    <a:lnTo>
                      <a:pt x="164976" y="99120"/>
                    </a:lnTo>
                    <a:close/>
                    <a:moveTo>
                      <a:pt x="18529" y="99120"/>
                    </a:moveTo>
                    <a:lnTo>
                      <a:pt x="18529" y="137294"/>
                    </a:lnTo>
                    <a:lnTo>
                      <a:pt x="82376" y="137294"/>
                    </a:lnTo>
                    <a:lnTo>
                      <a:pt x="82376" y="99120"/>
                    </a:lnTo>
                    <a:close/>
                    <a:moveTo>
                      <a:pt x="100905" y="45319"/>
                    </a:moveTo>
                    <a:lnTo>
                      <a:pt x="100905" y="83270"/>
                    </a:lnTo>
                    <a:lnTo>
                      <a:pt x="164976" y="83270"/>
                    </a:lnTo>
                    <a:lnTo>
                      <a:pt x="164976" y="45319"/>
                    </a:lnTo>
                    <a:close/>
                    <a:moveTo>
                      <a:pt x="18529" y="45319"/>
                    </a:moveTo>
                    <a:lnTo>
                      <a:pt x="18529" y="83270"/>
                    </a:lnTo>
                    <a:lnTo>
                      <a:pt x="82376" y="83270"/>
                    </a:lnTo>
                    <a:lnTo>
                      <a:pt x="82376" y="45319"/>
                    </a:lnTo>
                    <a:close/>
                    <a:moveTo>
                      <a:pt x="241994" y="12056"/>
                    </a:moveTo>
                    <a:lnTo>
                      <a:pt x="416123" y="12056"/>
                    </a:lnTo>
                    <a:lnTo>
                      <a:pt x="416123" y="29468"/>
                    </a:lnTo>
                    <a:lnTo>
                      <a:pt x="341337" y="84163"/>
                    </a:lnTo>
                    <a:lnTo>
                      <a:pt x="341337" y="100013"/>
                    </a:lnTo>
                    <a:lnTo>
                      <a:pt x="439117" y="100013"/>
                    </a:lnTo>
                    <a:lnTo>
                      <a:pt x="439117" y="116756"/>
                    </a:lnTo>
                    <a:lnTo>
                      <a:pt x="341337" y="116756"/>
                    </a:lnTo>
                    <a:lnTo>
                      <a:pt x="341337" y="187077"/>
                    </a:lnTo>
                    <a:cubicBezTo>
                      <a:pt x="341337" y="207020"/>
                      <a:pt x="330919" y="216992"/>
                      <a:pt x="310083" y="216992"/>
                    </a:cubicBezTo>
                    <a:cubicBezTo>
                      <a:pt x="303237" y="216992"/>
                      <a:pt x="291480" y="216843"/>
                      <a:pt x="274811" y="216545"/>
                    </a:cubicBezTo>
                    <a:cubicBezTo>
                      <a:pt x="274216" y="210592"/>
                      <a:pt x="273323" y="203821"/>
                      <a:pt x="272132" y="196230"/>
                    </a:cubicBezTo>
                    <a:cubicBezTo>
                      <a:pt x="282997" y="197570"/>
                      <a:pt x="294456" y="198314"/>
                      <a:pt x="306511" y="198463"/>
                    </a:cubicBezTo>
                    <a:cubicBezTo>
                      <a:pt x="317078" y="198463"/>
                      <a:pt x="322362" y="193105"/>
                      <a:pt x="322362" y="182389"/>
                    </a:cubicBezTo>
                    <a:lnTo>
                      <a:pt x="322362" y="116756"/>
                    </a:lnTo>
                    <a:lnTo>
                      <a:pt x="218554" y="116756"/>
                    </a:lnTo>
                    <a:lnTo>
                      <a:pt x="218554" y="100013"/>
                    </a:lnTo>
                    <a:lnTo>
                      <a:pt x="322362" y="100013"/>
                    </a:lnTo>
                    <a:lnTo>
                      <a:pt x="322362" y="75456"/>
                    </a:lnTo>
                    <a:lnTo>
                      <a:pt x="386432" y="28799"/>
                    </a:lnTo>
                    <a:lnTo>
                      <a:pt x="241994" y="28799"/>
                    </a:lnTo>
                    <a:close/>
                    <a:moveTo>
                      <a:pt x="82376" y="0"/>
                    </a:moveTo>
                    <a:lnTo>
                      <a:pt x="100905" y="0"/>
                    </a:lnTo>
                    <a:lnTo>
                      <a:pt x="100905" y="28575"/>
                    </a:lnTo>
                    <a:lnTo>
                      <a:pt x="183505" y="28575"/>
                    </a:lnTo>
                    <a:lnTo>
                      <a:pt x="183505" y="154038"/>
                    </a:lnTo>
                    <a:lnTo>
                      <a:pt x="100905" y="154038"/>
                    </a:lnTo>
                    <a:lnTo>
                      <a:pt x="100905" y="180157"/>
                    </a:lnTo>
                    <a:cubicBezTo>
                      <a:pt x="100905" y="189235"/>
                      <a:pt x="105668" y="193775"/>
                      <a:pt x="115193" y="193775"/>
                    </a:cubicBezTo>
                    <a:lnTo>
                      <a:pt x="167432" y="193775"/>
                    </a:lnTo>
                    <a:cubicBezTo>
                      <a:pt x="177552" y="193775"/>
                      <a:pt x="183728" y="190426"/>
                      <a:pt x="185961" y="183729"/>
                    </a:cubicBezTo>
                    <a:cubicBezTo>
                      <a:pt x="188342" y="176436"/>
                      <a:pt x="190053" y="165944"/>
                      <a:pt x="191095" y="152252"/>
                    </a:cubicBezTo>
                    <a:cubicBezTo>
                      <a:pt x="195411" y="154186"/>
                      <a:pt x="201588" y="156493"/>
                      <a:pt x="209624" y="159172"/>
                    </a:cubicBezTo>
                    <a:cubicBezTo>
                      <a:pt x="207838" y="171078"/>
                      <a:pt x="205829" y="181273"/>
                      <a:pt x="203597" y="189756"/>
                    </a:cubicBezTo>
                    <a:cubicBezTo>
                      <a:pt x="199876" y="203746"/>
                      <a:pt x="189756" y="210741"/>
                      <a:pt x="173236" y="210741"/>
                    </a:cubicBezTo>
                    <a:lnTo>
                      <a:pt x="113853" y="210741"/>
                    </a:lnTo>
                    <a:cubicBezTo>
                      <a:pt x="92869" y="210741"/>
                      <a:pt x="82376" y="200472"/>
                      <a:pt x="82376" y="179934"/>
                    </a:cubicBezTo>
                    <a:lnTo>
                      <a:pt x="82376" y="154038"/>
                    </a:lnTo>
                    <a:lnTo>
                      <a:pt x="18529" y="154038"/>
                    </a:lnTo>
                    <a:lnTo>
                      <a:pt x="18529" y="169441"/>
                    </a:lnTo>
                    <a:lnTo>
                      <a:pt x="0" y="169441"/>
                    </a:lnTo>
                    <a:lnTo>
                      <a:pt x="0" y="28575"/>
                    </a:lnTo>
                    <a:lnTo>
                      <a:pt x="82376" y="2857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79CBDE2B-1ECB-4875-AF3F-3633A8E59DA9}"/>
                  </a:ext>
                </a:extLst>
              </p:cNvPr>
              <p:cNvSpPr txBox="1"/>
              <p:nvPr/>
            </p:nvSpPr>
            <p:spPr>
              <a:xfrm>
                <a:off x="7143541" y="5038875"/>
                <a:ext cx="451172" cy="220340"/>
              </a:xfrm>
              <a:custGeom>
                <a:avLst/>
                <a:gdLst/>
                <a:ahLst/>
                <a:cxnLst/>
                <a:rect l="l" t="t" r="r" b="b"/>
                <a:pathLst>
                  <a:path w="451172" h="220340">
                    <a:moveTo>
                      <a:pt x="31477" y="117425"/>
                    </a:moveTo>
                    <a:lnTo>
                      <a:pt x="190425" y="117425"/>
                    </a:lnTo>
                    <a:lnTo>
                      <a:pt x="190425" y="134392"/>
                    </a:lnTo>
                    <a:lnTo>
                      <a:pt x="120327" y="134392"/>
                    </a:lnTo>
                    <a:lnTo>
                      <a:pt x="120327" y="192881"/>
                    </a:lnTo>
                    <a:lnTo>
                      <a:pt x="213419" y="192881"/>
                    </a:lnTo>
                    <a:lnTo>
                      <a:pt x="213419" y="209847"/>
                    </a:lnTo>
                    <a:lnTo>
                      <a:pt x="8483" y="209847"/>
                    </a:lnTo>
                    <a:lnTo>
                      <a:pt x="8483" y="192881"/>
                    </a:lnTo>
                    <a:lnTo>
                      <a:pt x="101352" y="192881"/>
                    </a:lnTo>
                    <a:lnTo>
                      <a:pt x="101352" y="134392"/>
                    </a:lnTo>
                    <a:lnTo>
                      <a:pt x="31477" y="134392"/>
                    </a:lnTo>
                    <a:close/>
                    <a:moveTo>
                      <a:pt x="299591" y="85502"/>
                    </a:moveTo>
                    <a:lnTo>
                      <a:pt x="319013" y="89073"/>
                    </a:lnTo>
                    <a:cubicBezTo>
                      <a:pt x="309637" y="144586"/>
                      <a:pt x="284262" y="188342"/>
                      <a:pt x="242887" y="220340"/>
                    </a:cubicBezTo>
                    <a:cubicBezTo>
                      <a:pt x="238423" y="215577"/>
                      <a:pt x="233660" y="210740"/>
                      <a:pt x="228600" y="205829"/>
                    </a:cubicBezTo>
                    <a:cubicBezTo>
                      <a:pt x="268783" y="175171"/>
                      <a:pt x="292447" y="135061"/>
                      <a:pt x="299591" y="85502"/>
                    </a:cubicBezTo>
                    <a:close/>
                    <a:moveTo>
                      <a:pt x="374823" y="77465"/>
                    </a:moveTo>
                    <a:cubicBezTo>
                      <a:pt x="381223" y="132234"/>
                      <a:pt x="406673" y="172268"/>
                      <a:pt x="451172" y="197569"/>
                    </a:cubicBezTo>
                    <a:cubicBezTo>
                      <a:pt x="447600" y="200843"/>
                      <a:pt x="442391" y="206722"/>
                      <a:pt x="435545" y="215205"/>
                    </a:cubicBezTo>
                    <a:cubicBezTo>
                      <a:pt x="390748" y="185886"/>
                      <a:pt x="364331" y="141089"/>
                      <a:pt x="356294" y="80813"/>
                    </a:cubicBezTo>
                    <a:close/>
                    <a:moveTo>
                      <a:pt x="139080" y="58266"/>
                    </a:moveTo>
                    <a:cubicBezTo>
                      <a:pt x="170334" y="76870"/>
                      <a:pt x="197495" y="94431"/>
                      <a:pt x="220563" y="110951"/>
                    </a:cubicBezTo>
                    <a:lnTo>
                      <a:pt x="207838" y="126355"/>
                    </a:lnTo>
                    <a:cubicBezTo>
                      <a:pt x="185365" y="108793"/>
                      <a:pt x="158874" y="90413"/>
                      <a:pt x="128364" y="71214"/>
                    </a:cubicBezTo>
                    <a:close/>
                    <a:moveTo>
                      <a:pt x="81707" y="58043"/>
                    </a:moveTo>
                    <a:lnTo>
                      <a:pt x="94878" y="70768"/>
                    </a:lnTo>
                    <a:cubicBezTo>
                      <a:pt x="66005" y="93389"/>
                      <a:pt x="38844" y="111844"/>
                      <a:pt x="13394" y="126132"/>
                    </a:cubicBezTo>
                    <a:cubicBezTo>
                      <a:pt x="8781" y="120030"/>
                      <a:pt x="4316" y="115193"/>
                      <a:pt x="0" y="111621"/>
                    </a:cubicBezTo>
                    <a:cubicBezTo>
                      <a:pt x="29170" y="96738"/>
                      <a:pt x="56406" y="78879"/>
                      <a:pt x="81707" y="58043"/>
                    </a:cubicBezTo>
                    <a:close/>
                    <a:moveTo>
                      <a:pt x="338435" y="893"/>
                    </a:moveTo>
                    <a:cubicBezTo>
                      <a:pt x="346323" y="12353"/>
                      <a:pt x="352723" y="22622"/>
                      <a:pt x="357634" y="31700"/>
                    </a:cubicBezTo>
                    <a:lnTo>
                      <a:pt x="345690" y="38174"/>
                    </a:lnTo>
                    <a:lnTo>
                      <a:pt x="439117" y="38174"/>
                    </a:lnTo>
                    <a:lnTo>
                      <a:pt x="439117" y="84162"/>
                    </a:lnTo>
                    <a:lnTo>
                      <a:pt x="420811" y="84162"/>
                    </a:lnTo>
                    <a:lnTo>
                      <a:pt x="420811" y="54694"/>
                    </a:lnTo>
                    <a:lnTo>
                      <a:pt x="258291" y="54694"/>
                    </a:lnTo>
                    <a:lnTo>
                      <a:pt x="258291" y="84162"/>
                    </a:lnTo>
                    <a:lnTo>
                      <a:pt x="239985" y="84162"/>
                    </a:lnTo>
                    <a:lnTo>
                      <a:pt x="239985" y="38174"/>
                    </a:lnTo>
                    <a:lnTo>
                      <a:pt x="338881" y="38174"/>
                    </a:lnTo>
                    <a:cubicBezTo>
                      <a:pt x="334491" y="29840"/>
                      <a:pt x="328984" y="20389"/>
                      <a:pt x="322362" y="9822"/>
                    </a:cubicBezTo>
                    <a:close/>
                    <a:moveTo>
                      <a:pt x="110505" y="0"/>
                    </a:moveTo>
                    <a:cubicBezTo>
                      <a:pt x="116607" y="8781"/>
                      <a:pt x="121890" y="17413"/>
                      <a:pt x="126355" y="25896"/>
                    </a:cubicBezTo>
                    <a:lnTo>
                      <a:pt x="118207" y="29914"/>
                    </a:lnTo>
                    <a:lnTo>
                      <a:pt x="212303" y="29914"/>
                    </a:lnTo>
                    <a:lnTo>
                      <a:pt x="212303" y="73223"/>
                    </a:lnTo>
                    <a:lnTo>
                      <a:pt x="193997" y="73223"/>
                    </a:lnTo>
                    <a:lnTo>
                      <a:pt x="193997" y="46881"/>
                    </a:lnTo>
                    <a:lnTo>
                      <a:pt x="28128" y="46881"/>
                    </a:lnTo>
                    <a:lnTo>
                      <a:pt x="28128" y="73223"/>
                    </a:lnTo>
                    <a:lnTo>
                      <a:pt x="9823" y="73223"/>
                    </a:lnTo>
                    <a:lnTo>
                      <a:pt x="9823" y="29914"/>
                    </a:lnTo>
                    <a:lnTo>
                      <a:pt x="106821" y="29914"/>
                    </a:lnTo>
                    <a:cubicBezTo>
                      <a:pt x="103398" y="23440"/>
                      <a:pt x="99119" y="16148"/>
                      <a:pt x="93985" y="8037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658B999A-5416-4A8B-9465-CC69310833DC}"/>
              </a:ext>
            </a:extLst>
          </p:cNvPr>
          <p:cNvGrpSpPr/>
          <p:nvPr/>
        </p:nvGrpSpPr>
        <p:grpSpPr>
          <a:xfrm>
            <a:off x="3345119" y="-2278927"/>
            <a:ext cx="2617539" cy="1838011"/>
            <a:chOff x="6212453" y="2204582"/>
            <a:chExt cx="2617539" cy="1838011"/>
          </a:xfrm>
        </p:grpSpPr>
        <p:sp>
          <p:nvSpPr>
            <p:cNvPr id="75" name="矩形 74">
              <a:extLst>
                <a:ext uri="{FF2B5EF4-FFF2-40B4-BE49-F238E27FC236}">
                  <a16:creationId xmlns:a16="http://schemas.microsoft.com/office/drawing/2014/main" id="{2FDF2C2B-8055-4FFB-92DB-9CA39324BEB6}"/>
                </a:ext>
              </a:extLst>
            </p:cNvPr>
            <p:cNvSpPr/>
            <p:nvPr/>
          </p:nvSpPr>
          <p:spPr>
            <a:xfrm>
              <a:off x="6212453" y="2629062"/>
              <a:ext cx="2617539" cy="14135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141CE85E-AB14-4685-9ACD-7C48FB151AD5}"/>
                </a:ext>
              </a:extLst>
            </p:cNvPr>
            <p:cNvSpPr txBox="1"/>
            <p:nvPr/>
          </p:nvSpPr>
          <p:spPr>
            <a:xfrm>
              <a:off x="7179461" y="2204582"/>
              <a:ext cx="547376" cy="292221"/>
            </a:xfrm>
            <a:custGeom>
              <a:avLst/>
              <a:gdLst/>
              <a:ahLst/>
              <a:cxnLst/>
              <a:rect l="l" t="t" r="r" b="b"/>
              <a:pathLst>
                <a:path w="281026" h="150028">
                  <a:moveTo>
                    <a:pt x="251527" y="24070"/>
                  </a:moveTo>
                  <a:cubicBezTo>
                    <a:pt x="255146" y="27810"/>
                    <a:pt x="258705" y="30283"/>
                    <a:pt x="262204" y="31490"/>
                  </a:cubicBezTo>
                  <a:cubicBezTo>
                    <a:pt x="263652" y="32093"/>
                    <a:pt x="264376" y="32696"/>
                    <a:pt x="264376" y="33299"/>
                  </a:cubicBezTo>
                  <a:cubicBezTo>
                    <a:pt x="264376" y="33903"/>
                    <a:pt x="263199" y="34747"/>
                    <a:pt x="260847" y="35833"/>
                  </a:cubicBezTo>
                  <a:cubicBezTo>
                    <a:pt x="258494" y="36919"/>
                    <a:pt x="254905" y="40719"/>
                    <a:pt x="250079" y="47235"/>
                  </a:cubicBezTo>
                  <a:cubicBezTo>
                    <a:pt x="241392" y="58938"/>
                    <a:pt x="232947" y="69313"/>
                    <a:pt x="224742" y="78362"/>
                  </a:cubicBezTo>
                  <a:lnTo>
                    <a:pt x="264376" y="120348"/>
                  </a:lnTo>
                  <a:lnTo>
                    <a:pt x="255146" y="128130"/>
                  </a:lnTo>
                  <a:cubicBezTo>
                    <a:pt x="241995" y="112566"/>
                    <a:pt x="229568" y="98511"/>
                    <a:pt x="217865" y="85963"/>
                  </a:cubicBezTo>
                  <a:cubicBezTo>
                    <a:pt x="203508" y="101165"/>
                    <a:pt x="187703" y="115160"/>
                    <a:pt x="170450" y="127949"/>
                  </a:cubicBezTo>
                  <a:cubicBezTo>
                    <a:pt x="169605" y="123847"/>
                    <a:pt x="166589" y="120590"/>
                    <a:pt x="161401" y="118177"/>
                  </a:cubicBezTo>
                  <a:cubicBezTo>
                    <a:pt x="177689" y="109007"/>
                    <a:pt x="194218" y="95856"/>
                    <a:pt x="210988" y="78724"/>
                  </a:cubicBezTo>
                  <a:cubicBezTo>
                    <a:pt x="196390" y="63281"/>
                    <a:pt x="182394" y="49406"/>
                    <a:pt x="169002" y="37100"/>
                  </a:cubicBezTo>
                  <a:lnTo>
                    <a:pt x="176422" y="30766"/>
                  </a:lnTo>
                  <a:cubicBezTo>
                    <a:pt x="193675" y="47174"/>
                    <a:pt x="207550" y="60687"/>
                    <a:pt x="218046" y="71304"/>
                  </a:cubicBezTo>
                  <a:cubicBezTo>
                    <a:pt x="233127" y="54413"/>
                    <a:pt x="244288" y="38668"/>
                    <a:pt x="251527" y="24070"/>
                  </a:cubicBezTo>
                  <a:close/>
                  <a:moveTo>
                    <a:pt x="141132" y="6877"/>
                  </a:moveTo>
                  <a:cubicBezTo>
                    <a:pt x="147647" y="8084"/>
                    <a:pt x="170269" y="8687"/>
                    <a:pt x="208997" y="8687"/>
                  </a:cubicBezTo>
                  <a:cubicBezTo>
                    <a:pt x="247726" y="8687"/>
                    <a:pt x="269624" y="8084"/>
                    <a:pt x="274692" y="6877"/>
                  </a:cubicBezTo>
                  <a:lnTo>
                    <a:pt x="274692" y="20088"/>
                  </a:lnTo>
                  <a:cubicBezTo>
                    <a:pt x="266005" y="18761"/>
                    <a:pt x="244589" y="18098"/>
                    <a:pt x="210445" y="18098"/>
                  </a:cubicBezTo>
                  <a:lnTo>
                    <a:pt x="152895" y="18098"/>
                  </a:lnTo>
                  <a:lnTo>
                    <a:pt x="152895" y="138808"/>
                  </a:lnTo>
                  <a:lnTo>
                    <a:pt x="218227" y="138808"/>
                  </a:lnTo>
                  <a:cubicBezTo>
                    <a:pt x="251165" y="138808"/>
                    <a:pt x="272098" y="138144"/>
                    <a:pt x="281026" y="136817"/>
                  </a:cubicBezTo>
                  <a:lnTo>
                    <a:pt x="281026" y="150028"/>
                  </a:lnTo>
                  <a:cubicBezTo>
                    <a:pt x="274390" y="148701"/>
                    <a:pt x="251044" y="148038"/>
                    <a:pt x="210988" y="148038"/>
                  </a:cubicBezTo>
                  <a:cubicBezTo>
                    <a:pt x="170932" y="148038"/>
                    <a:pt x="147647" y="148701"/>
                    <a:pt x="141132" y="150028"/>
                  </a:cubicBezTo>
                  <a:cubicBezTo>
                    <a:pt x="141735" y="140497"/>
                    <a:pt x="142037" y="130785"/>
                    <a:pt x="142037" y="120891"/>
                  </a:cubicBezTo>
                  <a:lnTo>
                    <a:pt x="142037" y="36195"/>
                  </a:lnTo>
                  <a:cubicBezTo>
                    <a:pt x="142037" y="24492"/>
                    <a:pt x="141735" y="14719"/>
                    <a:pt x="141132" y="6877"/>
                  </a:cubicBezTo>
                  <a:close/>
                  <a:moveTo>
                    <a:pt x="0" y="0"/>
                  </a:moveTo>
                  <a:lnTo>
                    <a:pt x="2896" y="0"/>
                  </a:lnTo>
                  <a:lnTo>
                    <a:pt x="89221" y="99536"/>
                  </a:lnTo>
                  <a:lnTo>
                    <a:pt x="89221" y="0"/>
                  </a:lnTo>
                  <a:lnTo>
                    <a:pt x="102070" y="0"/>
                  </a:lnTo>
                  <a:lnTo>
                    <a:pt x="102070" y="129940"/>
                  </a:lnTo>
                  <a:lnTo>
                    <a:pt x="99174" y="129940"/>
                  </a:lnTo>
                  <a:lnTo>
                    <a:pt x="13392" y="31671"/>
                  </a:lnTo>
                  <a:lnTo>
                    <a:pt x="13392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9E65F116-6CE5-4BCD-AEF3-E720B90C5F56}"/>
                </a:ext>
              </a:extLst>
            </p:cNvPr>
            <p:cNvGrpSpPr/>
            <p:nvPr/>
          </p:nvGrpSpPr>
          <p:grpSpPr>
            <a:xfrm>
              <a:off x="6284486" y="2688142"/>
              <a:ext cx="2235980" cy="1298578"/>
              <a:chOff x="1214405" y="4590491"/>
              <a:chExt cx="2970865" cy="1725373"/>
            </a:xfrm>
          </p:grpSpPr>
          <p:grpSp>
            <p:nvGrpSpPr>
              <p:cNvPr id="80" name="组合 79">
                <a:extLst>
                  <a:ext uri="{FF2B5EF4-FFF2-40B4-BE49-F238E27FC236}">
                    <a16:creationId xmlns:a16="http://schemas.microsoft.com/office/drawing/2014/main" id="{92C308AE-EEA5-4364-A109-F2AEE3102F4E}"/>
                  </a:ext>
                </a:extLst>
              </p:cNvPr>
              <p:cNvGrpSpPr/>
              <p:nvPr/>
            </p:nvGrpSpPr>
            <p:grpSpPr>
              <a:xfrm>
                <a:off x="1214405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05" name="椭圆 104">
                  <a:extLst>
                    <a:ext uri="{FF2B5EF4-FFF2-40B4-BE49-F238E27FC236}">
                      <a16:creationId xmlns:a16="http://schemas.microsoft.com/office/drawing/2014/main" id="{7FC7F824-FA82-4506-B3A5-5F991CF9C873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6" name="椭圆 105">
                  <a:extLst>
                    <a:ext uri="{FF2B5EF4-FFF2-40B4-BE49-F238E27FC236}">
                      <a16:creationId xmlns:a16="http://schemas.microsoft.com/office/drawing/2014/main" id="{7008C47A-F458-4987-A2EC-8AA7B729D107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7" name="椭圆 106">
                  <a:extLst>
                    <a:ext uri="{FF2B5EF4-FFF2-40B4-BE49-F238E27FC236}">
                      <a16:creationId xmlns:a16="http://schemas.microsoft.com/office/drawing/2014/main" id="{9F081378-6BBA-45F8-852C-6434571F69D4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8" name="椭圆 107">
                  <a:extLst>
                    <a:ext uri="{FF2B5EF4-FFF2-40B4-BE49-F238E27FC236}">
                      <a16:creationId xmlns:a16="http://schemas.microsoft.com/office/drawing/2014/main" id="{B8A30982-BFBB-4209-8114-9EF68BE7303B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9" name="椭圆 108">
                  <a:extLst>
                    <a:ext uri="{FF2B5EF4-FFF2-40B4-BE49-F238E27FC236}">
                      <a16:creationId xmlns:a16="http://schemas.microsoft.com/office/drawing/2014/main" id="{E583FADE-0FB5-4478-B4C2-29504986CD7C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1" name="组合 80">
                <a:extLst>
                  <a:ext uri="{FF2B5EF4-FFF2-40B4-BE49-F238E27FC236}">
                    <a16:creationId xmlns:a16="http://schemas.microsoft.com/office/drawing/2014/main" id="{54621AAF-FB0B-4D4B-AD8C-B8C33728D135}"/>
                  </a:ext>
                </a:extLst>
              </p:cNvPr>
              <p:cNvGrpSpPr/>
              <p:nvPr/>
            </p:nvGrpSpPr>
            <p:grpSpPr>
              <a:xfrm>
                <a:off x="4100769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00" name="椭圆 99">
                  <a:extLst>
                    <a:ext uri="{FF2B5EF4-FFF2-40B4-BE49-F238E27FC236}">
                      <a16:creationId xmlns:a16="http://schemas.microsoft.com/office/drawing/2014/main" id="{352D216D-A512-410E-87C0-78266FFD7687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1" name="椭圆 100">
                  <a:extLst>
                    <a:ext uri="{FF2B5EF4-FFF2-40B4-BE49-F238E27FC236}">
                      <a16:creationId xmlns:a16="http://schemas.microsoft.com/office/drawing/2014/main" id="{E1FBE97F-442C-44DA-81E1-CFF4EA7D8DC7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2" name="椭圆 101">
                  <a:extLst>
                    <a:ext uri="{FF2B5EF4-FFF2-40B4-BE49-F238E27FC236}">
                      <a16:creationId xmlns:a16="http://schemas.microsoft.com/office/drawing/2014/main" id="{5228C30F-30E3-4A90-BBC5-CD2950FAF7CF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3" name="椭圆 102">
                  <a:extLst>
                    <a:ext uri="{FF2B5EF4-FFF2-40B4-BE49-F238E27FC236}">
                      <a16:creationId xmlns:a16="http://schemas.microsoft.com/office/drawing/2014/main" id="{61E414DD-387A-44FC-B430-571D7493FA2D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04" name="椭圆 103">
                  <a:extLst>
                    <a:ext uri="{FF2B5EF4-FFF2-40B4-BE49-F238E27FC236}">
                      <a16:creationId xmlns:a16="http://schemas.microsoft.com/office/drawing/2014/main" id="{56B0B711-33A9-4C53-AEF2-AB4740525BB1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2" name="组合 81">
                <a:extLst>
                  <a:ext uri="{FF2B5EF4-FFF2-40B4-BE49-F238E27FC236}">
                    <a16:creationId xmlns:a16="http://schemas.microsoft.com/office/drawing/2014/main" id="{5A11DCE2-E524-4F97-A41E-3B749C7F7862}"/>
                  </a:ext>
                </a:extLst>
              </p:cNvPr>
              <p:cNvGrpSpPr/>
              <p:nvPr/>
            </p:nvGrpSpPr>
            <p:grpSpPr>
              <a:xfrm>
                <a:off x="1935996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95" name="椭圆 94">
                  <a:extLst>
                    <a:ext uri="{FF2B5EF4-FFF2-40B4-BE49-F238E27FC236}">
                      <a16:creationId xmlns:a16="http://schemas.microsoft.com/office/drawing/2014/main" id="{2D955B30-A802-4ABA-A8EE-92EFC44AFDF7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6" name="椭圆 95">
                  <a:extLst>
                    <a:ext uri="{FF2B5EF4-FFF2-40B4-BE49-F238E27FC236}">
                      <a16:creationId xmlns:a16="http://schemas.microsoft.com/office/drawing/2014/main" id="{E3BE0C17-6651-40A7-AFF8-680A844E05D0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7" name="椭圆 96">
                  <a:extLst>
                    <a:ext uri="{FF2B5EF4-FFF2-40B4-BE49-F238E27FC236}">
                      <a16:creationId xmlns:a16="http://schemas.microsoft.com/office/drawing/2014/main" id="{0DE2204E-9EA8-4E8E-90B0-CD3CA00BC90D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8" name="椭圆 97">
                  <a:extLst>
                    <a:ext uri="{FF2B5EF4-FFF2-40B4-BE49-F238E27FC236}">
                      <a16:creationId xmlns:a16="http://schemas.microsoft.com/office/drawing/2014/main" id="{DD8C8FFE-80C4-4446-AE9B-922C6814BF09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9" name="椭圆 98">
                  <a:extLst>
                    <a:ext uri="{FF2B5EF4-FFF2-40B4-BE49-F238E27FC236}">
                      <a16:creationId xmlns:a16="http://schemas.microsoft.com/office/drawing/2014/main" id="{EEB8BFF1-7AFD-41B7-93C6-222B6CE85DA3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2E7748AA-0D80-4A7A-A32D-76473605E51A}"/>
                  </a:ext>
                </a:extLst>
              </p:cNvPr>
              <p:cNvGrpSpPr/>
              <p:nvPr/>
            </p:nvGrpSpPr>
            <p:grpSpPr>
              <a:xfrm>
                <a:off x="2657587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90" name="椭圆 89">
                  <a:extLst>
                    <a:ext uri="{FF2B5EF4-FFF2-40B4-BE49-F238E27FC236}">
                      <a16:creationId xmlns:a16="http://schemas.microsoft.com/office/drawing/2014/main" id="{AB7989DF-D4C9-4B5A-B82B-F0F0C7C66205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1" name="椭圆 90">
                  <a:extLst>
                    <a:ext uri="{FF2B5EF4-FFF2-40B4-BE49-F238E27FC236}">
                      <a16:creationId xmlns:a16="http://schemas.microsoft.com/office/drawing/2014/main" id="{DFEB223A-C5DC-442B-95B4-830691847AE1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2" name="椭圆 91">
                  <a:extLst>
                    <a:ext uri="{FF2B5EF4-FFF2-40B4-BE49-F238E27FC236}">
                      <a16:creationId xmlns:a16="http://schemas.microsoft.com/office/drawing/2014/main" id="{BF6CF8F2-3446-43CF-B506-6885E5252862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3" name="椭圆 92">
                  <a:extLst>
                    <a:ext uri="{FF2B5EF4-FFF2-40B4-BE49-F238E27FC236}">
                      <a16:creationId xmlns:a16="http://schemas.microsoft.com/office/drawing/2014/main" id="{993F0144-DC09-42EC-A635-D961D307E420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94" name="椭圆 93">
                  <a:extLst>
                    <a:ext uri="{FF2B5EF4-FFF2-40B4-BE49-F238E27FC236}">
                      <a16:creationId xmlns:a16="http://schemas.microsoft.com/office/drawing/2014/main" id="{D3140B42-B51E-4E2B-AC93-5151DD58DA1E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84" name="组合 83">
                <a:extLst>
                  <a:ext uri="{FF2B5EF4-FFF2-40B4-BE49-F238E27FC236}">
                    <a16:creationId xmlns:a16="http://schemas.microsoft.com/office/drawing/2014/main" id="{7C183614-25B6-44A1-8A4C-9761D3ABE670}"/>
                  </a:ext>
                </a:extLst>
              </p:cNvPr>
              <p:cNvGrpSpPr/>
              <p:nvPr/>
            </p:nvGrpSpPr>
            <p:grpSpPr>
              <a:xfrm>
                <a:off x="3379178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85" name="椭圆 84">
                  <a:extLst>
                    <a:ext uri="{FF2B5EF4-FFF2-40B4-BE49-F238E27FC236}">
                      <a16:creationId xmlns:a16="http://schemas.microsoft.com/office/drawing/2014/main" id="{83044E76-3DBC-4B0C-BE1D-87E5718E8E2F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6" name="椭圆 85">
                  <a:extLst>
                    <a:ext uri="{FF2B5EF4-FFF2-40B4-BE49-F238E27FC236}">
                      <a16:creationId xmlns:a16="http://schemas.microsoft.com/office/drawing/2014/main" id="{DAEEB7AB-8972-45AB-957B-C910D2045166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7" name="椭圆 86">
                  <a:extLst>
                    <a:ext uri="{FF2B5EF4-FFF2-40B4-BE49-F238E27FC236}">
                      <a16:creationId xmlns:a16="http://schemas.microsoft.com/office/drawing/2014/main" id="{5D0C18F5-1F90-47AA-B0DF-86ECC460EBB9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8" name="椭圆 87">
                  <a:extLst>
                    <a:ext uri="{FF2B5EF4-FFF2-40B4-BE49-F238E27FC236}">
                      <a16:creationId xmlns:a16="http://schemas.microsoft.com/office/drawing/2014/main" id="{8B823360-C1B2-462E-9ED4-62E7257AD61D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9" name="椭圆 88">
                  <a:extLst>
                    <a:ext uri="{FF2B5EF4-FFF2-40B4-BE49-F238E27FC236}">
                      <a16:creationId xmlns:a16="http://schemas.microsoft.com/office/drawing/2014/main" id="{BA83F1F6-19B3-4835-8638-63B8C737F2AB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E1221FEC-8AC5-4604-880C-BDDA92EA11D1}"/>
              </a:ext>
            </a:extLst>
          </p:cNvPr>
          <p:cNvGrpSpPr/>
          <p:nvPr/>
        </p:nvGrpSpPr>
        <p:grpSpPr>
          <a:xfrm>
            <a:off x="11378098" y="-2451223"/>
            <a:ext cx="2750945" cy="1890835"/>
            <a:chOff x="8811878" y="2171288"/>
            <a:chExt cx="2750945" cy="1890835"/>
          </a:xfrm>
        </p:grpSpPr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08F4C3B6-8578-4F9F-9669-C7CE30B3508C}"/>
                </a:ext>
              </a:extLst>
            </p:cNvPr>
            <p:cNvSpPr/>
            <p:nvPr/>
          </p:nvSpPr>
          <p:spPr>
            <a:xfrm>
              <a:off x="8811878" y="2644734"/>
              <a:ext cx="2750945" cy="1417389"/>
            </a:xfrm>
            <a:prstGeom prst="rect">
              <a:avLst/>
            </a:prstGeom>
            <a:solidFill>
              <a:srgbClr val="00B0F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185F3743-E188-4413-ABFF-DBDCB75B6A2C}"/>
                </a:ext>
              </a:extLst>
            </p:cNvPr>
            <p:cNvSpPr txBox="1"/>
            <p:nvPr/>
          </p:nvSpPr>
          <p:spPr>
            <a:xfrm>
              <a:off x="10013031" y="2171288"/>
              <a:ext cx="591145" cy="294085"/>
            </a:xfrm>
            <a:custGeom>
              <a:avLst/>
              <a:gdLst/>
              <a:ahLst/>
              <a:cxnLst/>
              <a:rect l="l" t="t" r="r" b="b"/>
              <a:pathLst>
                <a:path w="591145" h="294085">
                  <a:moveTo>
                    <a:pt x="62805" y="190500"/>
                  </a:moveTo>
                  <a:cubicBezTo>
                    <a:pt x="77291" y="205185"/>
                    <a:pt x="91479" y="220465"/>
                    <a:pt x="105370" y="236340"/>
                  </a:cubicBezTo>
                  <a:lnTo>
                    <a:pt x="85129" y="252413"/>
                  </a:lnTo>
                  <a:cubicBezTo>
                    <a:pt x="73223" y="236736"/>
                    <a:pt x="59928" y="220762"/>
                    <a:pt x="45243" y="204490"/>
                  </a:cubicBezTo>
                  <a:close/>
                  <a:moveTo>
                    <a:pt x="233362" y="189905"/>
                  </a:moveTo>
                  <a:lnTo>
                    <a:pt x="254198" y="203300"/>
                  </a:lnTo>
                  <a:cubicBezTo>
                    <a:pt x="240307" y="220564"/>
                    <a:pt x="225722" y="237133"/>
                    <a:pt x="210442" y="253008"/>
                  </a:cubicBezTo>
                  <a:lnTo>
                    <a:pt x="192583" y="238721"/>
                  </a:lnTo>
                  <a:cubicBezTo>
                    <a:pt x="208657" y="222052"/>
                    <a:pt x="222249" y="205780"/>
                    <a:pt x="233362" y="189905"/>
                  </a:cubicBezTo>
                  <a:close/>
                  <a:moveTo>
                    <a:pt x="490834" y="139304"/>
                  </a:moveTo>
                  <a:lnTo>
                    <a:pt x="490834" y="161330"/>
                  </a:lnTo>
                  <a:lnTo>
                    <a:pt x="552747" y="161330"/>
                  </a:lnTo>
                  <a:lnTo>
                    <a:pt x="552747" y="139304"/>
                  </a:lnTo>
                  <a:close/>
                  <a:moveTo>
                    <a:pt x="411063" y="139304"/>
                  </a:moveTo>
                  <a:lnTo>
                    <a:pt x="411063" y="161330"/>
                  </a:lnTo>
                  <a:lnTo>
                    <a:pt x="471487" y="161330"/>
                  </a:lnTo>
                  <a:lnTo>
                    <a:pt x="471487" y="139304"/>
                  </a:lnTo>
                  <a:close/>
                  <a:moveTo>
                    <a:pt x="581024" y="82451"/>
                  </a:moveTo>
                  <a:lnTo>
                    <a:pt x="585787" y="99715"/>
                  </a:lnTo>
                  <a:cubicBezTo>
                    <a:pt x="559990" y="101104"/>
                    <a:pt x="528339" y="102493"/>
                    <a:pt x="490834" y="103882"/>
                  </a:cubicBezTo>
                  <a:lnTo>
                    <a:pt x="490834" y="123230"/>
                  </a:lnTo>
                  <a:lnTo>
                    <a:pt x="572392" y="123230"/>
                  </a:lnTo>
                  <a:lnTo>
                    <a:pt x="572392" y="183357"/>
                  </a:lnTo>
                  <a:lnTo>
                    <a:pt x="552747" y="183357"/>
                  </a:lnTo>
                  <a:lnTo>
                    <a:pt x="552747" y="177404"/>
                  </a:lnTo>
                  <a:lnTo>
                    <a:pt x="490834" y="177404"/>
                  </a:lnTo>
                  <a:lnTo>
                    <a:pt x="490834" y="196454"/>
                  </a:lnTo>
                  <a:lnTo>
                    <a:pt x="591145" y="196454"/>
                  </a:lnTo>
                  <a:lnTo>
                    <a:pt x="591145" y="261045"/>
                  </a:lnTo>
                  <a:cubicBezTo>
                    <a:pt x="591145" y="281286"/>
                    <a:pt x="581123" y="291406"/>
                    <a:pt x="561081" y="291406"/>
                  </a:cubicBezTo>
                  <a:cubicBezTo>
                    <a:pt x="551159" y="291406"/>
                    <a:pt x="538757" y="291208"/>
                    <a:pt x="523874" y="290811"/>
                  </a:cubicBezTo>
                  <a:cubicBezTo>
                    <a:pt x="522882" y="285254"/>
                    <a:pt x="521394" y="278408"/>
                    <a:pt x="519409" y="270272"/>
                  </a:cubicBezTo>
                  <a:cubicBezTo>
                    <a:pt x="533300" y="271463"/>
                    <a:pt x="545107" y="272058"/>
                    <a:pt x="554831" y="272058"/>
                  </a:cubicBezTo>
                  <a:cubicBezTo>
                    <a:pt x="565546" y="272058"/>
                    <a:pt x="570904" y="266998"/>
                    <a:pt x="570904" y="256878"/>
                  </a:cubicBezTo>
                  <a:lnTo>
                    <a:pt x="570904" y="212527"/>
                  </a:lnTo>
                  <a:lnTo>
                    <a:pt x="490834" y="212527"/>
                  </a:lnTo>
                  <a:lnTo>
                    <a:pt x="490834" y="239018"/>
                  </a:lnTo>
                  <a:cubicBezTo>
                    <a:pt x="502344" y="238423"/>
                    <a:pt x="513754" y="237729"/>
                    <a:pt x="525065" y="236935"/>
                  </a:cubicBezTo>
                  <a:cubicBezTo>
                    <a:pt x="522882" y="232371"/>
                    <a:pt x="520600" y="227807"/>
                    <a:pt x="518219" y="223243"/>
                  </a:cubicBezTo>
                  <a:lnTo>
                    <a:pt x="534292" y="215801"/>
                  </a:lnTo>
                  <a:cubicBezTo>
                    <a:pt x="541436" y="228700"/>
                    <a:pt x="548580" y="242590"/>
                    <a:pt x="555723" y="257473"/>
                  </a:cubicBezTo>
                  <a:lnTo>
                    <a:pt x="538162" y="265510"/>
                  </a:lnTo>
                  <a:cubicBezTo>
                    <a:pt x="536376" y="261343"/>
                    <a:pt x="534590" y="257275"/>
                    <a:pt x="532804" y="253306"/>
                  </a:cubicBezTo>
                  <a:cubicBezTo>
                    <a:pt x="499466" y="254695"/>
                    <a:pt x="462160" y="257374"/>
                    <a:pt x="420885" y="261343"/>
                  </a:cubicBezTo>
                  <a:lnTo>
                    <a:pt x="417314" y="242293"/>
                  </a:lnTo>
                  <a:cubicBezTo>
                    <a:pt x="435570" y="241697"/>
                    <a:pt x="453628" y="240904"/>
                    <a:pt x="471487" y="239911"/>
                  </a:cubicBezTo>
                  <a:lnTo>
                    <a:pt x="471487" y="212527"/>
                  </a:lnTo>
                  <a:lnTo>
                    <a:pt x="397668" y="212527"/>
                  </a:lnTo>
                  <a:lnTo>
                    <a:pt x="397668" y="292894"/>
                  </a:lnTo>
                  <a:lnTo>
                    <a:pt x="377428" y="292894"/>
                  </a:lnTo>
                  <a:lnTo>
                    <a:pt x="377428" y="196454"/>
                  </a:lnTo>
                  <a:lnTo>
                    <a:pt x="471487" y="196454"/>
                  </a:lnTo>
                  <a:lnTo>
                    <a:pt x="471487" y="177404"/>
                  </a:lnTo>
                  <a:lnTo>
                    <a:pt x="411063" y="177404"/>
                  </a:lnTo>
                  <a:lnTo>
                    <a:pt x="411063" y="183357"/>
                  </a:lnTo>
                  <a:lnTo>
                    <a:pt x="391417" y="183357"/>
                  </a:lnTo>
                  <a:lnTo>
                    <a:pt x="391417" y="123230"/>
                  </a:lnTo>
                  <a:lnTo>
                    <a:pt x="471487" y="123230"/>
                  </a:lnTo>
                  <a:lnTo>
                    <a:pt x="471487" y="104478"/>
                  </a:lnTo>
                  <a:cubicBezTo>
                    <a:pt x="442912" y="105470"/>
                    <a:pt x="411360" y="106462"/>
                    <a:pt x="376832" y="107454"/>
                  </a:cubicBezTo>
                  <a:cubicBezTo>
                    <a:pt x="375840" y="102097"/>
                    <a:pt x="374451" y="96143"/>
                    <a:pt x="372665" y="89595"/>
                  </a:cubicBezTo>
                  <a:cubicBezTo>
                    <a:pt x="467121" y="87412"/>
                    <a:pt x="536574" y="85031"/>
                    <a:pt x="581024" y="82451"/>
                  </a:cubicBezTo>
                  <a:close/>
                  <a:moveTo>
                    <a:pt x="361949" y="30361"/>
                  </a:moveTo>
                  <a:lnTo>
                    <a:pt x="361949" y="53281"/>
                  </a:lnTo>
                  <a:lnTo>
                    <a:pt x="566141" y="53281"/>
                  </a:lnTo>
                  <a:lnTo>
                    <a:pt x="566141" y="30361"/>
                  </a:lnTo>
                  <a:close/>
                  <a:moveTo>
                    <a:pt x="150316" y="25301"/>
                  </a:moveTo>
                  <a:cubicBezTo>
                    <a:pt x="129877" y="51098"/>
                    <a:pt x="100409" y="76399"/>
                    <a:pt x="61912" y="101204"/>
                  </a:cubicBezTo>
                  <a:lnTo>
                    <a:pt x="236636" y="101204"/>
                  </a:lnTo>
                  <a:cubicBezTo>
                    <a:pt x="205680" y="81558"/>
                    <a:pt x="176907" y="56257"/>
                    <a:pt x="150316" y="25301"/>
                  </a:cubicBezTo>
                  <a:close/>
                  <a:moveTo>
                    <a:pt x="341411" y="13097"/>
                  </a:moveTo>
                  <a:lnTo>
                    <a:pt x="586382" y="13097"/>
                  </a:lnTo>
                  <a:lnTo>
                    <a:pt x="586382" y="76498"/>
                  </a:lnTo>
                  <a:lnTo>
                    <a:pt x="566141" y="76498"/>
                  </a:lnTo>
                  <a:lnTo>
                    <a:pt x="566141" y="70545"/>
                  </a:lnTo>
                  <a:lnTo>
                    <a:pt x="361949" y="70545"/>
                  </a:lnTo>
                  <a:lnTo>
                    <a:pt x="361949" y="141387"/>
                  </a:lnTo>
                  <a:cubicBezTo>
                    <a:pt x="361949" y="208856"/>
                    <a:pt x="348059" y="259755"/>
                    <a:pt x="320278" y="294085"/>
                  </a:cubicBezTo>
                  <a:cubicBezTo>
                    <a:pt x="315714" y="287140"/>
                    <a:pt x="310753" y="280492"/>
                    <a:pt x="305395" y="274142"/>
                  </a:cubicBezTo>
                  <a:cubicBezTo>
                    <a:pt x="329604" y="246361"/>
                    <a:pt x="341610" y="200720"/>
                    <a:pt x="341411" y="137220"/>
                  </a:cubicBezTo>
                  <a:close/>
                  <a:moveTo>
                    <a:pt x="140196" y="0"/>
                  </a:moveTo>
                  <a:lnTo>
                    <a:pt x="172640" y="0"/>
                  </a:lnTo>
                  <a:lnTo>
                    <a:pt x="165794" y="8335"/>
                  </a:lnTo>
                  <a:cubicBezTo>
                    <a:pt x="197346" y="48618"/>
                    <a:pt x="241994" y="79971"/>
                    <a:pt x="299739" y="102394"/>
                  </a:cubicBezTo>
                  <a:cubicBezTo>
                    <a:pt x="294382" y="109935"/>
                    <a:pt x="289123" y="117872"/>
                    <a:pt x="283964" y="126207"/>
                  </a:cubicBezTo>
                  <a:cubicBezTo>
                    <a:pt x="268485" y="119658"/>
                    <a:pt x="253503" y="111820"/>
                    <a:pt x="239017" y="102692"/>
                  </a:cubicBezTo>
                  <a:lnTo>
                    <a:pt x="239017" y="122932"/>
                  </a:lnTo>
                  <a:lnTo>
                    <a:pt x="161925" y="122932"/>
                  </a:lnTo>
                  <a:lnTo>
                    <a:pt x="161925" y="164604"/>
                  </a:lnTo>
                  <a:lnTo>
                    <a:pt x="267890" y="164604"/>
                  </a:lnTo>
                  <a:lnTo>
                    <a:pt x="267890" y="186333"/>
                  </a:lnTo>
                  <a:lnTo>
                    <a:pt x="161925" y="186333"/>
                  </a:lnTo>
                  <a:lnTo>
                    <a:pt x="161925" y="258961"/>
                  </a:lnTo>
                  <a:lnTo>
                    <a:pt x="288726" y="258961"/>
                  </a:lnTo>
                  <a:lnTo>
                    <a:pt x="288726" y="280988"/>
                  </a:lnTo>
                  <a:lnTo>
                    <a:pt x="11906" y="280988"/>
                  </a:lnTo>
                  <a:lnTo>
                    <a:pt x="11906" y="258961"/>
                  </a:lnTo>
                  <a:lnTo>
                    <a:pt x="138112" y="258961"/>
                  </a:lnTo>
                  <a:lnTo>
                    <a:pt x="138112" y="186333"/>
                  </a:lnTo>
                  <a:lnTo>
                    <a:pt x="31551" y="186333"/>
                  </a:lnTo>
                  <a:lnTo>
                    <a:pt x="31551" y="164604"/>
                  </a:lnTo>
                  <a:lnTo>
                    <a:pt x="138112" y="164604"/>
                  </a:lnTo>
                  <a:lnTo>
                    <a:pt x="138112" y="122932"/>
                  </a:lnTo>
                  <a:lnTo>
                    <a:pt x="60721" y="122932"/>
                  </a:lnTo>
                  <a:lnTo>
                    <a:pt x="60721" y="102097"/>
                  </a:lnTo>
                  <a:cubicBezTo>
                    <a:pt x="46632" y="111026"/>
                    <a:pt x="31353" y="119956"/>
                    <a:pt x="14882" y="128886"/>
                  </a:cubicBezTo>
                  <a:cubicBezTo>
                    <a:pt x="10715" y="121345"/>
                    <a:pt x="5754" y="113904"/>
                    <a:pt x="0" y="106561"/>
                  </a:cubicBezTo>
                  <a:cubicBezTo>
                    <a:pt x="66079" y="75605"/>
                    <a:pt x="112811" y="40085"/>
                    <a:pt x="140196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8" name="组合 147">
              <a:extLst>
                <a:ext uri="{FF2B5EF4-FFF2-40B4-BE49-F238E27FC236}">
                  <a16:creationId xmlns:a16="http://schemas.microsoft.com/office/drawing/2014/main" id="{3C179ABE-7E5F-413B-9D57-8B2AC7A2A069}"/>
                </a:ext>
              </a:extLst>
            </p:cNvPr>
            <p:cNvGrpSpPr/>
            <p:nvPr/>
          </p:nvGrpSpPr>
          <p:grpSpPr>
            <a:xfrm>
              <a:off x="8947509" y="2708572"/>
              <a:ext cx="2235980" cy="1298578"/>
              <a:chOff x="1214405" y="4590491"/>
              <a:chExt cx="2970865" cy="1725373"/>
            </a:xfrm>
          </p:grpSpPr>
          <p:grpSp>
            <p:nvGrpSpPr>
              <p:cNvPr id="149" name="组合 148">
                <a:extLst>
                  <a:ext uri="{FF2B5EF4-FFF2-40B4-BE49-F238E27FC236}">
                    <a16:creationId xmlns:a16="http://schemas.microsoft.com/office/drawing/2014/main" id="{C6A462CD-B162-4FDE-8164-F198B7B9D8EC}"/>
                  </a:ext>
                </a:extLst>
              </p:cNvPr>
              <p:cNvGrpSpPr/>
              <p:nvPr/>
            </p:nvGrpSpPr>
            <p:grpSpPr>
              <a:xfrm>
                <a:off x="1214405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74" name="椭圆 173">
                  <a:extLst>
                    <a:ext uri="{FF2B5EF4-FFF2-40B4-BE49-F238E27FC236}">
                      <a16:creationId xmlns:a16="http://schemas.microsoft.com/office/drawing/2014/main" id="{9C9DEBA5-42E7-4952-BDBC-3C01B03DA057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5" name="椭圆 174">
                  <a:extLst>
                    <a:ext uri="{FF2B5EF4-FFF2-40B4-BE49-F238E27FC236}">
                      <a16:creationId xmlns:a16="http://schemas.microsoft.com/office/drawing/2014/main" id="{1DB1109E-9B90-4AE8-81B5-CDFD9CA9CE25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6" name="椭圆 175">
                  <a:extLst>
                    <a:ext uri="{FF2B5EF4-FFF2-40B4-BE49-F238E27FC236}">
                      <a16:creationId xmlns:a16="http://schemas.microsoft.com/office/drawing/2014/main" id="{3F55C115-E744-464A-A1B1-4C2B81F06033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7" name="椭圆 176">
                  <a:extLst>
                    <a:ext uri="{FF2B5EF4-FFF2-40B4-BE49-F238E27FC236}">
                      <a16:creationId xmlns:a16="http://schemas.microsoft.com/office/drawing/2014/main" id="{9FBD35A1-6881-4A55-8B85-314557558B2D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8" name="椭圆 177">
                  <a:extLst>
                    <a:ext uri="{FF2B5EF4-FFF2-40B4-BE49-F238E27FC236}">
                      <a16:creationId xmlns:a16="http://schemas.microsoft.com/office/drawing/2014/main" id="{43AD4648-A2E0-437F-9B41-2FD52E9ADAE3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50" name="组合 149">
                <a:extLst>
                  <a:ext uri="{FF2B5EF4-FFF2-40B4-BE49-F238E27FC236}">
                    <a16:creationId xmlns:a16="http://schemas.microsoft.com/office/drawing/2014/main" id="{D6DB5767-360A-426A-853D-1E7C3D417036}"/>
                  </a:ext>
                </a:extLst>
              </p:cNvPr>
              <p:cNvGrpSpPr/>
              <p:nvPr/>
            </p:nvGrpSpPr>
            <p:grpSpPr>
              <a:xfrm>
                <a:off x="4100769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69" name="椭圆 168">
                  <a:extLst>
                    <a:ext uri="{FF2B5EF4-FFF2-40B4-BE49-F238E27FC236}">
                      <a16:creationId xmlns:a16="http://schemas.microsoft.com/office/drawing/2014/main" id="{2F8DF6A8-B91A-4AA9-9F62-CC598873BF39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0" name="椭圆 169">
                  <a:extLst>
                    <a:ext uri="{FF2B5EF4-FFF2-40B4-BE49-F238E27FC236}">
                      <a16:creationId xmlns:a16="http://schemas.microsoft.com/office/drawing/2014/main" id="{07716E29-9047-4129-A55D-0D94109A921D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1" name="椭圆 170">
                  <a:extLst>
                    <a:ext uri="{FF2B5EF4-FFF2-40B4-BE49-F238E27FC236}">
                      <a16:creationId xmlns:a16="http://schemas.microsoft.com/office/drawing/2014/main" id="{DFD37336-27D7-4478-BCBF-D734B6499F8B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2" name="椭圆 171">
                  <a:extLst>
                    <a:ext uri="{FF2B5EF4-FFF2-40B4-BE49-F238E27FC236}">
                      <a16:creationId xmlns:a16="http://schemas.microsoft.com/office/drawing/2014/main" id="{42F2751D-497C-47D1-893E-E43679BF6EF2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3" name="椭圆 172">
                  <a:extLst>
                    <a:ext uri="{FF2B5EF4-FFF2-40B4-BE49-F238E27FC236}">
                      <a16:creationId xmlns:a16="http://schemas.microsoft.com/office/drawing/2014/main" id="{7A8F1C5F-C459-4767-81E1-6CC06D57D498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51" name="组合 150">
                <a:extLst>
                  <a:ext uri="{FF2B5EF4-FFF2-40B4-BE49-F238E27FC236}">
                    <a16:creationId xmlns:a16="http://schemas.microsoft.com/office/drawing/2014/main" id="{BFB6CA5F-43D7-413B-88B1-93358C15649C}"/>
                  </a:ext>
                </a:extLst>
              </p:cNvPr>
              <p:cNvGrpSpPr/>
              <p:nvPr/>
            </p:nvGrpSpPr>
            <p:grpSpPr>
              <a:xfrm>
                <a:off x="1935996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64" name="椭圆 163">
                  <a:extLst>
                    <a:ext uri="{FF2B5EF4-FFF2-40B4-BE49-F238E27FC236}">
                      <a16:creationId xmlns:a16="http://schemas.microsoft.com/office/drawing/2014/main" id="{9B731888-5995-4BC7-87CD-EBE49391219B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5" name="椭圆 164">
                  <a:extLst>
                    <a:ext uri="{FF2B5EF4-FFF2-40B4-BE49-F238E27FC236}">
                      <a16:creationId xmlns:a16="http://schemas.microsoft.com/office/drawing/2014/main" id="{5741889B-3A30-43E3-839B-F35FE7DE1BD5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6" name="椭圆 165">
                  <a:extLst>
                    <a:ext uri="{FF2B5EF4-FFF2-40B4-BE49-F238E27FC236}">
                      <a16:creationId xmlns:a16="http://schemas.microsoft.com/office/drawing/2014/main" id="{1FB054D5-0D46-4D73-BB60-C5380BD900E8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7" name="椭圆 166">
                  <a:extLst>
                    <a:ext uri="{FF2B5EF4-FFF2-40B4-BE49-F238E27FC236}">
                      <a16:creationId xmlns:a16="http://schemas.microsoft.com/office/drawing/2014/main" id="{1292E87E-1F7E-4B22-9CF2-99D104169C8D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8" name="椭圆 167">
                  <a:extLst>
                    <a:ext uri="{FF2B5EF4-FFF2-40B4-BE49-F238E27FC236}">
                      <a16:creationId xmlns:a16="http://schemas.microsoft.com/office/drawing/2014/main" id="{0548FD8F-F951-4475-8081-E49B1FFA59A0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52" name="组合 151">
                <a:extLst>
                  <a:ext uri="{FF2B5EF4-FFF2-40B4-BE49-F238E27FC236}">
                    <a16:creationId xmlns:a16="http://schemas.microsoft.com/office/drawing/2014/main" id="{5EADF23F-5F3D-4E05-A87A-C727CF0665D9}"/>
                  </a:ext>
                </a:extLst>
              </p:cNvPr>
              <p:cNvGrpSpPr/>
              <p:nvPr/>
            </p:nvGrpSpPr>
            <p:grpSpPr>
              <a:xfrm>
                <a:off x="2657587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59" name="椭圆 158">
                  <a:extLst>
                    <a:ext uri="{FF2B5EF4-FFF2-40B4-BE49-F238E27FC236}">
                      <a16:creationId xmlns:a16="http://schemas.microsoft.com/office/drawing/2014/main" id="{CFA70B11-5081-45C9-ADE1-569F4CDE100D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0" name="椭圆 159">
                  <a:extLst>
                    <a:ext uri="{FF2B5EF4-FFF2-40B4-BE49-F238E27FC236}">
                      <a16:creationId xmlns:a16="http://schemas.microsoft.com/office/drawing/2014/main" id="{FEA5D2A5-1223-4DF4-8500-C8F35E553BEF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1" name="椭圆 160">
                  <a:extLst>
                    <a:ext uri="{FF2B5EF4-FFF2-40B4-BE49-F238E27FC236}">
                      <a16:creationId xmlns:a16="http://schemas.microsoft.com/office/drawing/2014/main" id="{9D13A30D-A3E8-4FDE-9433-D086F8D1CA32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2" name="椭圆 161">
                  <a:extLst>
                    <a:ext uri="{FF2B5EF4-FFF2-40B4-BE49-F238E27FC236}">
                      <a16:creationId xmlns:a16="http://schemas.microsoft.com/office/drawing/2014/main" id="{077439AA-A69E-4BFF-9CCD-B017A01C4BE0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3" name="椭圆 162">
                  <a:extLst>
                    <a:ext uri="{FF2B5EF4-FFF2-40B4-BE49-F238E27FC236}">
                      <a16:creationId xmlns:a16="http://schemas.microsoft.com/office/drawing/2014/main" id="{4B6BF27D-E02B-4A44-8AE1-F3AB97D2C5DA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53" name="组合 152">
                <a:extLst>
                  <a:ext uri="{FF2B5EF4-FFF2-40B4-BE49-F238E27FC236}">
                    <a16:creationId xmlns:a16="http://schemas.microsoft.com/office/drawing/2014/main" id="{61A71774-0A2C-408A-B67C-A212FF89D3BA}"/>
                  </a:ext>
                </a:extLst>
              </p:cNvPr>
              <p:cNvGrpSpPr/>
              <p:nvPr/>
            </p:nvGrpSpPr>
            <p:grpSpPr>
              <a:xfrm>
                <a:off x="3379178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54" name="椭圆 153">
                  <a:extLst>
                    <a:ext uri="{FF2B5EF4-FFF2-40B4-BE49-F238E27FC236}">
                      <a16:creationId xmlns:a16="http://schemas.microsoft.com/office/drawing/2014/main" id="{6BC7CEC1-4187-4119-AC04-052322FD2E15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5" name="椭圆 154">
                  <a:extLst>
                    <a:ext uri="{FF2B5EF4-FFF2-40B4-BE49-F238E27FC236}">
                      <a16:creationId xmlns:a16="http://schemas.microsoft.com/office/drawing/2014/main" id="{E3577FD6-CDB9-4C9F-945B-B8EB462F1E1B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6" name="椭圆 155">
                  <a:extLst>
                    <a:ext uri="{FF2B5EF4-FFF2-40B4-BE49-F238E27FC236}">
                      <a16:creationId xmlns:a16="http://schemas.microsoft.com/office/drawing/2014/main" id="{8A54ABED-2BA5-4EC1-A89C-3370D98890A2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7" name="椭圆 156">
                  <a:extLst>
                    <a:ext uri="{FF2B5EF4-FFF2-40B4-BE49-F238E27FC236}">
                      <a16:creationId xmlns:a16="http://schemas.microsoft.com/office/drawing/2014/main" id="{7B7FA557-8C24-49E7-8524-F393E82937E9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8" name="椭圆 157">
                  <a:extLst>
                    <a:ext uri="{FF2B5EF4-FFF2-40B4-BE49-F238E27FC236}">
                      <a16:creationId xmlns:a16="http://schemas.microsoft.com/office/drawing/2014/main" id="{8C305AD7-4CCC-43F7-8484-ACBC97F05A72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179" name="组合 178">
              <a:extLst>
                <a:ext uri="{FF2B5EF4-FFF2-40B4-BE49-F238E27FC236}">
                  <a16:creationId xmlns:a16="http://schemas.microsoft.com/office/drawing/2014/main" id="{5F03E044-2FF1-4F0B-91E7-D29B3154A3D7}"/>
                </a:ext>
              </a:extLst>
            </p:cNvPr>
            <p:cNvGrpSpPr/>
            <p:nvPr/>
          </p:nvGrpSpPr>
          <p:grpSpPr>
            <a:xfrm>
              <a:off x="9228096" y="2708572"/>
              <a:ext cx="2235980" cy="1298578"/>
              <a:chOff x="1214405" y="4590491"/>
              <a:chExt cx="2970865" cy="1725373"/>
            </a:xfrm>
          </p:grpSpPr>
          <p:grpSp>
            <p:nvGrpSpPr>
              <p:cNvPr id="180" name="组合 179">
                <a:extLst>
                  <a:ext uri="{FF2B5EF4-FFF2-40B4-BE49-F238E27FC236}">
                    <a16:creationId xmlns:a16="http://schemas.microsoft.com/office/drawing/2014/main" id="{445E3FE1-556F-4C92-AD67-171F0CA5781E}"/>
                  </a:ext>
                </a:extLst>
              </p:cNvPr>
              <p:cNvGrpSpPr/>
              <p:nvPr/>
            </p:nvGrpSpPr>
            <p:grpSpPr>
              <a:xfrm>
                <a:off x="1214405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261" name="椭圆 260">
                  <a:extLst>
                    <a:ext uri="{FF2B5EF4-FFF2-40B4-BE49-F238E27FC236}">
                      <a16:creationId xmlns:a16="http://schemas.microsoft.com/office/drawing/2014/main" id="{8701F5AA-F86D-434E-831F-71E32093BFD7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2" name="椭圆 261">
                  <a:extLst>
                    <a:ext uri="{FF2B5EF4-FFF2-40B4-BE49-F238E27FC236}">
                      <a16:creationId xmlns:a16="http://schemas.microsoft.com/office/drawing/2014/main" id="{24659B7E-FCE7-42C4-852F-31AFC3E5F04F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3" name="椭圆 262">
                  <a:extLst>
                    <a:ext uri="{FF2B5EF4-FFF2-40B4-BE49-F238E27FC236}">
                      <a16:creationId xmlns:a16="http://schemas.microsoft.com/office/drawing/2014/main" id="{D77495B2-A1B3-41EF-AF47-D74E8A595089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4" name="椭圆 263">
                  <a:extLst>
                    <a:ext uri="{FF2B5EF4-FFF2-40B4-BE49-F238E27FC236}">
                      <a16:creationId xmlns:a16="http://schemas.microsoft.com/office/drawing/2014/main" id="{F1206189-193C-4266-864C-5DDA02970950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5" name="椭圆 264">
                  <a:extLst>
                    <a:ext uri="{FF2B5EF4-FFF2-40B4-BE49-F238E27FC236}">
                      <a16:creationId xmlns:a16="http://schemas.microsoft.com/office/drawing/2014/main" id="{B79F268F-A060-4FC1-86F6-B02CF851AEAE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81" name="组合 180">
                <a:extLst>
                  <a:ext uri="{FF2B5EF4-FFF2-40B4-BE49-F238E27FC236}">
                    <a16:creationId xmlns:a16="http://schemas.microsoft.com/office/drawing/2014/main" id="{67B2AE3A-B032-4F83-AF8D-BBD8A4AF82B7}"/>
                  </a:ext>
                </a:extLst>
              </p:cNvPr>
              <p:cNvGrpSpPr/>
              <p:nvPr/>
            </p:nvGrpSpPr>
            <p:grpSpPr>
              <a:xfrm>
                <a:off x="4100769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240" name="椭圆 239">
                  <a:extLst>
                    <a:ext uri="{FF2B5EF4-FFF2-40B4-BE49-F238E27FC236}">
                      <a16:creationId xmlns:a16="http://schemas.microsoft.com/office/drawing/2014/main" id="{DB534E59-CD5D-4019-98CA-EA6193B59248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6" name="椭圆 245">
                  <a:extLst>
                    <a:ext uri="{FF2B5EF4-FFF2-40B4-BE49-F238E27FC236}">
                      <a16:creationId xmlns:a16="http://schemas.microsoft.com/office/drawing/2014/main" id="{70617998-E3E2-4A2B-BB7B-8552E0856072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4" name="椭圆 253">
                  <a:extLst>
                    <a:ext uri="{FF2B5EF4-FFF2-40B4-BE49-F238E27FC236}">
                      <a16:creationId xmlns:a16="http://schemas.microsoft.com/office/drawing/2014/main" id="{F1E8EB1D-1865-448B-A9B1-E0D4962FCFB2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7" name="椭圆 256">
                  <a:extLst>
                    <a:ext uri="{FF2B5EF4-FFF2-40B4-BE49-F238E27FC236}">
                      <a16:creationId xmlns:a16="http://schemas.microsoft.com/office/drawing/2014/main" id="{215C9190-1C60-4D4F-A7A4-D7EA30C34C0C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9" name="椭圆 258">
                  <a:extLst>
                    <a:ext uri="{FF2B5EF4-FFF2-40B4-BE49-F238E27FC236}">
                      <a16:creationId xmlns:a16="http://schemas.microsoft.com/office/drawing/2014/main" id="{074D72D4-7B69-4DF0-8FC8-20D4DDA52AD6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82" name="组合 181">
                <a:extLst>
                  <a:ext uri="{FF2B5EF4-FFF2-40B4-BE49-F238E27FC236}">
                    <a16:creationId xmlns:a16="http://schemas.microsoft.com/office/drawing/2014/main" id="{C4980677-EC73-4CC0-9C66-5ED70409F1AA}"/>
                  </a:ext>
                </a:extLst>
              </p:cNvPr>
              <p:cNvGrpSpPr/>
              <p:nvPr/>
            </p:nvGrpSpPr>
            <p:grpSpPr>
              <a:xfrm>
                <a:off x="1935996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95" name="椭圆 194">
                  <a:extLst>
                    <a:ext uri="{FF2B5EF4-FFF2-40B4-BE49-F238E27FC236}">
                      <a16:creationId xmlns:a16="http://schemas.microsoft.com/office/drawing/2014/main" id="{457DE2D2-F227-4E59-824A-82BD989464DC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6" name="椭圆 195">
                  <a:extLst>
                    <a:ext uri="{FF2B5EF4-FFF2-40B4-BE49-F238E27FC236}">
                      <a16:creationId xmlns:a16="http://schemas.microsoft.com/office/drawing/2014/main" id="{C3F77374-CB16-48CA-B2DB-2C5B825BECDB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2" name="椭圆 221">
                  <a:extLst>
                    <a:ext uri="{FF2B5EF4-FFF2-40B4-BE49-F238E27FC236}">
                      <a16:creationId xmlns:a16="http://schemas.microsoft.com/office/drawing/2014/main" id="{2FC384FD-9472-4AE9-B0A2-655C3AF63FB5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8" name="椭圆 227">
                  <a:extLst>
                    <a:ext uri="{FF2B5EF4-FFF2-40B4-BE49-F238E27FC236}">
                      <a16:creationId xmlns:a16="http://schemas.microsoft.com/office/drawing/2014/main" id="{5CA764DA-07C8-42D0-AE8D-3732BA266460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4" name="椭圆 233">
                  <a:extLst>
                    <a:ext uri="{FF2B5EF4-FFF2-40B4-BE49-F238E27FC236}">
                      <a16:creationId xmlns:a16="http://schemas.microsoft.com/office/drawing/2014/main" id="{7E935B8A-F8E5-4510-B778-C38941176F2E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83" name="组合 182">
                <a:extLst>
                  <a:ext uri="{FF2B5EF4-FFF2-40B4-BE49-F238E27FC236}">
                    <a16:creationId xmlns:a16="http://schemas.microsoft.com/office/drawing/2014/main" id="{4BD7B5DF-2BD9-4789-9D0C-027842DF7404}"/>
                  </a:ext>
                </a:extLst>
              </p:cNvPr>
              <p:cNvGrpSpPr/>
              <p:nvPr/>
            </p:nvGrpSpPr>
            <p:grpSpPr>
              <a:xfrm>
                <a:off x="2657587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90" name="椭圆 189">
                  <a:extLst>
                    <a:ext uri="{FF2B5EF4-FFF2-40B4-BE49-F238E27FC236}">
                      <a16:creationId xmlns:a16="http://schemas.microsoft.com/office/drawing/2014/main" id="{BE6597D9-D86A-4044-BF88-771D23F8CA46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1" name="椭圆 190">
                  <a:extLst>
                    <a:ext uri="{FF2B5EF4-FFF2-40B4-BE49-F238E27FC236}">
                      <a16:creationId xmlns:a16="http://schemas.microsoft.com/office/drawing/2014/main" id="{6B3784CA-5F1B-4470-93C3-657EAA2CEEB5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2" name="椭圆 191">
                  <a:extLst>
                    <a:ext uri="{FF2B5EF4-FFF2-40B4-BE49-F238E27FC236}">
                      <a16:creationId xmlns:a16="http://schemas.microsoft.com/office/drawing/2014/main" id="{BF129581-6DC8-40B3-AB45-2BE6D55947CF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3" name="椭圆 192">
                  <a:extLst>
                    <a:ext uri="{FF2B5EF4-FFF2-40B4-BE49-F238E27FC236}">
                      <a16:creationId xmlns:a16="http://schemas.microsoft.com/office/drawing/2014/main" id="{5D9232B2-EF77-4A3B-B028-C7316B4D1A5A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4" name="椭圆 193">
                  <a:extLst>
                    <a:ext uri="{FF2B5EF4-FFF2-40B4-BE49-F238E27FC236}">
                      <a16:creationId xmlns:a16="http://schemas.microsoft.com/office/drawing/2014/main" id="{C4878AE5-459E-4D42-991F-A64657582C64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84" name="组合 183">
                <a:extLst>
                  <a:ext uri="{FF2B5EF4-FFF2-40B4-BE49-F238E27FC236}">
                    <a16:creationId xmlns:a16="http://schemas.microsoft.com/office/drawing/2014/main" id="{80719208-B36C-42EA-A32A-8270816BB48B}"/>
                  </a:ext>
                </a:extLst>
              </p:cNvPr>
              <p:cNvGrpSpPr/>
              <p:nvPr/>
            </p:nvGrpSpPr>
            <p:grpSpPr>
              <a:xfrm>
                <a:off x="3379178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85" name="椭圆 184">
                  <a:extLst>
                    <a:ext uri="{FF2B5EF4-FFF2-40B4-BE49-F238E27FC236}">
                      <a16:creationId xmlns:a16="http://schemas.microsoft.com/office/drawing/2014/main" id="{7F7799D1-6012-49BA-A1DD-D3B8968E202B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6" name="椭圆 185">
                  <a:extLst>
                    <a:ext uri="{FF2B5EF4-FFF2-40B4-BE49-F238E27FC236}">
                      <a16:creationId xmlns:a16="http://schemas.microsoft.com/office/drawing/2014/main" id="{66BF2E0F-9EBB-491C-AFDC-B5D06B57A79F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7" name="椭圆 186">
                  <a:extLst>
                    <a:ext uri="{FF2B5EF4-FFF2-40B4-BE49-F238E27FC236}">
                      <a16:creationId xmlns:a16="http://schemas.microsoft.com/office/drawing/2014/main" id="{5A6E4C8B-E524-4848-8CCC-A5CCB74040C1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8" name="椭圆 187">
                  <a:extLst>
                    <a:ext uri="{FF2B5EF4-FFF2-40B4-BE49-F238E27FC236}">
                      <a16:creationId xmlns:a16="http://schemas.microsoft.com/office/drawing/2014/main" id="{76AFA3FD-DA9C-464C-A768-727A47DA5909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9" name="椭圆 188">
                  <a:extLst>
                    <a:ext uri="{FF2B5EF4-FFF2-40B4-BE49-F238E27FC236}">
                      <a16:creationId xmlns:a16="http://schemas.microsoft.com/office/drawing/2014/main" id="{C7D17D27-B465-4074-98D2-D7341068AAE0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3929690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132C8329-455B-4A2F-A632-FEDA64B88DB7}"/>
              </a:ext>
            </a:extLst>
          </p:cNvPr>
          <p:cNvGrpSpPr/>
          <p:nvPr/>
        </p:nvGrpSpPr>
        <p:grpSpPr>
          <a:xfrm>
            <a:off x="441863" y="1983349"/>
            <a:ext cx="11120960" cy="2725620"/>
            <a:chOff x="441863" y="1983349"/>
            <a:chExt cx="11120960" cy="2725620"/>
          </a:xfrm>
        </p:grpSpPr>
        <p:grpSp>
          <p:nvGrpSpPr>
            <p:cNvPr id="2" name="组合 1">
              <a:extLst>
                <a:ext uri="{FF2B5EF4-FFF2-40B4-BE49-F238E27FC236}">
                  <a16:creationId xmlns:a16="http://schemas.microsoft.com/office/drawing/2014/main" id="{A9571DE8-F435-44FE-A113-4F9CDB8F729B}"/>
                </a:ext>
              </a:extLst>
            </p:cNvPr>
            <p:cNvGrpSpPr/>
            <p:nvPr/>
          </p:nvGrpSpPr>
          <p:grpSpPr>
            <a:xfrm>
              <a:off x="441863" y="2062489"/>
              <a:ext cx="5262252" cy="2422426"/>
              <a:chOff x="2514577" y="1975403"/>
              <a:chExt cx="7162847" cy="3297346"/>
            </a:xfrm>
          </p:grpSpPr>
          <p:grpSp>
            <p:nvGrpSpPr>
              <p:cNvPr id="255" name="组合 254">
                <a:extLst>
                  <a:ext uri="{FF2B5EF4-FFF2-40B4-BE49-F238E27FC236}">
                    <a16:creationId xmlns:a16="http://schemas.microsoft.com/office/drawing/2014/main" id="{087D5E20-AA6F-4335-964F-66FC1E895D1E}"/>
                  </a:ext>
                </a:extLst>
              </p:cNvPr>
              <p:cNvGrpSpPr/>
              <p:nvPr/>
            </p:nvGrpSpPr>
            <p:grpSpPr>
              <a:xfrm>
                <a:off x="2514577" y="2212345"/>
                <a:ext cx="3477829" cy="2442098"/>
                <a:chOff x="2514577" y="2207951"/>
                <a:chExt cx="3477829" cy="2442098"/>
              </a:xfrm>
            </p:grpSpPr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08404666-DD2C-46B2-BD3F-3E2CE2FCECDB}"/>
                    </a:ext>
                  </a:extLst>
                </p:cNvPr>
                <p:cNvSpPr/>
                <p:nvPr/>
              </p:nvSpPr>
              <p:spPr>
                <a:xfrm>
                  <a:off x="2514577" y="2771942"/>
                  <a:ext cx="3477829" cy="1878107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 w="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686FABA2-D74C-4B6B-85F1-E87ED476FA6D}"/>
                    </a:ext>
                  </a:extLst>
                </p:cNvPr>
                <p:cNvSpPr txBox="1"/>
                <p:nvPr/>
              </p:nvSpPr>
              <p:spPr>
                <a:xfrm>
                  <a:off x="3799406" y="2207951"/>
                  <a:ext cx="727279" cy="388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1026" h="150028">
                      <a:moveTo>
                        <a:pt x="251527" y="24070"/>
                      </a:moveTo>
                      <a:cubicBezTo>
                        <a:pt x="255146" y="27810"/>
                        <a:pt x="258705" y="30283"/>
                        <a:pt x="262204" y="31490"/>
                      </a:cubicBezTo>
                      <a:cubicBezTo>
                        <a:pt x="263652" y="32093"/>
                        <a:pt x="264376" y="32696"/>
                        <a:pt x="264376" y="33299"/>
                      </a:cubicBezTo>
                      <a:cubicBezTo>
                        <a:pt x="264376" y="33903"/>
                        <a:pt x="263199" y="34747"/>
                        <a:pt x="260847" y="35833"/>
                      </a:cubicBezTo>
                      <a:cubicBezTo>
                        <a:pt x="258494" y="36919"/>
                        <a:pt x="254905" y="40719"/>
                        <a:pt x="250079" y="47235"/>
                      </a:cubicBezTo>
                      <a:cubicBezTo>
                        <a:pt x="241392" y="58938"/>
                        <a:pt x="232947" y="69313"/>
                        <a:pt x="224742" y="78362"/>
                      </a:cubicBezTo>
                      <a:lnTo>
                        <a:pt x="264376" y="120348"/>
                      </a:lnTo>
                      <a:lnTo>
                        <a:pt x="255146" y="128130"/>
                      </a:lnTo>
                      <a:cubicBezTo>
                        <a:pt x="241995" y="112566"/>
                        <a:pt x="229568" y="98511"/>
                        <a:pt x="217865" y="85963"/>
                      </a:cubicBezTo>
                      <a:cubicBezTo>
                        <a:pt x="203508" y="101165"/>
                        <a:pt x="187703" y="115160"/>
                        <a:pt x="170450" y="127949"/>
                      </a:cubicBezTo>
                      <a:cubicBezTo>
                        <a:pt x="169605" y="123847"/>
                        <a:pt x="166589" y="120590"/>
                        <a:pt x="161401" y="118177"/>
                      </a:cubicBezTo>
                      <a:cubicBezTo>
                        <a:pt x="177689" y="109007"/>
                        <a:pt x="194218" y="95856"/>
                        <a:pt x="210988" y="78724"/>
                      </a:cubicBezTo>
                      <a:cubicBezTo>
                        <a:pt x="196390" y="63281"/>
                        <a:pt x="182394" y="49406"/>
                        <a:pt x="169002" y="37100"/>
                      </a:cubicBezTo>
                      <a:lnTo>
                        <a:pt x="176422" y="30766"/>
                      </a:lnTo>
                      <a:cubicBezTo>
                        <a:pt x="193675" y="47174"/>
                        <a:pt x="207550" y="60687"/>
                        <a:pt x="218046" y="71304"/>
                      </a:cubicBezTo>
                      <a:cubicBezTo>
                        <a:pt x="233127" y="54413"/>
                        <a:pt x="244288" y="38668"/>
                        <a:pt x="251527" y="24070"/>
                      </a:cubicBezTo>
                      <a:close/>
                      <a:moveTo>
                        <a:pt x="141132" y="6877"/>
                      </a:moveTo>
                      <a:cubicBezTo>
                        <a:pt x="147647" y="8084"/>
                        <a:pt x="170269" y="8687"/>
                        <a:pt x="208997" y="8687"/>
                      </a:cubicBezTo>
                      <a:cubicBezTo>
                        <a:pt x="247726" y="8687"/>
                        <a:pt x="269624" y="8084"/>
                        <a:pt x="274692" y="6877"/>
                      </a:cubicBezTo>
                      <a:lnTo>
                        <a:pt x="274692" y="20088"/>
                      </a:lnTo>
                      <a:cubicBezTo>
                        <a:pt x="266005" y="18761"/>
                        <a:pt x="244589" y="18098"/>
                        <a:pt x="210445" y="18098"/>
                      </a:cubicBezTo>
                      <a:lnTo>
                        <a:pt x="152895" y="18098"/>
                      </a:lnTo>
                      <a:lnTo>
                        <a:pt x="152895" y="138808"/>
                      </a:lnTo>
                      <a:lnTo>
                        <a:pt x="218227" y="138808"/>
                      </a:lnTo>
                      <a:cubicBezTo>
                        <a:pt x="251165" y="138808"/>
                        <a:pt x="272098" y="138144"/>
                        <a:pt x="281026" y="136817"/>
                      </a:cubicBezTo>
                      <a:lnTo>
                        <a:pt x="281026" y="150028"/>
                      </a:lnTo>
                      <a:cubicBezTo>
                        <a:pt x="274390" y="148701"/>
                        <a:pt x="251044" y="148038"/>
                        <a:pt x="210988" y="148038"/>
                      </a:cubicBezTo>
                      <a:cubicBezTo>
                        <a:pt x="170932" y="148038"/>
                        <a:pt x="147647" y="148701"/>
                        <a:pt x="141132" y="150028"/>
                      </a:cubicBezTo>
                      <a:cubicBezTo>
                        <a:pt x="141735" y="140497"/>
                        <a:pt x="142037" y="130785"/>
                        <a:pt x="142037" y="120891"/>
                      </a:cubicBezTo>
                      <a:lnTo>
                        <a:pt x="142037" y="36195"/>
                      </a:lnTo>
                      <a:cubicBezTo>
                        <a:pt x="142037" y="24492"/>
                        <a:pt x="141735" y="14719"/>
                        <a:pt x="141132" y="6877"/>
                      </a:cubicBezTo>
                      <a:close/>
                      <a:moveTo>
                        <a:pt x="0" y="0"/>
                      </a:moveTo>
                      <a:lnTo>
                        <a:pt x="2896" y="0"/>
                      </a:lnTo>
                      <a:lnTo>
                        <a:pt x="89221" y="99536"/>
                      </a:lnTo>
                      <a:lnTo>
                        <a:pt x="89221" y="0"/>
                      </a:lnTo>
                      <a:lnTo>
                        <a:pt x="102070" y="0"/>
                      </a:lnTo>
                      <a:lnTo>
                        <a:pt x="102070" y="129940"/>
                      </a:lnTo>
                      <a:lnTo>
                        <a:pt x="99174" y="129940"/>
                      </a:lnTo>
                      <a:lnTo>
                        <a:pt x="13392" y="31671"/>
                      </a:lnTo>
                      <a:lnTo>
                        <a:pt x="13392" y="129940"/>
                      </a:lnTo>
                      <a:lnTo>
                        <a:pt x="0" y="12994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sz="1400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grpSp>
              <p:nvGrpSpPr>
                <p:cNvPr id="252" name="组合 251">
                  <a:extLst>
                    <a:ext uri="{FF2B5EF4-FFF2-40B4-BE49-F238E27FC236}">
                      <a16:creationId xmlns:a16="http://schemas.microsoft.com/office/drawing/2014/main" id="{8139A826-0F95-4856-90E2-4A7B249904EB}"/>
                    </a:ext>
                  </a:extLst>
                </p:cNvPr>
                <p:cNvGrpSpPr/>
                <p:nvPr/>
              </p:nvGrpSpPr>
              <p:grpSpPr>
                <a:xfrm>
                  <a:off x="2610284" y="2850440"/>
                  <a:ext cx="2970865" cy="1725373"/>
                  <a:chOff x="1214405" y="4590491"/>
                  <a:chExt cx="2970865" cy="1725373"/>
                </a:xfrm>
              </p:grpSpPr>
              <p:grpSp>
                <p:nvGrpSpPr>
                  <p:cNvPr id="197" name="组合 196">
                    <a:extLst>
                      <a:ext uri="{FF2B5EF4-FFF2-40B4-BE49-F238E27FC236}">
                        <a16:creationId xmlns:a16="http://schemas.microsoft.com/office/drawing/2014/main" id="{A26182BF-5F55-4300-9B7C-F79ED1DCA436}"/>
                      </a:ext>
                    </a:extLst>
                  </p:cNvPr>
                  <p:cNvGrpSpPr/>
                  <p:nvPr/>
                </p:nvGrpSpPr>
                <p:grpSpPr>
                  <a:xfrm>
                    <a:off x="1214405" y="4590491"/>
                    <a:ext cx="84501" cy="1725373"/>
                    <a:chOff x="1214405" y="4592622"/>
                    <a:chExt cx="84501" cy="1725373"/>
                  </a:xfrm>
                </p:grpSpPr>
                <p:sp>
                  <p:nvSpPr>
                    <p:cNvPr id="122" name="椭圆 121">
                      <a:extLst>
                        <a:ext uri="{FF2B5EF4-FFF2-40B4-BE49-F238E27FC236}">
                          <a16:creationId xmlns:a16="http://schemas.microsoft.com/office/drawing/2014/main" id="{268ACADA-3654-411F-ADD3-2C5DF3AB3A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4592622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123" name="椭圆 122">
                      <a:extLst>
                        <a:ext uri="{FF2B5EF4-FFF2-40B4-BE49-F238E27FC236}">
                          <a16:creationId xmlns:a16="http://schemas.microsoft.com/office/drawing/2014/main" id="{95D0F295-5416-4324-AC50-4D0254E2FC3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823276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125" name="椭圆 124">
                      <a:extLst>
                        <a:ext uri="{FF2B5EF4-FFF2-40B4-BE49-F238E27FC236}">
                          <a16:creationId xmlns:a16="http://schemas.microsoft.com/office/drawing/2014/main" id="{8DAC57DC-A9ED-4C0F-AA9D-C7BEFE2D37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6233494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128" name="椭圆 127">
                      <a:extLst>
                        <a:ext uri="{FF2B5EF4-FFF2-40B4-BE49-F238E27FC236}">
                          <a16:creationId xmlns:a16="http://schemas.microsoft.com/office/drawing/2014/main" id="{C7955919-3898-4841-B07F-FDCC5B0E7A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002840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130" name="椭圆 129">
                      <a:extLst>
                        <a:ext uri="{FF2B5EF4-FFF2-40B4-BE49-F238E27FC236}">
                          <a16:creationId xmlns:a16="http://schemas.microsoft.com/office/drawing/2014/main" id="{C5399765-F8FC-4FB2-8624-3C827065D9B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413058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</p:grpSp>
              <p:grpSp>
                <p:nvGrpSpPr>
                  <p:cNvPr id="198" name="组合 197">
                    <a:extLst>
                      <a:ext uri="{FF2B5EF4-FFF2-40B4-BE49-F238E27FC236}">
                        <a16:creationId xmlns:a16="http://schemas.microsoft.com/office/drawing/2014/main" id="{3A51BC6B-80A0-447F-8D93-118C9A4081E9}"/>
                      </a:ext>
                    </a:extLst>
                  </p:cNvPr>
                  <p:cNvGrpSpPr/>
                  <p:nvPr/>
                </p:nvGrpSpPr>
                <p:grpSpPr>
                  <a:xfrm>
                    <a:off x="4100769" y="4590491"/>
                    <a:ext cx="84501" cy="1725373"/>
                    <a:chOff x="1214405" y="4592622"/>
                    <a:chExt cx="84501" cy="1725373"/>
                  </a:xfrm>
                </p:grpSpPr>
                <p:sp>
                  <p:nvSpPr>
                    <p:cNvPr id="199" name="椭圆 198">
                      <a:extLst>
                        <a:ext uri="{FF2B5EF4-FFF2-40B4-BE49-F238E27FC236}">
                          <a16:creationId xmlns:a16="http://schemas.microsoft.com/office/drawing/2014/main" id="{4A8DBA4F-3268-4260-851E-6C4BCB481A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4592622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00" name="椭圆 199">
                      <a:extLst>
                        <a:ext uri="{FF2B5EF4-FFF2-40B4-BE49-F238E27FC236}">
                          <a16:creationId xmlns:a16="http://schemas.microsoft.com/office/drawing/2014/main" id="{73633A8D-40DF-4614-8165-6AAD5329AAC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823276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01" name="椭圆 200">
                      <a:extLst>
                        <a:ext uri="{FF2B5EF4-FFF2-40B4-BE49-F238E27FC236}">
                          <a16:creationId xmlns:a16="http://schemas.microsoft.com/office/drawing/2014/main" id="{F1086EF5-1897-46AE-BCAF-B1D0CF466A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6233494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02" name="椭圆 201">
                      <a:extLst>
                        <a:ext uri="{FF2B5EF4-FFF2-40B4-BE49-F238E27FC236}">
                          <a16:creationId xmlns:a16="http://schemas.microsoft.com/office/drawing/2014/main" id="{4269ADA7-2238-45D4-8681-3869AA0E04F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002840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03" name="椭圆 202">
                      <a:extLst>
                        <a:ext uri="{FF2B5EF4-FFF2-40B4-BE49-F238E27FC236}">
                          <a16:creationId xmlns:a16="http://schemas.microsoft.com/office/drawing/2014/main" id="{EDCFDF12-411B-4BB8-BC2B-DFC33CE5DFD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413058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</p:grpSp>
              <p:grpSp>
                <p:nvGrpSpPr>
                  <p:cNvPr id="204" name="组合 203">
                    <a:extLst>
                      <a:ext uri="{FF2B5EF4-FFF2-40B4-BE49-F238E27FC236}">
                        <a16:creationId xmlns:a16="http://schemas.microsoft.com/office/drawing/2014/main" id="{9E36E38F-A510-4A35-BF65-9A43CF4DB715}"/>
                      </a:ext>
                    </a:extLst>
                  </p:cNvPr>
                  <p:cNvGrpSpPr/>
                  <p:nvPr/>
                </p:nvGrpSpPr>
                <p:grpSpPr>
                  <a:xfrm>
                    <a:off x="1935996" y="4590491"/>
                    <a:ext cx="84501" cy="1725373"/>
                    <a:chOff x="1214405" y="4592622"/>
                    <a:chExt cx="84501" cy="1725373"/>
                  </a:xfrm>
                </p:grpSpPr>
                <p:sp>
                  <p:nvSpPr>
                    <p:cNvPr id="205" name="椭圆 204">
                      <a:extLst>
                        <a:ext uri="{FF2B5EF4-FFF2-40B4-BE49-F238E27FC236}">
                          <a16:creationId xmlns:a16="http://schemas.microsoft.com/office/drawing/2014/main" id="{0B84A2AD-909A-4B6B-9224-88614A072E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4592622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06" name="椭圆 205">
                      <a:extLst>
                        <a:ext uri="{FF2B5EF4-FFF2-40B4-BE49-F238E27FC236}">
                          <a16:creationId xmlns:a16="http://schemas.microsoft.com/office/drawing/2014/main" id="{247AFC8C-BFDD-4B05-8F2F-7FC43CA9E1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823276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07" name="椭圆 206">
                      <a:extLst>
                        <a:ext uri="{FF2B5EF4-FFF2-40B4-BE49-F238E27FC236}">
                          <a16:creationId xmlns:a16="http://schemas.microsoft.com/office/drawing/2014/main" id="{E06088A4-1A69-4262-835B-E0047111C13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6233494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08" name="椭圆 207">
                      <a:extLst>
                        <a:ext uri="{FF2B5EF4-FFF2-40B4-BE49-F238E27FC236}">
                          <a16:creationId xmlns:a16="http://schemas.microsoft.com/office/drawing/2014/main" id="{8DB27B61-0507-4BF2-99ED-C5F9F371773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002840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09" name="椭圆 208">
                      <a:extLst>
                        <a:ext uri="{FF2B5EF4-FFF2-40B4-BE49-F238E27FC236}">
                          <a16:creationId xmlns:a16="http://schemas.microsoft.com/office/drawing/2014/main" id="{462A10EB-2C59-4D2D-BFF8-CD4C39F4F6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413058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</p:grpSp>
              <p:grpSp>
                <p:nvGrpSpPr>
                  <p:cNvPr id="210" name="组合 209">
                    <a:extLst>
                      <a:ext uri="{FF2B5EF4-FFF2-40B4-BE49-F238E27FC236}">
                        <a16:creationId xmlns:a16="http://schemas.microsoft.com/office/drawing/2014/main" id="{C618F670-01E2-4571-94F9-0B3088BDBD6B}"/>
                      </a:ext>
                    </a:extLst>
                  </p:cNvPr>
                  <p:cNvGrpSpPr/>
                  <p:nvPr/>
                </p:nvGrpSpPr>
                <p:grpSpPr>
                  <a:xfrm>
                    <a:off x="2657587" y="4590491"/>
                    <a:ext cx="84501" cy="1725373"/>
                    <a:chOff x="1214405" y="4592622"/>
                    <a:chExt cx="84501" cy="1725373"/>
                  </a:xfrm>
                </p:grpSpPr>
                <p:sp>
                  <p:nvSpPr>
                    <p:cNvPr id="211" name="椭圆 210">
                      <a:extLst>
                        <a:ext uri="{FF2B5EF4-FFF2-40B4-BE49-F238E27FC236}">
                          <a16:creationId xmlns:a16="http://schemas.microsoft.com/office/drawing/2014/main" id="{FE9D440C-6995-45B2-B39B-03C3E0F094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4592622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12" name="椭圆 211">
                      <a:extLst>
                        <a:ext uri="{FF2B5EF4-FFF2-40B4-BE49-F238E27FC236}">
                          <a16:creationId xmlns:a16="http://schemas.microsoft.com/office/drawing/2014/main" id="{36C441FE-F20E-4281-AA0D-BCF1F65C529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823276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13" name="椭圆 212">
                      <a:extLst>
                        <a:ext uri="{FF2B5EF4-FFF2-40B4-BE49-F238E27FC236}">
                          <a16:creationId xmlns:a16="http://schemas.microsoft.com/office/drawing/2014/main" id="{85A13A02-92AD-425C-A137-666D3059439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6233494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14" name="椭圆 213">
                      <a:extLst>
                        <a:ext uri="{FF2B5EF4-FFF2-40B4-BE49-F238E27FC236}">
                          <a16:creationId xmlns:a16="http://schemas.microsoft.com/office/drawing/2014/main" id="{206CCF7F-272D-44DC-80CD-C25D4585020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002840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15" name="椭圆 214">
                      <a:extLst>
                        <a:ext uri="{FF2B5EF4-FFF2-40B4-BE49-F238E27FC236}">
                          <a16:creationId xmlns:a16="http://schemas.microsoft.com/office/drawing/2014/main" id="{C41FD8BF-1008-48D3-B063-BAF6B12C241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413058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</p:grpSp>
              <p:grpSp>
                <p:nvGrpSpPr>
                  <p:cNvPr id="216" name="组合 215">
                    <a:extLst>
                      <a:ext uri="{FF2B5EF4-FFF2-40B4-BE49-F238E27FC236}">
                        <a16:creationId xmlns:a16="http://schemas.microsoft.com/office/drawing/2014/main" id="{D81EA810-707F-4225-A94D-6D250FF88944}"/>
                      </a:ext>
                    </a:extLst>
                  </p:cNvPr>
                  <p:cNvGrpSpPr/>
                  <p:nvPr/>
                </p:nvGrpSpPr>
                <p:grpSpPr>
                  <a:xfrm>
                    <a:off x="3379178" y="4590491"/>
                    <a:ext cx="84501" cy="1725373"/>
                    <a:chOff x="1214405" y="4592622"/>
                    <a:chExt cx="84501" cy="1725373"/>
                  </a:xfrm>
                </p:grpSpPr>
                <p:sp>
                  <p:nvSpPr>
                    <p:cNvPr id="217" name="椭圆 216">
                      <a:extLst>
                        <a:ext uri="{FF2B5EF4-FFF2-40B4-BE49-F238E27FC236}">
                          <a16:creationId xmlns:a16="http://schemas.microsoft.com/office/drawing/2014/main" id="{FC70E2E7-64CF-4C01-831A-6CE248E89A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4592622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18" name="椭圆 217">
                      <a:extLst>
                        <a:ext uri="{FF2B5EF4-FFF2-40B4-BE49-F238E27FC236}">
                          <a16:creationId xmlns:a16="http://schemas.microsoft.com/office/drawing/2014/main" id="{4DE0174B-AB1C-43E7-9F40-031776F6A91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823276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19" name="椭圆 218">
                      <a:extLst>
                        <a:ext uri="{FF2B5EF4-FFF2-40B4-BE49-F238E27FC236}">
                          <a16:creationId xmlns:a16="http://schemas.microsoft.com/office/drawing/2014/main" id="{88E9D260-F46A-43A3-8620-2F73E86BA53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6233494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20" name="椭圆 219">
                      <a:extLst>
                        <a:ext uri="{FF2B5EF4-FFF2-40B4-BE49-F238E27FC236}">
                          <a16:creationId xmlns:a16="http://schemas.microsoft.com/office/drawing/2014/main" id="{D77C99F4-D2CA-4125-AAF0-195F45719C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002840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  <p:sp>
                  <p:nvSpPr>
                    <p:cNvPr id="221" name="椭圆 220">
                      <a:extLst>
                        <a:ext uri="{FF2B5EF4-FFF2-40B4-BE49-F238E27FC236}">
                          <a16:creationId xmlns:a16="http://schemas.microsoft.com/office/drawing/2014/main" id="{BC9368D3-6700-4276-ACAE-D31A9F49394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214405" y="5413058"/>
                      <a:ext cx="84501" cy="84501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 w="19050">
                      <a:noFill/>
                      <a:prstDash val="soli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dirty="0"/>
                    </a:p>
                  </p:txBody>
                </p:sp>
              </p:grpSp>
            </p:grpSp>
          </p:grpSp>
          <p:grpSp>
            <p:nvGrpSpPr>
              <p:cNvPr id="256" name="组合 255">
                <a:extLst>
                  <a:ext uri="{FF2B5EF4-FFF2-40B4-BE49-F238E27FC236}">
                    <a16:creationId xmlns:a16="http://schemas.microsoft.com/office/drawing/2014/main" id="{D53FC7D2-BE93-415E-BD77-D19D396AB700}"/>
                  </a:ext>
                </a:extLst>
              </p:cNvPr>
              <p:cNvGrpSpPr/>
              <p:nvPr/>
            </p:nvGrpSpPr>
            <p:grpSpPr>
              <a:xfrm>
                <a:off x="5992406" y="2207951"/>
                <a:ext cx="3685018" cy="2442098"/>
                <a:chOff x="5992406" y="2207951"/>
                <a:chExt cx="3685018" cy="2442098"/>
              </a:xfrm>
            </p:grpSpPr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BA6D3AF5-AFFC-4CE9-9AF9-AA216535ED65}"/>
                    </a:ext>
                  </a:extLst>
                </p:cNvPr>
                <p:cNvSpPr/>
                <p:nvPr/>
              </p:nvSpPr>
              <p:spPr>
                <a:xfrm>
                  <a:off x="5992406" y="2771942"/>
                  <a:ext cx="3685018" cy="1878107"/>
                </a:xfrm>
                <a:prstGeom prst="rect">
                  <a:avLst/>
                </a:prstGeom>
                <a:solidFill>
                  <a:schemeClr val="bg1">
                    <a:lumMod val="50000"/>
                  </a:schemeClr>
                </a:solidFill>
                <a:ln w="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7F38A98B-C0EC-4343-95BD-24CAC8FBF12E}"/>
                    </a:ext>
                  </a:extLst>
                </p:cNvPr>
                <p:cNvSpPr txBox="1"/>
                <p:nvPr/>
              </p:nvSpPr>
              <p:spPr>
                <a:xfrm>
                  <a:off x="7716571" y="2207951"/>
                  <a:ext cx="653797" cy="388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632" h="150028">
                      <a:moveTo>
                        <a:pt x="223133" y="24070"/>
                      </a:moveTo>
                      <a:cubicBezTo>
                        <a:pt x="226752" y="27810"/>
                        <a:pt x="230311" y="30283"/>
                        <a:pt x="233810" y="31490"/>
                      </a:cubicBezTo>
                      <a:cubicBezTo>
                        <a:pt x="235258" y="32093"/>
                        <a:pt x="235982" y="32696"/>
                        <a:pt x="235982" y="33299"/>
                      </a:cubicBezTo>
                      <a:cubicBezTo>
                        <a:pt x="235982" y="33903"/>
                        <a:pt x="234806" y="34747"/>
                        <a:pt x="232453" y="35833"/>
                      </a:cubicBezTo>
                      <a:cubicBezTo>
                        <a:pt x="230100" y="36919"/>
                        <a:pt x="226511" y="40719"/>
                        <a:pt x="221685" y="47235"/>
                      </a:cubicBezTo>
                      <a:cubicBezTo>
                        <a:pt x="212998" y="58938"/>
                        <a:pt x="204553" y="69313"/>
                        <a:pt x="196348" y="78362"/>
                      </a:cubicBezTo>
                      <a:lnTo>
                        <a:pt x="235982" y="120348"/>
                      </a:lnTo>
                      <a:lnTo>
                        <a:pt x="226752" y="128130"/>
                      </a:lnTo>
                      <a:cubicBezTo>
                        <a:pt x="213601" y="112566"/>
                        <a:pt x="201174" y="98511"/>
                        <a:pt x="189471" y="85963"/>
                      </a:cubicBezTo>
                      <a:cubicBezTo>
                        <a:pt x="175114" y="101165"/>
                        <a:pt x="159309" y="115160"/>
                        <a:pt x="142056" y="127949"/>
                      </a:cubicBezTo>
                      <a:cubicBezTo>
                        <a:pt x="141211" y="123847"/>
                        <a:pt x="138195" y="120590"/>
                        <a:pt x="133007" y="118177"/>
                      </a:cubicBezTo>
                      <a:cubicBezTo>
                        <a:pt x="149295" y="109007"/>
                        <a:pt x="165824" y="95856"/>
                        <a:pt x="182594" y="78724"/>
                      </a:cubicBezTo>
                      <a:cubicBezTo>
                        <a:pt x="167996" y="63281"/>
                        <a:pt x="154000" y="49406"/>
                        <a:pt x="140608" y="37100"/>
                      </a:cubicBezTo>
                      <a:lnTo>
                        <a:pt x="148028" y="30766"/>
                      </a:lnTo>
                      <a:cubicBezTo>
                        <a:pt x="165281" y="47174"/>
                        <a:pt x="179156" y="60687"/>
                        <a:pt x="189652" y="71304"/>
                      </a:cubicBezTo>
                      <a:cubicBezTo>
                        <a:pt x="204734" y="54413"/>
                        <a:pt x="215894" y="38668"/>
                        <a:pt x="223133" y="24070"/>
                      </a:cubicBezTo>
                      <a:close/>
                      <a:moveTo>
                        <a:pt x="13030" y="12668"/>
                      </a:moveTo>
                      <a:lnTo>
                        <a:pt x="13030" y="57007"/>
                      </a:lnTo>
                      <a:lnTo>
                        <a:pt x="34928" y="57007"/>
                      </a:lnTo>
                      <a:cubicBezTo>
                        <a:pt x="48079" y="57248"/>
                        <a:pt x="56826" y="55107"/>
                        <a:pt x="61170" y="50583"/>
                      </a:cubicBezTo>
                      <a:cubicBezTo>
                        <a:pt x="65513" y="46058"/>
                        <a:pt x="67685" y="40719"/>
                        <a:pt x="67685" y="34566"/>
                      </a:cubicBezTo>
                      <a:cubicBezTo>
                        <a:pt x="67685" y="19968"/>
                        <a:pt x="57128" y="12668"/>
                        <a:pt x="36014" y="12668"/>
                      </a:cubicBezTo>
                      <a:close/>
                      <a:moveTo>
                        <a:pt x="112738" y="6877"/>
                      </a:moveTo>
                      <a:cubicBezTo>
                        <a:pt x="119253" y="8084"/>
                        <a:pt x="141875" y="8687"/>
                        <a:pt x="180604" y="8687"/>
                      </a:cubicBezTo>
                      <a:cubicBezTo>
                        <a:pt x="219332" y="8687"/>
                        <a:pt x="241230" y="8084"/>
                        <a:pt x="246298" y="6877"/>
                      </a:cubicBezTo>
                      <a:lnTo>
                        <a:pt x="246298" y="20088"/>
                      </a:lnTo>
                      <a:cubicBezTo>
                        <a:pt x="237611" y="18761"/>
                        <a:pt x="216195" y="18098"/>
                        <a:pt x="182051" y="18098"/>
                      </a:cubicBezTo>
                      <a:lnTo>
                        <a:pt x="124501" y="18098"/>
                      </a:lnTo>
                      <a:lnTo>
                        <a:pt x="124501" y="138808"/>
                      </a:lnTo>
                      <a:lnTo>
                        <a:pt x="189833" y="138808"/>
                      </a:lnTo>
                      <a:cubicBezTo>
                        <a:pt x="222771" y="138808"/>
                        <a:pt x="243704" y="138144"/>
                        <a:pt x="252632" y="136817"/>
                      </a:cubicBezTo>
                      <a:lnTo>
                        <a:pt x="252632" y="150028"/>
                      </a:lnTo>
                      <a:cubicBezTo>
                        <a:pt x="245996" y="148701"/>
                        <a:pt x="222650" y="148038"/>
                        <a:pt x="182594" y="148038"/>
                      </a:cubicBezTo>
                      <a:cubicBezTo>
                        <a:pt x="142539" y="148038"/>
                        <a:pt x="119253" y="148701"/>
                        <a:pt x="112738" y="150028"/>
                      </a:cubicBezTo>
                      <a:cubicBezTo>
                        <a:pt x="113341" y="140497"/>
                        <a:pt x="113643" y="130785"/>
                        <a:pt x="113643" y="120891"/>
                      </a:cubicBezTo>
                      <a:lnTo>
                        <a:pt x="113643" y="36195"/>
                      </a:lnTo>
                      <a:cubicBezTo>
                        <a:pt x="113643" y="24492"/>
                        <a:pt x="113341" y="14719"/>
                        <a:pt x="112738" y="6877"/>
                      </a:cubicBezTo>
                      <a:close/>
                      <a:moveTo>
                        <a:pt x="0" y="0"/>
                      </a:moveTo>
                      <a:lnTo>
                        <a:pt x="25879" y="0"/>
                      </a:lnTo>
                      <a:cubicBezTo>
                        <a:pt x="41202" y="0"/>
                        <a:pt x="51216" y="603"/>
                        <a:pt x="55921" y="1810"/>
                      </a:cubicBezTo>
                      <a:cubicBezTo>
                        <a:pt x="60627" y="3016"/>
                        <a:pt x="64940" y="5128"/>
                        <a:pt x="68861" y="8144"/>
                      </a:cubicBezTo>
                      <a:cubicBezTo>
                        <a:pt x="72782" y="11160"/>
                        <a:pt x="75829" y="14930"/>
                        <a:pt x="78000" y="19455"/>
                      </a:cubicBezTo>
                      <a:cubicBezTo>
                        <a:pt x="80172" y="23979"/>
                        <a:pt x="81258" y="29016"/>
                        <a:pt x="81258" y="34566"/>
                      </a:cubicBezTo>
                      <a:cubicBezTo>
                        <a:pt x="81258" y="43494"/>
                        <a:pt x="78845" y="50794"/>
                        <a:pt x="74019" y="56464"/>
                      </a:cubicBezTo>
                      <a:cubicBezTo>
                        <a:pt x="69193" y="62135"/>
                        <a:pt x="63130" y="65724"/>
                        <a:pt x="55831" y="67232"/>
                      </a:cubicBezTo>
                      <a:cubicBezTo>
                        <a:pt x="48532" y="68740"/>
                        <a:pt x="37341" y="69494"/>
                        <a:pt x="22260" y="69494"/>
                      </a:cubicBezTo>
                      <a:lnTo>
                        <a:pt x="13030" y="69494"/>
                      </a:lnTo>
                      <a:lnTo>
                        <a:pt x="13030" y="129940"/>
                      </a:lnTo>
                      <a:lnTo>
                        <a:pt x="0" y="129940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l"/>
                  <a:endParaRPr lang="zh-CN" altLang="en-US" sz="1400" dirty="0">
                    <a:latin typeface="华文细黑" panose="02010600040101010101" pitchFamily="2" charset="-122"/>
                    <a:ea typeface="华文细黑" panose="02010600040101010101" pitchFamily="2" charset="-122"/>
                  </a:endParaRPr>
                </a:p>
              </p:txBody>
            </p:sp>
            <p:grpSp>
              <p:nvGrpSpPr>
                <p:cNvPr id="253" name="组合 252">
                  <a:extLst>
                    <a:ext uri="{FF2B5EF4-FFF2-40B4-BE49-F238E27FC236}">
                      <a16:creationId xmlns:a16="http://schemas.microsoft.com/office/drawing/2014/main" id="{652274DB-E6FD-4620-A3F6-59402E2734BC}"/>
                    </a:ext>
                  </a:extLst>
                </p:cNvPr>
                <p:cNvGrpSpPr/>
                <p:nvPr/>
              </p:nvGrpSpPr>
              <p:grpSpPr>
                <a:xfrm>
                  <a:off x="6585384" y="2862987"/>
                  <a:ext cx="2970865" cy="1725373"/>
                  <a:chOff x="5189505" y="4603038"/>
                  <a:chExt cx="2970865" cy="1725373"/>
                </a:xfrm>
              </p:grpSpPr>
              <p:sp>
                <p:nvSpPr>
                  <p:cNvPr id="223" name="椭圆 222">
                    <a:extLst>
                      <a:ext uri="{FF2B5EF4-FFF2-40B4-BE49-F238E27FC236}">
                        <a16:creationId xmlns:a16="http://schemas.microsoft.com/office/drawing/2014/main" id="{8915AEFE-3F9C-4DFC-A299-E087382AD5FB}"/>
                      </a:ext>
                    </a:extLst>
                  </p:cNvPr>
                  <p:cNvSpPr/>
                  <p:nvPr/>
                </p:nvSpPr>
                <p:spPr>
                  <a:xfrm>
                    <a:off x="5189505" y="4603038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4" name="椭圆 223">
                    <a:extLst>
                      <a:ext uri="{FF2B5EF4-FFF2-40B4-BE49-F238E27FC236}">
                        <a16:creationId xmlns:a16="http://schemas.microsoft.com/office/drawing/2014/main" id="{56305554-C8C6-431C-8039-3078FDCC4C42}"/>
                      </a:ext>
                    </a:extLst>
                  </p:cNvPr>
                  <p:cNvSpPr/>
                  <p:nvPr/>
                </p:nvSpPr>
                <p:spPr>
                  <a:xfrm>
                    <a:off x="5189505" y="5833692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5" name="椭圆 224">
                    <a:extLst>
                      <a:ext uri="{FF2B5EF4-FFF2-40B4-BE49-F238E27FC236}">
                        <a16:creationId xmlns:a16="http://schemas.microsoft.com/office/drawing/2014/main" id="{498CE06F-89FD-433D-A93E-45624E4733D3}"/>
                      </a:ext>
                    </a:extLst>
                  </p:cNvPr>
                  <p:cNvSpPr/>
                  <p:nvPr/>
                </p:nvSpPr>
                <p:spPr>
                  <a:xfrm>
                    <a:off x="5189505" y="6243910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6" name="椭圆 225">
                    <a:extLst>
                      <a:ext uri="{FF2B5EF4-FFF2-40B4-BE49-F238E27FC236}">
                        <a16:creationId xmlns:a16="http://schemas.microsoft.com/office/drawing/2014/main" id="{27C5237D-21DD-4048-BE8D-1D98CFC7D02C}"/>
                      </a:ext>
                    </a:extLst>
                  </p:cNvPr>
                  <p:cNvSpPr/>
                  <p:nvPr/>
                </p:nvSpPr>
                <p:spPr>
                  <a:xfrm>
                    <a:off x="5189505" y="5013256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7" name="椭圆 226">
                    <a:extLst>
                      <a:ext uri="{FF2B5EF4-FFF2-40B4-BE49-F238E27FC236}">
                        <a16:creationId xmlns:a16="http://schemas.microsoft.com/office/drawing/2014/main" id="{FFDA6176-D6A4-45F1-8787-B25298FAC206}"/>
                      </a:ext>
                    </a:extLst>
                  </p:cNvPr>
                  <p:cNvSpPr/>
                  <p:nvPr/>
                </p:nvSpPr>
                <p:spPr>
                  <a:xfrm>
                    <a:off x="5189505" y="5423474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9" name="椭圆 228">
                    <a:extLst>
                      <a:ext uri="{FF2B5EF4-FFF2-40B4-BE49-F238E27FC236}">
                        <a16:creationId xmlns:a16="http://schemas.microsoft.com/office/drawing/2014/main" id="{2B8419DB-0B11-42F0-AD88-AF26E22EA6C0}"/>
                      </a:ext>
                    </a:extLst>
                  </p:cNvPr>
                  <p:cNvSpPr/>
                  <p:nvPr/>
                </p:nvSpPr>
                <p:spPr>
                  <a:xfrm>
                    <a:off x="8075869" y="4603038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0" name="椭圆 229">
                    <a:extLst>
                      <a:ext uri="{FF2B5EF4-FFF2-40B4-BE49-F238E27FC236}">
                        <a16:creationId xmlns:a16="http://schemas.microsoft.com/office/drawing/2014/main" id="{9A73B4DA-91F7-469F-B5AE-5B1D9CDB96B4}"/>
                      </a:ext>
                    </a:extLst>
                  </p:cNvPr>
                  <p:cNvSpPr/>
                  <p:nvPr/>
                </p:nvSpPr>
                <p:spPr>
                  <a:xfrm>
                    <a:off x="8075869" y="5833692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1" name="椭圆 230">
                    <a:extLst>
                      <a:ext uri="{FF2B5EF4-FFF2-40B4-BE49-F238E27FC236}">
                        <a16:creationId xmlns:a16="http://schemas.microsoft.com/office/drawing/2014/main" id="{51CD6D1A-42BC-4189-81D7-D48D61E95E63}"/>
                      </a:ext>
                    </a:extLst>
                  </p:cNvPr>
                  <p:cNvSpPr/>
                  <p:nvPr/>
                </p:nvSpPr>
                <p:spPr>
                  <a:xfrm>
                    <a:off x="8075869" y="6243910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2" name="椭圆 231">
                    <a:extLst>
                      <a:ext uri="{FF2B5EF4-FFF2-40B4-BE49-F238E27FC236}">
                        <a16:creationId xmlns:a16="http://schemas.microsoft.com/office/drawing/2014/main" id="{3B11AF73-2A0A-4420-A2C7-A373253264B7}"/>
                      </a:ext>
                    </a:extLst>
                  </p:cNvPr>
                  <p:cNvSpPr/>
                  <p:nvPr/>
                </p:nvSpPr>
                <p:spPr>
                  <a:xfrm>
                    <a:off x="8075869" y="5013256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3" name="椭圆 232">
                    <a:extLst>
                      <a:ext uri="{FF2B5EF4-FFF2-40B4-BE49-F238E27FC236}">
                        <a16:creationId xmlns:a16="http://schemas.microsoft.com/office/drawing/2014/main" id="{AAAA40BF-8821-4150-8B6C-6A6206F283D7}"/>
                      </a:ext>
                    </a:extLst>
                  </p:cNvPr>
                  <p:cNvSpPr/>
                  <p:nvPr/>
                </p:nvSpPr>
                <p:spPr>
                  <a:xfrm>
                    <a:off x="8075869" y="5423474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5" name="椭圆 234">
                    <a:extLst>
                      <a:ext uri="{FF2B5EF4-FFF2-40B4-BE49-F238E27FC236}">
                        <a16:creationId xmlns:a16="http://schemas.microsoft.com/office/drawing/2014/main" id="{466CB7BA-B97D-4E31-87BB-436BF8EEDD54}"/>
                      </a:ext>
                    </a:extLst>
                  </p:cNvPr>
                  <p:cNvSpPr/>
                  <p:nvPr/>
                </p:nvSpPr>
                <p:spPr>
                  <a:xfrm>
                    <a:off x="5911096" y="4603038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6" name="椭圆 235">
                    <a:extLst>
                      <a:ext uri="{FF2B5EF4-FFF2-40B4-BE49-F238E27FC236}">
                        <a16:creationId xmlns:a16="http://schemas.microsoft.com/office/drawing/2014/main" id="{639B57B7-23FA-44A7-B83A-1D462B584DC3}"/>
                      </a:ext>
                    </a:extLst>
                  </p:cNvPr>
                  <p:cNvSpPr/>
                  <p:nvPr/>
                </p:nvSpPr>
                <p:spPr>
                  <a:xfrm>
                    <a:off x="5911096" y="5833692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7" name="椭圆 236">
                    <a:extLst>
                      <a:ext uri="{FF2B5EF4-FFF2-40B4-BE49-F238E27FC236}">
                        <a16:creationId xmlns:a16="http://schemas.microsoft.com/office/drawing/2014/main" id="{0E9F8E49-FE85-4C8A-8EE5-AB7385328D93}"/>
                      </a:ext>
                    </a:extLst>
                  </p:cNvPr>
                  <p:cNvSpPr/>
                  <p:nvPr/>
                </p:nvSpPr>
                <p:spPr>
                  <a:xfrm>
                    <a:off x="5911096" y="6243910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8" name="椭圆 237">
                    <a:extLst>
                      <a:ext uri="{FF2B5EF4-FFF2-40B4-BE49-F238E27FC236}">
                        <a16:creationId xmlns:a16="http://schemas.microsoft.com/office/drawing/2014/main" id="{FA38FCB3-B1AA-4BCE-8638-C4738E179218}"/>
                      </a:ext>
                    </a:extLst>
                  </p:cNvPr>
                  <p:cNvSpPr/>
                  <p:nvPr/>
                </p:nvSpPr>
                <p:spPr>
                  <a:xfrm>
                    <a:off x="5911096" y="5013256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9" name="椭圆 238">
                    <a:extLst>
                      <a:ext uri="{FF2B5EF4-FFF2-40B4-BE49-F238E27FC236}">
                        <a16:creationId xmlns:a16="http://schemas.microsoft.com/office/drawing/2014/main" id="{39515DA8-12FE-4B99-94D0-F3CF1C372B32}"/>
                      </a:ext>
                    </a:extLst>
                  </p:cNvPr>
                  <p:cNvSpPr/>
                  <p:nvPr/>
                </p:nvSpPr>
                <p:spPr>
                  <a:xfrm>
                    <a:off x="5911096" y="5423474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41" name="椭圆 240">
                    <a:extLst>
                      <a:ext uri="{FF2B5EF4-FFF2-40B4-BE49-F238E27FC236}">
                        <a16:creationId xmlns:a16="http://schemas.microsoft.com/office/drawing/2014/main" id="{AF16349D-01EF-43C9-9877-26CD56994A47}"/>
                      </a:ext>
                    </a:extLst>
                  </p:cNvPr>
                  <p:cNvSpPr/>
                  <p:nvPr/>
                </p:nvSpPr>
                <p:spPr>
                  <a:xfrm>
                    <a:off x="6632687" y="4603038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42" name="椭圆 241">
                    <a:extLst>
                      <a:ext uri="{FF2B5EF4-FFF2-40B4-BE49-F238E27FC236}">
                        <a16:creationId xmlns:a16="http://schemas.microsoft.com/office/drawing/2014/main" id="{C287C04A-D666-47C4-8FC3-12AA363C2915}"/>
                      </a:ext>
                    </a:extLst>
                  </p:cNvPr>
                  <p:cNvSpPr/>
                  <p:nvPr/>
                </p:nvSpPr>
                <p:spPr>
                  <a:xfrm>
                    <a:off x="6632687" y="5833692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43" name="椭圆 242">
                    <a:extLst>
                      <a:ext uri="{FF2B5EF4-FFF2-40B4-BE49-F238E27FC236}">
                        <a16:creationId xmlns:a16="http://schemas.microsoft.com/office/drawing/2014/main" id="{B962ACFA-18D4-4B61-A7CF-61BF1EE99262}"/>
                      </a:ext>
                    </a:extLst>
                  </p:cNvPr>
                  <p:cNvSpPr/>
                  <p:nvPr/>
                </p:nvSpPr>
                <p:spPr>
                  <a:xfrm>
                    <a:off x="6632687" y="6243910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44" name="椭圆 243">
                    <a:extLst>
                      <a:ext uri="{FF2B5EF4-FFF2-40B4-BE49-F238E27FC236}">
                        <a16:creationId xmlns:a16="http://schemas.microsoft.com/office/drawing/2014/main" id="{12ECE724-03EC-4171-8B8F-FFD1798B754A}"/>
                      </a:ext>
                    </a:extLst>
                  </p:cNvPr>
                  <p:cNvSpPr/>
                  <p:nvPr/>
                </p:nvSpPr>
                <p:spPr>
                  <a:xfrm>
                    <a:off x="6632687" y="5013256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45" name="椭圆 244">
                    <a:extLst>
                      <a:ext uri="{FF2B5EF4-FFF2-40B4-BE49-F238E27FC236}">
                        <a16:creationId xmlns:a16="http://schemas.microsoft.com/office/drawing/2014/main" id="{CEECF842-CF77-4F69-9316-D2411F1C9188}"/>
                      </a:ext>
                    </a:extLst>
                  </p:cNvPr>
                  <p:cNvSpPr/>
                  <p:nvPr/>
                </p:nvSpPr>
                <p:spPr>
                  <a:xfrm>
                    <a:off x="6632687" y="5423474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47" name="椭圆 246">
                    <a:extLst>
                      <a:ext uri="{FF2B5EF4-FFF2-40B4-BE49-F238E27FC236}">
                        <a16:creationId xmlns:a16="http://schemas.microsoft.com/office/drawing/2014/main" id="{65D34C79-55BC-4BF4-AEE0-9932E34F44F6}"/>
                      </a:ext>
                    </a:extLst>
                  </p:cNvPr>
                  <p:cNvSpPr/>
                  <p:nvPr/>
                </p:nvSpPr>
                <p:spPr>
                  <a:xfrm>
                    <a:off x="7354278" y="4603038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48" name="椭圆 247">
                    <a:extLst>
                      <a:ext uri="{FF2B5EF4-FFF2-40B4-BE49-F238E27FC236}">
                        <a16:creationId xmlns:a16="http://schemas.microsoft.com/office/drawing/2014/main" id="{542D76BB-1FEC-47B9-AF91-2A8C05734661}"/>
                      </a:ext>
                    </a:extLst>
                  </p:cNvPr>
                  <p:cNvSpPr/>
                  <p:nvPr/>
                </p:nvSpPr>
                <p:spPr>
                  <a:xfrm>
                    <a:off x="7354278" y="5833692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49" name="椭圆 248">
                    <a:extLst>
                      <a:ext uri="{FF2B5EF4-FFF2-40B4-BE49-F238E27FC236}">
                        <a16:creationId xmlns:a16="http://schemas.microsoft.com/office/drawing/2014/main" id="{77B9405A-01A7-4605-9DB2-ABABBC0AB22E}"/>
                      </a:ext>
                    </a:extLst>
                  </p:cNvPr>
                  <p:cNvSpPr/>
                  <p:nvPr/>
                </p:nvSpPr>
                <p:spPr>
                  <a:xfrm>
                    <a:off x="7354278" y="6243910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50" name="椭圆 249">
                    <a:extLst>
                      <a:ext uri="{FF2B5EF4-FFF2-40B4-BE49-F238E27FC236}">
                        <a16:creationId xmlns:a16="http://schemas.microsoft.com/office/drawing/2014/main" id="{2AA2BDC7-1E0E-4BEC-913B-62C78B97F2C9}"/>
                      </a:ext>
                    </a:extLst>
                  </p:cNvPr>
                  <p:cNvSpPr/>
                  <p:nvPr/>
                </p:nvSpPr>
                <p:spPr>
                  <a:xfrm>
                    <a:off x="7354278" y="5013256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51" name="椭圆 250">
                    <a:extLst>
                      <a:ext uri="{FF2B5EF4-FFF2-40B4-BE49-F238E27FC236}">
                        <a16:creationId xmlns:a16="http://schemas.microsoft.com/office/drawing/2014/main" id="{EA573505-905E-4E89-BA98-DEDDA583BB06}"/>
                      </a:ext>
                    </a:extLst>
                  </p:cNvPr>
                  <p:cNvSpPr/>
                  <p:nvPr/>
                </p:nvSpPr>
                <p:spPr>
                  <a:xfrm>
                    <a:off x="7354278" y="5423474"/>
                    <a:ext cx="84501" cy="84501"/>
                  </a:xfrm>
                  <a:prstGeom prst="ellips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  <p:sp>
            <p:nvSpPr>
              <p:cNvPr id="260" name="文本框 259">
                <a:extLst>
                  <a:ext uri="{FF2B5EF4-FFF2-40B4-BE49-F238E27FC236}">
                    <a16:creationId xmlns:a16="http://schemas.microsoft.com/office/drawing/2014/main" id="{2B30BA8D-6175-4425-A3FF-84F07E139552}"/>
                  </a:ext>
                </a:extLst>
              </p:cNvPr>
              <p:cNvSpPr txBox="1"/>
              <p:nvPr/>
            </p:nvSpPr>
            <p:spPr>
              <a:xfrm>
                <a:off x="5671398" y="1975403"/>
                <a:ext cx="716512" cy="296189"/>
              </a:xfrm>
              <a:custGeom>
                <a:avLst/>
                <a:gdLst/>
                <a:ahLst/>
                <a:cxnLst/>
                <a:rect l="l" t="t" r="r" b="b"/>
                <a:pathLst>
                  <a:path w="535186" h="221233">
                    <a:moveTo>
                      <a:pt x="394321" y="170780"/>
                    </a:moveTo>
                    <a:cubicBezTo>
                      <a:pt x="393874" y="176733"/>
                      <a:pt x="393651" y="182389"/>
                      <a:pt x="393651" y="187746"/>
                    </a:cubicBezTo>
                    <a:cubicBezTo>
                      <a:pt x="369541" y="192807"/>
                      <a:pt x="344538" y="198760"/>
                      <a:pt x="318641" y="205606"/>
                    </a:cubicBezTo>
                    <a:lnTo>
                      <a:pt x="313730" y="188416"/>
                    </a:lnTo>
                    <a:cubicBezTo>
                      <a:pt x="341263" y="183058"/>
                      <a:pt x="368127" y="177180"/>
                      <a:pt x="394321" y="170780"/>
                    </a:cubicBezTo>
                    <a:close/>
                    <a:moveTo>
                      <a:pt x="422226" y="146223"/>
                    </a:moveTo>
                    <a:lnTo>
                      <a:pt x="422226" y="191765"/>
                    </a:lnTo>
                    <a:lnTo>
                      <a:pt x="505272" y="191765"/>
                    </a:lnTo>
                    <a:lnTo>
                      <a:pt x="505272" y="146223"/>
                    </a:lnTo>
                    <a:close/>
                    <a:moveTo>
                      <a:pt x="404813" y="130596"/>
                    </a:moveTo>
                    <a:lnTo>
                      <a:pt x="522685" y="130596"/>
                    </a:lnTo>
                    <a:lnTo>
                      <a:pt x="522685" y="221233"/>
                    </a:lnTo>
                    <a:lnTo>
                      <a:pt x="505272" y="221233"/>
                    </a:lnTo>
                    <a:lnTo>
                      <a:pt x="505272" y="207392"/>
                    </a:lnTo>
                    <a:lnTo>
                      <a:pt x="422226" y="207392"/>
                    </a:lnTo>
                    <a:lnTo>
                      <a:pt x="422226" y="221233"/>
                    </a:lnTo>
                    <a:lnTo>
                      <a:pt x="404813" y="221233"/>
                    </a:lnTo>
                    <a:close/>
                    <a:moveTo>
                      <a:pt x="22325" y="38397"/>
                    </a:moveTo>
                    <a:lnTo>
                      <a:pt x="22325" y="107379"/>
                    </a:lnTo>
                    <a:lnTo>
                      <a:pt x="42975" y="107379"/>
                    </a:lnTo>
                    <a:cubicBezTo>
                      <a:pt x="56592" y="107379"/>
                      <a:pt x="66936" y="104310"/>
                      <a:pt x="74005" y="98170"/>
                    </a:cubicBezTo>
                    <a:cubicBezTo>
                      <a:pt x="81075" y="92031"/>
                      <a:pt x="84609" y="83232"/>
                      <a:pt x="84609" y="71772"/>
                    </a:cubicBezTo>
                    <a:cubicBezTo>
                      <a:pt x="84609" y="49522"/>
                      <a:pt x="71438" y="38397"/>
                      <a:pt x="45095" y="38397"/>
                    </a:cubicBezTo>
                    <a:close/>
                    <a:moveTo>
                      <a:pt x="142875" y="18752"/>
                    </a:moveTo>
                    <a:lnTo>
                      <a:pt x="170892" y="18752"/>
                    </a:lnTo>
                    <a:lnTo>
                      <a:pt x="255501" y="150911"/>
                    </a:lnTo>
                    <a:cubicBezTo>
                      <a:pt x="259519" y="157162"/>
                      <a:pt x="261901" y="161143"/>
                      <a:pt x="262645" y="162855"/>
                    </a:cubicBezTo>
                    <a:lnTo>
                      <a:pt x="263091" y="162855"/>
                    </a:lnTo>
                    <a:cubicBezTo>
                      <a:pt x="262347" y="157944"/>
                      <a:pt x="261975" y="149535"/>
                      <a:pt x="261975" y="137629"/>
                    </a:cubicBezTo>
                    <a:lnTo>
                      <a:pt x="261975" y="18752"/>
                    </a:lnTo>
                    <a:lnTo>
                      <a:pt x="284076" y="18752"/>
                    </a:lnTo>
                    <a:lnTo>
                      <a:pt x="284076" y="191653"/>
                    </a:lnTo>
                    <a:lnTo>
                      <a:pt x="257622" y="191653"/>
                    </a:lnTo>
                    <a:lnTo>
                      <a:pt x="170669" y="57150"/>
                    </a:lnTo>
                    <a:cubicBezTo>
                      <a:pt x="168213" y="53355"/>
                      <a:pt x="166241" y="49597"/>
                      <a:pt x="164753" y="45876"/>
                    </a:cubicBezTo>
                    <a:lnTo>
                      <a:pt x="164083" y="45876"/>
                    </a:lnTo>
                    <a:cubicBezTo>
                      <a:pt x="164679" y="49746"/>
                      <a:pt x="164976" y="57819"/>
                      <a:pt x="164976" y="70098"/>
                    </a:cubicBezTo>
                    <a:lnTo>
                      <a:pt x="164976" y="191653"/>
                    </a:lnTo>
                    <a:lnTo>
                      <a:pt x="142875" y="191653"/>
                    </a:lnTo>
                    <a:close/>
                    <a:moveTo>
                      <a:pt x="0" y="18752"/>
                    </a:moveTo>
                    <a:lnTo>
                      <a:pt x="49114" y="18752"/>
                    </a:lnTo>
                    <a:cubicBezTo>
                      <a:pt x="67792" y="18752"/>
                      <a:pt x="82284" y="23254"/>
                      <a:pt x="92590" y="32258"/>
                    </a:cubicBezTo>
                    <a:cubicBezTo>
                      <a:pt x="102897" y="41262"/>
                      <a:pt x="108050" y="54136"/>
                      <a:pt x="108050" y="70879"/>
                    </a:cubicBezTo>
                    <a:cubicBezTo>
                      <a:pt x="108050" y="87846"/>
                      <a:pt x="102022" y="101594"/>
                      <a:pt x="89967" y="112123"/>
                    </a:cubicBezTo>
                    <a:cubicBezTo>
                      <a:pt x="77912" y="122653"/>
                      <a:pt x="62843" y="127620"/>
                      <a:pt x="44761" y="127025"/>
                    </a:cubicBezTo>
                    <a:lnTo>
                      <a:pt x="22325" y="127025"/>
                    </a:lnTo>
                    <a:lnTo>
                      <a:pt x="22325" y="191653"/>
                    </a:lnTo>
                    <a:lnTo>
                      <a:pt x="0" y="191653"/>
                    </a:lnTo>
                    <a:close/>
                    <a:moveTo>
                      <a:pt x="454819" y="1562"/>
                    </a:moveTo>
                    <a:lnTo>
                      <a:pt x="472679" y="1562"/>
                    </a:lnTo>
                    <a:lnTo>
                      <a:pt x="472679" y="37281"/>
                    </a:lnTo>
                    <a:lnTo>
                      <a:pt x="535186" y="37281"/>
                    </a:lnTo>
                    <a:lnTo>
                      <a:pt x="535186" y="53355"/>
                    </a:lnTo>
                    <a:lnTo>
                      <a:pt x="472679" y="53355"/>
                    </a:lnTo>
                    <a:lnTo>
                      <a:pt x="472679" y="88180"/>
                    </a:lnTo>
                    <a:lnTo>
                      <a:pt x="527373" y="88180"/>
                    </a:lnTo>
                    <a:lnTo>
                      <a:pt x="527373" y="104254"/>
                    </a:lnTo>
                    <a:lnTo>
                      <a:pt x="400348" y="104254"/>
                    </a:lnTo>
                    <a:lnTo>
                      <a:pt x="400348" y="88180"/>
                    </a:lnTo>
                    <a:lnTo>
                      <a:pt x="454819" y="88180"/>
                    </a:lnTo>
                    <a:lnTo>
                      <a:pt x="454819" y="53355"/>
                    </a:lnTo>
                    <a:lnTo>
                      <a:pt x="392981" y="53355"/>
                    </a:lnTo>
                    <a:lnTo>
                      <a:pt x="392981" y="37281"/>
                    </a:lnTo>
                    <a:lnTo>
                      <a:pt x="454819" y="37281"/>
                    </a:lnTo>
                    <a:close/>
                    <a:moveTo>
                      <a:pt x="357262" y="0"/>
                    </a:moveTo>
                    <a:lnTo>
                      <a:pt x="374229" y="6697"/>
                    </a:lnTo>
                    <a:cubicBezTo>
                      <a:pt x="358155" y="38249"/>
                      <a:pt x="344984" y="61987"/>
                      <a:pt x="334715" y="77911"/>
                    </a:cubicBezTo>
                    <a:cubicBezTo>
                      <a:pt x="343347" y="77688"/>
                      <a:pt x="352351" y="77428"/>
                      <a:pt x="361727" y="77130"/>
                    </a:cubicBezTo>
                    <a:cubicBezTo>
                      <a:pt x="366787" y="68498"/>
                      <a:pt x="372071" y="59084"/>
                      <a:pt x="377577" y="48890"/>
                    </a:cubicBezTo>
                    <a:lnTo>
                      <a:pt x="394097" y="57150"/>
                    </a:lnTo>
                    <a:cubicBezTo>
                      <a:pt x="377131" y="85427"/>
                      <a:pt x="360090" y="111621"/>
                      <a:pt x="342975" y="135731"/>
                    </a:cubicBezTo>
                    <a:cubicBezTo>
                      <a:pt x="362769" y="132903"/>
                      <a:pt x="379140" y="130373"/>
                      <a:pt x="392088" y="128141"/>
                    </a:cubicBezTo>
                    <a:cubicBezTo>
                      <a:pt x="391195" y="133945"/>
                      <a:pt x="390525" y="139600"/>
                      <a:pt x="390079" y="145107"/>
                    </a:cubicBezTo>
                    <a:cubicBezTo>
                      <a:pt x="373559" y="147488"/>
                      <a:pt x="351012" y="150986"/>
                      <a:pt x="322437" y="155600"/>
                    </a:cubicBezTo>
                    <a:lnTo>
                      <a:pt x="318865" y="139080"/>
                    </a:lnTo>
                    <a:cubicBezTo>
                      <a:pt x="328390" y="129183"/>
                      <a:pt x="339738" y="113481"/>
                      <a:pt x="352909" y="91975"/>
                    </a:cubicBezTo>
                    <a:cubicBezTo>
                      <a:pt x="340408" y="92794"/>
                      <a:pt x="329059" y="93613"/>
                      <a:pt x="318865" y="94431"/>
                    </a:cubicBezTo>
                    <a:lnTo>
                      <a:pt x="314623" y="79251"/>
                    </a:lnTo>
                    <a:cubicBezTo>
                      <a:pt x="328315" y="60945"/>
                      <a:pt x="342528" y="34528"/>
                      <a:pt x="357262" y="0"/>
                    </a:cubicBezTo>
                    <a:close/>
                  </a:path>
                </a:pathLst>
              </a:custGeom>
              <a:solidFill>
                <a:srgbClr val="F19455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8" name="箭头: 上 257">
                <a:extLst>
                  <a:ext uri="{FF2B5EF4-FFF2-40B4-BE49-F238E27FC236}">
                    <a16:creationId xmlns:a16="http://schemas.microsoft.com/office/drawing/2014/main" id="{4F4911ED-6302-4F22-B83D-2CA12D29F0A4}"/>
                  </a:ext>
                </a:extLst>
              </p:cNvPr>
              <p:cNvSpPr/>
              <p:nvPr/>
            </p:nvSpPr>
            <p:spPr>
              <a:xfrm>
                <a:off x="5871998" y="2303950"/>
                <a:ext cx="240816" cy="301522"/>
              </a:xfrm>
              <a:prstGeom prst="upArrow">
                <a:avLst/>
              </a:prstGeom>
              <a:solidFill>
                <a:srgbClr val="F19455"/>
              </a:solidFill>
              <a:ln w="1270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id="{3E74869D-6200-4162-A8AC-9A93F31B8EEC}"/>
                  </a:ext>
                </a:extLst>
              </p:cNvPr>
              <p:cNvSpPr/>
              <p:nvPr/>
            </p:nvSpPr>
            <p:spPr>
              <a:xfrm>
                <a:off x="5709160" y="2771941"/>
                <a:ext cx="627020" cy="1878107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8" name="组合 7">
                <a:extLst>
                  <a:ext uri="{FF2B5EF4-FFF2-40B4-BE49-F238E27FC236}">
                    <a16:creationId xmlns:a16="http://schemas.microsoft.com/office/drawing/2014/main" id="{78C28C92-12E3-46C1-9643-37D040BF6618}"/>
                  </a:ext>
                </a:extLst>
              </p:cNvPr>
              <p:cNvGrpSpPr/>
              <p:nvPr/>
            </p:nvGrpSpPr>
            <p:grpSpPr>
              <a:xfrm>
                <a:off x="3905357" y="4588360"/>
                <a:ext cx="3689356" cy="684389"/>
                <a:chOff x="3905357" y="4588360"/>
                <a:chExt cx="3689356" cy="684389"/>
              </a:xfrm>
            </p:grpSpPr>
            <p:cxnSp>
              <p:nvCxnSpPr>
                <p:cNvPr id="3" name="直接箭头连接符 2">
                  <a:extLst>
                    <a:ext uri="{FF2B5EF4-FFF2-40B4-BE49-F238E27FC236}">
                      <a16:creationId xmlns:a16="http://schemas.microsoft.com/office/drawing/2014/main" id="{50190997-0E80-45FF-A085-9BCCAE2B81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97916" y="4588360"/>
                  <a:ext cx="0" cy="39321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直接箭头连接符 71">
                  <a:extLst>
                    <a:ext uri="{FF2B5EF4-FFF2-40B4-BE49-F238E27FC236}">
                      <a16:creationId xmlns:a16="http://schemas.microsoft.com/office/drawing/2014/main" id="{DD0D0AE6-5885-4E8F-82FB-AE1F9F8ED4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353376" y="4588360"/>
                  <a:ext cx="0" cy="39321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prstDash val="dash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6" name="文本框 75">
                  <a:extLst>
                    <a:ext uri="{FF2B5EF4-FFF2-40B4-BE49-F238E27FC236}">
                      <a16:creationId xmlns:a16="http://schemas.microsoft.com/office/drawing/2014/main" id="{CF704777-BFD0-48F8-8693-3444124F7A13}"/>
                    </a:ext>
                  </a:extLst>
                </p:cNvPr>
                <p:cNvSpPr txBox="1"/>
                <p:nvPr/>
              </p:nvSpPr>
              <p:spPr>
                <a:xfrm>
                  <a:off x="3905357" y="5055757"/>
                  <a:ext cx="439117" cy="2169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9117" h="216992">
                      <a:moveTo>
                        <a:pt x="100905" y="99120"/>
                      </a:moveTo>
                      <a:lnTo>
                        <a:pt x="100905" y="137294"/>
                      </a:lnTo>
                      <a:lnTo>
                        <a:pt x="164976" y="137294"/>
                      </a:lnTo>
                      <a:lnTo>
                        <a:pt x="164976" y="99120"/>
                      </a:lnTo>
                      <a:close/>
                      <a:moveTo>
                        <a:pt x="18529" y="99120"/>
                      </a:moveTo>
                      <a:lnTo>
                        <a:pt x="18529" y="137294"/>
                      </a:lnTo>
                      <a:lnTo>
                        <a:pt x="82376" y="137294"/>
                      </a:lnTo>
                      <a:lnTo>
                        <a:pt x="82376" y="99120"/>
                      </a:lnTo>
                      <a:close/>
                      <a:moveTo>
                        <a:pt x="100905" y="45319"/>
                      </a:moveTo>
                      <a:lnTo>
                        <a:pt x="100905" y="83270"/>
                      </a:lnTo>
                      <a:lnTo>
                        <a:pt x="164976" y="83270"/>
                      </a:lnTo>
                      <a:lnTo>
                        <a:pt x="164976" y="45319"/>
                      </a:lnTo>
                      <a:close/>
                      <a:moveTo>
                        <a:pt x="18529" y="45319"/>
                      </a:moveTo>
                      <a:lnTo>
                        <a:pt x="18529" y="83270"/>
                      </a:lnTo>
                      <a:lnTo>
                        <a:pt x="82376" y="83270"/>
                      </a:lnTo>
                      <a:lnTo>
                        <a:pt x="82376" y="45319"/>
                      </a:lnTo>
                      <a:close/>
                      <a:moveTo>
                        <a:pt x="241994" y="12056"/>
                      </a:moveTo>
                      <a:lnTo>
                        <a:pt x="416123" y="12056"/>
                      </a:lnTo>
                      <a:lnTo>
                        <a:pt x="416123" y="29468"/>
                      </a:lnTo>
                      <a:lnTo>
                        <a:pt x="341337" y="84163"/>
                      </a:lnTo>
                      <a:lnTo>
                        <a:pt x="341337" y="100013"/>
                      </a:lnTo>
                      <a:lnTo>
                        <a:pt x="439117" y="100013"/>
                      </a:lnTo>
                      <a:lnTo>
                        <a:pt x="439117" y="116756"/>
                      </a:lnTo>
                      <a:lnTo>
                        <a:pt x="341337" y="116756"/>
                      </a:lnTo>
                      <a:lnTo>
                        <a:pt x="341337" y="187077"/>
                      </a:lnTo>
                      <a:cubicBezTo>
                        <a:pt x="341337" y="207020"/>
                        <a:pt x="330919" y="216992"/>
                        <a:pt x="310083" y="216992"/>
                      </a:cubicBezTo>
                      <a:cubicBezTo>
                        <a:pt x="303237" y="216992"/>
                        <a:pt x="291480" y="216843"/>
                        <a:pt x="274811" y="216545"/>
                      </a:cubicBezTo>
                      <a:cubicBezTo>
                        <a:pt x="274216" y="210592"/>
                        <a:pt x="273323" y="203821"/>
                        <a:pt x="272132" y="196230"/>
                      </a:cubicBezTo>
                      <a:cubicBezTo>
                        <a:pt x="282997" y="197570"/>
                        <a:pt x="294456" y="198314"/>
                        <a:pt x="306511" y="198463"/>
                      </a:cubicBezTo>
                      <a:cubicBezTo>
                        <a:pt x="317078" y="198463"/>
                        <a:pt x="322362" y="193105"/>
                        <a:pt x="322362" y="182389"/>
                      </a:cubicBezTo>
                      <a:lnTo>
                        <a:pt x="322362" y="116756"/>
                      </a:lnTo>
                      <a:lnTo>
                        <a:pt x="218554" y="116756"/>
                      </a:lnTo>
                      <a:lnTo>
                        <a:pt x="218554" y="100013"/>
                      </a:lnTo>
                      <a:lnTo>
                        <a:pt x="322362" y="100013"/>
                      </a:lnTo>
                      <a:lnTo>
                        <a:pt x="322362" y="75456"/>
                      </a:lnTo>
                      <a:lnTo>
                        <a:pt x="386432" y="28799"/>
                      </a:lnTo>
                      <a:lnTo>
                        <a:pt x="241994" y="28799"/>
                      </a:lnTo>
                      <a:close/>
                      <a:moveTo>
                        <a:pt x="82376" y="0"/>
                      </a:moveTo>
                      <a:lnTo>
                        <a:pt x="100905" y="0"/>
                      </a:lnTo>
                      <a:lnTo>
                        <a:pt x="100905" y="28575"/>
                      </a:lnTo>
                      <a:lnTo>
                        <a:pt x="183505" y="28575"/>
                      </a:lnTo>
                      <a:lnTo>
                        <a:pt x="183505" y="154038"/>
                      </a:lnTo>
                      <a:lnTo>
                        <a:pt x="100905" y="154038"/>
                      </a:lnTo>
                      <a:lnTo>
                        <a:pt x="100905" y="180157"/>
                      </a:lnTo>
                      <a:cubicBezTo>
                        <a:pt x="100905" y="189235"/>
                        <a:pt x="105668" y="193775"/>
                        <a:pt x="115193" y="193775"/>
                      </a:cubicBezTo>
                      <a:lnTo>
                        <a:pt x="167432" y="193775"/>
                      </a:lnTo>
                      <a:cubicBezTo>
                        <a:pt x="177552" y="193775"/>
                        <a:pt x="183728" y="190426"/>
                        <a:pt x="185961" y="183729"/>
                      </a:cubicBezTo>
                      <a:cubicBezTo>
                        <a:pt x="188342" y="176436"/>
                        <a:pt x="190053" y="165944"/>
                        <a:pt x="191095" y="152252"/>
                      </a:cubicBezTo>
                      <a:cubicBezTo>
                        <a:pt x="195411" y="154186"/>
                        <a:pt x="201588" y="156493"/>
                        <a:pt x="209624" y="159172"/>
                      </a:cubicBezTo>
                      <a:cubicBezTo>
                        <a:pt x="207838" y="171078"/>
                        <a:pt x="205829" y="181273"/>
                        <a:pt x="203597" y="189756"/>
                      </a:cubicBezTo>
                      <a:cubicBezTo>
                        <a:pt x="199876" y="203746"/>
                        <a:pt x="189756" y="210741"/>
                        <a:pt x="173236" y="210741"/>
                      </a:cubicBezTo>
                      <a:lnTo>
                        <a:pt x="113853" y="210741"/>
                      </a:lnTo>
                      <a:cubicBezTo>
                        <a:pt x="92869" y="210741"/>
                        <a:pt x="82376" y="200472"/>
                        <a:pt x="82376" y="179934"/>
                      </a:cubicBezTo>
                      <a:lnTo>
                        <a:pt x="82376" y="154038"/>
                      </a:lnTo>
                      <a:lnTo>
                        <a:pt x="18529" y="154038"/>
                      </a:lnTo>
                      <a:lnTo>
                        <a:pt x="18529" y="169441"/>
                      </a:lnTo>
                      <a:lnTo>
                        <a:pt x="0" y="169441"/>
                      </a:lnTo>
                      <a:lnTo>
                        <a:pt x="0" y="28575"/>
                      </a:lnTo>
                      <a:lnTo>
                        <a:pt x="82376" y="28575"/>
                      </a:ln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78" name="文本框 77">
                  <a:extLst>
                    <a:ext uri="{FF2B5EF4-FFF2-40B4-BE49-F238E27FC236}">
                      <a16:creationId xmlns:a16="http://schemas.microsoft.com/office/drawing/2014/main" id="{79CBDE2B-1ECB-4875-AF3F-3633A8E59DA9}"/>
                    </a:ext>
                  </a:extLst>
                </p:cNvPr>
                <p:cNvSpPr txBox="1"/>
                <p:nvPr/>
              </p:nvSpPr>
              <p:spPr>
                <a:xfrm>
                  <a:off x="7143541" y="5038875"/>
                  <a:ext cx="451172" cy="2203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1172" h="220340">
                      <a:moveTo>
                        <a:pt x="31477" y="117425"/>
                      </a:moveTo>
                      <a:lnTo>
                        <a:pt x="190425" y="117425"/>
                      </a:lnTo>
                      <a:lnTo>
                        <a:pt x="190425" y="134392"/>
                      </a:lnTo>
                      <a:lnTo>
                        <a:pt x="120327" y="134392"/>
                      </a:lnTo>
                      <a:lnTo>
                        <a:pt x="120327" y="192881"/>
                      </a:lnTo>
                      <a:lnTo>
                        <a:pt x="213419" y="192881"/>
                      </a:lnTo>
                      <a:lnTo>
                        <a:pt x="213419" y="209847"/>
                      </a:lnTo>
                      <a:lnTo>
                        <a:pt x="8483" y="209847"/>
                      </a:lnTo>
                      <a:lnTo>
                        <a:pt x="8483" y="192881"/>
                      </a:lnTo>
                      <a:lnTo>
                        <a:pt x="101352" y="192881"/>
                      </a:lnTo>
                      <a:lnTo>
                        <a:pt x="101352" y="134392"/>
                      </a:lnTo>
                      <a:lnTo>
                        <a:pt x="31477" y="134392"/>
                      </a:lnTo>
                      <a:close/>
                      <a:moveTo>
                        <a:pt x="299591" y="85502"/>
                      </a:moveTo>
                      <a:lnTo>
                        <a:pt x="319013" y="89073"/>
                      </a:lnTo>
                      <a:cubicBezTo>
                        <a:pt x="309637" y="144586"/>
                        <a:pt x="284262" y="188342"/>
                        <a:pt x="242887" y="220340"/>
                      </a:cubicBezTo>
                      <a:cubicBezTo>
                        <a:pt x="238423" y="215577"/>
                        <a:pt x="233660" y="210740"/>
                        <a:pt x="228600" y="205829"/>
                      </a:cubicBezTo>
                      <a:cubicBezTo>
                        <a:pt x="268783" y="175171"/>
                        <a:pt x="292447" y="135061"/>
                        <a:pt x="299591" y="85502"/>
                      </a:cubicBezTo>
                      <a:close/>
                      <a:moveTo>
                        <a:pt x="374823" y="77465"/>
                      </a:moveTo>
                      <a:cubicBezTo>
                        <a:pt x="381223" y="132234"/>
                        <a:pt x="406673" y="172268"/>
                        <a:pt x="451172" y="197569"/>
                      </a:cubicBezTo>
                      <a:cubicBezTo>
                        <a:pt x="447600" y="200843"/>
                        <a:pt x="442391" y="206722"/>
                        <a:pt x="435545" y="215205"/>
                      </a:cubicBezTo>
                      <a:cubicBezTo>
                        <a:pt x="390748" y="185886"/>
                        <a:pt x="364331" y="141089"/>
                        <a:pt x="356294" y="80813"/>
                      </a:cubicBezTo>
                      <a:close/>
                      <a:moveTo>
                        <a:pt x="139080" y="58266"/>
                      </a:moveTo>
                      <a:cubicBezTo>
                        <a:pt x="170334" y="76870"/>
                        <a:pt x="197495" y="94431"/>
                        <a:pt x="220563" y="110951"/>
                      </a:cubicBezTo>
                      <a:lnTo>
                        <a:pt x="207838" y="126355"/>
                      </a:lnTo>
                      <a:cubicBezTo>
                        <a:pt x="185365" y="108793"/>
                        <a:pt x="158874" y="90413"/>
                        <a:pt x="128364" y="71214"/>
                      </a:cubicBezTo>
                      <a:close/>
                      <a:moveTo>
                        <a:pt x="81707" y="58043"/>
                      </a:moveTo>
                      <a:lnTo>
                        <a:pt x="94878" y="70768"/>
                      </a:lnTo>
                      <a:cubicBezTo>
                        <a:pt x="66005" y="93389"/>
                        <a:pt x="38844" y="111844"/>
                        <a:pt x="13394" y="126132"/>
                      </a:cubicBezTo>
                      <a:cubicBezTo>
                        <a:pt x="8781" y="120030"/>
                        <a:pt x="4316" y="115193"/>
                        <a:pt x="0" y="111621"/>
                      </a:cubicBezTo>
                      <a:cubicBezTo>
                        <a:pt x="29170" y="96738"/>
                        <a:pt x="56406" y="78879"/>
                        <a:pt x="81707" y="58043"/>
                      </a:cubicBezTo>
                      <a:close/>
                      <a:moveTo>
                        <a:pt x="338435" y="893"/>
                      </a:moveTo>
                      <a:cubicBezTo>
                        <a:pt x="346323" y="12353"/>
                        <a:pt x="352723" y="22622"/>
                        <a:pt x="357634" y="31700"/>
                      </a:cubicBezTo>
                      <a:lnTo>
                        <a:pt x="345690" y="38174"/>
                      </a:lnTo>
                      <a:lnTo>
                        <a:pt x="439117" y="38174"/>
                      </a:lnTo>
                      <a:lnTo>
                        <a:pt x="439117" y="84162"/>
                      </a:lnTo>
                      <a:lnTo>
                        <a:pt x="420811" y="84162"/>
                      </a:lnTo>
                      <a:lnTo>
                        <a:pt x="420811" y="54694"/>
                      </a:lnTo>
                      <a:lnTo>
                        <a:pt x="258291" y="54694"/>
                      </a:lnTo>
                      <a:lnTo>
                        <a:pt x="258291" y="84162"/>
                      </a:lnTo>
                      <a:lnTo>
                        <a:pt x="239985" y="84162"/>
                      </a:lnTo>
                      <a:lnTo>
                        <a:pt x="239985" y="38174"/>
                      </a:lnTo>
                      <a:lnTo>
                        <a:pt x="338881" y="38174"/>
                      </a:lnTo>
                      <a:cubicBezTo>
                        <a:pt x="334491" y="29840"/>
                        <a:pt x="328984" y="20389"/>
                        <a:pt x="322362" y="9822"/>
                      </a:cubicBezTo>
                      <a:close/>
                      <a:moveTo>
                        <a:pt x="110505" y="0"/>
                      </a:moveTo>
                      <a:cubicBezTo>
                        <a:pt x="116607" y="8781"/>
                        <a:pt x="121890" y="17413"/>
                        <a:pt x="126355" y="25896"/>
                      </a:cubicBezTo>
                      <a:lnTo>
                        <a:pt x="118207" y="29914"/>
                      </a:lnTo>
                      <a:lnTo>
                        <a:pt x="212303" y="29914"/>
                      </a:lnTo>
                      <a:lnTo>
                        <a:pt x="212303" y="73223"/>
                      </a:lnTo>
                      <a:lnTo>
                        <a:pt x="193997" y="73223"/>
                      </a:lnTo>
                      <a:lnTo>
                        <a:pt x="193997" y="46881"/>
                      </a:lnTo>
                      <a:lnTo>
                        <a:pt x="28128" y="46881"/>
                      </a:lnTo>
                      <a:lnTo>
                        <a:pt x="28128" y="73223"/>
                      </a:lnTo>
                      <a:lnTo>
                        <a:pt x="9823" y="73223"/>
                      </a:lnTo>
                      <a:lnTo>
                        <a:pt x="9823" y="29914"/>
                      </a:lnTo>
                      <a:lnTo>
                        <a:pt x="106821" y="29914"/>
                      </a:lnTo>
                      <a:cubicBezTo>
                        <a:pt x="103398" y="23440"/>
                        <a:pt x="99119" y="16148"/>
                        <a:pt x="93985" y="8037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658B999A-5416-4A8B-9465-CC69310833DC}"/>
                </a:ext>
              </a:extLst>
            </p:cNvPr>
            <p:cNvGrpSpPr/>
            <p:nvPr/>
          </p:nvGrpSpPr>
          <p:grpSpPr>
            <a:xfrm>
              <a:off x="6212453" y="2204582"/>
              <a:ext cx="2617539" cy="1838011"/>
              <a:chOff x="6212453" y="2204582"/>
              <a:chExt cx="2617539" cy="1838011"/>
            </a:xfrm>
          </p:grpSpPr>
          <p:sp>
            <p:nvSpPr>
              <p:cNvPr id="75" name="矩形 74">
                <a:extLst>
                  <a:ext uri="{FF2B5EF4-FFF2-40B4-BE49-F238E27FC236}">
                    <a16:creationId xmlns:a16="http://schemas.microsoft.com/office/drawing/2014/main" id="{2FDF2C2B-8055-4FFB-92DB-9CA39324BEB6}"/>
                  </a:ext>
                </a:extLst>
              </p:cNvPr>
              <p:cNvSpPr/>
              <p:nvPr/>
            </p:nvSpPr>
            <p:spPr>
              <a:xfrm>
                <a:off x="6212453" y="2629062"/>
                <a:ext cx="2617539" cy="14135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141CE85E-AB14-4685-9ACD-7C48FB151AD5}"/>
                  </a:ext>
                </a:extLst>
              </p:cNvPr>
              <p:cNvSpPr txBox="1"/>
              <p:nvPr/>
            </p:nvSpPr>
            <p:spPr>
              <a:xfrm>
                <a:off x="7179461" y="2204582"/>
                <a:ext cx="547376" cy="292221"/>
              </a:xfrm>
              <a:custGeom>
                <a:avLst/>
                <a:gdLst/>
                <a:ahLst/>
                <a:cxnLst/>
                <a:rect l="l" t="t" r="r" b="b"/>
                <a:pathLst>
                  <a:path w="281026" h="150028">
                    <a:moveTo>
                      <a:pt x="251527" y="24070"/>
                    </a:moveTo>
                    <a:cubicBezTo>
                      <a:pt x="255146" y="27810"/>
                      <a:pt x="258705" y="30283"/>
                      <a:pt x="262204" y="31490"/>
                    </a:cubicBezTo>
                    <a:cubicBezTo>
                      <a:pt x="263652" y="32093"/>
                      <a:pt x="264376" y="32696"/>
                      <a:pt x="264376" y="33299"/>
                    </a:cubicBezTo>
                    <a:cubicBezTo>
                      <a:pt x="264376" y="33903"/>
                      <a:pt x="263199" y="34747"/>
                      <a:pt x="260847" y="35833"/>
                    </a:cubicBezTo>
                    <a:cubicBezTo>
                      <a:pt x="258494" y="36919"/>
                      <a:pt x="254905" y="40719"/>
                      <a:pt x="250079" y="47235"/>
                    </a:cubicBezTo>
                    <a:cubicBezTo>
                      <a:pt x="241392" y="58938"/>
                      <a:pt x="232947" y="69313"/>
                      <a:pt x="224742" y="78362"/>
                    </a:cubicBezTo>
                    <a:lnTo>
                      <a:pt x="264376" y="120348"/>
                    </a:lnTo>
                    <a:lnTo>
                      <a:pt x="255146" y="128130"/>
                    </a:lnTo>
                    <a:cubicBezTo>
                      <a:pt x="241995" y="112566"/>
                      <a:pt x="229568" y="98511"/>
                      <a:pt x="217865" y="85963"/>
                    </a:cubicBezTo>
                    <a:cubicBezTo>
                      <a:pt x="203508" y="101165"/>
                      <a:pt x="187703" y="115160"/>
                      <a:pt x="170450" y="127949"/>
                    </a:cubicBezTo>
                    <a:cubicBezTo>
                      <a:pt x="169605" y="123847"/>
                      <a:pt x="166589" y="120590"/>
                      <a:pt x="161401" y="118177"/>
                    </a:cubicBezTo>
                    <a:cubicBezTo>
                      <a:pt x="177689" y="109007"/>
                      <a:pt x="194218" y="95856"/>
                      <a:pt x="210988" y="78724"/>
                    </a:cubicBezTo>
                    <a:cubicBezTo>
                      <a:pt x="196390" y="63281"/>
                      <a:pt x="182394" y="49406"/>
                      <a:pt x="169002" y="37100"/>
                    </a:cubicBezTo>
                    <a:lnTo>
                      <a:pt x="176422" y="30766"/>
                    </a:lnTo>
                    <a:cubicBezTo>
                      <a:pt x="193675" y="47174"/>
                      <a:pt x="207550" y="60687"/>
                      <a:pt x="218046" y="71304"/>
                    </a:cubicBezTo>
                    <a:cubicBezTo>
                      <a:pt x="233127" y="54413"/>
                      <a:pt x="244288" y="38668"/>
                      <a:pt x="251527" y="24070"/>
                    </a:cubicBezTo>
                    <a:close/>
                    <a:moveTo>
                      <a:pt x="141132" y="6877"/>
                    </a:moveTo>
                    <a:cubicBezTo>
                      <a:pt x="147647" y="8084"/>
                      <a:pt x="170269" y="8687"/>
                      <a:pt x="208997" y="8687"/>
                    </a:cubicBezTo>
                    <a:cubicBezTo>
                      <a:pt x="247726" y="8687"/>
                      <a:pt x="269624" y="8084"/>
                      <a:pt x="274692" y="6877"/>
                    </a:cubicBezTo>
                    <a:lnTo>
                      <a:pt x="274692" y="20088"/>
                    </a:lnTo>
                    <a:cubicBezTo>
                      <a:pt x="266005" y="18761"/>
                      <a:pt x="244589" y="18098"/>
                      <a:pt x="210445" y="18098"/>
                    </a:cubicBezTo>
                    <a:lnTo>
                      <a:pt x="152895" y="18098"/>
                    </a:lnTo>
                    <a:lnTo>
                      <a:pt x="152895" y="138808"/>
                    </a:lnTo>
                    <a:lnTo>
                      <a:pt x="218227" y="138808"/>
                    </a:lnTo>
                    <a:cubicBezTo>
                      <a:pt x="251165" y="138808"/>
                      <a:pt x="272098" y="138144"/>
                      <a:pt x="281026" y="136817"/>
                    </a:cubicBezTo>
                    <a:lnTo>
                      <a:pt x="281026" y="150028"/>
                    </a:lnTo>
                    <a:cubicBezTo>
                      <a:pt x="274390" y="148701"/>
                      <a:pt x="251044" y="148038"/>
                      <a:pt x="210988" y="148038"/>
                    </a:cubicBezTo>
                    <a:cubicBezTo>
                      <a:pt x="170932" y="148038"/>
                      <a:pt x="147647" y="148701"/>
                      <a:pt x="141132" y="150028"/>
                    </a:cubicBezTo>
                    <a:cubicBezTo>
                      <a:pt x="141735" y="140497"/>
                      <a:pt x="142037" y="130785"/>
                      <a:pt x="142037" y="120891"/>
                    </a:cubicBezTo>
                    <a:lnTo>
                      <a:pt x="142037" y="36195"/>
                    </a:lnTo>
                    <a:cubicBezTo>
                      <a:pt x="142037" y="24492"/>
                      <a:pt x="141735" y="14719"/>
                      <a:pt x="141132" y="6877"/>
                    </a:cubicBezTo>
                    <a:close/>
                    <a:moveTo>
                      <a:pt x="0" y="0"/>
                    </a:moveTo>
                    <a:lnTo>
                      <a:pt x="2896" y="0"/>
                    </a:lnTo>
                    <a:lnTo>
                      <a:pt x="89221" y="99536"/>
                    </a:lnTo>
                    <a:lnTo>
                      <a:pt x="89221" y="0"/>
                    </a:lnTo>
                    <a:lnTo>
                      <a:pt x="102070" y="0"/>
                    </a:lnTo>
                    <a:lnTo>
                      <a:pt x="102070" y="129940"/>
                    </a:lnTo>
                    <a:lnTo>
                      <a:pt x="99174" y="129940"/>
                    </a:lnTo>
                    <a:lnTo>
                      <a:pt x="13392" y="31671"/>
                    </a:lnTo>
                    <a:lnTo>
                      <a:pt x="13392" y="129940"/>
                    </a:lnTo>
                    <a:lnTo>
                      <a:pt x="0" y="12994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4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grpSp>
            <p:nvGrpSpPr>
              <p:cNvPr id="79" name="组合 78">
                <a:extLst>
                  <a:ext uri="{FF2B5EF4-FFF2-40B4-BE49-F238E27FC236}">
                    <a16:creationId xmlns:a16="http://schemas.microsoft.com/office/drawing/2014/main" id="{9E65F116-6CE5-4BCD-AEF3-E720B90C5F56}"/>
                  </a:ext>
                </a:extLst>
              </p:cNvPr>
              <p:cNvGrpSpPr/>
              <p:nvPr/>
            </p:nvGrpSpPr>
            <p:grpSpPr>
              <a:xfrm>
                <a:off x="6284486" y="2688142"/>
                <a:ext cx="2235980" cy="1298578"/>
                <a:chOff x="1214405" y="4590491"/>
                <a:chExt cx="2970865" cy="1725373"/>
              </a:xfrm>
            </p:grpSpPr>
            <p:grpSp>
              <p:nvGrpSpPr>
                <p:cNvPr id="80" name="组合 79">
                  <a:extLst>
                    <a:ext uri="{FF2B5EF4-FFF2-40B4-BE49-F238E27FC236}">
                      <a16:creationId xmlns:a16="http://schemas.microsoft.com/office/drawing/2014/main" id="{92C308AE-EEA5-4364-A109-F2AEE3102F4E}"/>
                    </a:ext>
                  </a:extLst>
                </p:cNvPr>
                <p:cNvGrpSpPr/>
                <p:nvPr/>
              </p:nvGrpSpPr>
              <p:grpSpPr>
                <a:xfrm>
                  <a:off x="1214405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05" name="椭圆 104">
                    <a:extLst>
                      <a:ext uri="{FF2B5EF4-FFF2-40B4-BE49-F238E27FC236}">
                        <a16:creationId xmlns:a16="http://schemas.microsoft.com/office/drawing/2014/main" id="{7FC7F824-FA82-4506-B3A5-5F991CF9C873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6" name="椭圆 105">
                    <a:extLst>
                      <a:ext uri="{FF2B5EF4-FFF2-40B4-BE49-F238E27FC236}">
                        <a16:creationId xmlns:a16="http://schemas.microsoft.com/office/drawing/2014/main" id="{7008C47A-F458-4987-A2EC-8AA7B729D107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7" name="椭圆 106">
                    <a:extLst>
                      <a:ext uri="{FF2B5EF4-FFF2-40B4-BE49-F238E27FC236}">
                        <a16:creationId xmlns:a16="http://schemas.microsoft.com/office/drawing/2014/main" id="{9F081378-6BBA-45F8-852C-6434571F69D4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8" name="椭圆 107">
                    <a:extLst>
                      <a:ext uri="{FF2B5EF4-FFF2-40B4-BE49-F238E27FC236}">
                        <a16:creationId xmlns:a16="http://schemas.microsoft.com/office/drawing/2014/main" id="{B8A30982-BFBB-4209-8114-9EF68BE7303B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9" name="椭圆 108">
                    <a:extLst>
                      <a:ext uri="{FF2B5EF4-FFF2-40B4-BE49-F238E27FC236}">
                        <a16:creationId xmlns:a16="http://schemas.microsoft.com/office/drawing/2014/main" id="{E583FADE-0FB5-4478-B4C2-29504986CD7C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81" name="组合 80">
                  <a:extLst>
                    <a:ext uri="{FF2B5EF4-FFF2-40B4-BE49-F238E27FC236}">
                      <a16:creationId xmlns:a16="http://schemas.microsoft.com/office/drawing/2014/main" id="{54621AAF-FB0B-4D4B-AD8C-B8C33728D135}"/>
                    </a:ext>
                  </a:extLst>
                </p:cNvPr>
                <p:cNvGrpSpPr/>
                <p:nvPr/>
              </p:nvGrpSpPr>
              <p:grpSpPr>
                <a:xfrm>
                  <a:off x="4100769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00" name="椭圆 99">
                    <a:extLst>
                      <a:ext uri="{FF2B5EF4-FFF2-40B4-BE49-F238E27FC236}">
                        <a16:creationId xmlns:a16="http://schemas.microsoft.com/office/drawing/2014/main" id="{352D216D-A512-410E-87C0-78266FFD7687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1" name="椭圆 100">
                    <a:extLst>
                      <a:ext uri="{FF2B5EF4-FFF2-40B4-BE49-F238E27FC236}">
                        <a16:creationId xmlns:a16="http://schemas.microsoft.com/office/drawing/2014/main" id="{E1FBE97F-442C-44DA-81E1-CFF4EA7D8DC7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2" name="椭圆 101">
                    <a:extLst>
                      <a:ext uri="{FF2B5EF4-FFF2-40B4-BE49-F238E27FC236}">
                        <a16:creationId xmlns:a16="http://schemas.microsoft.com/office/drawing/2014/main" id="{5228C30F-30E3-4A90-BBC5-CD2950FAF7CF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3" name="椭圆 102">
                    <a:extLst>
                      <a:ext uri="{FF2B5EF4-FFF2-40B4-BE49-F238E27FC236}">
                        <a16:creationId xmlns:a16="http://schemas.microsoft.com/office/drawing/2014/main" id="{61E414DD-387A-44FC-B430-571D7493FA2D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4" name="椭圆 103">
                    <a:extLst>
                      <a:ext uri="{FF2B5EF4-FFF2-40B4-BE49-F238E27FC236}">
                        <a16:creationId xmlns:a16="http://schemas.microsoft.com/office/drawing/2014/main" id="{56B0B711-33A9-4C53-AEF2-AB4740525BB1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82" name="组合 81">
                  <a:extLst>
                    <a:ext uri="{FF2B5EF4-FFF2-40B4-BE49-F238E27FC236}">
                      <a16:creationId xmlns:a16="http://schemas.microsoft.com/office/drawing/2014/main" id="{5A11DCE2-E524-4F97-A41E-3B749C7F7862}"/>
                    </a:ext>
                  </a:extLst>
                </p:cNvPr>
                <p:cNvGrpSpPr/>
                <p:nvPr/>
              </p:nvGrpSpPr>
              <p:grpSpPr>
                <a:xfrm>
                  <a:off x="1935996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95" name="椭圆 94">
                    <a:extLst>
                      <a:ext uri="{FF2B5EF4-FFF2-40B4-BE49-F238E27FC236}">
                        <a16:creationId xmlns:a16="http://schemas.microsoft.com/office/drawing/2014/main" id="{2D955B30-A802-4ABA-A8EE-92EFC44AFDF7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6" name="椭圆 95">
                    <a:extLst>
                      <a:ext uri="{FF2B5EF4-FFF2-40B4-BE49-F238E27FC236}">
                        <a16:creationId xmlns:a16="http://schemas.microsoft.com/office/drawing/2014/main" id="{E3BE0C17-6651-40A7-AFF8-680A844E05D0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7" name="椭圆 96">
                    <a:extLst>
                      <a:ext uri="{FF2B5EF4-FFF2-40B4-BE49-F238E27FC236}">
                        <a16:creationId xmlns:a16="http://schemas.microsoft.com/office/drawing/2014/main" id="{0DE2204E-9EA8-4E8E-90B0-CD3CA00BC90D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8" name="椭圆 97">
                    <a:extLst>
                      <a:ext uri="{FF2B5EF4-FFF2-40B4-BE49-F238E27FC236}">
                        <a16:creationId xmlns:a16="http://schemas.microsoft.com/office/drawing/2014/main" id="{DD8C8FFE-80C4-4446-AE9B-922C6814BF0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9" name="椭圆 98">
                    <a:extLst>
                      <a:ext uri="{FF2B5EF4-FFF2-40B4-BE49-F238E27FC236}">
                        <a16:creationId xmlns:a16="http://schemas.microsoft.com/office/drawing/2014/main" id="{EEB8BFF1-7AFD-41B7-93C6-222B6CE85DA3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83" name="组合 82">
                  <a:extLst>
                    <a:ext uri="{FF2B5EF4-FFF2-40B4-BE49-F238E27FC236}">
                      <a16:creationId xmlns:a16="http://schemas.microsoft.com/office/drawing/2014/main" id="{2E7748AA-0D80-4A7A-A32D-76473605E51A}"/>
                    </a:ext>
                  </a:extLst>
                </p:cNvPr>
                <p:cNvGrpSpPr/>
                <p:nvPr/>
              </p:nvGrpSpPr>
              <p:grpSpPr>
                <a:xfrm>
                  <a:off x="2657587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90" name="椭圆 89">
                    <a:extLst>
                      <a:ext uri="{FF2B5EF4-FFF2-40B4-BE49-F238E27FC236}">
                        <a16:creationId xmlns:a16="http://schemas.microsoft.com/office/drawing/2014/main" id="{AB7989DF-D4C9-4B5A-B82B-F0F0C7C66205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1" name="椭圆 90">
                    <a:extLst>
                      <a:ext uri="{FF2B5EF4-FFF2-40B4-BE49-F238E27FC236}">
                        <a16:creationId xmlns:a16="http://schemas.microsoft.com/office/drawing/2014/main" id="{DFEB223A-C5DC-442B-95B4-830691847AE1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2" name="椭圆 91">
                    <a:extLst>
                      <a:ext uri="{FF2B5EF4-FFF2-40B4-BE49-F238E27FC236}">
                        <a16:creationId xmlns:a16="http://schemas.microsoft.com/office/drawing/2014/main" id="{BF6CF8F2-3446-43CF-B506-6885E5252862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3" name="椭圆 92">
                    <a:extLst>
                      <a:ext uri="{FF2B5EF4-FFF2-40B4-BE49-F238E27FC236}">
                        <a16:creationId xmlns:a16="http://schemas.microsoft.com/office/drawing/2014/main" id="{993F0144-DC09-42EC-A635-D961D307E420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4" name="椭圆 93">
                    <a:extLst>
                      <a:ext uri="{FF2B5EF4-FFF2-40B4-BE49-F238E27FC236}">
                        <a16:creationId xmlns:a16="http://schemas.microsoft.com/office/drawing/2014/main" id="{D3140B42-B51E-4E2B-AC93-5151DD58DA1E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84" name="组合 83">
                  <a:extLst>
                    <a:ext uri="{FF2B5EF4-FFF2-40B4-BE49-F238E27FC236}">
                      <a16:creationId xmlns:a16="http://schemas.microsoft.com/office/drawing/2014/main" id="{7C183614-25B6-44A1-8A4C-9761D3ABE670}"/>
                    </a:ext>
                  </a:extLst>
                </p:cNvPr>
                <p:cNvGrpSpPr/>
                <p:nvPr/>
              </p:nvGrpSpPr>
              <p:grpSpPr>
                <a:xfrm>
                  <a:off x="3379178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85" name="椭圆 84">
                    <a:extLst>
                      <a:ext uri="{FF2B5EF4-FFF2-40B4-BE49-F238E27FC236}">
                        <a16:creationId xmlns:a16="http://schemas.microsoft.com/office/drawing/2014/main" id="{83044E76-3DBC-4B0C-BE1D-87E5718E8E2F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6" name="椭圆 85">
                    <a:extLst>
                      <a:ext uri="{FF2B5EF4-FFF2-40B4-BE49-F238E27FC236}">
                        <a16:creationId xmlns:a16="http://schemas.microsoft.com/office/drawing/2014/main" id="{DAEEB7AB-8972-45AB-957B-C910D2045166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7" name="椭圆 86">
                    <a:extLst>
                      <a:ext uri="{FF2B5EF4-FFF2-40B4-BE49-F238E27FC236}">
                        <a16:creationId xmlns:a16="http://schemas.microsoft.com/office/drawing/2014/main" id="{5D0C18F5-1F90-47AA-B0DF-86ECC460EBB9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8" name="椭圆 87">
                    <a:extLst>
                      <a:ext uri="{FF2B5EF4-FFF2-40B4-BE49-F238E27FC236}">
                        <a16:creationId xmlns:a16="http://schemas.microsoft.com/office/drawing/2014/main" id="{8B823360-C1B2-462E-9ED4-62E7257AD61D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9" name="椭圆 88">
                    <a:extLst>
                      <a:ext uri="{FF2B5EF4-FFF2-40B4-BE49-F238E27FC236}">
                        <a16:creationId xmlns:a16="http://schemas.microsoft.com/office/drawing/2014/main" id="{BA83F1F6-19B3-4835-8638-63B8C737F2AB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</p:grpSp>
        <p:sp>
          <p:nvSpPr>
            <p:cNvPr id="145" name="箭头: 上 144">
              <a:extLst>
                <a:ext uri="{FF2B5EF4-FFF2-40B4-BE49-F238E27FC236}">
                  <a16:creationId xmlns:a16="http://schemas.microsoft.com/office/drawing/2014/main" id="{226E3EA5-12F3-476A-BB77-9421568BB8EB}"/>
                </a:ext>
              </a:extLst>
            </p:cNvPr>
            <p:cNvSpPr/>
            <p:nvPr/>
          </p:nvSpPr>
          <p:spPr>
            <a:xfrm>
              <a:off x="8517815" y="2293129"/>
              <a:ext cx="179774" cy="227556"/>
            </a:xfrm>
            <a:prstGeom prst="upArrow">
              <a:avLst/>
            </a:prstGeom>
            <a:solidFill>
              <a:srgbClr val="7030A0"/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6" name="矩形 145">
              <a:extLst>
                <a:ext uri="{FF2B5EF4-FFF2-40B4-BE49-F238E27FC236}">
                  <a16:creationId xmlns:a16="http://schemas.microsoft.com/office/drawing/2014/main" id="{3621506E-85C5-4960-80C3-77F4724D7DF4}"/>
                </a:ext>
              </a:extLst>
            </p:cNvPr>
            <p:cNvSpPr/>
            <p:nvPr/>
          </p:nvSpPr>
          <p:spPr>
            <a:xfrm>
              <a:off x="8346488" y="2633657"/>
              <a:ext cx="468084" cy="1417389"/>
            </a:xfrm>
            <a:prstGeom prst="rect">
              <a:avLst/>
            </a:prstGeom>
            <a:solidFill>
              <a:srgbClr val="7030A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E1221FEC-8AC5-4604-880C-BDDA92EA11D1}"/>
                </a:ext>
              </a:extLst>
            </p:cNvPr>
            <p:cNvGrpSpPr/>
            <p:nvPr/>
          </p:nvGrpSpPr>
          <p:grpSpPr>
            <a:xfrm>
              <a:off x="8811878" y="2171288"/>
              <a:ext cx="2750945" cy="1890835"/>
              <a:chOff x="8811878" y="2171288"/>
              <a:chExt cx="2750945" cy="1890835"/>
            </a:xfrm>
          </p:grpSpPr>
          <p:sp>
            <p:nvSpPr>
              <p:cNvPr id="111" name="矩形 110">
                <a:extLst>
                  <a:ext uri="{FF2B5EF4-FFF2-40B4-BE49-F238E27FC236}">
                    <a16:creationId xmlns:a16="http://schemas.microsoft.com/office/drawing/2014/main" id="{08F4C3B6-8578-4F9F-9669-C7CE30B3508C}"/>
                  </a:ext>
                </a:extLst>
              </p:cNvPr>
              <p:cNvSpPr/>
              <p:nvPr/>
            </p:nvSpPr>
            <p:spPr>
              <a:xfrm>
                <a:off x="8811878" y="2644734"/>
                <a:ext cx="2750945" cy="1417389"/>
              </a:xfrm>
              <a:prstGeom prst="rect">
                <a:avLst/>
              </a:prstGeom>
              <a:solidFill>
                <a:srgbClr val="00B0F0"/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185F3743-E188-4413-ABFF-DBDCB75B6A2C}"/>
                  </a:ext>
                </a:extLst>
              </p:cNvPr>
              <p:cNvSpPr txBox="1"/>
              <p:nvPr/>
            </p:nvSpPr>
            <p:spPr>
              <a:xfrm>
                <a:off x="10013031" y="2171288"/>
                <a:ext cx="591145" cy="294085"/>
              </a:xfrm>
              <a:custGeom>
                <a:avLst/>
                <a:gdLst/>
                <a:ahLst/>
                <a:cxnLst/>
                <a:rect l="l" t="t" r="r" b="b"/>
                <a:pathLst>
                  <a:path w="591145" h="294085">
                    <a:moveTo>
                      <a:pt x="62805" y="190500"/>
                    </a:moveTo>
                    <a:cubicBezTo>
                      <a:pt x="77291" y="205185"/>
                      <a:pt x="91479" y="220465"/>
                      <a:pt x="105370" y="236340"/>
                    </a:cubicBezTo>
                    <a:lnTo>
                      <a:pt x="85129" y="252413"/>
                    </a:lnTo>
                    <a:cubicBezTo>
                      <a:pt x="73223" y="236736"/>
                      <a:pt x="59928" y="220762"/>
                      <a:pt x="45243" y="204490"/>
                    </a:cubicBezTo>
                    <a:close/>
                    <a:moveTo>
                      <a:pt x="233362" y="189905"/>
                    </a:moveTo>
                    <a:lnTo>
                      <a:pt x="254198" y="203300"/>
                    </a:lnTo>
                    <a:cubicBezTo>
                      <a:pt x="240307" y="220564"/>
                      <a:pt x="225722" y="237133"/>
                      <a:pt x="210442" y="253008"/>
                    </a:cubicBezTo>
                    <a:lnTo>
                      <a:pt x="192583" y="238721"/>
                    </a:lnTo>
                    <a:cubicBezTo>
                      <a:pt x="208657" y="222052"/>
                      <a:pt x="222249" y="205780"/>
                      <a:pt x="233362" y="189905"/>
                    </a:cubicBezTo>
                    <a:close/>
                    <a:moveTo>
                      <a:pt x="490834" y="139304"/>
                    </a:moveTo>
                    <a:lnTo>
                      <a:pt x="490834" y="161330"/>
                    </a:lnTo>
                    <a:lnTo>
                      <a:pt x="552747" y="161330"/>
                    </a:lnTo>
                    <a:lnTo>
                      <a:pt x="552747" y="139304"/>
                    </a:lnTo>
                    <a:close/>
                    <a:moveTo>
                      <a:pt x="411063" y="139304"/>
                    </a:moveTo>
                    <a:lnTo>
                      <a:pt x="411063" y="161330"/>
                    </a:lnTo>
                    <a:lnTo>
                      <a:pt x="471487" y="161330"/>
                    </a:lnTo>
                    <a:lnTo>
                      <a:pt x="471487" y="139304"/>
                    </a:lnTo>
                    <a:close/>
                    <a:moveTo>
                      <a:pt x="581024" y="82451"/>
                    </a:moveTo>
                    <a:lnTo>
                      <a:pt x="585787" y="99715"/>
                    </a:lnTo>
                    <a:cubicBezTo>
                      <a:pt x="559990" y="101104"/>
                      <a:pt x="528339" y="102493"/>
                      <a:pt x="490834" y="103882"/>
                    </a:cubicBezTo>
                    <a:lnTo>
                      <a:pt x="490834" y="123230"/>
                    </a:lnTo>
                    <a:lnTo>
                      <a:pt x="572392" y="123230"/>
                    </a:lnTo>
                    <a:lnTo>
                      <a:pt x="572392" y="183357"/>
                    </a:lnTo>
                    <a:lnTo>
                      <a:pt x="552747" y="183357"/>
                    </a:lnTo>
                    <a:lnTo>
                      <a:pt x="552747" y="177404"/>
                    </a:lnTo>
                    <a:lnTo>
                      <a:pt x="490834" y="177404"/>
                    </a:lnTo>
                    <a:lnTo>
                      <a:pt x="490834" y="196454"/>
                    </a:lnTo>
                    <a:lnTo>
                      <a:pt x="591145" y="196454"/>
                    </a:lnTo>
                    <a:lnTo>
                      <a:pt x="591145" y="261045"/>
                    </a:lnTo>
                    <a:cubicBezTo>
                      <a:pt x="591145" y="281286"/>
                      <a:pt x="581123" y="291406"/>
                      <a:pt x="561081" y="291406"/>
                    </a:cubicBezTo>
                    <a:cubicBezTo>
                      <a:pt x="551159" y="291406"/>
                      <a:pt x="538757" y="291208"/>
                      <a:pt x="523874" y="290811"/>
                    </a:cubicBezTo>
                    <a:cubicBezTo>
                      <a:pt x="522882" y="285254"/>
                      <a:pt x="521394" y="278408"/>
                      <a:pt x="519409" y="270272"/>
                    </a:cubicBezTo>
                    <a:cubicBezTo>
                      <a:pt x="533300" y="271463"/>
                      <a:pt x="545107" y="272058"/>
                      <a:pt x="554831" y="272058"/>
                    </a:cubicBezTo>
                    <a:cubicBezTo>
                      <a:pt x="565546" y="272058"/>
                      <a:pt x="570904" y="266998"/>
                      <a:pt x="570904" y="256878"/>
                    </a:cubicBezTo>
                    <a:lnTo>
                      <a:pt x="570904" y="212527"/>
                    </a:lnTo>
                    <a:lnTo>
                      <a:pt x="490834" y="212527"/>
                    </a:lnTo>
                    <a:lnTo>
                      <a:pt x="490834" y="239018"/>
                    </a:lnTo>
                    <a:cubicBezTo>
                      <a:pt x="502344" y="238423"/>
                      <a:pt x="513754" y="237729"/>
                      <a:pt x="525065" y="236935"/>
                    </a:cubicBezTo>
                    <a:cubicBezTo>
                      <a:pt x="522882" y="232371"/>
                      <a:pt x="520600" y="227807"/>
                      <a:pt x="518219" y="223243"/>
                    </a:cubicBezTo>
                    <a:lnTo>
                      <a:pt x="534292" y="215801"/>
                    </a:lnTo>
                    <a:cubicBezTo>
                      <a:pt x="541436" y="228700"/>
                      <a:pt x="548580" y="242590"/>
                      <a:pt x="555723" y="257473"/>
                    </a:cubicBezTo>
                    <a:lnTo>
                      <a:pt x="538162" y="265510"/>
                    </a:lnTo>
                    <a:cubicBezTo>
                      <a:pt x="536376" y="261343"/>
                      <a:pt x="534590" y="257275"/>
                      <a:pt x="532804" y="253306"/>
                    </a:cubicBezTo>
                    <a:cubicBezTo>
                      <a:pt x="499466" y="254695"/>
                      <a:pt x="462160" y="257374"/>
                      <a:pt x="420885" y="261343"/>
                    </a:cubicBezTo>
                    <a:lnTo>
                      <a:pt x="417314" y="242293"/>
                    </a:lnTo>
                    <a:cubicBezTo>
                      <a:pt x="435570" y="241697"/>
                      <a:pt x="453628" y="240904"/>
                      <a:pt x="471487" y="239911"/>
                    </a:cubicBezTo>
                    <a:lnTo>
                      <a:pt x="471487" y="212527"/>
                    </a:lnTo>
                    <a:lnTo>
                      <a:pt x="397668" y="212527"/>
                    </a:lnTo>
                    <a:lnTo>
                      <a:pt x="397668" y="292894"/>
                    </a:lnTo>
                    <a:lnTo>
                      <a:pt x="377428" y="292894"/>
                    </a:lnTo>
                    <a:lnTo>
                      <a:pt x="377428" y="196454"/>
                    </a:lnTo>
                    <a:lnTo>
                      <a:pt x="471487" y="196454"/>
                    </a:lnTo>
                    <a:lnTo>
                      <a:pt x="471487" y="177404"/>
                    </a:lnTo>
                    <a:lnTo>
                      <a:pt x="411063" y="177404"/>
                    </a:lnTo>
                    <a:lnTo>
                      <a:pt x="411063" y="183357"/>
                    </a:lnTo>
                    <a:lnTo>
                      <a:pt x="391417" y="183357"/>
                    </a:lnTo>
                    <a:lnTo>
                      <a:pt x="391417" y="123230"/>
                    </a:lnTo>
                    <a:lnTo>
                      <a:pt x="471487" y="123230"/>
                    </a:lnTo>
                    <a:lnTo>
                      <a:pt x="471487" y="104478"/>
                    </a:lnTo>
                    <a:cubicBezTo>
                      <a:pt x="442912" y="105470"/>
                      <a:pt x="411360" y="106462"/>
                      <a:pt x="376832" y="107454"/>
                    </a:cubicBezTo>
                    <a:cubicBezTo>
                      <a:pt x="375840" y="102097"/>
                      <a:pt x="374451" y="96143"/>
                      <a:pt x="372665" y="89595"/>
                    </a:cubicBezTo>
                    <a:cubicBezTo>
                      <a:pt x="467121" y="87412"/>
                      <a:pt x="536574" y="85031"/>
                      <a:pt x="581024" y="82451"/>
                    </a:cubicBezTo>
                    <a:close/>
                    <a:moveTo>
                      <a:pt x="361949" y="30361"/>
                    </a:moveTo>
                    <a:lnTo>
                      <a:pt x="361949" y="53281"/>
                    </a:lnTo>
                    <a:lnTo>
                      <a:pt x="566141" y="53281"/>
                    </a:lnTo>
                    <a:lnTo>
                      <a:pt x="566141" y="30361"/>
                    </a:lnTo>
                    <a:close/>
                    <a:moveTo>
                      <a:pt x="150316" y="25301"/>
                    </a:moveTo>
                    <a:cubicBezTo>
                      <a:pt x="129877" y="51098"/>
                      <a:pt x="100409" y="76399"/>
                      <a:pt x="61912" y="101204"/>
                    </a:cubicBezTo>
                    <a:lnTo>
                      <a:pt x="236636" y="101204"/>
                    </a:lnTo>
                    <a:cubicBezTo>
                      <a:pt x="205680" y="81558"/>
                      <a:pt x="176907" y="56257"/>
                      <a:pt x="150316" y="25301"/>
                    </a:cubicBezTo>
                    <a:close/>
                    <a:moveTo>
                      <a:pt x="341411" y="13097"/>
                    </a:moveTo>
                    <a:lnTo>
                      <a:pt x="586382" y="13097"/>
                    </a:lnTo>
                    <a:lnTo>
                      <a:pt x="586382" y="76498"/>
                    </a:lnTo>
                    <a:lnTo>
                      <a:pt x="566141" y="76498"/>
                    </a:lnTo>
                    <a:lnTo>
                      <a:pt x="566141" y="70545"/>
                    </a:lnTo>
                    <a:lnTo>
                      <a:pt x="361949" y="70545"/>
                    </a:lnTo>
                    <a:lnTo>
                      <a:pt x="361949" y="141387"/>
                    </a:lnTo>
                    <a:cubicBezTo>
                      <a:pt x="361949" y="208856"/>
                      <a:pt x="348059" y="259755"/>
                      <a:pt x="320278" y="294085"/>
                    </a:cubicBezTo>
                    <a:cubicBezTo>
                      <a:pt x="315714" y="287140"/>
                      <a:pt x="310753" y="280492"/>
                      <a:pt x="305395" y="274142"/>
                    </a:cubicBezTo>
                    <a:cubicBezTo>
                      <a:pt x="329604" y="246361"/>
                      <a:pt x="341610" y="200720"/>
                      <a:pt x="341411" y="137220"/>
                    </a:cubicBezTo>
                    <a:close/>
                    <a:moveTo>
                      <a:pt x="140196" y="0"/>
                    </a:moveTo>
                    <a:lnTo>
                      <a:pt x="172640" y="0"/>
                    </a:lnTo>
                    <a:lnTo>
                      <a:pt x="165794" y="8335"/>
                    </a:lnTo>
                    <a:cubicBezTo>
                      <a:pt x="197346" y="48618"/>
                      <a:pt x="241994" y="79971"/>
                      <a:pt x="299739" y="102394"/>
                    </a:cubicBezTo>
                    <a:cubicBezTo>
                      <a:pt x="294382" y="109935"/>
                      <a:pt x="289123" y="117872"/>
                      <a:pt x="283964" y="126207"/>
                    </a:cubicBezTo>
                    <a:cubicBezTo>
                      <a:pt x="268485" y="119658"/>
                      <a:pt x="253503" y="111820"/>
                      <a:pt x="239017" y="102692"/>
                    </a:cubicBezTo>
                    <a:lnTo>
                      <a:pt x="239017" y="122932"/>
                    </a:lnTo>
                    <a:lnTo>
                      <a:pt x="161925" y="122932"/>
                    </a:lnTo>
                    <a:lnTo>
                      <a:pt x="161925" y="164604"/>
                    </a:lnTo>
                    <a:lnTo>
                      <a:pt x="267890" y="164604"/>
                    </a:lnTo>
                    <a:lnTo>
                      <a:pt x="267890" y="186333"/>
                    </a:lnTo>
                    <a:lnTo>
                      <a:pt x="161925" y="186333"/>
                    </a:lnTo>
                    <a:lnTo>
                      <a:pt x="161925" y="258961"/>
                    </a:lnTo>
                    <a:lnTo>
                      <a:pt x="288726" y="258961"/>
                    </a:lnTo>
                    <a:lnTo>
                      <a:pt x="288726" y="280988"/>
                    </a:lnTo>
                    <a:lnTo>
                      <a:pt x="11906" y="280988"/>
                    </a:lnTo>
                    <a:lnTo>
                      <a:pt x="11906" y="258961"/>
                    </a:lnTo>
                    <a:lnTo>
                      <a:pt x="138112" y="258961"/>
                    </a:lnTo>
                    <a:lnTo>
                      <a:pt x="138112" y="186333"/>
                    </a:lnTo>
                    <a:lnTo>
                      <a:pt x="31551" y="186333"/>
                    </a:lnTo>
                    <a:lnTo>
                      <a:pt x="31551" y="164604"/>
                    </a:lnTo>
                    <a:lnTo>
                      <a:pt x="138112" y="164604"/>
                    </a:lnTo>
                    <a:lnTo>
                      <a:pt x="138112" y="122932"/>
                    </a:lnTo>
                    <a:lnTo>
                      <a:pt x="60721" y="122932"/>
                    </a:lnTo>
                    <a:lnTo>
                      <a:pt x="60721" y="102097"/>
                    </a:lnTo>
                    <a:cubicBezTo>
                      <a:pt x="46632" y="111026"/>
                      <a:pt x="31353" y="119956"/>
                      <a:pt x="14882" y="128886"/>
                    </a:cubicBezTo>
                    <a:cubicBezTo>
                      <a:pt x="10715" y="121345"/>
                      <a:pt x="5754" y="113904"/>
                      <a:pt x="0" y="106561"/>
                    </a:cubicBezTo>
                    <a:cubicBezTo>
                      <a:pt x="66079" y="75605"/>
                      <a:pt x="112811" y="40085"/>
                      <a:pt x="140196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48" name="组合 147">
                <a:extLst>
                  <a:ext uri="{FF2B5EF4-FFF2-40B4-BE49-F238E27FC236}">
                    <a16:creationId xmlns:a16="http://schemas.microsoft.com/office/drawing/2014/main" id="{3C179ABE-7E5F-413B-9D57-8B2AC7A2A069}"/>
                  </a:ext>
                </a:extLst>
              </p:cNvPr>
              <p:cNvGrpSpPr/>
              <p:nvPr/>
            </p:nvGrpSpPr>
            <p:grpSpPr>
              <a:xfrm>
                <a:off x="8947509" y="2708572"/>
                <a:ext cx="2235980" cy="1298578"/>
                <a:chOff x="1214405" y="4590491"/>
                <a:chExt cx="2970865" cy="1725373"/>
              </a:xfrm>
            </p:grpSpPr>
            <p:grpSp>
              <p:nvGrpSpPr>
                <p:cNvPr id="149" name="组合 148">
                  <a:extLst>
                    <a:ext uri="{FF2B5EF4-FFF2-40B4-BE49-F238E27FC236}">
                      <a16:creationId xmlns:a16="http://schemas.microsoft.com/office/drawing/2014/main" id="{C6A462CD-B162-4FDE-8164-F198B7B9D8EC}"/>
                    </a:ext>
                  </a:extLst>
                </p:cNvPr>
                <p:cNvGrpSpPr/>
                <p:nvPr/>
              </p:nvGrpSpPr>
              <p:grpSpPr>
                <a:xfrm>
                  <a:off x="1214405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74" name="椭圆 173">
                    <a:extLst>
                      <a:ext uri="{FF2B5EF4-FFF2-40B4-BE49-F238E27FC236}">
                        <a16:creationId xmlns:a16="http://schemas.microsoft.com/office/drawing/2014/main" id="{9C9DEBA5-42E7-4952-BDBC-3C01B03DA057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5" name="椭圆 174">
                    <a:extLst>
                      <a:ext uri="{FF2B5EF4-FFF2-40B4-BE49-F238E27FC236}">
                        <a16:creationId xmlns:a16="http://schemas.microsoft.com/office/drawing/2014/main" id="{1DB1109E-9B90-4AE8-81B5-CDFD9CA9CE25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6" name="椭圆 175">
                    <a:extLst>
                      <a:ext uri="{FF2B5EF4-FFF2-40B4-BE49-F238E27FC236}">
                        <a16:creationId xmlns:a16="http://schemas.microsoft.com/office/drawing/2014/main" id="{3F55C115-E744-464A-A1B1-4C2B81F06033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7" name="椭圆 176">
                    <a:extLst>
                      <a:ext uri="{FF2B5EF4-FFF2-40B4-BE49-F238E27FC236}">
                        <a16:creationId xmlns:a16="http://schemas.microsoft.com/office/drawing/2014/main" id="{9FBD35A1-6881-4A55-8B85-314557558B2D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8" name="椭圆 177">
                    <a:extLst>
                      <a:ext uri="{FF2B5EF4-FFF2-40B4-BE49-F238E27FC236}">
                        <a16:creationId xmlns:a16="http://schemas.microsoft.com/office/drawing/2014/main" id="{43AD4648-A2E0-437F-9B41-2FD52E9ADAE3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50" name="组合 149">
                  <a:extLst>
                    <a:ext uri="{FF2B5EF4-FFF2-40B4-BE49-F238E27FC236}">
                      <a16:creationId xmlns:a16="http://schemas.microsoft.com/office/drawing/2014/main" id="{D6DB5767-360A-426A-853D-1E7C3D417036}"/>
                    </a:ext>
                  </a:extLst>
                </p:cNvPr>
                <p:cNvGrpSpPr/>
                <p:nvPr/>
              </p:nvGrpSpPr>
              <p:grpSpPr>
                <a:xfrm>
                  <a:off x="4100769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69" name="椭圆 168">
                    <a:extLst>
                      <a:ext uri="{FF2B5EF4-FFF2-40B4-BE49-F238E27FC236}">
                        <a16:creationId xmlns:a16="http://schemas.microsoft.com/office/drawing/2014/main" id="{2F8DF6A8-B91A-4AA9-9F62-CC598873BF39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0" name="椭圆 169">
                    <a:extLst>
                      <a:ext uri="{FF2B5EF4-FFF2-40B4-BE49-F238E27FC236}">
                        <a16:creationId xmlns:a16="http://schemas.microsoft.com/office/drawing/2014/main" id="{07716E29-9047-4129-A55D-0D94109A921D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1" name="椭圆 170">
                    <a:extLst>
                      <a:ext uri="{FF2B5EF4-FFF2-40B4-BE49-F238E27FC236}">
                        <a16:creationId xmlns:a16="http://schemas.microsoft.com/office/drawing/2014/main" id="{DFD37336-27D7-4478-BCBF-D734B6499F8B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2" name="椭圆 171">
                    <a:extLst>
                      <a:ext uri="{FF2B5EF4-FFF2-40B4-BE49-F238E27FC236}">
                        <a16:creationId xmlns:a16="http://schemas.microsoft.com/office/drawing/2014/main" id="{42F2751D-497C-47D1-893E-E43679BF6EF2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3" name="椭圆 172">
                    <a:extLst>
                      <a:ext uri="{FF2B5EF4-FFF2-40B4-BE49-F238E27FC236}">
                        <a16:creationId xmlns:a16="http://schemas.microsoft.com/office/drawing/2014/main" id="{7A8F1C5F-C459-4767-81E1-6CC06D57D498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51" name="组合 150">
                  <a:extLst>
                    <a:ext uri="{FF2B5EF4-FFF2-40B4-BE49-F238E27FC236}">
                      <a16:creationId xmlns:a16="http://schemas.microsoft.com/office/drawing/2014/main" id="{BFB6CA5F-43D7-413B-88B1-93358C15649C}"/>
                    </a:ext>
                  </a:extLst>
                </p:cNvPr>
                <p:cNvGrpSpPr/>
                <p:nvPr/>
              </p:nvGrpSpPr>
              <p:grpSpPr>
                <a:xfrm>
                  <a:off x="1935996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64" name="椭圆 163">
                    <a:extLst>
                      <a:ext uri="{FF2B5EF4-FFF2-40B4-BE49-F238E27FC236}">
                        <a16:creationId xmlns:a16="http://schemas.microsoft.com/office/drawing/2014/main" id="{9B731888-5995-4BC7-87CD-EBE49391219B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5" name="椭圆 164">
                    <a:extLst>
                      <a:ext uri="{FF2B5EF4-FFF2-40B4-BE49-F238E27FC236}">
                        <a16:creationId xmlns:a16="http://schemas.microsoft.com/office/drawing/2014/main" id="{5741889B-3A30-43E3-839B-F35FE7DE1BD5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6" name="椭圆 165">
                    <a:extLst>
                      <a:ext uri="{FF2B5EF4-FFF2-40B4-BE49-F238E27FC236}">
                        <a16:creationId xmlns:a16="http://schemas.microsoft.com/office/drawing/2014/main" id="{1FB054D5-0D46-4D73-BB60-C5380BD900E8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7" name="椭圆 166">
                    <a:extLst>
                      <a:ext uri="{FF2B5EF4-FFF2-40B4-BE49-F238E27FC236}">
                        <a16:creationId xmlns:a16="http://schemas.microsoft.com/office/drawing/2014/main" id="{1292E87E-1F7E-4B22-9CF2-99D104169C8D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8" name="椭圆 167">
                    <a:extLst>
                      <a:ext uri="{FF2B5EF4-FFF2-40B4-BE49-F238E27FC236}">
                        <a16:creationId xmlns:a16="http://schemas.microsoft.com/office/drawing/2014/main" id="{0548FD8F-F951-4475-8081-E49B1FFA59A0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52" name="组合 151">
                  <a:extLst>
                    <a:ext uri="{FF2B5EF4-FFF2-40B4-BE49-F238E27FC236}">
                      <a16:creationId xmlns:a16="http://schemas.microsoft.com/office/drawing/2014/main" id="{5EADF23F-5F3D-4E05-A87A-C727CF0665D9}"/>
                    </a:ext>
                  </a:extLst>
                </p:cNvPr>
                <p:cNvGrpSpPr/>
                <p:nvPr/>
              </p:nvGrpSpPr>
              <p:grpSpPr>
                <a:xfrm>
                  <a:off x="2657587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59" name="椭圆 158">
                    <a:extLst>
                      <a:ext uri="{FF2B5EF4-FFF2-40B4-BE49-F238E27FC236}">
                        <a16:creationId xmlns:a16="http://schemas.microsoft.com/office/drawing/2014/main" id="{CFA70B11-5081-45C9-ADE1-569F4CDE100D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0" name="椭圆 159">
                    <a:extLst>
                      <a:ext uri="{FF2B5EF4-FFF2-40B4-BE49-F238E27FC236}">
                        <a16:creationId xmlns:a16="http://schemas.microsoft.com/office/drawing/2014/main" id="{FEA5D2A5-1223-4DF4-8500-C8F35E553BEF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1" name="椭圆 160">
                    <a:extLst>
                      <a:ext uri="{FF2B5EF4-FFF2-40B4-BE49-F238E27FC236}">
                        <a16:creationId xmlns:a16="http://schemas.microsoft.com/office/drawing/2014/main" id="{9D13A30D-A3E8-4FDE-9433-D086F8D1CA32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2" name="椭圆 161">
                    <a:extLst>
                      <a:ext uri="{FF2B5EF4-FFF2-40B4-BE49-F238E27FC236}">
                        <a16:creationId xmlns:a16="http://schemas.microsoft.com/office/drawing/2014/main" id="{077439AA-A69E-4BFF-9CCD-B017A01C4BE0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63" name="椭圆 162">
                    <a:extLst>
                      <a:ext uri="{FF2B5EF4-FFF2-40B4-BE49-F238E27FC236}">
                        <a16:creationId xmlns:a16="http://schemas.microsoft.com/office/drawing/2014/main" id="{4B6BF27D-E02B-4A44-8AE1-F3AB97D2C5DA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53" name="组合 152">
                  <a:extLst>
                    <a:ext uri="{FF2B5EF4-FFF2-40B4-BE49-F238E27FC236}">
                      <a16:creationId xmlns:a16="http://schemas.microsoft.com/office/drawing/2014/main" id="{61A71774-0A2C-408A-B67C-A212FF89D3BA}"/>
                    </a:ext>
                  </a:extLst>
                </p:cNvPr>
                <p:cNvGrpSpPr/>
                <p:nvPr/>
              </p:nvGrpSpPr>
              <p:grpSpPr>
                <a:xfrm>
                  <a:off x="3379178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54" name="椭圆 153">
                    <a:extLst>
                      <a:ext uri="{FF2B5EF4-FFF2-40B4-BE49-F238E27FC236}">
                        <a16:creationId xmlns:a16="http://schemas.microsoft.com/office/drawing/2014/main" id="{6BC7CEC1-4187-4119-AC04-052322FD2E15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55" name="椭圆 154">
                    <a:extLst>
                      <a:ext uri="{FF2B5EF4-FFF2-40B4-BE49-F238E27FC236}">
                        <a16:creationId xmlns:a16="http://schemas.microsoft.com/office/drawing/2014/main" id="{E3577FD6-CDB9-4C9F-945B-B8EB462F1E1B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56" name="椭圆 155">
                    <a:extLst>
                      <a:ext uri="{FF2B5EF4-FFF2-40B4-BE49-F238E27FC236}">
                        <a16:creationId xmlns:a16="http://schemas.microsoft.com/office/drawing/2014/main" id="{8A54ABED-2BA5-4EC1-A89C-3370D98890A2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57" name="椭圆 156">
                    <a:extLst>
                      <a:ext uri="{FF2B5EF4-FFF2-40B4-BE49-F238E27FC236}">
                        <a16:creationId xmlns:a16="http://schemas.microsoft.com/office/drawing/2014/main" id="{7B7FA557-8C24-49E7-8524-F393E82937E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58" name="椭圆 157">
                    <a:extLst>
                      <a:ext uri="{FF2B5EF4-FFF2-40B4-BE49-F238E27FC236}">
                        <a16:creationId xmlns:a16="http://schemas.microsoft.com/office/drawing/2014/main" id="{8C305AD7-4CCC-43F7-8484-ACBC97F05A72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  <p:grpSp>
            <p:nvGrpSpPr>
              <p:cNvPr id="179" name="组合 178">
                <a:extLst>
                  <a:ext uri="{FF2B5EF4-FFF2-40B4-BE49-F238E27FC236}">
                    <a16:creationId xmlns:a16="http://schemas.microsoft.com/office/drawing/2014/main" id="{5F03E044-2FF1-4F0B-91E7-D29B3154A3D7}"/>
                  </a:ext>
                </a:extLst>
              </p:cNvPr>
              <p:cNvGrpSpPr/>
              <p:nvPr/>
            </p:nvGrpSpPr>
            <p:grpSpPr>
              <a:xfrm>
                <a:off x="9228096" y="2708572"/>
                <a:ext cx="2235980" cy="1298578"/>
                <a:chOff x="1214405" y="4590491"/>
                <a:chExt cx="2970865" cy="1725373"/>
              </a:xfrm>
            </p:grpSpPr>
            <p:grpSp>
              <p:nvGrpSpPr>
                <p:cNvPr id="180" name="组合 179">
                  <a:extLst>
                    <a:ext uri="{FF2B5EF4-FFF2-40B4-BE49-F238E27FC236}">
                      <a16:creationId xmlns:a16="http://schemas.microsoft.com/office/drawing/2014/main" id="{445E3FE1-556F-4C92-AD67-171F0CA5781E}"/>
                    </a:ext>
                  </a:extLst>
                </p:cNvPr>
                <p:cNvGrpSpPr/>
                <p:nvPr/>
              </p:nvGrpSpPr>
              <p:grpSpPr>
                <a:xfrm>
                  <a:off x="1214405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261" name="椭圆 260">
                    <a:extLst>
                      <a:ext uri="{FF2B5EF4-FFF2-40B4-BE49-F238E27FC236}">
                        <a16:creationId xmlns:a16="http://schemas.microsoft.com/office/drawing/2014/main" id="{8701F5AA-F86D-434E-831F-71E32093BFD7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62" name="椭圆 261">
                    <a:extLst>
                      <a:ext uri="{FF2B5EF4-FFF2-40B4-BE49-F238E27FC236}">
                        <a16:creationId xmlns:a16="http://schemas.microsoft.com/office/drawing/2014/main" id="{24659B7E-FCE7-42C4-852F-31AFC3E5F04F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63" name="椭圆 262">
                    <a:extLst>
                      <a:ext uri="{FF2B5EF4-FFF2-40B4-BE49-F238E27FC236}">
                        <a16:creationId xmlns:a16="http://schemas.microsoft.com/office/drawing/2014/main" id="{D77495B2-A1B3-41EF-AF47-D74E8A595089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64" name="椭圆 263">
                    <a:extLst>
                      <a:ext uri="{FF2B5EF4-FFF2-40B4-BE49-F238E27FC236}">
                        <a16:creationId xmlns:a16="http://schemas.microsoft.com/office/drawing/2014/main" id="{F1206189-193C-4266-864C-5DDA02970950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65" name="椭圆 264">
                    <a:extLst>
                      <a:ext uri="{FF2B5EF4-FFF2-40B4-BE49-F238E27FC236}">
                        <a16:creationId xmlns:a16="http://schemas.microsoft.com/office/drawing/2014/main" id="{B79F268F-A060-4FC1-86F6-B02CF851AEAE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81" name="组合 180">
                  <a:extLst>
                    <a:ext uri="{FF2B5EF4-FFF2-40B4-BE49-F238E27FC236}">
                      <a16:creationId xmlns:a16="http://schemas.microsoft.com/office/drawing/2014/main" id="{67B2AE3A-B032-4F83-AF8D-BBD8A4AF82B7}"/>
                    </a:ext>
                  </a:extLst>
                </p:cNvPr>
                <p:cNvGrpSpPr/>
                <p:nvPr/>
              </p:nvGrpSpPr>
              <p:grpSpPr>
                <a:xfrm>
                  <a:off x="4100769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240" name="椭圆 239">
                    <a:extLst>
                      <a:ext uri="{FF2B5EF4-FFF2-40B4-BE49-F238E27FC236}">
                        <a16:creationId xmlns:a16="http://schemas.microsoft.com/office/drawing/2014/main" id="{DB534E59-CD5D-4019-98CA-EA6193B59248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46" name="椭圆 245">
                    <a:extLst>
                      <a:ext uri="{FF2B5EF4-FFF2-40B4-BE49-F238E27FC236}">
                        <a16:creationId xmlns:a16="http://schemas.microsoft.com/office/drawing/2014/main" id="{70617998-E3E2-4A2B-BB7B-8552E0856072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54" name="椭圆 253">
                    <a:extLst>
                      <a:ext uri="{FF2B5EF4-FFF2-40B4-BE49-F238E27FC236}">
                        <a16:creationId xmlns:a16="http://schemas.microsoft.com/office/drawing/2014/main" id="{F1E8EB1D-1865-448B-A9B1-E0D4962FCFB2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57" name="椭圆 256">
                    <a:extLst>
                      <a:ext uri="{FF2B5EF4-FFF2-40B4-BE49-F238E27FC236}">
                        <a16:creationId xmlns:a16="http://schemas.microsoft.com/office/drawing/2014/main" id="{215C9190-1C60-4D4F-A7A4-D7EA30C34C0C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59" name="椭圆 258">
                    <a:extLst>
                      <a:ext uri="{FF2B5EF4-FFF2-40B4-BE49-F238E27FC236}">
                        <a16:creationId xmlns:a16="http://schemas.microsoft.com/office/drawing/2014/main" id="{074D72D4-7B69-4DF0-8FC8-20D4DDA52AD6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82" name="组合 181">
                  <a:extLst>
                    <a:ext uri="{FF2B5EF4-FFF2-40B4-BE49-F238E27FC236}">
                      <a16:creationId xmlns:a16="http://schemas.microsoft.com/office/drawing/2014/main" id="{C4980677-EC73-4CC0-9C66-5ED70409F1AA}"/>
                    </a:ext>
                  </a:extLst>
                </p:cNvPr>
                <p:cNvGrpSpPr/>
                <p:nvPr/>
              </p:nvGrpSpPr>
              <p:grpSpPr>
                <a:xfrm>
                  <a:off x="1935996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95" name="椭圆 194">
                    <a:extLst>
                      <a:ext uri="{FF2B5EF4-FFF2-40B4-BE49-F238E27FC236}">
                        <a16:creationId xmlns:a16="http://schemas.microsoft.com/office/drawing/2014/main" id="{457DE2D2-F227-4E59-824A-82BD989464DC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6" name="椭圆 195">
                    <a:extLst>
                      <a:ext uri="{FF2B5EF4-FFF2-40B4-BE49-F238E27FC236}">
                        <a16:creationId xmlns:a16="http://schemas.microsoft.com/office/drawing/2014/main" id="{C3F77374-CB16-48CA-B2DB-2C5B825BECDB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2" name="椭圆 221">
                    <a:extLst>
                      <a:ext uri="{FF2B5EF4-FFF2-40B4-BE49-F238E27FC236}">
                        <a16:creationId xmlns:a16="http://schemas.microsoft.com/office/drawing/2014/main" id="{2FC384FD-9472-4AE9-B0A2-655C3AF63FB5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28" name="椭圆 227">
                    <a:extLst>
                      <a:ext uri="{FF2B5EF4-FFF2-40B4-BE49-F238E27FC236}">
                        <a16:creationId xmlns:a16="http://schemas.microsoft.com/office/drawing/2014/main" id="{5CA764DA-07C8-42D0-AE8D-3732BA266460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34" name="椭圆 233">
                    <a:extLst>
                      <a:ext uri="{FF2B5EF4-FFF2-40B4-BE49-F238E27FC236}">
                        <a16:creationId xmlns:a16="http://schemas.microsoft.com/office/drawing/2014/main" id="{7E935B8A-F8E5-4510-B778-C38941176F2E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83" name="组合 182">
                  <a:extLst>
                    <a:ext uri="{FF2B5EF4-FFF2-40B4-BE49-F238E27FC236}">
                      <a16:creationId xmlns:a16="http://schemas.microsoft.com/office/drawing/2014/main" id="{4BD7B5DF-2BD9-4789-9D0C-027842DF7404}"/>
                    </a:ext>
                  </a:extLst>
                </p:cNvPr>
                <p:cNvGrpSpPr/>
                <p:nvPr/>
              </p:nvGrpSpPr>
              <p:grpSpPr>
                <a:xfrm>
                  <a:off x="2657587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90" name="椭圆 189">
                    <a:extLst>
                      <a:ext uri="{FF2B5EF4-FFF2-40B4-BE49-F238E27FC236}">
                        <a16:creationId xmlns:a16="http://schemas.microsoft.com/office/drawing/2014/main" id="{BE6597D9-D86A-4044-BF88-771D23F8CA46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1" name="椭圆 190">
                    <a:extLst>
                      <a:ext uri="{FF2B5EF4-FFF2-40B4-BE49-F238E27FC236}">
                        <a16:creationId xmlns:a16="http://schemas.microsoft.com/office/drawing/2014/main" id="{6B3784CA-5F1B-4470-93C3-657EAA2CEEB5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2" name="椭圆 191">
                    <a:extLst>
                      <a:ext uri="{FF2B5EF4-FFF2-40B4-BE49-F238E27FC236}">
                        <a16:creationId xmlns:a16="http://schemas.microsoft.com/office/drawing/2014/main" id="{BF129581-6DC8-40B3-AB45-2BE6D55947CF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3" name="椭圆 192">
                    <a:extLst>
                      <a:ext uri="{FF2B5EF4-FFF2-40B4-BE49-F238E27FC236}">
                        <a16:creationId xmlns:a16="http://schemas.microsoft.com/office/drawing/2014/main" id="{5D9232B2-EF77-4A3B-B028-C7316B4D1A5A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4" name="椭圆 193">
                    <a:extLst>
                      <a:ext uri="{FF2B5EF4-FFF2-40B4-BE49-F238E27FC236}">
                        <a16:creationId xmlns:a16="http://schemas.microsoft.com/office/drawing/2014/main" id="{C4878AE5-459E-4D42-991F-A64657582C64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84" name="组合 183">
                  <a:extLst>
                    <a:ext uri="{FF2B5EF4-FFF2-40B4-BE49-F238E27FC236}">
                      <a16:creationId xmlns:a16="http://schemas.microsoft.com/office/drawing/2014/main" id="{80719208-B36C-42EA-A32A-8270816BB48B}"/>
                    </a:ext>
                  </a:extLst>
                </p:cNvPr>
                <p:cNvGrpSpPr/>
                <p:nvPr/>
              </p:nvGrpSpPr>
              <p:grpSpPr>
                <a:xfrm>
                  <a:off x="3379178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85" name="椭圆 184">
                    <a:extLst>
                      <a:ext uri="{FF2B5EF4-FFF2-40B4-BE49-F238E27FC236}">
                        <a16:creationId xmlns:a16="http://schemas.microsoft.com/office/drawing/2014/main" id="{7F7799D1-6012-49BA-A1DD-D3B8968E202B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6" name="椭圆 185">
                    <a:extLst>
                      <a:ext uri="{FF2B5EF4-FFF2-40B4-BE49-F238E27FC236}">
                        <a16:creationId xmlns:a16="http://schemas.microsoft.com/office/drawing/2014/main" id="{66BF2E0F-9EBB-491C-AFDC-B5D06B57A79F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7" name="椭圆 186">
                    <a:extLst>
                      <a:ext uri="{FF2B5EF4-FFF2-40B4-BE49-F238E27FC236}">
                        <a16:creationId xmlns:a16="http://schemas.microsoft.com/office/drawing/2014/main" id="{5A6E4C8B-E524-4848-8CCC-A5CCB74040C1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8" name="椭圆 187">
                    <a:extLst>
                      <a:ext uri="{FF2B5EF4-FFF2-40B4-BE49-F238E27FC236}">
                        <a16:creationId xmlns:a16="http://schemas.microsoft.com/office/drawing/2014/main" id="{76AFA3FD-DA9C-464C-A768-727A47DA590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9" name="椭圆 188">
                    <a:extLst>
                      <a:ext uri="{FF2B5EF4-FFF2-40B4-BE49-F238E27FC236}">
                        <a16:creationId xmlns:a16="http://schemas.microsoft.com/office/drawing/2014/main" id="{C7D17D27-B465-4074-98D2-D7341068AAE0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</p:grpSp>
        <p:sp>
          <p:nvSpPr>
            <p:cNvPr id="268" name="文本框 267">
              <a:extLst>
                <a:ext uri="{FF2B5EF4-FFF2-40B4-BE49-F238E27FC236}">
                  <a16:creationId xmlns:a16="http://schemas.microsoft.com/office/drawing/2014/main" id="{DD7CA7A5-201D-4D62-9613-62C57523BCB3}"/>
                </a:ext>
              </a:extLst>
            </p:cNvPr>
            <p:cNvSpPr txBox="1"/>
            <p:nvPr/>
          </p:nvSpPr>
          <p:spPr>
            <a:xfrm>
              <a:off x="8164455" y="1983349"/>
              <a:ext cx="886494" cy="221233"/>
            </a:xfrm>
            <a:custGeom>
              <a:avLst/>
              <a:gdLst/>
              <a:ahLst/>
              <a:cxnLst/>
              <a:rect l="l" t="t" r="r" b="b"/>
              <a:pathLst>
                <a:path w="886494" h="221233">
                  <a:moveTo>
                    <a:pt x="745628" y="170780"/>
                  </a:moveTo>
                  <a:cubicBezTo>
                    <a:pt x="745182" y="176733"/>
                    <a:pt x="744959" y="182389"/>
                    <a:pt x="744959" y="187746"/>
                  </a:cubicBezTo>
                  <a:cubicBezTo>
                    <a:pt x="720848" y="192806"/>
                    <a:pt x="695845" y="198760"/>
                    <a:pt x="669949" y="205606"/>
                  </a:cubicBezTo>
                  <a:lnTo>
                    <a:pt x="665038" y="188416"/>
                  </a:lnTo>
                  <a:cubicBezTo>
                    <a:pt x="692571" y="183058"/>
                    <a:pt x="719435" y="177180"/>
                    <a:pt x="745628" y="170780"/>
                  </a:cubicBezTo>
                  <a:close/>
                  <a:moveTo>
                    <a:pt x="316110" y="146447"/>
                  </a:moveTo>
                  <a:cubicBezTo>
                    <a:pt x="326826" y="158204"/>
                    <a:pt x="336053" y="168920"/>
                    <a:pt x="343792" y="178593"/>
                  </a:cubicBezTo>
                  <a:lnTo>
                    <a:pt x="329505" y="189532"/>
                  </a:lnTo>
                  <a:cubicBezTo>
                    <a:pt x="321022" y="178072"/>
                    <a:pt x="312241" y="167134"/>
                    <a:pt x="303162" y="156716"/>
                  </a:cubicBezTo>
                  <a:close/>
                  <a:moveTo>
                    <a:pt x="773534" y="146223"/>
                  </a:moveTo>
                  <a:lnTo>
                    <a:pt x="773534" y="191765"/>
                  </a:lnTo>
                  <a:lnTo>
                    <a:pt x="856580" y="191765"/>
                  </a:lnTo>
                  <a:lnTo>
                    <a:pt x="856580" y="146223"/>
                  </a:lnTo>
                  <a:close/>
                  <a:moveTo>
                    <a:pt x="756121" y="130596"/>
                  </a:moveTo>
                  <a:lnTo>
                    <a:pt x="873993" y="130596"/>
                  </a:lnTo>
                  <a:lnTo>
                    <a:pt x="873993" y="221233"/>
                  </a:lnTo>
                  <a:lnTo>
                    <a:pt x="856580" y="221233"/>
                  </a:lnTo>
                  <a:lnTo>
                    <a:pt x="856580" y="207392"/>
                  </a:lnTo>
                  <a:lnTo>
                    <a:pt x="773534" y="207392"/>
                  </a:lnTo>
                  <a:lnTo>
                    <a:pt x="773534" y="221233"/>
                  </a:lnTo>
                  <a:lnTo>
                    <a:pt x="756121" y="221233"/>
                  </a:lnTo>
                  <a:close/>
                  <a:moveTo>
                    <a:pt x="516805" y="129034"/>
                  </a:moveTo>
                  <a:cubicBezTo>
                    <a:pt x="507503" y="139600"/>
                    <a:pt x="497830" y="149200"/>
                    <a:pt x="487784" y="157832"/>
                  </a:cubicBezTo>
                  <a:lnTo>
                    <a:pt x="539576" y="157832"/>
                  </a:lnTo>
                  <a:lnTo>
                    <a:pt x="539576" y="136177"/>
                  </a:lnTo>
                  <a:lnTo>
                    <a:pt x="556319" y="136177"/>
                  </a:lnTo>
                  <a:lnTo>
                    <a:pt x="556319" y="157832"/>
                  </a:lnTo>
                  <a:lnTo>
                    <a:pt x="607441" y="157832"/>
                  </a:lnTo>
                  <a:cubicBezTo>
                    <a:pt x="596800" y="149274"/>
                    <a:pt x="587089" y="139675"/>
                    <a:pt x="578308" y="129034"/>
                  </a:cubicBezTo>
                  <a:close/>
                  <a:moveTo>
                    <a:pt x="23663" y="125685"/>
                  </a:moveTo>
                  <a:lnTo>
                    <a:pt x="23663" y="153367"/>
                  </a:lnTo>
                  <a:lnTo>
                    <a:pt x="158055" y="153367"/>
                  </a:lnTo>
                  <a:lnTo>
                    <a:pt x="158055" y="125685"/>
                  </a:lnTo>
                  <a:close/>
                  <a:moveTo>
                    <a:pt x="380404" y="102468"/>
                  </a:moveTo>
                  <a:lnTo>
                    <a:pt x="397817" y="102468"/>
                  </a:lnTo>
                  <a:lnTo>
                    <a:pt x="397817" y="126131"/>
                  </a:lnTo>
                  <a:lnTo>
                    <a:pt x="430410" y="126131"/>
                  </a:lnTo>
                  <a:lnTo>
                    <a:pt x="430410" y="141312"/>
                  </a:lnTo>
                  <a:lnTo>
                    <a:pt x="397817" y="141312"/>
                  </a:lnTo>
                  <a:lnTo>
                    <a:pt x="397817" y="190425"/>
                  </a:lnTo>
                  <a:cubicBezTo>
                    <a:pt x="397817" y="209029"/>
                    <a:pt x="388441" y="218405"/>
                    <a:pt x="369688" y="218554"/>
                  </a:cubicBezTo>
                  <a:cubicBezTo>
                    <a:pt x="362991" y="218703"/>
                    <a:pt x="352871" y="218628"/>
                    <a:pt x="339328" y="218331"/>
                  </a:cubicBezTo>
                  <a:cubicBezTo>
                    <a:pt x="338435" y="212526"/>
                    <a:pt x="337318" y="206127"/>
                    <a:pt x="335979" y="199132"/>
                  </a:cubicBezTo>
                  <a:cubicBezTo>
                    <a:pt x="347736" y="200322"/>
                    <a:pt x="357857" y="200918"/>
                    <a:pt x="366340" y="200918"/>
                  </a:cubicBezTo>
                  <a:cubicBezTo>
                    <a:pt x="375716" y="200918"/>
                    <a:pt x="380404" y="195709"/>
                    <a:pt x="380404" y="185291"/>
                  </a:cubicBezTo>
                  <a:lnTo>
                    <a:pt x="380404" y="141312"/>
                  </a:lnTo>
                  <a:lnTo>
                    <a:pt x="290661" y="141312"/>
                  </a:lnTo>
                  <a:lnTo>
                    <a:pt x="290661" y="126131"/>
                  </a:lnTo>
                  <a:lnTo>
                    <a:pt x="380404" y="126131"/>
                  </a:lnTo>
                  <a:close/>
                  <a:moveTo>
                    <a:pt x="500508" y="98673"/>
                  </a:moveTo>
                  <a:lnTo>
                    <a:pt x="500508" y="114523"/>
                  </a:lnTo>
                  <a:lnTo>
                    <a:pt x="596279" y="114523"/>
                  </a:lnTo>
                  <a:lnTo>
                    <a:pt x="596279" y="98673"/>
                  </a:lnTo>
                  <a:close/>
                  <a:moveTo>
                    <a:pt x="23663" y="82153"/>
                  </a:moveTo>
                  <a:lnTo>
                    <a:pt x="23663" y="109612"/>
                  </a:lnTo>
                  <a:lnTo>
                    <a:pt x="158055" y="109612"/>
                  </a:lnTo>
                  <a:lnTo>
                    <a:pt x="158055" y="82153"/>
                  </a:lnTo>
                  <a:close/>
                  <a:moveTo>
                    <a:pt x="500508" y="69205"/>
                  </a:moveTo>
                  <a:lnTo>
                    <a:pt x="500508" y="84832"/>
                  </a:lnTo>
                  <a:lnTo>
                    <a:pt x="596279" y="84832"/>
                  </a:lnTo>
                  <a:lnTo>
                    <a:pt x="596279" y="69205"/>
                  </a:lnTo>
                  <a:close/>
                  <a:moveTo>
                    <a:pt x="500508" y="39737"/>
                  </a:moveTo>
                  <a:lnTo>
                    <a:pt x="500508" y="55364"/>
                  </a:lnTo>
                  <a:lnTo>
                    <a:pt x="596279" y="55364"/>
                  </a:lnTo>
                  <a:lnTo>
                    <a:pt x="596279" y="39737"/>
                  </a:lnTo>
                  <a:close/>
                  <a:moveTo>
                    <a:pt x="12055" y="9599"/>
                  </a:moveTo>
                  <a:cubicBezTo>
                    <a:pt x="26789" y="21654"/>
                    <a:pt x="40853" y="34007"/>
                    <a:pt x="54248" y="46657"/>
                  </a:cubicBezTo>
                  <a:lnTo>
                    <a:pt x="40630" y="59829"/>
                  </a:lnTo>
                  <a:cubicBezTo>
                    <a:pt x="25300" y="43755"/>
                    <a:pt x="11757" y="30733"/>
                    <a:pt x="0" y="20761"/>
                  </a:cubicBezTo>
                  <a:close/>
                  <a:moveTo>
                    <a:pt x="165868" y="8483"/>
                  </a:moveTo>
                  <a:lnTo>
                    <a:pt x="179933" y="20315"/>
                  </a:lnTo>
                  <a:cubicBezTo>
                    <a:pt x="164454" y="35049"/>
                    <a:pt x="149274" y="48666"/>
                    <a:pt x="134391" y="61168"/>
                  </a:cubicBezTo>
                  <a:lnTo>
                    <a:pt x="122336" y="49113"/>
                  </a:lnTo>
                  <a:cubicBezTo>
                    <a:pt x="137666" y="36611"/>
                    <a:pt x="152176" y="23068"/>
                    <a:pt x="165868" y="8483"/>
                  </a:cubicBezTo>
                  <a:close/>
                  <a:moveTo>
                    <a:pt x="249361" y="2679"/>
                  </a:moveTo>
                  <a:lnTo>
                    <a:pt x="266104" y="2679"/>
                  </a:lnTo>
                  <a:lnTo>
                    <a:pt x="266104" y="52685"/>
                  </a:lnTo>
                  <a:lnTo>
                    <a:pt x="294009" y="52685"/>
                  </a:lnTo>
                  <a:lnTo>
                    <a:pt x="294009" y="67642"/>
                  </a:lnTo>
                  <a:lnTo>
                    <a:pt x="266104" y="67642"/>
                  </a:lnTo>
                  <a:lnTo>
                    <a:pt x="266104" y="114300"/>
                  </a:lnTo>
                  <a:cubicBezTo>
                    <a:pt x="274513" y="111323"/>
                    <a:pt x="282847" y="108347"/>
                    <a:pt x="291107" y="105370"/>
                  </a:cubicBezTo>
                  <a:cubicBezTo>
                    <a:pt x="291851" y="111918"/>
                    <a:pt x="292670" y="117574"/>
                    <a:pt x="293563" y="122336"/>
                  </a:cubicBezTo>
                  <a:cubicBezTo>
                    <a:pt x="284931" y="125387"/>
                    <a:pt x="275778" y="128699"/>
                    <a:pt x="266104" y="132271"/>
                  </a:cubicBezTo>
                  <a:lnTo>
                    <a:pt x="266104" y="221233"/>
                  </a:lnTo>
                  <a:lnTo>
                    <a:pt x="249361" y="221233"/>
                  </a:lnTo>
                  <a:lnTo>
                    <a:pt x="249361" y="138521"/>
                  </a:lnTo>
                  <a:cubicBezTo>
                    <a:pt x="237380" y="143061"/>
                    <a:pt x="224730" y="147935"/>
                    <a:pt x="211410" y="153144"/>
                  </a:cubicBezTo>
                  <a:lnTo>
                    <a:pt x="208061" y="134168"/>
                  </a:lnTo>
                  <a:cubicBezTo>
                    <a:pt x="221977" y="129480"/>
                    <a:pt x="235743" y="124792"/>
                    <a:pt x="249361" y="120104"/>
                  </a:cubicBezTo>
                  <a:lnTo>
                    <a:pt x="249361" y="67642"/>
                  </a:lnTo>
                  <a:lnTo>
                    <a:pt x="231725" y="67642"/>
                  </a:lnTo>
                  <a:cubicBezTo>
                    <a:pt x="228674" y="81781"/>
                    <a:pt x="224953" y="94729"/>
                    <a:pt x="220563" y="106486"/>
                  </a:cubicBezTo>
                  <a:cubicBezTo>
                    <a:pt x="215949" y="103212"/>
                    <a:pt x="211038" y="99938"/>
                    <a:pt x="205829" y="96664"/>
                  </a:cubicBezTo>
                  <a:cubicBezTo>
                    <a:pt x="214163" y="77018"/>
                    <a:pt x="219595" y="52536"/>
                    <a:pt x="222125" y="23217"/>
                  </a:cubicBezTo>
                  <a:lnTo>
                    <a:pt x="238199" y="25896"/>
                  </a:lnTo>
                  <a:cubicBezTo>
                    <a:pt x="237231" y="35198"/>
                    <a:pt x="236004" y="44127"/>
                    <a:pt x="234515" y="52685"/>
                  </a:cubicBezTo>
                  <a:lnTo>
                    <a:pt x="249361" y="52685"/>
                  </a:lnTo>
                  <a:close/>
                  <a:moveTo>
                    <a:pt x="81706" y="2232"/>
                  </a:moveTo>
                  <a:lnTo>
                    <a:pt x="99119" y="2232"/>
                  </a:lnTo>
                  <a:lnTo>
                    <a:pt x="99119" y="65410"/>
                  </a:lnTo>
                  <a:lnTo>
                    <a:pt x="175914" y="65410"/>
                  </a:lnTo>
                  <a:lnTo>
                    <a:pt x="175914" y="192658"/>
                  </a:lnTo>
                  <a:cubicBezTo>
                    <a:pt x="175914" y="210666"/>
                    <a:pt x="167654" y="219670"/>
                    <a:pt x="151135" y="219670"/>
                  </a:cubicBezTo>
                  <a:cubicBezTo>
                    <a:pt x="133573" y="219670"/>
                    <a:pt x="120625" y="219447"/>
                    <a:pt x="112290" y="219000"/>
                  </a:cubicBezTo>
                  <a:cubicBezTo>
                    <a:pt x="111398" y="213494"/>
                    <a:pt x="110281" y="207392"/>
                    <a:pt x="108942" y="200694"/>
                  </a:cubicBezTo>
                  <a:cubicBezTo>
                    <a:pt x="117127" y="201587"/>
                    <a:pt x="128959" y="202034"/>
                    <a:pt x="144437" y="202034"/>
                  </a:cubicBezTo>
                  <a:cubicBezTo>
                    <a:pt x="153516" y="202034"/>
                    <a:pt x="158055" y="197867"/>
                    <a:pt x="158055" y="189532"/>
                  </a:cubicBezTo>
                  <a:lnTo>
                    <a:pt x="158055" y="169440"/>
                  </a:lnTo>
                  <a:lnTo>
                    <a:pt x="23663" y="169440"/>
                  </a:lnTo>
                  <a:lnTo>
                    <a:pt x="23663" y="221009"/>
                  </a:lnTo>
                  <a:lnTo>
                    <a:pt x="5804" y="221009"/>
                  </a:lnTo>
                  <a:lnTo>
                    <a:pt x="5804" y="65410"/>
                  </a:lnTo>
                  <a:lnTo>
                    <a:pt x="81706" y="65410"/>
                  </a:lnTo>
                  <a:close/>
                  <a:moveTo>
                    <a:pt x="806127" y="1562"/>
                  </a:moveTo>
                  <a:lnTo>
                    <a:pt x="823986" y="1562"/>
                  </a:lnTo>
                  <a:lnTo>
                    <a:pt x="823986" y="37281"/>
                  </a:lnTo>
                  <a:lnTo>
                    <a:pt x="886494" y="37281"/>
                  </a:lnTo>
                  <a:lnTo>
                    <a:pt x="886494" y="53355"/>
                  </a:lnTo>
                  <a:lnTo>
                    <a:pt x="823986" y="53355"/>
                  </a:lnTo>
                  <a:lnTo>
                    <a:pt x="823986" y="88180"/>
                  </a:lnTo>
                  <a:lnTo>
                    <a:pt x="878681" y="88180"/>
                  </a:lnTo>
                  <a:lnTo>
                    <a:pt x="878681" y="104254"/>
                  </a:lnTo>
                  <a:lnTo>
                    <a:pt x="751656" y="104254"/>
                  </a:lnTo>
                  <a:lnTo>
                    <a:pt x="751656" y="88180"/>
                  </a:lnTo>
                  <a:lnTo>
                    <a:pt x="806127" y="88180"/>
                  </a:lnTo>
                  <a:lnTo>
                    <a:pt x="806127" y="53355"/>
                  </a:lnTo>
                  <a:lnTo>
                    <a:pt x="744289" y="53355"/>
                  </a:lnTo>
                  <a:lnTo>
                    <a:pt x="744289" y="37281"/>
                  </a:lnTo>
                  <a:lnTo>
                    <a:pt x="806127" y="37281"/>
                  </a:lnTo>
                  <a:close/>
                  <a:moveTo>
                    <a:pt x="347364" y="1562"/>
                  </a:moveTo>
                  <a:lnTo>
                    <a:pt x="364777" y="1562"/>
                  </a:lnTo>
                  <a:lnTo>
                    <a:pt x="364777" y="32593"/>
                  </a:lnTo>
                  <a:lnTo>
                    <a:pt x="419025" y="32593"/>
                  </a:lnTo>
                  <a:lnTo>
                    <a:pt x="419025" y="47773"/>
                  </a:lnTo>
                  <a:lnTo>
                    <a:pt x="364777" y="47773"/>
                  </a:lnTo>
                  <a:lnTo>
                    <a:pt x="364777" y="80813"/>
                  </a:lnTo>
                  <a:lnTo>
                    <a:pt x="429294" y="80813"/>
                  </a:lnTo>
                  <a:lnTo>
                    <a:pt x="429294" y="95994"/>
                  </a:lnTo>
                  <a:lnTo>
                    <a:pt x="285973" y="95994"/>
                  </a:lnTo>
                  <a:lnTo>
                    <a:pt x="285973" y="80813"/>
                  </a:lnTo>
                  <a:lnTo>
                    <a:pt x="347364" y="80813"/>
                  </a:lnTo>
                  <a:lnTo>
                    <a:pt x="347364" y="47773"/>
                  </a:lnTo>
                  <a:lnTo>
                    <a:pt x="295349" y="47773"/>
                  </a:lnTo>
                  <a:lnTo>
                    <a:pt x="295349" y="32593"/>
                  </a:lnTo>
                  <a:lnTo>
                    <a:pt x="347364" y="32593"/>
                  </a:lnTo>
                  <a:close/>
                  <a:moveTo>
                    <a:pt x="483765" y="1116"/>
                  </a:moveTo>
                  <a:lnTo>
                    <a:pt x="500508" y="1116"/>
                  </a:lnTo>
                  <a:lnTo>
                    <a:pt x="500508" y="25226"/>
                  </a:lnTo>
                  <a:lnTo>
                    <a:pt x="596279" y="25226"/>
                  </a:lnTo>
                  <a:lnTo>
                    <a:pt x="596279" y="1116"/>
                  </a:lnTo>
                  <a:lnTo>
                    <a:pt x="613022" y="1116"/>
                  </a:lnTo>
                  <a:lnTo>
                    <a:pt x="613022" y="25226"/>
                  </a:lnTo>
                  <a:lnTo>
                    <a:pt x="650527" y="25226"/>
                  </a:lnTo>
                  <a:lnTo>
                    <a:pt x="650527" y="39737"/>
                  </a:lnTo>
                  <a:lnTo>
                    <a:pt x="613022" y="39737"/>
                  </a:lnTo>
                  <a:lnTo>
                    <a:pt x="613022" y="114523"/>
                  </a:lnTo>
                  <a:lnTo>
                    <a:pt x="656778" y="114523"/>
                  </a:lnTo>
                  <a:lnTo>
                    <a:pt x="656778" y="129034"/>
                  </a:lnTo>
                  <a:lnTo>
                    <a:pt x="598065" y="129034"/>
                  </a:lnTo>
                  <a:cubicBezTo>
                    <a:pt x="614808" y="145702"/>
                    <a:pt x="635272" y="158278"/>
                    <a:pt x="659457" y="166762"/>
                  </a:cubicBezTo>
                  <a:cubicBezTo>
                    <a:pt x="654546" y="172864"/>
                    <a:pt x="650527" y="178221"/>
                    <a:pt x="647402" y="182835"/>
                  </a:cubicBezTo>
                  <a:cubicBezTo>
                    <a:pt x="633710" y="176361"/>
                    <a:pt x="621134" y="168622"/>
                    <a:pt x="609674" y="159618"/>
                  </a:cubicBezTo>
                  <a:lnTo>
                    <a:pt x="609674" y="171896"/>
                  </a:lnTo>
                  <a:lnTo>
                    <a:pt x="556319" y="171896"/>
                  </a:lnTo>
                  <a:lnTo>
                    <a:pt x="556319" y="195113"/>
                  </a:lnTo>
                  <a:lnTo>
                    <a:pt x="643607" y="195113"/>
                  </a:lnTo>
                  <a:lnTo>
                    <a:pt x="643607" y="209624"/>
                  </a:lnTo>
                  <a:lnTo>
                    <a:pt x="452288" y="209624"/>
                  </a:lnTo>
                  <a:lnTo>
                    <a:pt x="452288" y="195113"/>
                  </a:lnTo>
                  <a:lnTo>
                    <a:pt x="539576" y="195113"/>
                  </a:lnTo>
                  <a:lnTo>
                    <a:pt x="539576" y="171896"/>
                  </a:lnTo>
                  <a:lnTo>
                    <a:pt x="485551" y="171896"/>
                  </a:lnTo>
                  <a:lnTo>
                    <a:pt x="485551" y="159729"/>
                  </a:lnTo>
                  <a:cubicBezTo>
                    <a:pt x="473719" y="169627"/>
                    <a:pt x="461367" y="178221"/>
                    <a:pt x="448493" y="185514"/>
                  </a:cubicBezTo>
                  <a:cubicBezTo>
                    <a:pt x="445665" y="181496"/>
                    <a:pt x="441796" y="176807"/>
                    <a:pt x="436884" y="171450"/>
                  </a:cubicBezTo>
                  <a:cubicBezTo>
                    <a:pt x="459804" y="160288"/>
                    <a:pt x="479635" y="146149"/>
                    <a:pt x="496378" y="129034"/>
                  </a:cubicBezTo>
                  <a:lnTo>
                    <a:pt x="439340" y="129034"/>
                  </a:lnTo>
                  <a:lnTo>
                    <a:pt x="439340" y="114523"/>
                  </a:lnTo>
                  <a:lnTo>
                    <a:pt x="483765" y="114523"/>
                  </a:lnTo>
                  <a:lnTo>
                    <a:pt x="483765" y="39737"/>
                  </a:lnTo>
                  <a:lnTo>
                    <a:pt x="446261" y="39737"/>
                  </a:lnTo>
                  <a:lnTo>
                    <a:pt x="446261" y="25226"/>
                  </a:lnTo>
                  <a:lnTo>
                    <a:pt x="483765" y="25226"/>
                  </a:lnTo>
                  <a:close/>
                  <a:moveTo>
                    <a:pt x="708570" y="0"/>
                  </a:moveTo>
                  <a:lnTo>
                    <a:pt x="725536" y="6697"/>
                  </a:lnTo>
                  <a:cubicBezTo>
                    <a:pt x="709463" y="38248"/>
                    <a:pt x="696292" y="61987"/>
                    <a:pt x="686023" y="77911"/>
                  </a:cubicBezTo>
                  <a:cubicBezTo>
                    <a:pt x="694655" y="77688"/>
                    <a:pt x="703659" y="77427"/>
                    <a:pt x="713035" y="77130"/>
                  </a:cubicBezTo>
                  <a:cubicBezTo>
                    <a:pt x="718095" y="68498"/>
                    <a:pt x="723378" y="59084"/>
                    <a:pt x="728885" y="48890"/>
                  </a:cubicBezTo>
                  <a:lnTo>
                    <a:pt x="745405" y="57150"/>
                  </a:lnTo>
                  <a:cubicBezTo>
                    <a:pt x="728439" y="85427"/>
                    <a:pt x="711398" y="111621"/>
                    <a:pt x="694283" y="135731"/>
                  </a:cubicBezTo>
                  <a:cubicBezTo>
                    <a:pt x="714077" y="132903"/>
                    <a:pt x="730448" y="130373"/>
                    <a:pt x="743396" y="128141"/>
                  </a:cubicBezTo>
                  <a:cubicBezTo>
                    <a:pt x="742503" y="133945"/>
                    <a:pt x="741833" y="139600"/>
                    <a:pt x="741387" y="145107"/>
                  </a:cubicBezTo>
                  <a:cubicBezTo>
                    <a:pt x="724867" y="147488"/>
                    <a:pt x="702319" y="150986"/>
                    <a:pt x="673744" y="155599"/>
                  </a:cubicBezTo>
                  <a:lnTo>
                    <a:pt x="670172" y="139080"/>
                  </a:lnTo>
                  <a:cubicBezTo>
                    <a:pt x="679697" y="129182"/>
                    <a:pt x="691046" y="113481"/>
                    <a:pt x="704217" y="91975"/>
                  </a:cubicBezTo>
                  <a:cubicBezTo>
                    <a:pt x="691715" y="92794"/>
                    <a:pt x="680367" y="93613"/>
                    <a:pt x="670172" y="94431"/>
                  </a:cubicBezTo>
                  <a:lnTo>
                    <a:pt x="665931" y="79251"/>
                  </a:lnTo>
                  <a:cubicBezTo>
                    <a:pt x="679623" y="60945"/>
                    <a:pt x="693836" y="34528"/>
                    <a:pt x="708570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EABB74AB-E76D-42F3-A0DF-0A007578E787}"/>
                </a:ext>
              </a:extLst>
            </p:cNvPr>
            <p:cNvGrpSpPr/>
            <p:nvPr/>
          </p:nvGrpSpPr>
          <p:grpSpPr>
            <a:xfrm>
              <a:off x="7961625" y="4051046"/>
              <a:ext cx="1832446" cy="657923"/>
              <a:chOff x="7474942" y="4004769"/>
              <a:chExt cx="2307556" cy="828506"/>
            </a:xfrm>
          </p:grpSpPr>
          <p:sp>
            <p:nvSpPr>
              <p:cNvPr id="267" name="文本框 266">
                <a:extLst>
                  <a:ext uri="{FF2B5EF4-FFF2-40B4-BE49-F238E27FC236}">
                    <a16:creationId xmlns:a16="http://schemas.microsoft.com/office/drawing/2014/main" id="{004E74B4-C5A0-4EF9-B81F-AC077C0AC4B1}"/>
                  </a:ext>
                </a:extLst>
              </p:cNvPr>
              <p:cNvSpPr txBox="1"/>
              <p:nvPr/>
            </p:nvSpPr>
            <p:spPr>
              <a:xfrm>
                <a:off x="8400928" y="4616283"/>
                <a:ext cx="439117" cy="216992"/>
              </a:xfrm>
              <a:custGeom>
                <a:avLst/>
                <a:gdLst/>
                <a:ahLst/>
                <a:cxnLst/>
                <a:rect l="l" t="t" r="r" b="b"/>
                <a:pathLst>
                  <a:path w="439117" h="216992">
                    <a:moveTo>
                      <a:pt x="100905" y="99120"/>
                    </a:moveTo>
                    <a:lnTo>
                      <a:pt x="100905" y="137294"/>
                    </a:lnTo>
                    <a:lnTo>
                      <a:pt x="164976" y="137294"/>
                    </a:lnTo>
                    <a:lnTo>
                      <a:pt x="164976" y="99120"/>
                    </a:lnTo>
                    <a:close/>
                    <a:moveTo>
                      <a:pt x="18529" y="99120"/>
                    </a:moveTo>
                    <a:lnTo>
                      <a:pt x="18529" y="137294"/>
                    </a:lnTo>
                    <a:lnTo>
                      <a:pt x="82376" y="137294"/>
                    </a:lnTo>
                    <a:lnTo>
                      <a:pt x="82376" y="99120"/>
                    </a:lnTo>
                    <a:close/>
                    <a:moveTo>
                      <a:pt x="100905" y="45319"/>
                    </a:moveTo>
                    <a:lnTo>
                      <a:pt x="100905" y="83270"/>
                    </a:lnTo>
                    <a:lnTo>
                      <a:pt x="164976" y="83270"/>
                    </a:lnTo>
                    <a:lnTo>
                      <a:pt x="164976" y="45319"/>
                    </a:lnTo>
                    <a:close/>
                    <a:moveTo>
                      <a:pt x="18529" y="45319"/>
                    </a:moveTo>
                    <a:lnTo>
                      <a:pt x="18529" y="83270"/>
                    </a:lnTo>
                    <a:lnTo>
                      <a:pt x="82376" y="83270"/>
                    </a:lnTo>
                    <a:lnTo>
                      <a:pt x="82376" y="45319"/>
                    </a:lnTo>
                    <a:close/>
                    <a:moveTo>
                      <a:pt x="241994" y="12056"/>
                    </a:moveTo>
                    <a:lnTo>
                      <a:pt x="416123" y="12056"/>
                    </a:lnTo>
                    <a:lnTo>
                      <a:pt x="416123" y="29468"/>
                    </a:lnTo>
                    <a:lnTo>
                      <a:pt x="341337" y="84163"/>
                    </a:lnTo>
                    <a:lnTo>
                      <a:pt x="341337" y="100013"/>
                    </a:lnTo>
                    <a:lnTo>
                      <a:pt x="439117" y="100013"/>
                    </a:lnTo>
                    <a:lnTo>
                      <a:pt x="439117" y="116756"/>
                    </a:lnTo>
                    <a:lnTo>
                      <a:pt x="341337" y="116756"/>
                    </a:lnTo>
                    <a:lnTo>
                      <a:pt x="341337" y="187077"/>
                    </a:lnTo>
                    <a:cubicBezTo>
                      <a:pt x="341337" y="207020"/>
                      <a:pt x="330919" y="216992"/>
                      <a:pt x="310083" y="216992"/>
                    </a:cubicBezTo>
                    <a:cubicBezTo>
                      <a:pt x="303237" y="216992"/>
                      <a:pt x="291480" y="216843"/>
                      <a:pt x="274811" y="216545"/>
                    </a:cubicBezTo>
                    <a:cubicBezTo>
                      <a:pt x="274216" y="210592"/>
                      <a:pt x="273323" y="203821"/>
                      <a:pt x="272132" y="196230"/>
                    </a:cubicBezTo>
                    <a:cubicBezTo>
                      <a:pt x="282996" y="197570"/>
                      <a:pt x="294456" y="198314"/>
                      <a:pt x="306511" y="198463"/>
                    </a:cubicBezTo>
                    <a:cubicBezTo>
                      <a:pt x="317078" y="198463"/>
                      <a:pt x="322361" y="193105"/>
                      <a:pt x="322361" y="182389"/>
                    </a:cubicBezTo>
                    <a:lnTo>
                      <a:pt x="322361" y="116756"/>
                    </a:lnTo>
                    <a:lnTo>
                      <a:pt x="218554" y="116756"/>
                    </a:lnTo>
                    <a:lnTo>
                      <a:pt x="218554" y="100013"/>
                    </a:lnTo>
                    <a:lnTo>
                      <a:pt x="322361" y="100013"/>
                    </a:lnTo>
                    <a:lnTo>
                      <a:pt x="322361" y="75456"/>
                    </a:lnTo>
                    <a:lnTo>
                      <a:pt x="386432" y="28799"/>
                    </a:lnTo>
                    <a:lnTo>
                      <a:pt x="241994" y="28799"/>
                    </a:lnTo>
                    <a:close/>
                    <a:moveTo>
                      <a:pt x="82376" y="0"/>
                    </a:moveTo>
                    <a:lnTo>
                      <a:pt x="100905" y="0"/>
                    </a:lnTo>
                    <a:lnTo>
                      <a:pt x="100905" y="28575"/>
                    </a:lnTo>
                    <a:lnTo>
                      <a:pt x="183505" y="28575"/>
                    </a:lnTo>
                    <a:lnTo>
                      <a:pt x="183505" y="154038"/>
                    </a:lnTo>
                    <a:lnTo>
                      <a:pt x="100905" y="154038"/>
                    </a:lnTo>
                    <a:lnTo>
                      <a:pt x="100905" y="180157"/>
                    </a:lnTo>
                    <a:cubicBezTo>
                      <a:pt x="100905" y="189235"/>
                      <a:pt x="105668" y="193775"/>
                      <a:pt x="115193" y="193775"/>
                    </a:cubicBezTo>
                    <a:lnTo>
                      <a:pt x="167431" y="193775"/>
                    </a:lnTo>
                    <a:cubicBezTo>
                      <a:pt x="177552" y="193775"/>
                      <a:pt x="183728" y="190426"/>
                      <a:pt x="185960" y="183729"/>
                    </a:cubicBezTo>
                    <a:cubicBezTo>
                      <a:pt x="188342" y="176436"/>
                      <a:pt x="190053" y="165944"/>
                      <a:pt x="191095" y="152252"/>
                    </a:cubicBezTo>
                    <a:cubicBezTo>
                      <a:pt x="195411" y="154186"/>
                      <a:pt x="201587" y="156493"/>
                      <a:pt x="209624" y="159172"/>
                    </a:cubicBezTo>
                    <a:cubicBezTo>
                      <a:pt x="207838" y="171078"/>
                      <a:pt x="205829" y="181273"/>
                      <a:pt x="203597" y="189756"/>
                    </a:cubicBezTo>
                    <a:cubicBezTo>
                      <a:pt x="199876" y="203746"/>
                      <a:pt x="189756" y="210741"/>
                      <a:pt x="173236" y="210741"/>
                    </a:cubicBezTo>
                    <a:lnTo>
                      <a:pt x="113853" y="210741"/>
                    </a:lnTo>
                    <a:cubicBezTo>
                      <a:pt x="92868" y="210741"/>
                      <a:pt x="82376" y="200472"/>
                      <a:pt x="82376" y="179934"/>
                    </a:cubicBezTo>
                    <a:lnTo>
                      <a:pt x="82376" y="154038"/>
                    </a:lnTo>
                    <a:lnTo>
                      <a:pt x="18529" y="154038"/>
                    </a:lnTo>
                    <a:lnTo>
                      <a:pt x="18529" y="169441"/>
                    </a:lnTo>
                    <a:lnTo>
                      <a:pt x="0" y="169441"/>
                    </a:lnTo>
                    <a:lnTo>
                      <a:pt x="0" y="28575"/>
                    </a:lnTo>
                    <a:lnTo>
                      <a:pt x="82376" y="2857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269" name="直接箭头连接符 268">
                <a:extLst>
                  <a:ext uri="{FF2B5EF4-FFF2-40B4-BE49-F238E27FC236}">
                    <a16:creationId xmlns:a16="http://schemas.microsoft.com/office/drawing/2014/main" id="{87BC758B-D877-4AFB-8B4C-1EDA0BA0E2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74942" y="4014979"/>
                <a:ext cx="853228" cy="6013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0" name="直接箭头连接符 269">
                <a:extLst>
                  <a:ext uri="{FF2B5EF4-FFF2-40B4-BE49-F238E27FC236}">
                    <a16:creationId xmlns:a16="http://schemas.microsoft.com/office/drawing/2014/main" id="{92AD8945-B440-4C25-8619-6A0F1FAAD1A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29270" y="4004769"/>
                <a:ext cx="853228" cy="6013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矩形 14">
            <a:extLst>
              <a:ext uri="{FF2B5EF4-FFF2-40B4-BE49-F238E27FC236}">
                <a16:creationId xmlns:a16="http://schemas.microsoft.com/office/drawing/2014/main" id="{A0D5FC89-7BFE-44F9-9FAD-526A6444F5F4}"/>
              </a:ext>
            </a:extLst>
          </p:cNvPr>
          <p:cNvSpPr/>
          <p:nvPr/>
        </p:nvSpPr>
        <p:spPr>
          <a:xfrm>
            <a:off x="6502201" y="7143848"/>
            <a:ext cx="827314" cy="377372"/>
          </a:xfrm>
          <a:prstGeom prst="rect">
            <a:avLst/>
          </a:prstGeom>
          <a:noFill/>
          <a:ln w="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805935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26785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>
            <a:extLst>
              <a:ext uri="{FF2B5EF4-FFF2-40B4-BE49-F238E27FC236}">
                <a16:creationId xmlns:a16="http://schemas.microsoft.com/office/drawing/2014/main" id="{13EF31F8-4396-443E-8DE6-5AC63CFB7A6A}"/>
              </a:ext>
            </a:extLst>
          </p:cNvPr>
          <p:cNvSpPr txBox="1"/>
          <p:nvPr/>
        </p:nvSpPr>
        <p:spPr>
          <a:xfrm>
            <a:off x="2329984" y="3105019"/>
            <a:ext cx="544444" cy="647959"/>
          </a:xfrm>
          <a:custGeom>
            <a:avLst/>
            <a:gdLst/>
            <a:ahLst/>
            <a:cxnLst/>
            <a:rect l="l" t="t" r="r" b="b"/>
            <a:pathLst>
              <a:path w="185514" h="220786">
                <a:moveTo>
                  <a:pt x="38175" y="131266"/>
                </a:moveTo>
                <a:lnTo>
                  <a:pt x="38175" y="149349"/>
                </a:lnTo>
                <a:lnTo>
                  <a:pt x="148010" y="149349"/>
                </a:lnTo>
                <a:lnTo>
                  <a:pt x="148010" y="131266"/>
                </a:lnTo>
                <a:close/>
                <a:moveTo>
                  <a:pt x="38175" y="88627"/>
                </a:moveTo>
                <a:lnTo>
                  <a:pt x="38175" y="106709"/>
                </a:lnTo>
                <a:lnTo>
                  <a:pt x="148010" y="106709"/>
                </a:lnTo>
                <a:lnTo>
                  <a:pt x="148010" y="88627"/>
                </a:lnTo>
                <a:close/>
                <a:moveTo>
                  <a:pt x="160288" y="3348"/>
                </a:moveTo>
                <a:lnTo>
                  <a:pt x="185514" y="21877"/>
                </a:lnTo>
                <a:cubicBezTo>
                  <a:pt x="170632" y="37356"/>
                  <a:pt x="157981" y="49932"/>
                  <a:pt x="147563" y="59605"/>
                </a:cubicBezTo>
                <a:lnTo>
                  <a:pt x="126355" y="39514"/>
                </a:lnTo>
                <a:cubicBezTo>
                  <a:pt x="134987" y="31626"/>
                  <a:pt x="146298" y="19571"/>
                  <a:pt x="160288" y="3348"/>
                </a:cubicBezTo>
                <a:close/>
                <a:moveTo>
                  <a:pt x="22101" y="1786"/>
                </a:moveTo>
                <a:cubicBezTo>
                  <a:pt x="33561" y="13543"/>
                  <a:pt x="45393" y="25598"/>
                  <a:pt x="57597" y="37951"/>
                </a:cubicBezTo>
                <a:lnTo>
                  <a:pt x="35272" y="58266"/>
                </a:lnTo>
                <a:cubicBezTo>
                  <a:pt x="23068" y="44574"/>
                  <a:pt x="11311" y="31849"/>
                  <a:pt x="0" y="20091"/>
                </a:cubicBezTo>
                <a:close/>
                <a:moveTo>
                  <a:pt x="75233" y="0"/>
                </a:moveTo>
                <a:lnTo>
                  <a:pt x="108273" y="0"/>
                </a:lnTo>
                <a:lnTo>
                  <a:pt x="108273" y="61838"/>
                </a:lnTo>
                <a:lnTo>
                  <a:pt x="180157" y="61838"/>
                </a:lnTo>
                <a:lnTo>
                  <a:pt x="180157" y="186853"/>
                </a:lnTo>
                <a:cubicBezTo>
                  <a:pt x="180305" y="207541"/>
                  <a:pt x="170111" y="218479"/>
                  <a:pt x="149572" y="219670"/>
                </a:cubicBezTo>
                <a:cubicBezTo>
                  <a:pt x="142577" y="220265"/>
                  <a:pt x="128811" y="220637"/>
                  <a:pt x="108273" y="220786"/>
                </a:cubicBezTo>
                <a:cubicBezTo>
                  <a:pt x="106784" y="212303"/>
                  <a:pt x="103882" y="201811"/>
                  <a:pt x="99566" y="189309"/>
                </a:cubicBezTo>
                <a:cubicBezTo>
                  <a:pt x="111472" y="189904"/>
                  <a:pt x="122337" y="190276"/>
                  <a:pt x="132159" y="190425"/>
                </a:cubicBezTo>
                <a:cubicBezTo>
                  <a:pt x="142726" y="190574"/>
                  <a:pt x="148010" y="186407"/>
                  <a:pt x="148010" y="177924"/>
                </a:cubicBezTo>
                <a:lnTo>
                  <a:pt x="148010" y="173905"/>
                </a:lnTo>
                <a:lnTo>
                  <a:pt x="38175" y="173905"/>
                </a:lnTo>
                <a:lnTo>
                  <a:pt x="38175" y="220786"/>
                </a:lnTo>
                <a:lnTo>
                  <a:pt x="6028" y="220786"/>
                </a:lnTo>
                <a:lnTo>
                  <a:pt x="6028" y="61838"/>
                </a:lnTo>
                <a:lnTo>
                  <a:pt x="75233" y="618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DB7CFF-0200-4A1B-8307-5D890232E3EF}"/>
              </a:ext>
            </a:extLst>
          </p:cNvPr>
          <p:cNvSpPr txBox="1"/>
          <p:nvPr/>
        </p:nvSpPr>
        <p:spPr>
          <a:xfrm>
            <a:off x="2973286" y="3110263"/>
            <a:ext cx="651892" cy="642063"/>
          </a:xfrm>
          <a:custGeom>
            <a:avLst/>
            <a:gdLst/>
            <a:ahLst/>
            <a:cxnLst/>
            <a:rect l="l" t="t" r="r" b="b"/>
            <a:pathLst>
              <a:path w="222126" h="218777">
                <a:moveTo>
                  <a:pt x="166092" y="102245"/>
                </a:moveTo>
                <a:lnTo>
                  <a:pt x="196899" y="102245"/>
                </a:lnTo>
                <a:lnTo>
                  <a:pt x="196899" y="116532"/>
                </a:lnTo>
                <a:lnTo>
                  <a:pt x="219223" y="116532"/>
                </a:lnTo>
                <a:lnTo>
                  <a:pt x="219223" y="143321"/>
                </a:lnTo>
                <a:lnTo>
                  <a:pt x="196899" y="143321"/>
                </a:lnTo>
                <a:lnTo>
                  <a:pt x="196899" y="176584"/>
                </a:lnTo>
                <a:cubicBezTo>
                  <a:pt x="196899" y="187970"/>
                  <a:pt x="194685" y="196899"/>
                  <a:pt x="190258" y="203373"/>
                </a:cubicBezTo>
                <a:cubicBezTo>
                  <a:pt x="185830" y="209847"/>
                  <a:pt x="179933" y="213996"/>
                  <a:pt x="172566" y="215819"/>
                </a:cubicBezTo>
                <a:cubicBezTo>
                  <a:pt x="165199" y="217642"/>
                  <a:pt x="150465" y="218554"/>
                  <a:pt x="128364" y="218554"/>
                </a:cubicBezTo>
                <a:cubicBezTo>
                  <a:pt x="125983" y="205606"/>
                  <a:pt x="123899" y="195783"/>
                  <a:pt x="122113" y="189086"/>
                </a:cubicBezTo>
                <a:cubicBezTo>
                  <a:pt x="132829" y="189979"/>
                  <a:pt x="142056" y="190425"/>
                  <a:pt x="149795" y="190425"/>
                </a:cubicBezTo>
                <a:cubicBezTo>
                  <a:pt x="160660" y="190425"/>
                  <a:pt x="166092" y="184100"/>
                  <a:pt x="166092" y="171450"/>
                </a:cubicBezTo>
                <a:lnTo>
                  <a:pt x="166092" y="143321"/>
                </a:lnTo>
                <a:lnTo>
                  <a:pt x="113965" y="143321"/>
                </a:lnTo>
                <a:cubicBezTo>
                  <a:pt x="122299" y="152028"/>
                  <a:pt x="130671" y="161329"/>
                  <a:pt x="139080" y="171226"/>
                </a:cubicBezTo>
                <a:lnTo>
                  <a:pt x="116309" y="188863"/>
                </a:lnTo>
                <a:cubicBezTo>
                  <a:pt x="107230" y="176510"/>
                  <a:pt x="97854" y="165050"/>
                  <a:pt x="88180" y="154483"/>
                </a:cubicBezTo>
                <a:lnTo>
                  <a:pt x="103472" y="143321"/>
                </a:lnTo>
                <a:lnTo>
                  <a:pt x="85055" y="143321"/>
                </a:lnTo>
                <a:lnTo>
                  <a:pt x="85055" y="116532"/>
                </a:lnTo>
                <a:lnTo>
                  <a:pt x="166092" y="116532"/>
                </a:lnTo>
                <a:close/>
                <a:moveTo>
                  <a:pt x="134838" y="0"/>
                </a:moveTo>
                <a:lnTo>
                  <a:pt x="165645" y="0"/>
                </a:lnTo>
                <a:lnTo>
                  <a:pt x="165645" y="25449"/>
                </a:lnTo>
                <a:lnTo>
                  <a:pt x="211633" y="25449"/>
                </a:lnTo>
                <a:lnTo>
                  <a:pt x="211633" y="52238"/>
                </a:lnTo>
                <a:lnTo>
                  <a:pt x="165645" y="52238"/>
                </a:lnTo>
                <a:lnTo>
                  <a:pt x="165645" y="70767"/>
                </a:lnTo>
                <a:lnTo>
                  <a:pt x="222126" y="70767"/>
                </a:lnTo>
                <a:lnTo>
                  <a:pt x="222126" y="97556"/>
                </a:lnTo>
                <a:lnTo>
                  <a:pt x="81260" y="97556"/>
                </a:lnTo>
                <a:lnTo>
                  <a:pt x="81260" y="70767"/>
                </a:lnTo>
                <a:lnTo>
                  <a:pt x="134838" y="70767"/>
                </a:lnTo>
                <a:lnTo>
                  <a:pt x="134838" y="52238"/>
                </a:lnTo>
                <a:lnTo>
                  <a:pt x="90189" y="52238"/>
                </a:lnTo>
                <a:lnTo>
                  <a:pt x="90189" y="25449"/>
                </a:lnTo>
                <a:lnTo>
                  <a:pt x="134838" y="25449"/>
                </a:lnTo>
                <a:close/>
                <a:moveTo>
                  <a:pt x="38844" y="0"/>
                </a:moveTo>
                <a:lnTo>
                  <a:pt x="66079" y="0"/>
                </a:lnTo>
                <a:lnTo>
                  <a:pt x="66079" y="45541"/>
                </a:lnTo>
                <a:lnTo>
                  <a:pt x="79027" y="45541"/>
                </a:lnTo>
                <a:lnTo>
                  <a:pt x="79027" y="74339"/>
                </a:lnTo>
                <a:lnTo>
                  <a:pt x="66079" y="74339"/>
                </a:lnTo>
                <a:lnTo>
                  <a:pt x="66079" y="112960"/>
                </a:lnTo>
                <a:lnTo>
                  <a:pt x="80590" y="110058"/>
                </a:lnTo>
                <a:cubicBezTo>
                  <a:pt x="79995" y="118392"/>
                  <a:pt x="79846" y="128364"/>
                  <a:pt x="80143" y="139972"/>
                </a:cubicBezTo>
                <a:lnTo>
                  <a:pt x="66079" y="142651"/>
                </a:lnTo>
                <a:lnTo>
                  <a:pt x="66079" y="218777"/>
                </a:lnTo>
                <a:lnTo>
                  <a:pt x="38844" y="218777"/>
                </a:lnTo>
                <a:lnTo>
                  <a:pt x="38844" y="148121"/>
                </a:lnTo>
                <a:cubicBezTo>
                  <a:pt x="26640" y="150725"/>
                  <a:pt x="15106" y="153367"/>
                  <a:pt x="4241" y="156046"/>
                </a:cubicBezTo>
                <a:lnTo>
                  <a:pt x="223" y="124346"/>
                </a:lnTo>
                <a:lnTo>
                  <a:pt x="38844" y="117983"/>
                </a:lnTo>
                <a:lnTo>
                  <a:pt x="38844" y="74339"/>
                </a:lnTo>
                <a:lnTo>
                  <a:pt x="24110" y="74339"/>
                </a:lnTo>
                <a:cubicBezTo>
                  <a:pt x="22547" y="85353"/>
                  <a:pt x="20687" y="95994"/>
                  <a:pt x="18529" y="106263"/>
                </a:cubicBezTo>
                <a:cubicBezTo>
                  <a:pt x="12873" y="102691"/>
                  <a:pt x="6697" y="99342"/>
                  <a:pt x="0" y="96217"/>
                </a:cubicBezTo>
                <a:cubicBezTo>
                  <a:pt x="4613" y="72256"/>
                  <a:pt x="7739" y="46285"/>
                  <a:pt x="9376" y="18305"/>
                </a:cubicBezTo>
                <a:lnTo>
                  <a:pt x="29691" y="20315"/>
                </a:lnTo>
                <a:cubicBezTo>
                  <a:pt x="29170" y="28947"/>
                  <a:pt x="28500" y="37355"/>
                  <a:pt x="27682" y="45541"/>
                </a:cubicBezTo>
                <a:lnTo>
                  <a:pt x="38844" y="45541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8242E6E-A0CD-4AA4-9E96-77ED6EF3E713}"/>
              </a:ext>
            </a:extLst>
          </p:cNvPr>
          <p:cNvSpPr txBox="1"/>
          <p:nvPr/>
        </p:nvSpPr>
        <p:spPr>
          <a:xfrm>
            <a:off x="3670967" y="3105022"/>
            <a:ext cx="654513" cy="628305"/>
          </a:xfrm>
          <a:custGeom>
            <a:avLst/>
            <a:gdLst/>
            <a:ahLst/>
            <a:cxnLst/>
            <a:rect l="l" t="t" r="r" b="b"/>
            <a:pathLst>
              <a:path w="223019" h="214089">
                <a:moveTo>
                  <a:pt x="80144" y="134168"/>
                </a:moveTo>
                <a:cubicBezTo>
                  <a:pt x="73744" y="141312"/>
                  <a:pt x="67084" y="147935"/>
                  <a:pt x="60164" y="154037"/>
                </a:cubicBezTo>
                <a:lnTo>
                  <a:pt x="96441" y="154037"/>
                </a:lnTo>
                <a:lnTo>
                  <a:pt x="96441" y="138410"/>
                </a:lnTo>
                <a:lnTo>
                  <a:pt x="127025" y="138410"/>
                </a:lnTo>
                <a:lnTo>
                  <a:pt x="127025" y="154037"/>
                </a:lnTo>
                <a:lnTo>
                  <a:pt x="163302" y="154037"/>
                </a:lnTo>
                <a:cubicBezTo>
                  <a:pt x="156456" y="147935"/>
                  <a:pt x="149833" y="141312"/>
                  <a:pt x="143433" y="134168"/>
                </a:cubicBezTo>
                <a:close/>
                <a:moveTo>
                  <a:pt x="72331" y="99566"/>
                </a:moveTo>
                <a:lnTo>
                  <a:pt x="72331" y="110728"/>
                </a:lnTo>
                <a:lnTo>
                  <a:pt x="151358" y="110728"/>
                </a:lnTo>
                <a:lnTo>
                  <a:pt x="151358" y="99566"/>
                </a:lnTo>
                <a:close/>
                <a:moveTo>
                  <a:pt x="72331" y="71437"/>
                </a:moveTo>
                <a:lnTo>
                  <a:pt x="72331" y="82599"/>
                </a:lnTo>
                <a:lnTo>
                  <a:pt x="151358" y="82599"/>
                </a:lnTo>
                <a:lnTo>
                  <a:pt x="151358" y="71437"/>
                </a:lnTo>
                <a:close/>
                <a:moveTo>
                  <a:pt x="72331" y="42862"/>
                </a:moveTo>
                <a:lnTo>
                  <a:pt x="72331" y="54024"/>
                </a:lnTo>
                <a:lnTo>
                  <a:pt x="151358" y="54024"/>
                </a:lnTo>
                <a:lnTo>
                  <a:pt x="151358" y="42862"/>
                </a:lnTo>
                <a:close/>
                <a:moveTo>
                  <a:pt x="41746" y="0"/>
                </a:moveTo>
                <a:lnTo>
                  <a:pt x="72331" y="0"/>
                </a:lnTo>
                <a:lnTo>
                  <a:pt x="72331" y="19422"/>
                </a:lnTo>
                <a:lnTo>
                  <a:pt x="151358" y="19422"/>
                </a:lnTo>
                <a:lnTo>
                  <a:pt x="151358" y="0"/>
                </a:lnTo>
                <a:lnTo>
                  <a:pt x="181719" y="0"/>
                </a:lnTo>
                <a:lnTo>
                  <a:pt x="181719" y="19422"/>
                </a:lnTo>
                <a:lnTo>
                  <a:pt x="214089" y="19422"/>
                </a:lnTo>
                <a:lnTo>
                  <a:pt x="214089" y="42862"/>
                </a:lnTo>
                <a:lnTo>
                  <a:pt x="181719" y="42862"/>
                </a:lnTo>
                <a:lnTo>
                  <a:pt x="181719" y="110728"/>
                </a:lnTo>
                <a:lnTo>
                  <a:pt x="220340" y="110728"/>
                </a:lnTo>
                <a:lnTo>
                  <a:pt x="220340" y="134168"/>
                </a:lnTo>
                <a:lnTo>
                  <a:pt x="176361" y="134168"/>
                </a:lnTo>
                <a:cubicBezTo>
                  <a:pt x="192137" y="145926"/>
                  <a:pt x="207690" y="154632"/>
                  <a:pt x="223019" y="160288"/>
                </a:cubicBezTo>
                <a:cubicBezTo>
                  <a:pt x="216917" y="169068"/>
                  <a:pt x="211410" y="177328"/>
                  <a:pt x="206499" y="185067"/>
                </a:cubicBezTo>
                <a:cubicBezTo>
                  <a:pt x="194891" y="178668"/>
                  <a:pt x="183803" y="171152"/>
                  <a:pt x="173236" y="162520"/>
                </a:cubicBezTo>
                <a:lnTo>
                  <a:pt x="173236" y="177031"/>
                </a:lnTo>
                <a:lnTo>
                  <a:pt x="127025" y="177031"/>
                </a:lnTo>
                <a:lnTo>
                  <a:pt x="127025" y="190649"/>
                </a:lnTo>
                <a:lnTo>
                  <a:pt x="207169" y="190649"/>
                </a:lnTo>
                <a:lnTo>
                  <a:pt x="207169" y="214089"/>
                </a:lnTo>
                <a:lnTo>
                  <a:pt x="16074" y="214089"/>
                </a:lnTo>
                <a:lnTo>
                  <a:pt x="16074" y="190649"/>
                </a:lnTo>
                <a:lnTo>
                  <a:pt x="96441" y="190649"/>
                </a:lnTo>
                <a:lnTo>
                  <a:pt x="96441" y="177031"/>
                </a:lnTo>
                <a:lnTo>
                  <a:pt x="49113" y="177031"/>
                </a:lnTo>
                <a:lnTo>
                  <a:pt x="49113" y="163413"/>
                </a:lnTo>
                <a:cubicBezTo>
                  <a:pt x="38770" y="171599"/>
                  <a:pt x="27980" y="178817"/>
                  <a:pt x="16743" y="185067"/>
                </a:cubicBezTo>
                <a:cubicBezTo>
                  <a:pt x="12427" y="178221"/>
                  <a:pt x="6846" y="170036"/>
                  <a:pt x="0" y="160511"/>
                </a:cubicBezTo>
                <a:cubicBezTo>
                  <a:pt x="18604" y="153516"/>
                  <a:pt x="34342" y="144735"/>
                  <a:pt x="47216" y="134168"/>
                </a:cubicBezTo>
                <a:lnTo>
                  <a:pt x="2902" y="134168"/>
                </a:lnTo>
                <a:lnTo>
                  <a:pt x="2902" y="110728"/>
                </a:lnTo>
                <a:lnTo>
                  <a:pt x="41746" y="110728"/>
                </a:lnTo>
                <a:lnTo>
                  <a:pt x="41746" y="42862"/>
                </a:lnTo>
                <a:lnTo>
                  <a:pt x="9376" y="42862"/>
                </a:lnTo>
                <a:lnTo>
                  <a:pt x="9376" y="19422"/>
                </a:lnTo>
                <a:lnTo>
                  <a:pt x="41746" y="1942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DCDD533-96E3-4F0C-9D09-F648EA9E9460}"/>
              </a:ext>
            </a:extLst>
          </p:cNvPr>
          <p:cNvSpPr txBox="1"/>
          <p:nvPr/>
        </p:nvSpPr>
        <p:spPr>
          <a:xfrm>
            <a:off x="4367990" y="3102401"/>
            <a:ext cx="653204" cy="650580"/>
          </a:xfrm>
          <a:custGeom>
            <a:avLst/>
            <a:gdLst/>
            <a:ahLst/>
            <a:cxnLst/>
            <a:rect l="l" t="t" r="r" b="b"/>
            <a:pathLst>
              <a:path w="222573" h="221679">
                <a:moveTo>
                  <a:pt x="83939" y="167208"/>
                </a:moveTo>
                <a:cubicBezTo>
                  <a:pt x="83047" y="179710"/>
                  <a:pt x="82674" y="190053"/>
                  <a:pt x="82823" y="198239"/>
                </a:cubicBezTo>
                <a:cubicBezTo>
                  <a:pt x="56332" y="201959"/>
                  <a:pt x="30808" y="205903"/>
                  <a:pt x="6251" y="210071"/>
                </a:cubicBezTo>
                <a:lnTo>
                  <a:pt x="1340" y="178817"/>
                </a:lnTo>
                <a:cubicBezTo>
                  <a:pt x="27087" y="175542"/>
                  <a:pt x="54620" y="171673"/>
                  <a:pt x="83939" y="167208"/>
                </a:cubicBezTo>
                <a:close/>
                <a:moveTo>
                  <a:pt x="120551" y="152921"/>
                </a:moveTo>
                <a:lnTo>
                  <a:pt x="120551" y="181272"/>
                </a:lnTo>
                <a:lnTo>
                  <a:pt x="183282" y="181272"/>
                </a:lnTo>
                <a:lnTo>
                  <a:pt x="183282" y="152921"/>
                </a:lnTo>
                <a:close/>
                <a:moveTo>
                  <a:pt x="90637" y="125685"/>
                </a:moveTo>
                <a:lnTo>
                  <a:pt x="213197" y="125685"/>
                </a:lnTo>
                <a:lnTo>
                  <a:pt x="213197" y="221679"/>
                </a:lnTo>
                <a:lnTo>
                  <a:pt x="183282" y="221679"/>
                </a:lnTo>
                <a:lnTo>
                  <a:pt x="183282" y="208508"/>
                </a:lnTo>
                <a:lnTo>
                  <a:pt x="120551" y="208508"/>
                </a:lnTo>
                <a:lnTo>
                  <a:pt x="120551" y="221679"/>
                </a:lnTo>
                <a:lnTo>
                  <a:pt x="90637" y="221679"/>
                </a:lnTo>
                <a:close/>
                <a:moveTo>
                  <a:pt x="38621" y="0"/>
                </a:moveTo>
                <a:lnTo>
                  <a:pt x="68089" y="10939"/>
                </a:lnTo>
                <a:cubicBezTo>
                  <a:pt x="56332" y="32965"/>
                  <a:pt x="44723" y="52759"/>
                  <a:pt x="33264" y="70321"/>
                </a:cubicBezTo>
                <a:lnTo>
                  <a:pt x="53802" y="69316"/>
                </a:lnTo>
                <a:lnTo>
                  <a:pt x="67196" y="46434"/>
                </a:lnTo>
                <a:lnTo>
                  <a:pt x="81930" y="53466"/>
                </a:lnTo>
                <a:lnTo>
                  <a:pt x="81930" y="29021"/>
                </a:lnTo>
                <a:lnTo>
                  <a:pt x="135508" y="29021"/>
                </a:lnTo>
                <a:lnTo>
                  <a:pt x="135508" y="893"/>
                </a:lnTo>
                <a:lnTo>
                  <a:pt x="166762" y="893"/>
                </a:lnTo>
                <a:lnTo>
                  <a:pt x="166762" y="29021"/>
                </a:lnTo>
                <a:lnTo>
                  <a:pt x="222573" y="29021"/>
                </a:lnTo>
                <a:lnTo>
                  <a:pt x="222573" y="55587"/>
                </a:lnTo>
                <a:lnTo>
                  <a:pt x="166762" y="55587"/>
                </a:lnTo>
                <a:lnTo>
                  <a:pt x="166762" y="79920"/>
                </a:lnTo>
                <a:lnTo>
                  <a:pt x="215876" y="79920"/>
                </a:lnTo>
                <a:lnTo>
                  <a:pt x="215876" y="106486"/>
                </a:lnTo>
                <a:lnTo>
                  <a:pt x="88628" y="106486"/>
                </a:lnTo>
                <a:lnTo>
                  <a:pt x="88628" y="79920"/>
                </a:lnTo>
                <a:lnTo>
                  <a:pt x="135508" y="79920"/>
                </a:lnTo>
                <a:lnTo>
                  <a:pt x="135508" y="55587"/>
                </a:lnTo>
                <a:lnTo>
                  <a:pt x="86284" y="55587"/>
                </a:lnTo>
                <a:lnTo>
                  <a:pt x="93762" y="59159"/>
                </a:lnTo>
                <a:cubicBezTo>
                  <a:pt x="75307" y="87287"/>
                  <a:pt x="59457" y="110207"/>
                  <a:pt x="46212" y="127917"/>
                </a:cubicBezTo>
                <a:cubicBezTo>
                  <a:pt x="56927" y="126578"/>
                  <a:pt x="68387" y="125313"/>
                  <a:pt x="80591" y="124122"/>
                </a:cubicBezTo>
                <a:cubicBezTo>
                  <a:pt x="79698" y="134243"/>
                  <a:pt x="79103" y="143470"/>
                  <a:pt x="78805" y="151804"/>
                </a:cubicBezTo>
                <a:cubicBezTo>
                  <a:pt x="46212" y="155376"/>
                  <a:pt x="24036" y="158725"/>
                  <a:pt x="12279" y="161850"/>
                </a:cubicBezTo>
                <a:lnTo>
                  <a:pt x="3572" y="136847"/>
                </a:lnTo>
                <a:cubicBezTo>
                  <a:pt x="13023" y="128513"/>
                  <a:pt x="24259" y="114672"/>
                  <a:pt x="37282" y="95324"/>
                </a:cubicBezTo>
                <a:cubicBezTo>
                  <a:pt x="26120" y="96143"/>
                  <a:pt x="16446" y="97110"/>
                  <a:pt x="8260" y="98226"/>
                </a:cubicBezTo>
                <a:lnTo>
                  <a:pt x="0" y="72777"/>
                </a:lnTo>
                <a:cubicBezTo>
                  <a:pt x="11758" y="58340"/>
                  <a:pt x="24631" y="34081"/>
                  <a:pt x="3862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1441F76-067F-40BE-8606-41EBD4DB3932}"/>
              </a:ext>
            </a:extLst>
          </p:cNvPr>
          <p:cNvSpPr txBox="1"/>
          <p:nvPr/>
        </p:nvSpPr>
        <p:spPr>
          <a:xfrm>
            <a:off x="5072221" y="3126639"/>
            <a:ext cx="649929" cy="628960"/>
          </a:xfrm>
          <a:custGeom>
            <a:avLst/>
            <a:gdLst/>
            <a:ahLst/>
            <a:cxnLst/>
            <a:rect l="l" t="t" r="r" b="b"/>
            <a:pathLst>
              <a:path w="221457" h="214312">
                <a:moveTo>
                  <a:pt x="38845" y="129703"/>
                </a:moveTo>
                <a:lnTo>
                  <a:pt x="66973" y="140196"/>
                </a:lnTo>
                <a:cubicBezTo>
                  <a:pt x="64815" y="146819"/>
                  <a:pt x="62508" y="153107"/>
                  <a:pt x="60053" y="159060"/>
                </a:cubicBezTo>
                <a:cubicBezTo>
                  <a:pt x="69726" y="169254"/>
                  <a:pt x="82302" y="176026"/>
                  <a:pt x="97780" y="179375"/>
                </a:cubicBezTo>
                <a:lnTo>
                  <a:pt x="97780" y="129703"/>
                </a:lnTo>
                <a:close/>
                <a:moveTo>
                  <a:pt x="447" y="104031"/>
                </a:moveTo>
                <a:lnTo>
                  <a:pt x="221010" y="104031"/>
                </a:lnTo>
                <a:lnTo>
                  <a:pt x="221010" y="129703"/>
                </a:lnTo>
                <a:lnTo>
                  <a:pt x="127918" y="129703"/>
                </a:lnTo>
                <a:lnTo>
                  <a:pt x="127918" y="143321"/>
                </a:lnTo>
                <a:lnTo>
                  <a:pt x="203820" y="143321"/>
                </a:lnTo>
                <a:lnTo>
                  <a:pt x="203820" y="167655"/>
                </a:lnTo>
                <a:lnTo>
                  <a:pt x="127918" y="167655"/>
                </a:lnTo>
                <a:lnTo>
                  <a:pt x="127918" y="181830"/>
                </a:lnTo>
                <a:cubicBezTo>
                  <a:pt x="137666" y="182054"/>
                  <a:pt x="149647" y="182165"/>
                  <a:pt x="163860" y="182165"/>
                </a:cubicBezTo>
                <a:cubicBezTo>
                  <a:pt x="180082" y="182165"/>
                  <a:pt x="199281" y="182016"/>
                  <a:pt x="221457" y="181719"/>
                </a:cubicBezTo>
                <a:cubicBezTo>
                  <a:pt x="217736" y="191393"/>
                  <a:pt x="214834" y="200174"/>
                  <a:pt x="212750" y="208061"/>
                </a:cubicBezTo>
                <a:cubicBezTo>
                  <a:pt x="201886" y="208285"/>
                  <a:pt x="182836" y="208210"/>
                  <a:pt x="155600" y="207838"/>
                </a:cubicBezTo>
                <a:lnTo>
                  <a:pt x="123007" y="207392"/>
                </a:lnTo>
                <a:cubicBezTo>
                  <a:pt x="88776" y="207392"/>
                  <a:pt x="63922" y="199355"/>
                  <a:pt x="48444" y="183282"/>
                </a:cubicBezTo>
                <a:cubicBezTo>
                  <a:pt x="41598" y="195485"/>
                  <a:pt x="33933" y="205829"/>
                  <a:pt x="25450" y="214312"/>
                </a:cubicBezTo>
                <a:cubicBezTo>
                  <a:pt x="17711" y="208359"/>
                  <a:pt x="9228" y="202257"/>
                  <a:pt x="0" y="196006"/>
                </a:cubicBezTo>
                <a:cubicBezTo>
                  <a:pt x="16669" y="180082"/>
                  <a:pt x="29431" y="157981"/>
                  <a:pt x="38286" y="129703"/>
                </a:cubicBezTo>
                <a:lnTo>
                  <a:pt x="447" y="129703"/>
                </a:lnTo>
                <a:close/>
                <a:moveTo>
                  <a:pt x="57150" y="56480"/>
                </a:moveTo>
                <a:lnTo>
                  <a:pt x="57150" y="68535"/>
                </a:lnTo>
                <a:lnTo>
                  <a:pt x="164083" y="68535"/>
                </a:lnTo>
                <a:lnTo>
                  <a:pt x="164083" y="56480"/>
                </a:lnTo>
                <a:close/>
                <a:moveTo>
                  <a:pt x="57150" y="24780"/>
                </a:moveTo>
                <a:lnTo>
                  <a:pt x="57150" y="36835"/>
                </a:lnTo>
                <a:lnTo>
                  <a:pt x="164083" y="36835"/>
                </a:lnTo>
                <a:lnTo>
                  <a:pt x="164083" y="24780"/>
                </a:lnTo>
                <a:close/>
                <a:moveTo>
                  <a:pt x="26120" y="0"/>
                </a:moveTo>
                <a:lnTo>
                  <a:pt x="195114" y="0"/>
                </a:lnTo>
                <a:lnTo>
                  <a:pt x="195114" y="93315"/>
                </a:lnTo>
                <a:lnTo>
                  <a:pt x="26120" y="9331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E3FA3C9-35A2-4511-9D2D-556922847437}"/>
              </a:ext>
            </a:extLst>
          </p:cNvPr>
          <p:cNvSpPr txBox="1"/>
          <p:nvPr/>
        </p:nvSpPr>
        <p:spPr>
          <a:xfrm>
            <a:off x="5770556" y="3104361"/>
            <a:ext cx="617822" cy="650583"/>
          </a:xfrm>
          <a:custGeom>
            <a:avLst/>
            <a:gdLst/>
            <a:ahLst/>
            <a:cxnLst/>
            <a:rect l="l" t="t" r="r" b="b"/>
            <a:pathLst>
              <a:path w="210517" h="221680">
                <a:moveTo>
                  <a:pt x="51346" y="68536"/>
                </a:moveTo>
                <a:cubicBezTo>
                  <a:pt x="47476" y="88330"/>
                  <a:pt x="43309" y="107380"/>
                  <a:pt x="38844" y="125686"/>
                </a:cubicBezTo>
                <a:lnTo>
                  <a:pt x="56815" y="139415"/>
                </a:lnTo>
                <a:cubicBezTo>
                  <a:pt x="67010" y="120663"/>
                  <a:pt x="72777" y="97036"/>
                  <a:pt x="74117" y="68536"/>
                </a:cubicBezTo>
                <a:close/>
                <a:moveTo>
                  <a:pt x="146001" y="52239"/>
                </a:moveTo>
                <a:lnTo>
                  <a:pt x="146001" y="170111"/>
                </a:lnTo>
                <a:lnTo>
                  <a:pt x="180603" y="170111"/>
                </a:lnTo>
                <a:lnTo>
                  <a:pt x="180603" y="52239"/>
                </a:lnTo>
                <a:close/>
                <a:moveTo>
                  <a:pt x="116086" y="22548"/>
                </a:moveTo>
                <a:lnTo>
                  <a:pt x="210517" y="22548"/>
                </a:lnTo>
                <a:lnTo>
                  <a:pt x="210517" y="215429"/>
                </a:lnTo>
                <a:lnTo>
                  <a:pt x="180603" y="215429"/>
                </a:lnTo>
                <a:lnTo>
                  <a:pt x="180603" y="199802"/>
                </a:lnTo>
                <a:lnTo>
                  <a:pt x="146001" y="199802"/>
                </a:lnTo>
                <a:lnTo>
                  <a:pt x="146001" y="215429"/>
                </a:lnTo>
                <a:lnTo>
                  <a:pt x="116086" y="215429"/>
                </a:lnTo>
                <a:close/>
                <a:moveTo>
                  <a:pt x="31701" y="0"/>
                </a:moveTo>
                <a:lnTo>
                  <a:pt x="62731" y="2903"/>
                </a:lnTo>
                <a:lnTo>
                  <a:pt x="56480" y="40631"/>
                </a:lnTo>
                <a:lnTo>
                  <a:pt x="104924" y="40631"/>
                </a:lnTo>
                <a:cubicBezTo>
                  <a:pt x="104924" y="95250"/>
                  <a:pt x="97036" y="134541"/>
                  <a:pt x="81260" y="158502"/>
                </a:cubicBezTo>
                <a:cubicBezTo>
                  <a:pt x="92646" y="167506"/>
                  <a:pt x="103361" y="176213"/>
                  <a:pt x="113407" y="184622"/>
                </a:cubicBezTo>
                <a:lnTo>
                  <a:pt x="91083" y="208955"/>
                </a:lnTo>
                <a:cubicBezTo>
                  <a:pt x="81707" y="199951"/>
                  <a:pt x="72479" y="191282"/>
                  <a:pt x="63401" y="182947"/>
                </a:cubicBezTo>
                <a:cubicBezTo>
                  <a:pt x="51643" y="196416"/>
                  <a:pt x="37207" y="209327"/>
                  <a:pt x="20092" y="221680"/>
                </a:cubicBezTo>
                <a:cubicBezTo>
                  <a:pt x="14436" y="213792"/>
                  <a:pt x="7739" y="205606"/>
                  <a:pt x="0" y="197123"/>
                </a:cubicBezTo>
                <a:cubicBezTo>
                  <a:pt x="16074" y="186259"/>
                  <a:pt x="29543" y="174613"/>
                  <a:pt x="40407" y="162186"/>
                </a:cubicBezTo>
                <a:cubicBezTo>
                  <a:pt x="29022" y="152066"/>
                  <a:pt x="17859" y="142429"/>
                  <a:pt x="6921" y="133276"/>
                </a:cubicBezTo>
                <a:cubicBezTo>
                  <a:pt x="12130" y="115789"/>
                  <a:pt x="17004" y="94209"/>
                  <a:pt x="21543" y="68536"/>
                </a:cubicBezTo>
                <a:lnTo>
                  <a:pt x="0" y="68536"/>
                </a:lnTo>
                <a:lnTo>
                  <a:pt x="0" y="40631"/>
                </a:lnTo>
                <a:lnTo>
                  <a:pt x="26119" y="40631"/>
                </a:lnTo>
                <a:cubicBezTo>
                  <a:pt x="28054" y="27906"/>
                  <a:pt x="29915" y="14362"/>
                  <a:pt x="3170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201CE4B-9928-48E6-B911-E5E446F9D7CE}"/>
              </a:ext>
            </a:extLst>
          </p:cNvPr>
          <p:cNvSpPr txBox="1"/>
          <p:nvPr/>
        </p:nvSpPr>
        <p:spPr>
          <a:xfrm>
            <a:off x="6466925" y="3108297"/>
            <a:ext cx="651238" cy="640755"/>
          </a:xfrm>
          <a:custGeom>
            <a:avLst/>
            <a:gdLst/>
            <a:ahLst/>
            <a:cxnLst/>
            <a:rect l="l" t="t" r="r" b="b"/>
            <a:pathLst>
              <a:path w="221903" h="218331">
                <a:moveTo>
                  <a:pt x="104254" y="90859"/>
                </a:moveTo>
                <a:lnTo>
                  <a:pt x="104254" y="135285"/>
                </a:lnTo>
                <a:lnTo>
                  <a:pt x="127471" y="135285"/>
                </a:lnTo>
                <a:lnTo>
                  <a:pt x="127471" y="90859"/>
                </a:lnTo>
                <a:close/>
                <a:moveTo>
                  <a:pt x="76349" y="64963"/>
                </a:moveTo>
                <a:lnTo>
                  <a:pt x="155377" y="64963"/>
                </a:lnTo>
                <a:lnTo>
                  <a:pt x="155377" y="161181"/>
                </a:lnTo>
                <a:lnTo>
                  <a:pt x="104254" y="161181"/>
                </a:lnTo>
                <a:lnTo>
                  <a:pt x="104254" y="176361"/>
                </a:lnTo>
                <a:lnTo>
                  <a:pt x="76349" y="176361"/>
                </a:lnTo>
                <a:close/>
                <a:moveTo>
                  <a:pt x="73224" y="12501"/>
                </a:moveTo>
                <a:lnTo>
                  <a:pt x="221903" y="12501"/>
                </a:lnTo>
                <a:lnTo>
                  <a:pt x="221903" y="41300"/>
                </a:lnTo>
                <a:lnTo>
                  <a:pt x="206722" y="41300"/>
                </a:lnTo>
                <a:lnTo>
                  <a:pt x="206722" y="173682"/>
                </a:lnTo>
                <a:cubicBezTo>
                  <a:pt x="206722" y="187672"/>
                  <a:pt x="203820" y="198295"/>
                  <a:pt x="198016" y="205550"/>
                </a:cubicBezTo>
                <a:cubicBezTo>
                  <a:pt x="192212" y="212806"/>
                  <a:pt x="184324" y="216749"/>
                  <a:pt x="174352" y="217382"/>
                </a:cubicBezTo>
                <a:cubicBezTo>
                  <a:pt x="164381" y="218014"/>
                  <a:pt x="148977" y="218331"/>
                  <a:pt x="128141" y="218331"/>
                </a:cubicBezTo>
                <a:cubicBezTo>
                  <a:pt x="126355" y="208359"/>
                  <a:pt x="124123" y="197792"/>
                  <a:pt x="121444" y="186630"/>
                </a:cubicBezTo>
                <a:cubicBezTo>
                  <a:pt x="130374" y="187151"/>
                  <a:pt x="138745" y="187412"/>
                  <a:pt x="146559" y="187412"/>
                </a:cubicBezTo>
                <a:cubicBezTo>
                  <a:pt x="155116" y="187412"/>
                  <a:pt x="161069" y="186965"/>
                  <a:pt x="164418" y="186072"/>
                </a:cubicBezTo>
                <a:cubicBezTo>
                  <a:pt x="167767" y="185179"/>
                  <a:pt x="170483" y="183058"/>
                  <a:pt x="172566" y="179710"/>
                </a:cubicBezTo>
                <a:cubicBezTo>
                  <a:pt x="174650" y="176361"/>
                  <a:pt x="175692" y="171896"/>
                  <a:pt x="175692" y="166315"/>
                </a:cubicBezTo>
                <a:lnTo>
                  <a:pt x="175692" y="41300"/>
                </a:lnTo>
                <a:lnTo>
                  <a:pt x="73224" y="41300"/>
                </a:lnTo>
                <a:close/>
                <a:moveTo>
                  <a:pt x="42863" y="0"/>
                </a:moveTo>
                <a:lnTo>
                  <a:pt x="74117" y="6920"/>
                </a:lnTo>
                <a:cubicBezTo>
                  <a:pt x="69056" y="24929"/>
                  <a:pt x="62880" y="42453"/>
                  <a:pt x="55587" y="59494"/>
                </a:cubicBezTo>
                <a:lnTo>
                  <a:pt x="55587" y="217438"/>
                </a:lnTo>
                <a:lnTo>
                  <a:pt x="25673" y="217438"/>
                </a:lnTo>
                <a:lnTo>
                  <a:pt x="25673" y="116979"/>
                </a:lnTo>
                <a:cubicBezTo>
                  <a:pt x="20464" y="125388"/>
                  <a:pt x="14957" y="133648"/>
                  <a:pt x="9153" y="141759"/>
                </a:cubicBezTo>
                <a:cubicBezTo>
                  <a:pt x="7069" y="130597"/>
                  <a:pt x="4019" y="117053"/>
                  <a:pt x="0" y="101129"/>
                </a:cubicBezTo>
                <a:cubicBezTo>
                  <a:pt x="18752" y="70470"/>
                  <a:pt x="33040" y="36760"/>
                  <a:pt x="4286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9DBF98A-8B08-48C5-8C99-131617436D3A}"/>
              </a:ext>
            </a:extLst>
          </p:cNvPr>
          <p:cNvSpPr txBox="1"/>
          <p:nvPr/>
        </p:nvSpPr>
        <p:spPr>
          <a:xfrm>
            <a:off x="7165914" y="3108951"/>
            <a:ext cx="626996" cy="642063"/>
          </a:xfrm>
          <a:custGeom>
            <a:avLst/>
            <a:gdLst/>
            <a:ahLst/>
            <a:cxnLst/>
            <a:rect l="l" t="t" r="r" b="b"/>
            <a:pathLst>
              <a:path w="213643" h="218777">
                <a:moveTo>
                  <a:pt x="29468" y="0"/>
                </a:moveTo>
                <a:lnTo>
                  <a:pt x="58490" y="0"/>
                </a:lnTo>
                <a:lnTo>
                  <a:pt x="58490" y="43309"/>
                </a:lnTo>
                <a:lnTo>
                  <a:pt x="79921" y="43309"/>
                </a:lnTo>
                <a:lnTo>
                  <a:pt x="79921" y="55253"/>
                </a:lnTo>
                <a:cubicBezTo>
                  <a:pt x="92125" y="39179"/>
                  <a:pt x="101501" y="21059"/>
                  <a:pt x="108049" y="893"/>
                </a:cubicBezTo>
                <a:lnTo>
                  <a:pt x="138857" y="3349"/>
                </a:lnTo>
                <a:cubicBezTo>
                  <a:pt x="136178" y="10641"/>
                  <a:pt x="133276" y="17711"/>
                  <a:pt x="130150" y="24557"/>
                </a:cubicBezTo>
                <a:lnTo>
                  <a:pt x="213643" y="24557"/>
                </a:lnTo>
                <a:cubicBezTo>
                  <a:pt x="213643" y="57225"/>
                  <a:pt x="213475" y="85837"/>
                  <a:pt x="213141" y="110393"/>
                </a:cubicBezTo>
                <a:cubicBezTo>
                  <a:pt x="212806" y="134950"/>
                  <a:pt x="212359" y="154558"/>
                  <a:pt x="211801" y="169218"/>
                </a:cubicBezTo>
                <a:cubicBezTo>
                  <a:pt x="211243" y="183877"/>
                  <a:pt x="207783" y="194984"/>
                  <a:pt x="201420" y="202537"/>
                </a:cubicBezTo>
                <a:cubicBezTo>
                  <a:pt x="195058" y="210090"/>
                  <a:pt x="187170" y="214350"/>
                  <a:pt x="177757" y="215317"/>
                </a:cubicBezTo>
                <a:cubicBezTo>
                  <a:pt x="168343" y="216285"/>
                  <a:pt x="151954" y="216545"/>
                  <a:pt x="128588" y="216099"/>
                </a:cubicBezTo>
                <a:cubicBezTo>
                  <a:pt x="126504" y="204341"/>
                  <a:pt x="124346" y="193998"/>
                  <a:pt x="122114" y="185068"/>
                </a:cubicBezTo>
                <a:cubicBezTo>
                  <a:pt x="138336" y="186407"/>
                  <a:pt x="151507" y="187077"/>
                  <a:pt x="161627" y="187077"/>
                </a:cubicBezTo>
                <a:cubicBezTo>
                  <a:pt x="167878" y="187077"/>
                  <a:pt x="172920" y="185403"/>
                  <a:pt x="176752" y="182054"/>
                </a:cubicBezTo>
                <a:cubicBezTo>
                  <a:pt x="180584" y="178706"/>
                  <a:pt x="182575" y="171376"/>
                  <a:pt x="182724" y="160065"/>
                </a:cubicBezTo>
                <a:lnTo>
                  <a:pt x="167878" y="167655"/>
                </a:lnTo>
                <a:lnTo>
                  <a:pt x="163190" y="158056"/>
                </a:lnTo>
                <a:cubicBezTo>
                  <a:pt x="127546" y="160660"/>
                  <a:pt x="101352" y="163711"/>
                  <a:pt x="84609" y="167209"/>
                </a:cubicBezTo>
                <a:lnTo>
                  <a:pt x="75456" y="141759"/>
                </a:lnTo>
                <a:cubicBezTo>
                  <a:pt x="86916" y="133276"/>
                  <a:pt x="101203" y="108049"/>
                  <a:pt x="118319" y="66080"/>
                </a:cubicBezTo>
                <a:lnTo>
                  <a:pt x="146894" y="77688"/>
                </a:lnTo>
                <a:lnTo>
                  <a:pt x="111844" y="137517"/>
                </a:lnTo>
                <a:lnTo>
                  <a:pt x="151470" y="134950"/>
                </a:lnTo>
                <a:cubicBezTo>
                  <a:pt x="146484" y="125351"/>
                  <a:pt x="141238" y="115565"/>
                  <a:pt x="135731" y="105594"/>
                </a:cubicBezTo>
                <a:lnTo>
                  <a:pt x="158725" y="93539"/>
                </a:lnTo>
                <a:cubicBezTo>
                  <a:pt x="166985" y="107156"/>
                  <a:pt x="175208" y="121481"/>
                  <a:pt x="183394" y="136513"/>
                </a:cubicBezTo>
                <a:cubicBezTo>
                  <a:pt x="183914" y="114189"/>
                  <a:pt x="184175" y="86097"/>
                  <a:pt x="184175" y="52239"/>
                </a:cubicBezTo>
                <a:lnTo>
                  <a:pt x="115640" y="52239"/>
                </a:lnTo>
                <a:cubicBezTo>
                  <a:pt x="107975" y="65187"/>
                  <a:pt x="99417" y="77316"/>
                  <a:pt x="89967" y="88627"/>
                </a:cubicBezTo>
                <a:cubicBezTo>
                  <a:pt x="83418" y="81409"/>
                  <a:pt x="77205" y="75084"/>
                  <a:pt x="71326" y="69652"/>
                </a:cubicBezTo>
                <a:lnTo>
                  <a:pt x="58490" y="69652"/>
                </a:lnTo>
                <a:lnTo>
                  <a:pt x="58490" y="82600"/>
                </a:lnTo>
                <a:cubicBezTo>
                  <a:pt x="68982" y="92050"/>
                  <a:pt x="79251" y="101575"/>
                  <a:pt x="89297" y="111175"/>
                </a:cubicBezTo>
                <a:lnTo>
                  <a:pt x="69875" y="129481"/>
                </a:lnTo>
                <a:cubicBezTo>
                  <a:pt x="66080" y="124048"/>
                  <a:pt x="62285" y="118839"/>
                  <a:pt x="58490" y="113854"/>
                </a:cubicBezTo>
                <a:lnTo>
                  <a:pt x="58490" y="218777"/>
                </a:lnTo>
                <a:lnTo>
                  <a:pt x="29468" y="218777"/>
                </a:lnTo>
                <a:lnTo>
                  <a:pt x="29468" y="124569"/>
                </a:lnTo>
                <a:cubicBezTo>
                  <a:pt x="23441" y="140271"/>
                  <a:pt x="16148" y="155153"/>
                  <a:pt x="7590" y="169218"/>
                </a:cubicBezTo>
                <a:cubicBezTo>
                  <a:pt x="5953" y="158949"/>
                  <a:pt x="3423" y="145331"/>
                  <a:pt x="0" y="128364"/>
                </a:cubicBezTo>
                <a:cubicBezTo>
                  <a:pt x="11311" y="110803"/>
                  <a:pt x="20278" y="91232"/>
                  <a:pt x="26901" y="69652"/>
                </a:cubicBezTo>
                <a:lnTo>
                  <a:pt x="2233" y="69652"/>
                </a:lnTo>
                <a:lnTo>
                  <a:pt x="2233" y="43309"/>
                </a:lnTo>
                <a:lnTo>
                  <a:pt x="29468" y="4330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B221882-2466-4EB1-8A26-53F0DDBC17B0}"/>
              </a:ext>
            </a:extLst>
          </p:cNvPr>
          <p:cNvSpPr txBox="1"/>
          <p:nvPr/>
        </p:nvSpPr>
        <p:spPr>
          <a:xfrm>
            <a:off x="7866215" y="3106985"/>
            <a:ext cx="654513" cy="647962"/>
          </a:xfrm>
          <a:custGeom>
            <a:avLst/>
            <a:gdLst/>
            <a:ahLst/>
            <a:cxnLst/>
            <a:rect l="l" t="t" r="r" b="b"/>
            <a:pathLst>
              <a:path w="223019" h="220787">
                <a:moveTo>
                  <a:pt x="122560" y="0"/>
                </a:moveTo>
                <a:lnTo>
                  <a:pt x="154260" y="0"/>
                </a:lnTo>
                <a:lnTo>
                  <a:pt x="154595" y="36835"/>
                </a:lnTo>
                <a:lnTo>
                  <a:pt x="185067" y="36835"/>
                </a:lnTo>
                <a:cubicBezTo>
                  <a:pt x="181123" y="31626"/>
                  <a:pt x="174798" y="23887"/>
                  <a:pt x="166092" y="13618"/>
                </a:cubicBezTo>
                <a:lnTo>
                  <a:pt x="189532" y="893"/>
                </a:lnTo>
                <a:cubicBezTo>
                  <a:pt x="194741" y="6549"/>
                  <a:pt x="202183" y="15404"/>
                  <a:pt x="211856" y="27459"/>
                </a:cubicBezTo>
                <a:lnTo>
                  <a:pt x="194667" y="36835"/>
                </a:lnTo>
                <a:lnTo>
                  <a:pt x="219223" y="36835"/>
                </a:lnTo>
                <a:lnTo>
                  <a:pt x="219223" y="63624"/>
                </a:lnTo>
                <a:lnTo>
                  <a:pt x="155153" y="63624"/>
                </a:lnTo>
                <a:cubicBezTo>
                  <a:pt x="155897" y="86767"/>
                  <a:pt x="157497" y="106822"/>
                  <a:pt x="159953" y="123788"/>
                </a:cubicBezTo>
                <a:cubicBezTo>
                  <a:pt x="169775" y="108682"/>
                  <a:pt x="178519" y="92274"/>
                  <a:pt x="186184" y="74563"/>
                </a:cubicBezTo>
                <a:lnTo>
                  <a:pt x="213642" y="87288"/>
                </a:lnTo>
                <a:cubicBezTo>
                  <a:pt x="200546" y="116235"/>
                  <a:pt x="185774" y="141759"/>
                  <a:pt x="169329" y="163860"/>
                </a:cubicBezTo>
                <a:cubicBezTo>
                  <a:pt x="174910" y="178371"/>
                  <a:pt x="179933" y="185626"/>
                  <a:pt x="184398" y="185626"/>
                </a:cubicBezTo>
                <a:cubicBezTo>
                  <a:pt x="186109" y="185626"/>
                  <a:pt x="187523" y="184547"/>
                  <a:pt x="188639" y="182389"/>
                </a:cubicBezTo>
                <a:cubicBezTo>
                  <a:pt x="189755" y="180231"/>
                  <a:pt x="190983" y="174855"/>
                  <a:pt x="192323" y="166260"/>
                </a:cubicBezTo>
                <a:cubicBezTo>
                  <a:pt x="193662" y="157665"/>
                  <a:pt x="194369" y="150242"/>
                  <a:pt x="194444" y="143992"/>
                </a:cubicBezTo>
                <a:cubicBezTo>
                  <a:pt x="201141" y="147861"/>
                  <a:pt x="210666" y="152400"/>
                  <a:pt x="223019" y="157609"/>
                </a:cubicBezTo>
                <a:cubicBezTo>
                  <a:pt x="222572" y="165646"/>
                  <a:pt x="220712" y="176213"/>
                  <a:pt x="217438" y="189310"/>
                </a:cubicBezTo>
                <a:cubicBezTo>
                  <a:pt x="214163" y="202407"/>
                  <a:pt x="209847" y="210778"/>
                  <a:pt x="204489" y="214425"/>
                </a:cubicBezTo>
                <a:cubicBezTo>
                  <a:pt x="199132" y="218071"/>
                  <a:pt x="193737" y="219894"/>
                  <a:pt x="188304" y="219894"/>
                </a:cubicBezTo>
                <a:cubicBezTo>
                  <a:pt x="172082" y="219894"/>
                  <a:pt x="158650" y="209774"/>
                  <a:pt x="148009" y="189533"/>
                </a:cubicBezTo>
                <a:cubicBezTo>
                  <a:pt x="137294" y="201142"/>
                  <a:pt x="125983" y="211560"/>
                  <a:pt x="114076" y="220787"/>
                </a:cubicBezTo>
                <a:cubicBezTo>
                  <a:pt x="106933" y="212006"/>
                  <a:pt x="99194" y="204118"/>
                  <a:pt x="90859" y="197123"/>
                </a:cubicBezTo>
                <a:cubicBezTo>
                  <a:pt x="107305" y="185291"/>
                  <a:pt x="122262" y="171599"/>
                  <a:pt x="135731" y="156047"/>
                </a:cubicBezTo>
                <a:cubicBezTo>
                  <a:pt x="130299" y="133722"/>
                  <a:pt x="126615" y="102915"/>
                  <a:pt x="124680" y="63624"/>
                </a:cubicBezTo>
                <a:lnTo>
                  <a:pt x="48220" y="63624"/>
                </a:lnTo>
                <a:lnTo>
                  <a:pt x="48220" y="89967"/>
                </a:lnTo>
                <a:lnTo>
                  <a:pt x="111844" y="89967"/>
                </a:lnTo>
                <a:cubicBezTo>
                  <a:pt x="111844" y="92199"/>
                  <a:pt x="111397" y="105166"/>
                  <a:pt x="110505" y="128867"/>
                </a:cubicBezTo>
                <a:cubicBezTo>
                  <a:pt x="109612" y="152568"/>
                  <a:pt x="107602" y="167134"/>
                  <a:pt x="104477" y="172567"/>
                </a:cubicBezTo>
                <a:cubicBezTo>
                  <a:pt x="101352" y="177999"/>
                  <a:pt x="97315" y="182445"/>
                  <a:pt x="92366" y="185905"/>
                </a:cubicBezTo>
                <a:cubicBezTo>
                  <a:pt x="87418" y="189366"/>
                  <a:pt x="74711" y="190649"/>
                  <a:pt x="54247" y="189756"/>
                </a:cubicBezTo>
                <a:cubicBezTo>
                  <a:pt x="52759" y="177106"/>
                  <a:pt x="50973" y="166241"/>
                  <a:pt x="48890" y="157163"/>
                </a:cubicBezTo>
                <a:cubicBezTo>
                  <a:pt x="55959" y="158502"/>
                  <a:pt x="61540" y="159172"/>
                  <a:pt x="65633" y="159172"/>
                </a:cubicBezTo>
                <a:cubicBezTo>
                  <a:pt x="73595" y="159172"/>
                  <a:pt x="78116" y="155228"/>
                  <a:pt x="79195" y="147340"/>
                </a:cubicBezTo>
                <a:cubicBezTo>
                  <a:pt x="80274" y="139452"/>
                  <a:pt x="80813" y="129332"/>
                  <a:pt x="80813" y="116979"/>
                </a:cubicBezTo>
                <a:lnTo>
                  <a:pt x="48220" y="116979"/>
                </a:lnTo>
                <a:cubicBezTo>
                  <a:pt x="47997" y="163190"/>
                  <a:pt x="40704" y="197793"/>
                  <a:pt x="26342" y="220787"/>
                </a:cubicBezTo>
                <a:cubicBezTo>
                  <a:pt x="18157" y="213048"/>
                  <a:pt x="9376" y="205755"/>
                  <a:pt x="0" y="198909"/>
                </a:cubicBezTo>
                <a:cubicBezTo>
                  <a:pt x="12352" y="178817"/>
                  <a:pt x="18603" y="150019"/>
                  <a:pt x="18752" y="112514"/>
                </a:cubicBezTo>
                <a:lnTo>
                  <a:pt x="18752" y="36835"/>
                </a:lnTo>
                <a:lnTo>
                  <a:pt x="123564" y="36835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3526325-AD36-4261-BA57-9D003A4C1AF4}"/>
              </a:ext>
            </a:extLst>
          </p:cNvPr>
          <p:cNvSpPr txBox="1"/>
          <p:nvPr/>
        </p:nvSpPr>
        <p:spPr>
          <a:xfrm>
            <a:off x="8591407" y="3107640"/>
            <a:ext cx="604721" cy="638134"/>
          </a:xfrm>
          <a:custGeom>
            <a:avLst/>
            <a:gdLst/>
            <a:ahLst/>
            <a:cxnLst/>
            <a:rect l="l" t="t" r="r" b="b"/>
            <a:pathLst>
              <a:path w="206053" h="217438">
                <a:moveTo>
                  <a:pt x="31031" y="132606"/>
                </a:moveTo>
                <a:lnTo>
                  <a:pt x="31031" y="170780"/>
                </a:lnTo>
                <a:lnTo>
                  <a:pt x="62731" y="170780"/>
                </a:lnTo>
                <a:lnTo>
                  <a:pt x="62731" y="132606"/>
                </a:lnTo>
                <a:close/>
                <a:moveTo>
                  <a:pt x="128811" y="93315"/>
                </a:moveTo>
                <a:cubicBezTo>
                  <a:pt x="139527" y="106114"/>
                  <a:pt x="151061" y="121667"/>
                  <a:pt x="163414" y="139972"/>
                </a:cubicBezTo>
                <a:lnTo>
                  <a:pt x="135285" y="158725"/>
                </a:lnTo>
                <a:cubicBezTo>
                  <a:pt x="123974" y="140121"/>
                  <a:pt x="113184" y="124271"/>
                  <a:pt x="102915" y="111174"/>
                </a:cubicBezTo>
                <a:close/>
                <a:moveTo>
                  <a:pt x="31031" y="65186"/>
                </a:moveTo>
                <a:lnTo>
                  <a:pt x="31031" y="103361"/>
                </a:lnTo>
                <a:lnTo>
                  <a:pt x="62731" y="103361"/>
                </a:lnTo>
                <a:lnTo>
                  <a:pt x="62731" y="65186"/>
                </a:lnTo>
                <a:close/>
                <a:moveTo>
                  <a:pt x="128141" y="0"/>
                </a:moveTo>
                <a:lnTo>
                  <a:pt x="158949" y="8036"/>
                </a:lnTo>
                <a:cubicBezTo>
                  <a:pt x="155675" y="17933"/>
                  <a:pt x="152177" y="27607"/>
                  <a:pt x="148456" y="37058"/>
                </a:cubicBezTo>
                <a:lnTo>
                  <a:pt x="206053" y="37058"/>
                </a:lnTo>
                <a:lnTo>
                  <a:pt x="203486" y="165534"/>
                </a:lnTo>
                <a:cubicBezTo>
                  <a:pt x="203113" y="179375"/>
                  <a:pt x="201960" y="189067"/>
                  <a:pt x="200025" y="194611"/>
                </a:cubicBezTo>
                <a:cubicBezTo>
                  <a:pt x="198091" y="200155"/>
                  <a:pt x="195077" y="204676"/>
                  <a:pt x="190984" y="208173"/>
                </a:cubicBezTo>
                <a:cubicBezTo>
                  <a:pt x="186891" y="211670"/>
                  <a:pt x="181180" y="214052"/>
                  <a:pt x="173850" y="215317"/>
                </a:cubicBezTo>
                <a:cubicBezTo>
                  <a:pt x="166520" y="216582"/>
                  <a:pt x="150540" y="217214"/>
                  <a:pt x="125909" y="217214"/>
                </a:cubicBezTo>
                <a:cubicBezTo>
                  <a:pt x="123676" y="204117"/>
                  <a:pt x="120849" y="192881"/>
                  <a:pt x="117426" y="183505"/>
                </a:cubicBezTo>
                <a:cubicBezTo>
                  <a:pt x="128439" y="184398"/>
                  <a:pt x="140159" y="184844"/>
                  <a:pt x="152586" y="184844"/>
                </a:cubicBezTo>
                <a:cubicBezTo>
                  <a:pt x="156158" y="184844"/>
                  <a:pt x="159246" y="184435"/>
                  <a:pt x="161851" y="183616"/>
                </a:cubicBezTo>
                <a:cubicBezTo>
                  <a:pt x="164455" y="182798"/>
                  <a:pt x="166595" y="181551"/>
                  <a:pt x="168269" y="179877"/>
                </a:cubicBezTo>
                <a:cubicBezTo>
                  <a:pt x="169943" y="178203"/>
                  <a:pt x="171078" y="176324"/>
                  <a:pt x="171674" y="174240"/>
                </a:cubicBezTo>
                <a:cubicBezTo>
                  <a:pt x="172269" y="172157"/>
                  <a:pt x="172753" y="163004"/>
                  <a:pt x="173125" y="146781"/>
                </a:cubicBezTo>
                <a:lnTo>
                  <a:pt x="174129" y="101128"/>
                </a:lnTo>
                <a:cubicBezTo>
                  <a:pt x="174427" y="86915"/>
                  <a:pt x="174576" y="75381"/>
                  <a:pt x="174576" y="66526"/>
                </a:cubicBezTo>
                <a:lnTo>
                  <a:pt x="135732" y="66526"/>
                </a:lnTo>
                <a:cubicBezTo>
                  <a:pt x="130820" y="76944"/>
                  <a:pt x="125611" y="87064"/>
                  <a:pt x="120105" y="96887"/>
                </a:cubicBezTo>
                <a:cubicBezTo>
                  <a:pt x="113035" y="92273"/>
                  <a:pt x="104254" y="87697"/>
                  <a:pt x="93762" y="83157"/>
                </a:cubicBezTo>
                <a:lnTo>
                  <a:pt x="93762" y="216098"/>
                </a:lnTo>
                <a:lnTo>
                  <a:pt x="62731" y="216098"/>
                </a:lnTo>
                <a:lnTo>
                  <a:pt x="62731" y="200025"/>
                </a:lnTo>
                <a:lnTo>
                  <a:pt x="31031" y="200025"/>
                </a:lnTo>
                <a:lnTo>
                  <a:pt x="31031" y="217438"/>
                </a:lnTo>
                <a:lnTo>
                  <a:pt x="0" y="217438"/>
                </a:lnTo>
                <a:lnTo>
                  <a:pt x="0" y="35942"/>
                </a:lnTo>
                <a:lnTo>
                  <a:pt x="23552" y="35942"/>
                </a:lnTo>
                <a:cubicBezTo>
                  <a:pt x="27868" y="21356"/>
                  <a:pt x="30882" y="9525"/>
                  <a:pt x="32594" y="446"/>
                </a:cubicBezTo>
                <a:lnTo>
                  <a:pt x="65857" y="5581"/>
                </a:lnTo>
                <a:lnTo>
                  <a:pt x="55811" y="35942"/>
                </a:lnTo>
                <a:lnTo>
                  <a:pt x="93762" y="35942"/>
                </a:lnTo>
                <a:lnTo>
                  <a:pt x="93762" y="79474"/>
                </a:lnTo>
                <a:cubicBezTo>
                  <a:pt x="105743" y="59382"/>
                  <a:pt x="117202" y="32891"/>
                  <a:pt x="12814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0439222-B140-423B-B15F-F1BBEFC9CC12}"/>
              </a:ext>
            </a:extLst>
          </p:cNvPr>
          <p:cNvSpPr txBox="1"/>
          <p:nvPr/>
        </p:nvSpPr>
        <p:spPr>
          <a:xfrm>
            <a:off x="9578328" y="3149569"/>
            <a:ext cx="283688" cy="524135"/>
          </a:xfrm>
          <a:custGeom>
            <a:avLst/>
            <a:gdLst/>
            <a:ahLst/>
            <a:cxnLst/>
            <a:rect l="l" t="t" r="r" b="b"/>
            <a:pathLst>
              <a:path w="96664" h="178594">
                <a:moveTo>
                  <a:pt x="37728" y="141312"/>
                </a:moveTo>
                <a:cubicBezTo>
                  <a:pt x="43383" y="141312"/>
                  <a:pt x="48220" y="143136"/>
                  <a:pt x="52239" y="146782"/>
                </a:cubicBezTo>
                <a:cubicBezTo>
                  <a:pt x="56257" y="150428"/>
                  <a:pt x="58266" y="154856"/>
                  <a:pt x="58266" y="160065"/>
                </a:cubicBezTo>
                <a:cubicBezTo>
                  <a:pt x="58266" y="165125"/>
                  <a:pt x="56257" y="169478"/>
                  <a:pt x="52239" y="173124"/>
                </a:cubicBezTo>
                <a:cubicBezTo>
                  <a:pt x="48220" y="176771"/>
                  <a:pt x="43383" y="178594"/>
                  <a:pt x="37728" y="178594"/>
                </a:cubicBezTo>
                <a:cubicBezTo>
                  <a:pt x="31998" y="178594"/>
                  <a:pt x="27161" y="176752"/>
                  <a:pt x="23217" y="173069"/>
                </a:cubicBezTo>
                <a:cubicBezTo>
                  <a:pt x="19273" y="169385"/>
                  <a:pt x="17301" y="165051"/>
                  <a:pt x="17301" y="160065"/>
                </a:cubicBezTo>
                <a:cubicBezTo>
                  <a:pt x="17301" y="154930"/>
                  <a:pt x="19273" y="150521"/>
                  <a:pt x="23217" y="146838"/>
                </a:cubicBezTo>
                <a:cubicBezTo>
                  <a:pt x="27161" y="143154"/>
                  <a:pt x="31998" y="141312"/>
                  <a:pt x="37728" y="141312"/>
                </a:cubicBezTo>
                <a:close/>
                <a:moveTo>
                  <a:pt x="42751" y="0"/>
                </a:moveTo>
                <a:cubicBezTo>
                  <a:pt x="59792" y="0"/>
                  <a:pt x="73037" y="3907"/>
                  <a:pt x="82488" y="11720"/>
                </a:cubicBezTo>
                <a:cubicBezTo>
                  <a:pt x="91938" y="19534"/>
                  <a:pt x="96664" y="30101"/>
                  <a:pt x="96664" y="43421"/>
                </a:cubicBezTo>
                <a:cubicBezTo>
                  <a:pt x="96664" y="51978"/>
                  <a:pt x="94729" y="59866"/>
                  <a:pt x="90859" y="67084"/>
                </a:cubicBezTo>
                <a:cubicBezTo>
                  <a:pt x="86990" y="74303"/>
                  <a:pt x="80330" y="81744"/>
                  <a:pt x="70879" y="89409"/>
                </a:cubicBezTo>
                <a:cubicBezTo>
                  <a:pt x="62917" y="95734"/>
                  <a:pt x="57838" y="100701"/>
                  <a:pt x="55643" y="104310"/>
                </a:cubicBezTo>
                <a:cubicBezTo>
                  <a:pt x="53448" y="107919"/>
                  <a:pt x="52350" y="112254"/>
                  <a:pt x="52350" y="117314"/>
                </a:cubicBezTo>
                <a:lnTo>
                  <a:pt x="52350" y="125016"/>
                </a:lnTo>
                <a:lnTo>
                  <a:pt x="22882" y="125016"/>
                </a:lnTo>
                <a:lnTo>
                  <a:pt x="22882" y="114523"/>
                </a:lnTo>
                <a:cubicBezTo>
                  <a:pt x="22882" y="106561"/>
                  <a:pt x="24333" y="99771"/>
                  <a:pt x="27235" y="94153"/>
                </a:cubicBezTo>
                <a:cubicBezTo>
                  <a:pt x="30138" y="88534"/>
                  <a:pt x="35012" y="82897"/>
                  <a:pt x="41858" y="77242"/>
                </a:cubicBezTo>
                <a:cubicBezTo>
                  <a:pt x="49746" y="70768"/>
                  <a:pt x="54992" y="65466"/>
                  <a:pt x="57596" y="61336"/>
                </a:cubicBezTo>
                <a:cubicBezTo>
                  <a:pt x="60201" y="57206"/>
                  <a:pt x="61503" y="52760"/>
                  <a:pt x="61503" y="47997"/>
                </a:cubicBezTo>
                <a:cubicBezTo>
                  <a:pt x="61503" y="42491"/>
                  <a:pt x="59568" y="38100"/>
                  <a:pt x="55699" y="34826"/>
                </a:cubicBezTo>
                <a:cubicBezTo>
                  <a:pt x="51829" y="31552"/>
                  <a:pt x="46285" y="29915"/>
                  <a:pt x="39067" y="29915"/>
                </a:cubicBezTo>
                <a:cubicBezTo>
                  <a:pt x="25077" y="29915"/>
                  <a:pt x="12055" y="35124"/>
                  <a:pt x="0" y="45542"/>
                </a:cubicBezTo>
                <a:lnTo>
                  <a:pt x="0" y="11162"/>
                </a:lnTo>
                <a:cubicBezTo>
                  <a:pt x="13320" y="3721"/>
                  <a:pt x="27570" y="0"/>
                  <a:pt x="4275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857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/>
    </mc:Choice>
    <mc:Fallback xmlns="">
      <p:transition spd="slow" advClick="0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1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1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1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25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5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2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20" grpId="0" animBg="1"/>
      <p:bldP spid="22" grpId="0" animBg="1"/>
      <p:bldP spid="24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06690CF-5FCC-4184-9621-0B945329E634}"/>
              </a:ext>
            </a:extLst>
          </p:cNvPr>
          <p:cNvGrpSpPr/>
          <p:nvPr/>
        </p:nvGrpSpPr>
        <p:grpSpPr>
          <a:xfrm>
            <a:off x="2329984" y="3102401"/>
            <a:ext cx="7532032" cy="653198"/>
            <a:chOff x="2329984" y="3102401"/>
            <a:chExt cx="7532032" cy="653198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3EF31F8-4396-443E-8DE6-5AC63CFB7A6A}"/>
                </a:ext>
              </a:extLst>
            </p:cNvPr>
            <p:cNvSpPr txBox="1"/>
            <p:nvPr/>
          </p:nvSpPr>
          <p:spPr>
            <a:xfrm>
              <a:off x="2329984" y="3105019"/>
              <a:ext cx="544444" cy="647959"/>
            </a:xfrm>
            <a:custGeom>
              <a:avLst/>
              <a:gdLst/>
              <a:ahLst/>
              <a:cxnLst/>
              <a:rect l="l" t="t" r="r" b="b"/>
              <a:pathLst>
                <a:path w="185514" h="220786">
                  <a:moveTo>
                    <a:pt x="38175" y="131266"/>
                  </a:moveTo>
                  <a:lnTo>
                    <a:pt x="38175" y="149349"/>
                  </a:lnTo>
                  <a:lnTo>
                    <a:pt x="148010" y="149349"/>
                  </a:lnTo>
                  <a:lnTo>
                    <a:pt x="148010" y="131266"/>
                  </a:lnTo>
                  <a:close/>
                  <a:moveTo>
                    <a:pt x="38175" y="88627"/>
                  </a:moveTo>
                  <a:lnTo>
                    <a:pt x="38175" y="106709"/>
                  </a:lnTo>
                  <a:lnTo>
                    <a:pt x="148010" y="106709"/>
                  </a:lnTo>
                  <a:lnTo>
                    <a:pt x="148010" y="88627"/>
                  </a:lnTo>
                  <a:close/>
                  <a:moveTo>
                    <a:pt x="160288" y="3348"/>
                  </a:moveTo>
                  <a:lnTo>
                    <a:pt x="185514" y="21877"/>
                  </a:lnTo>
                  <a:cubicBezTo>
                    <a:pt x="170632" y="37356"/>
                    <a:pt x="157981" y="49932"/>
                    <a:pt x="147563" y="59605"/>
                  </a:cubicBezTo>
                  <a:lnTo>
                    <a:pt x="126355" y="39514"/>
                  </a:lnTo>
                  <a:cubicBezTo>
                    <a:pt x="134987" y="31626"/>
                    <a:pt x="146298" y="19571"/>
                    <a:pt x="160288" y="3348"/>
                  </a:cubicBezTo>
                  <a:close/>
                  <a:moveTo>
                    <a:pt x="22101" y="1786"/>
                  </a:moveTo>
                  <a:cubicBezTo>
                    <a:pt x="33561" y="13543"/>
                    <a:pt x="45393" y="25598"/>
                    <a:pt x="57597" y="37951"/>
                  </a:cubicBezTo>
                  <a:lnTo>
                    <a:pt x="35272" y="58266"/>
                  </a:lnTo>
                  <a:cubicBezTo>
                    <a:pt x="23068" y="44574"/>
                    <a:pt x="11311" y="31849"/>
                    <a:pt x="0" y="20091"/>
                  </a:cubicBezTo>
                  <a:close/>
                  <a:moveTo>
                    <a:pt x="75233" y="0"/>
                  </a:moveTo>
                  <a:lnTo>
                    <a:pt x="108273" y="0"/>
                  </a:lnTo>
                  <a:lnTo>
                    <a:pt x="108273" y="61838"/>
                  </a:lnTo>
                  <a:lnTo>
                    <a:pt x="180157" y="61838"/>
                  </a:lnTo>
                  <a:lnTo>
                    <a:pt x="180157" y="186853"/>
                  </a:lnTo>
                  <a:cubicBezTo>
                    <a:pt x="180305" y="207541"/>
                    <a:pt x="170111" y="218479"/>
                    <a:pt x="149572" y="219670"/>
                  </a:cubicBezTo>
                  <a:cubicBezTo>
                    <a:pt x="142577" y="220265"/>
                    <a:pt x="128811" y="220637"/>
                    <a:pt x="108273" y="220786"/>
                  </a:cubicBezTo>
                  <a:cubicBezTo>
                    <a:pt x="106784" y="212303"/>
                    <a:pt x="103882" y="201811"/>
                    <a:pt x="99566" y="189309"/>
                  </a:cubicBezTo>
                  <a:cubicBezTo>
                    <a:pt x="111472" y="189904"/>
                    <a:pt x="122337" y="190276"/>
                    <a:pt x="132159" y="190425"/>
                  </a:cubicBezTo>
                  <a:cubicBezTo>
                    <a:pt x="142726" y="190574"/>
                    <a:pt x="148010" y="186407"/>
                    <a:pt x="148010" y="177924"/>
                  </a:cubicBezTo>
                  <a:lnTo>
                    <a:pt x="148010" y="173905"/>
                  </a:lnTo>
                  <a:lnTo>
                    <a:pt x="38175" y="173905"/>
                  </a:lnTo>
                  <a:lnTo>
                    <a:pt x="38175" y="220786"/>
                  </a:lnTo>
                  <a:lnTo>
                    <a:pt x="6028" y="220786"/>
                  </a:lnTo>
                  <a:lnTo>
                    <a:pt x="6028" y="61838"/>
                  </a:lnTo>
                  <a:lnTo>
                    <a:pt x="75233" y="618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2DB7CFF-0200-4A1B-8307-5D890232E3EF}"/>
                </a:ext>
              </a:extLst>
            </p:cNvPr>
            <p:cNvSpPr txBox="1"/>
            <p:nvPr/>
          </p:nvSpPr>
          <p:spPr>
            <a:xfrm>
              <a:off x="2973286" y="3110263"/>
              <a:ext cx="651892" cy="642063"/>
            </a:xfrm>
            <a:custGeom>
              <a:avLst/>
              <a:gdLst/>
              <a:ahLst/>
              <a:cxnLst/>
              <a:rect l="l" t="t" r="r" b="b"/>
              <a:pathLst>
                <a:path w="222126" h="218777">
                  <a:moveTo>
                    <a:pt x="166092" y="102245"/>
                  </a:moveTo>
                  <a:lnTo>
                    <a:pt x="196899" y="102245"/>
                  </a:lnTo>
                  <a:lnTo>
                    <a:pt x="196899" y="116532"/>
                  </a:lnTo>
                  <a:lnTo>
                    <a:pt x="219223" y="116532"/>
                  </a:lnTo>
                  <a:lnTo>
                    <a:pt x="219223" y="143321"/>
                  </a:lnTo>
                  <a:lnTo>
                    <a:pt x="196899" y="143321"/>
                  </a:lnTo>
                  <a:lnTo>
                    <a:pt x="196899" y="176584"/>
                  </a:lnTo>
                  <a:cubicBezTo>
                    <a:pt x="196899" y="187970"/>
                    <a:pt x="194685" y="196899"/>
                    <a:pt x="190258" y="203373"/>
                  </a:cubicBezTo>
                  <a:cubicBezTo>
                    <a:pt x="185830" y="209847"/>
                    <a:pt x="179933" y="213996"/>
                    <a:pt x="172566" y="215819"/>
                  </a:cubicBezTo>
                  <a:cubicBezTo>
                    <a:pt x="165199" y="217642"/>
                    <a:pt x="150465" y="218554"/>
                    <a:pt x="128364" y="218554"/>
                  </a:cubicBezTo>
                  <a:cubicBezTo>
                    <a:pt x="125983" y="205606"/>
                    <a:pt x="123899" y="195783"/>
                    <a:pt x="122113" y="189086"/>
                  </a:cubicBezTo>
                  <a:cubicBezTo>
                    <a:pt x="132829" y="189979"/>
                    <a:pt x="142056" y="190425"/>
                    <a:pt x="149795" y="190425"/>
                  </a:cubicBezTo>
                  <a:cubicBezTo>
                    <a:pt x="160660" y="190425"/>
                    <a:pt x="166092" y="184100"/>
                    <a:pt x="166092" y="171450"/>
                  </a:cubicBezTo>
                  <a:lnTo>
                    <a:pt x="166092" y="143321"/>
                  </a:lnTo>
                  <a:lnTo>
                    <a:pt x="113965" y="143321"/>
                  </a:lnTo>
                  <a:cubicBezTo>
                    <a:pt x="122299" y="152028"/>
                    <a:pt x="130671" y="161329"/>
                    <a:pt x="139080" y="171226"/>
                  </a:cubicBezTo>
                  <a:lnTo>
                    <a:pt x="116309" y="188863"/>
                  </a:lnTo>
                  <a:cubicBezTo>
                    <a:pt x="107230" y="176510"/>
                    <a:pt x="97854" y="165050"/>
                    <a:pt x="88180" y="154483"/>
                  </a:cubicBezTo>
                  <a:lnTo>
                    <a:pt x="103472" y="143321"/>
                  </a:lnTo>
                  <a:lnTo>
                    <a:pt x="85055" y="143321"/>
                  </a:lnTo>
                  <a:lnTo>
                    <a:pt x="85055" y="116532"/>
                  </a:lnTo>
                  <a:lnTo>
                    <a:pt x="166092" y="116532"/>
                  </a:lnTo>
                  <a:close/>
                  <a:moveTo>
                    <a:pt x="134838" y="0"/>
                  </a:moveTo>
                  <a:lnTo>
                    <a:pt x="165645" y="0"/>
                  </a:lnTo>
                  <a:lnTo>
                    <a:pt x="165645" y="25449"/>
                  </a:lnTo>
                  <a:lnTo>
                    <a:pt x="211633" y="25449"/>
                  </a:lnTo>
                  <a:lnTo>
                    <a:pt x="211633" y="52238"/>
                  </a:lnTo>
                  <a:lnTo>
                    <a:pt x="165645" y="52238"/>
                  </a:lnTo>
                  <a:lnTo>
                    <a:pt x="165645" y="70767"/>
                  </a:lnTo>
                  <a:lnTo>
                    <a:pt x="222126" y="70767"/>
                  </a:lnTo>
                  <a:lnTo>
                    <a:pt x="222126" y="97556"/>
                  </a:lnTo>
                  <a:lnTo>
                    <a:pt x="81260" y="97556"/>
                  </a:lnTo>
                  <a:lnTo>
                    <a:pt x="81260" y="70767"/>
                  </a:lnTo>
                  <a:lnTo>
                    <a:pt x="134838" y="70767"/>
                  </a:lnTo>
                  <a:lnTo>
                    <a:pt x="134838" y="52238"/>
                  </a:lnTo>
                  <a:lnTo>
                    <a:pt x="90189" y="52238"/>
                  </a:lnTo>
                  <a:lnTo>
                    <a:pt x="90189" y="25449"/>
                  </a:lnTo>
                  <a:lnTo>
                    <a:pt x="134838" y="25449"/>
                  </a:lnTo>
                  <a:close/>
                  <a:moveTo>
                    <a:pt x="38844" y="0"/>
                  </a:moveTo>
                  <a:lnTo>
                    <a:pt x="66079" y="0"/>
                  </a:lnTo>
                  <a:lnTo>
                    <a:pt x="66079" y="45541"/>
                  </a:lnTo>
                  <a:lnTo>
                    <a:pt x="79027" y="45541"/>
                  </a:lnTo>
                  <a:lnTo>
                    <a:pt x="79027" y="74339"/>
                  </a:lnTo>
                  <a:lnTo>
                    <a:pt x="66079" y="74339"/>
                  </a:lnTo>
                  <a:lnTo>
                    <a:pt x="66079" y="112960"/>
                  </a:lnTo>
                  <a:lnTo>
                    <a:pt x="80590" y="110058"/>
                  </a:lnTo>
                  <a:cubicBezTo>
                    <a:pt x="79995" y="118392"/>
                    <a:pt x="79846" y="128364"/>
                    <a:pt x="80143" y="139972"/>
                  </a:cubicBezTo>
                  <a:lnTo>
                    <a:pt x="66079" y="142651"/>
                  </a:lnTo>
                  <a:lnTo>
                    <a:pt x="66079" y="218777"/>
                  </a:lnTo>
                  <a:lnTo>
                    <a:pt x="38844" y="218777"/>
                  </a:lnTo>
                  <a:lnTo>
                    <a:pt x="38844" y="148121"/>
                  </a:lnTo>
                  <a:cubicBezTo>
                    <a:pt x="26640" y="150725"/>
                    <a:pt x="15106" y="153367"/>
                    <a:pt x="4241" y="156046"/>
                  </a:cubicBezTo>
                  <a:lnTo>
                    <a:pt x="223" y="124346"/>
                  </a:lnTo>
                  <a:lnTo>
                    <a:pt x="38844" y="117983"/>
                  </a:lnTo>
                  <a:lnTo>
                    <a:pt x="38844" y="74339"/>
                  </a:lnTo>
                  <a:lnTo>
                    <a:pt x="24110" y="74339"/>
                  </a:lnTo>
                  <a:cubicBezTo>
                    <a:pt x="22547" y="85353"/>
                    <a:pt x="20687" y="95994"/>
                    <a:pt x="18529" y="106263"/>
                  </a:cubicBezTo>
                  <a:cubicBezTo>
                    <a:pt x="12873" y="102691"/>
                    <a:pt x="6697" y="99342"/>
                    <a:pt x="0" y="96217"/>
                  </a:cubicBezTo>
                  <a:cubicBezTo>
                    <a:pt x="4613" y="72256"/>
                    <a:pt x="7739" y="46285"/>
                    <a:pt x="9376" y="18305"/>
                  </a:cubicBezTo>
                  <a:lnTo>
                    <a:pt x="29691" y="20315"/>
                  </a:lnTo>
                  <a:cubicBezTo>
                    <a:pt x="29170" y="28947"/>
                    <a:pt x="28500" y="37355"/>
                    <a:pt x="27682" y="45541"/>
                  </a:cubicBezTo>
                  <a:lnTo>
                    <a:pt x="38844" y="4554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8242E6E-A0CD-4AA4-9E96-77ED6EF3E713}"/>
                </a:ext>
              </a:extLst>
            </p:cNvPr>
            <p:cNvSpPr txBox="1"/>
            <p:nvPr/>
          </p:nvSpPr>
          <p:spPr>
            <a:xfrm>
              <a:off x="3670967" y="3105022"/>
              <a:ext cx="654513" cy="628305"/>
            </a:xfrm>
            <a:custGeom>
              <a:avLst/>
              <a:gdLst/>
              <a:ahLst/>
              <a:cxnLst/>
              <a:rect l="l" t="t" r="r" b="b"/>
              <a:pathLst>
                <a:path w="223019" h="214089">
                  <a:moveTo>
                    <a:pt x="80144" y="134168"/>
                  </a:moveTo>
                  <a:cubicBezTo>
                    <a:pt x="73744" y="141312"/>
                    <a:pt x="67084" y="147935"/>
                    <a:pt x="60164" y="154037"/>
                  </a:cubicBezTo>
                  <a:lnTo>
                    <a:pt x="96441" y="154037"/>
                  </a:lnTo>
                  <a:lnTo>
                    <a:pt x="96441" y="138410"/>
                  </a:lnTo>
                  <a:lnTo>
                    <a:pt x="127025" y="138410"/>
                  </a:lnTo>
                  <a:lnTo>
                    <a:pt x="127025" y="154037"/>
                  </a:lnTo>
                  <a:lnTo>
                    <a:pt x="163302" y="154037"/>
                  </a:lnTo>
                  <a:cubicBezTo>
                    <a:pt x="156456" y="147935"/>
                    <a:pt x="149833" y="141312"/>
                    <a:pt x="143433" y="134168"/>
                  </a:cubicBezTo>
                  <a:close/>
                  <a:moveTo>
                    <a:pt x="72331" y="99566"/>
                  </a:moveTo>
                  <a:lnTo>
                    <a:pt x="72331" y="110728"/>
                  </a:lnTo>
                  <a:lnTo>
                    <a:pt x="151358" y="110728"/>
                  </a:lnTo>
                  <a:lnTo>
                    <a:pt x="151358" y="99566"/>
                  </a:lnTo>
                  <a:close/>
                  <a:moveTo>
                    <a:pt x="72331" y="71437"/>
                  </a:moveTo>
                  <a:lnTo>
                    <a:pt x="72331" y="82599"/>
                  </a:lnTo>
                  <a:lnTo>
                    <a:pt x="151358" y="82599"/>
                  </a:lnTo>
                  <a:lnTo>
                    <a:pt x="151358" y="71437"/>
                  </a:lnTo>
                  <a:close/>
                  <a:moveTo>
                    <a:pt x="72331" y="42862"/>
                  </a:moveTo>
                  <a:lnTo>
                    <a:pt x="72331" y="54024"/>
                  </a:lnTo>
                  <a:lnTo>
                    <a:pt x="151358" y="54024"/>
                  </a:lnTo>
                  <a:lnTo>
                    <a:pt x="151358" y="42862"/>
                  </a:lnTo>
                  <a:close/>
                  <a:moveTo>
                    <a:pt x="41746" y="0"/>
                  </a:moveTo>
                  <a:lnTo>
                    <a:pt x="72331" y="0"/>
                  </a:lnTo>
                  <a:lnTo>
                    <a:pt x="72331" y="19422"/>
                  </a:lnTo>
                  <a:lnTo>
                    <a:pt x="151358" y="19422"/>
                  </a:lnTo>
                  <a:lnTo>
                    <a:pt x="151358" y="0"/>
                  </a:lnTo>
                  <a:lnTo>
                    <a:pt x="181719" y="0"/>
                  </a:lnTo>
                  <a:lnTo>
                    <a:pt x="181719" y="19422"/>
                  </a:lnTo>
                  <a:lnTo>
                    <a:pt x="214089" y="19422"/>
                  </a:lnTo>
                  <a:lnTo>
                    <a:pt x="214089" y="42862"/>
                  </a:lnTo>
                  <a:lnTo>
                    <a:pt x="181719" y="42862"/>
                  </a:lnTo>
                  <a:lnTo>
                    <a:pt x="181719" y="110728"/>
                  </a:lnTo>
                  <a:lnTo>
                    <a:pt x="220340" y="110728"/>
                  </a:lnTo>
                  <a:lnTo>
                    <a:pt x="220340" y="134168"/>
                  </a:lnTo>
                  <a:lnTo>
                    <a:pt x="176361" y="134168"/>
                  </a:lnTo>
                  <a:cubicBezTo>
                    <a:pt x="192137" y="145926"/>
                    <a:pt x="207690" y="154632"/>
                    <a:pt x="223019" y="160288"/>
                  </a:cubicBezTo>
                  <a:cubicBezTo>
                    <a:pt x="216917" y="169068"/>
                    <a:pt x="211410" y="177328"/>
                    <a:pt x="206499" y="185067"/>
                  </a:cubicBezTo>
                  <a:cubicBezTo>
                    <a:pt x="194891" y="178668"/>
                    <a:pt x="183803" y="171152"/>
                    <a:pt x="173236" y="162520"/>
                  </a:cubicBezTo>
                  <a:lnTo>
                    <a:pt x="173236" y="177031"/>
                  </a:lnTo>
                  <a:lnTo>
                    <a:pt x="127025" y="177031"/>
                  </a:lnTo>
                  <a:lnTo>
                    <a:pt x="127025" y="190649"/>
                  </a:lnTo>
                  <a:lnTo>
                    <a:pt x="207169" y="190649"/>
                  </a:lnTo>
                  <a:lnTo>
                    <a:pt x="207169" y="214089"/>
                  </a:lnTo>
                  <a:lnTo>
                    <a:pt x="16074" y="214089"/>
                  </a:lnTo>
                  <a:lnTo>
                    <a:pt x="16074" y="190649"/>
                  </a:lnTo>
                  <a:lnTo>
                    <a:pt x="96441" y="190649"/>
                  </a:lnTo>
                  <a:lnTo>
                    <a:pt x="96441" y="177031"/>
                  </a:lnTo>
                  <a:lnTo>
                    <a:pt x="49113" y="177031"/>
                  </a:lnTo>
                  <a:lnTo>
                    <a:pt x="49113" y="163413"/>
                  </a:lnTo>
                  <a:cubicBezTo>
                    <a:pt x="38770" y="171599"/>
                    <a:pt x="27980" y="178817"/>
                    <a:pt x="16743" y="185067"/>
                  </a:cubicBezTo>
                  <a:cubicBezTo>
                    <a:pt x="12427" y="178221"/>
                    <a:pt x="6846" y="170036"/>
                    <a:pt x="0" y="160511"/>
                  </a:cubicBezTo>
                  <a:cubicBezTo>
                    <a:pt x="18604" y="153516"/>
                    <a:pt x="34342" y="144735"/>
                    <a:pt x="47216" y="134168"/>
                  </a:cubicBezTo>
                  <a:lnTo>
                    <a:pt x="2902" y="134168"/>
                  </a:lnTo>
                  <a:lnTo>
                    <a:pt x="2902" y="110728"/>
                  </a:lnTo>
                  <a:lnTo>
                    <a:pt x="41746" y="110728"/>
                  </a:lnTo>
                  <a:lnTo>
                    <a:pt x="41746" y="42862"/>
                  </a:lnTo>
                  <a:lnTo>
                    <a:pt x="9376" y="42862"/>
                  </a:lnTo>
                  <a:lnTo>
                    <a:pt x="9376" y="19422"/>
                  </a:lnTo>
                  <a:lnTo>
                    <a:pt x="41746" y="1942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DCDD533-96E3-4F0C-9D09-F648EA9E9460}"/>
                </a:ext>
              </a:extLst>
            </p:cNvPr>
            <p:cNvSpPr txBox="1"/>
            <p:nvPr/>
          </p:nvSpPr>
          <p:spPr>
            <a:xfrm>
              <a:off x="4367990" y="3102401"/>
              <a:ext cx="653204" cy="650580"/>
            </a:xfrm>
            <a:custGeom>
              <a:avLst/>
              <a:gdLst/>
              <a:ahLst/>
              <a:cxnLst/>
              <a:rect l="l" t="t" r="r" b="b"/>
              <a:pathLst>
                <a:path w="222573" h="221679">
                  <a:moveTo>
                    <a:pt x="83939" y="167208"/>
                  </a:moveTo>
                  <a:cubicBezTo>
                    <a:pt x="83047" y="179710"/>
                    <a:pt x="82674" y="190053"/>
                    <a:pt x="82823" y="198239"/>
                  </a:cubicBezTo>
                  <a:cubicBezTo>
                    <a:pt x="56332" y="201959"/>
                    <a:pt x="30808" y="205903"/>
                    <a:pt x="6251" y="210071"/>
                  </a:cubicBezTo>
                  <a:lnTo>
                    <a:pt x="1340" y="178817"/>
                  </a:lnTo>
                  <a:cubicBezTo>
                    <a:pt x="27087" y="175542"/>
                    <a:pt x="54620" y="171673"/>
                    <a:pt x="83939" y="167208"/>
                  </a:cubicBezTo>
                  <a:close/>
                  <a:moveTo>
                    <a:pt x="120551" y="152921"/>
                  </a:moveTo>
                  <a:lnTo>
                    <a:pt x="120551" y="181272"/>
                  </a:lnTo>
                  <a:lnTo>
                    <a:pt x="183282" y="181272"/>
                  </a:lnTo>
                  <a:lnTo>
                    <a:pt x="183282" y="152921"/>
                  </a:lnTo>
                  <a:close/>
                  <a:moveTo>
                    <a:pt x="90637" y="125685"/>
                  </a:moveTo>
                  <a:lnTo>
                    <a:pt x="213197" y="125685"/>
                  </a:lnTo>
                  <a:lnTo>
                    <a:pt x="213197" y="221679"/>
                  </a:lnTo>
                  <a:lnTo>
                    <a:pt x="183282" y="221679"/>
                  </a:lnTo>
                  <a:lnTo>
                    <a:pt x="183282" y="208508"/>
                  </a:lnTo>
                  <a:lnTo>
                    <a:pt x="120551" y="208508"/>
                  </a:lnTo>
                  <a:lnTo>
                    <a:pt x="120551" y="221679"/>
                  </a:lnTo>
                  <a:lnTo>
                    <a:pt x="90637" y="221679"/>
                  </a:lnTo>
                  <a:close/>
                  <a:moveTo>
                    <a:pt x="38621" y="0"/>
                  </a:moveTo>
                  <a:lnTo>
                    <a:pt x="68089" y="10939"/>
                  </a:lnTo>
                  <a:cubicBezTo>
                    <a:pt x="56332" y="32965"/>
                    <a:pt x="44723" y="52759"/>
                    <a:pt x="33264" y="70321"/>
                  </a:cubicBezTo>
                  <a:lnTo>
                    <a:pt x="53802" y="69316"/>
                  </a:lnTo>
                  <a:lnTo>
                    <a:pt x="67196" y="46434"/>
                  </a:lnTo>
                  <a:lnTo>
                    <a:pt x="81930" y="53466"/>
                  </a:lnTo>
                  <a:lnTo>
                    <a:pt x="81930" y="29021"/>
                  </a:lnTo>
                  <a:lnTo>
                    <a:pt x="135508" y="29021"/>
                  </a:lnTo>
                  <a:lnTo>
                    <a:pt x="135508" y="893"/>
                  </a:lnTo>
                  <a:lnTo>
                    <a:pt x="166762" y="893"/>
                  </a:lnTo>
                  <a:lnTo>
                    <a:pt x="166762" y="29021"/>
                  </a:lnTo>
                  <a:lnTo>
                    <a:pt x="222573" y="29021"/>
                  </a:lnTo>
                  <a:lnTo>
                    <a:pt x="222573" y="55587"/>
                  </a:lnTo>
                  <a:lnTo>
                    <a:pt x="166762" y="55587"/>
                  </a:lnTo>
                  <a:lnTo>
                    <a:pt x="166762" y="79920"/>
                  </a:lnTo>
                  <a:lnTo>
                    <a:pt x="215876" y="79920"/>
                  </a:lnTo>
                  <a:lnTo>
                    <a:pt x="215876" y="106486"/>
                  </a:lnTo>
                  <a:lnTo>
                    <a:pt x="88628" y="106486"/>
                  </a:lnTo>
                  <a:lnTo>
                    <a:pt x="88628" y="79920"/>
                  </a:lnTo>
                  <a:lnTo>
                    <a:pt x="135508" y="79920"/>
                  </a:lnTo>
                  <a:lnTo>
                    <a:pt x="135508" y="55587"/>
                  </a:lnTo>
                  <a:lnTo>
                    <a:pt x="86284" y="55587"/>
                  </a:lnTo>
                  <a:lnTo>
                    <a:pt x="93762" y="59159"/>
                  </a:lnTo>
                  <a:cubicBezTo>
                    <a:pt x="75307" y="87287"/>
                    <a:pt x="59457" y="110207"/>
                    <a:pt x="46212" y="127917"/>
                  </a:cubicBezTo>
                  <a:cubicBezTo>
                    <a:pt x="56927" y="126578"/>
                    <a:pt x="68387" y="125313"/>
                    <a:pt x="80591" y="124122"/>
                  </a:cubicBezTo>
                  <a:cubicBezTo>
                    <a:pt x="79698" y="134243"/>
                    <a:pt x="79103" y="143470"/>
                    <a:pt x="78805" y="151804"/>
                  </a:cubicBezTo>
                  <a:cubicBezTo>
                    <a:pt x="46212" y="155376"/>
                    <a:pt x="24036" y="158725"/>
                    <a:pt x="12279" y="161850"/>
                  </a:cubicBezTo>
                  <a:lnTo>
                    <a:pt x="3572" y="136847"/>
                  </a:lnTo>
                  <a:cubicBezTo>
                    <a:pt x="13023" y="128513"/>
                    <a:pt x="24259" y="114672"/>
                    <a:pt x="37282" y="95324"/>
                  </a:cubicBezTo>
                  <a:cubicBezTo>
                    <a:pt x="26120" y="96143"/>
                    <a:pt x="16446" y="97110"/>
                    <a:pt x="8260" y="98226"/>
                  </a:cubicBezTo>
                  <a:lnTo>
                    <a:pt x="0" y="72777"/>
                  </a:lnTo>
                  <a:cubicBezTo>
                    <a:pt x="11758" y="58340"/>
                    <a:pt x="24631" y="34081"/>
                    <a:pt x="3862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1441F76-067F-40BE-8606-41EBD4DB3932}"/>
                </a:ext>
              </a:extLst>
            </p:cNvPr>
            <p:cNvSpPr txBox="1"/>
            <p:nvPr/>
          </p:nvSpPr>
          <p:spPr>
            <a:xfrm>
              <a:off x="5072221" y="3126639"/>
              <a:ext cx="649929" cy="628960"/>
            </a:xfrm>
            <a:custGeom>
              <a:avLst/>
              <a:gdLst/>
              <a:ahLst/>
              <a:cxnLst/>
              <a:rect l="l" t="t" r="r" b="b"/>
              <a:pathLst>
                <a:path w="221457" h="214312">
                  <a:moveTo>
                    <a:pt x="38845" y="129703"/>
                  </a:moveTo>
                  <a:lnTo>
                    <a:pt x="66973" y="140196"/>
                  </a:lnTo>
                  <a:cubicBezTo>
                    <a:pt x="64815" y="146819"/>
                    <a:pt x="62508" y="153107"/>
                    <a:pt x="60053" y="159060"/>
                  </a:cubicBezTo>
                  <a:cubicBezTo>
                    <a:pt x="69726" y="169254"/>
                    <a:pt x="82302" y="176026"/>
                    <a:pt x="97780" y="179375"/>
                  </a:cubicBezTo>
                  <a:lnTo>
                    <a:pt x="97780" y="129703"/>
                  </a:lnTo>
                  <a:close/>
                  <a:moveTo>
                    <a:pt x="447" y="104031"/>
                  </a:moveTo>
                  <a:lnTo>
                    <a:pt x="221010" y="104031"/>
                  </a:lnTo>
                  <a:lnTo>
                    <a:pt x="221010" y="129703"/>
                  </a:lnTo>
                  <a:lnTo>
                    <a:pt x="127918" y="129703"/>
                  </a:lnTo>
                  <a:lnTo>
                    <a:pt x="127918" y="143321"/>
                  </a:lnTo>
                  <a:lnTo>
                    <a:pt x="203820" y="143321"/>
                  </a:lnTo>
                  <a:lnTo>
                    <a:pt x="203820" y="167655"/>
                  </a:lnTo>
                  <a:lnTo>
                    <a:pt x="127918" y="167655"/>
                  </a:lnTo>
                  <a:lnTo>
                    <a:pt x="127918" y="181830"/>
                  </a:lnTo>
                  <a:cubicBezTo>
                    <a:pt x="137666" y="182054"/>
                    <a:pt x="149647" y="182165"/>
                    <a:pt x="163860" y="182165"/>
                  </a:cubicBezTo>
                  <a:cubicBezTo>
                    <a:pt x="180082" y="182165"/>
                    <a:pt x="199281" y="182016"/>
                    <a:pt x="221457" y="181719"/>
                  </a:cubicBezTo>
                  <a:cubicBezTo>
                    <a:pt x="217736" y="191393"/>
                    <a:pt x="214834" y="200174"/>
                    <a:pt x="212750" y="208061"/>
                  </a:cubicBezTo>
                  <a:cubicBezTo>
                    <a:pt x="201886" y="208285"/>
                    <a:pt x="182836" y="208210"/>
                    <a:pt x="155600" y="207838"/>
                  </a:cubicBezTo>
                  <a:lnTo>
                    <a:pt x="123007" y="207392"/>
                  </a:lnTo>
                  <a:cubicBezTo>
                    <a:pt x="88776" y="207392"/>
                    <a:pt x="63922" y="199355"/>
                    <a:pt x="48444" y="183282"/>
                  </a:cubicBezTo>
                  <a:cubicBezTo>
                    <a:pt x="41598" y="195485"/>
                    <a:pt x="33933" y="205829"/>
                    <a:pt x="25450" y="214312"/>
                  </a:cubicBezTo>
                  <a:cubicBezTo>
                    <a:pt x="17711" y="208359"/>
                    <a:pt x="9228" y="202257"/>
                    <a:pt x="0" y="196006"/>
                  </a:cubicBezTo>
                  <a:cubicBezTo>
                    <a:pt x="16669" y="180082"/>
                    <a:pt x="29431" y="157981"/>
                    <a:pt x="38286" y="129703"/>
                  </a:cubicBezTo>
                  <a:lnTo>
                    <a:pt x="447" y="129703"/>
                  </a:lnTo>
                  <a:close/>
                  <a:moveTo>
                    <a:pt x="57150" y="56480"/>
                  </a:moveTo>
                  <a:lnTo>
                    <a:pt x="57150" y="68535"/>
                  </a:lnTo>
                  <a:lnTo>
                    <a:pt x="164083" y="68535"/>
                  </a:lnTo>
                  <a:lnTo>
                    <a:pt x="164083" y="56480"/>
                  </a:lnTo>
                  <a:close/>
                  <a:moveTo>
                    <a:pt x="57150" y="24780"/>
                  </a:moveTo>
                  <a:lnTo>
                    <a:pt x="57150" y="36835"/>
                  </a:lnTo>
                  <a:lnTo>
                    <a:pt x="164083" y="36835"/>
                  </a:lnTo>
                  <a:lnTo>
                    <a:pt x="164083" y="24780"/>
                  </a:lnTo>
                  <a:close/>
                  <a:moveTo>
                    <a:pt x="26120" y="0"/>
                  </a:moveTo>
                  <a:lnTo>
                    <a:pt x="195114" y="0"/>
                  </a:lnTo>
                  <a:lnTo>
                    <a:pt x="195114" y="93315"/>
                  </a:lnTo>
                  <a:lnTo>
                    <a:pt x="26120" y="9331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E3FA3C9-35A2-4511-9D2D-556922847437}"/>
                </a:ext>
              </a:extLst>
            </p:cNvPr>
            <p:cNvSpPr txBox="1"/>
            <p:nvPr/>
          </p:nvSpPr>
          <p:spPr>
            <a:xfrm>
              <a:off x="5770556" y="3104361"/>
              <a:ext cx="617822" cy="650583"/>
            </a:xfrm>
            <a:custGeom>
              <a:avLst/>
              <a:gdLst/>
              <a:ahLst/>
              <a:cxnLst/>
              <a:rect l="l" t="t" r="r" b="b"/>
              <a:pathLst>
                <a:path w="210517" h="221680">
                  <a:moveTo>
                    <a:pt x="51346" y="68536"/>
                  </a:moveTo>
                  <a:cubicBezTo>
                    <a:pt x="47476" y="88330"/>
                    <a:pt x="43309" y="107380"/>
                    <a:pt x="38844" y="125686"/>
                  </a:cubicBezTo>
                  <a:lnTo>
                    <a:pt x="56815" y="139415"/>
                  </a:lnTo>
                  <a:cubicBezTo>
                    <a:pt x="67010" y="120663"/>
                    <a:pt x="72777" y="97036"/>
                    <a:pt x="74117" y="68536"/>
                  </a:cubicBezTo>
                  <a:close/>
                  <a:moveTo>
                    <a:pt x="146001" y="52239"/>
                  </a:moveTo>
                  <a:lnTo>
                    <a:pt x="146001" y="170111"/>
                  </a:lnTo>
                  <a:lnTo>
                    <a:pt x="180603" y="170111"/>
                  </a:lnTo>
                  <a:lnTo>
                    <a:pt x="180603" y="52239"/>
                  </a:lnTo>
                  <a:close/>
                  <a:moveTo>
                    <a:pt x="116086" y="22548"/>
                  </a:moveTo>
                  <a:lnTo>
                    <a:pt x="210517" y="22548"/>
                  </a:lnTo>
                  <a:lnTo>
                    <a:pt x="210517" y="215429"/>
                  </a:lnTo>
                  <a:lnTo>
                    <a:pt x="180603" y="215429"/>
                  </a:lnTo>
                  <a:lnTo>
                    <a:pt x="180603" y="199802"/>
                  </a:lnTo>
                  <a:lnTo>
                    <a:pt x="146001" y="199802"/>
                  </a:lnTo>
                  <a:lnTo>
                    <a:pt x="146001" y="215429"/>
                  </a:lnTo>
                  <a:lnTo>
                    <a:pt x="116086" y="215429"/>
                  </a:lnTo>
                  <a:close/>
                  <a:moveTo>
                    <a:pt x="31701" y="0"/>
                  </a:moveTo>
                  <a:lnTo>
                    <a:pt x="62731" y="2903"/>
                  </a:lnTo>
                  <a:lnTo>
                    <a:pt x="56480" y="40631"/>
                  </a:lnTo>
                  <a:lnTo>
                    <a:pt x="104924" y="40631"/>
                  </a:lnTo>
                  <a:cubicBezTo>
                    <a:pt x="104924" y="95250"/>
                    <a:pt x="97036" y="134541"/>
                    <a:pt x="81260" y="158502"/>
                  </a:cubicBezTo>
                  <a:cubicBezTo>
                    <a:pt x="92646" y="167506"/>
                    <a:pt x="103361" y="176213"/>
                    <a:pt x="113407" y="184622"/>
                  </a:cubicBezTo>
                  <a:lnTo>
                    <a:pt x="91083" y="208955"/>
                  </a:lnTo>
                  <a:cubicBezTo>
                    <a:pt x="81707" y="199951"/>
                    <a:pt x="72479" y="191282"/>
                    <a:pt x="63401" y="182947"/>
                  </a:cubicBezTo>
                  <a:cubicBezTo>
                    <a:pt x="51643" y="196416"/>
                    <a:pt x="37207" y="209327"/>
                    <a:pt x="20092" y="221680"/>
                  </a:cubicBezTo>
                  <a:cubicBezTo>
                    <a:pt x="14436" y="213792"/>
                    <a:pt x="7739" y="205606"/>
                    <a:pt x="0" y="197123"/>
                  </a:cubicBezTo>
                  <a:cubicBezTo>
                    <a:pt x="16074" y="186259"/>
                    <a:pt x="29543" y="174613"/>
                    <a:pt x="40407" y="162186"/>
                  </a:cubicBezTo>
                  <a:cubicBezTo>
                    <a:pt x="29022" y="152066"/>
                    <a:pt x="17859" y="142429"/>
                    <a:pt x="6921" y="133276"/>
                  </a:cubicBezTo>
                  <a:cubicBezTo>
                    <a:pt x="12130" y="115789"/>
                    <a:pt x="17004" y="94209"/>
                    <a:pt x="21543" y="68536"/>
                  </a:cubicBezTo>
                  <a:lnTo>
                    <a:pt x="0" y="68536"/>
                  </a:lnTo>
                  <a:lnTo>
                    <a:pt x="0" y="40631"/>
                  </a:lnTo>
                  <a:lnTo>
                    <a:pt x="26119" y="40631"/>
                  </a:lnTo>
                  <a:cubicBezTo>
                    <a:pt x="28054" y="27906"/>
                    <a:pt x="29915" y="14362"/>
                    <a:pt x="317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201CE4B-9928-48E6-B911-E5E446F9D7CE}"/>
                </a:ext>
              </a:extLst>
            </p:cNvPr>
            <p:cNvSpPr txBox="1"/>
            <p:nvPr/>
          </p:nvSpPr>
          <p:spPr>
            <a:xfrm>
              <a:off x="6466925" y="3108297"/>
              <a:ext cx="651238" cy="640755"/>
            </a:xfrm>
            <a:custGeom>
              <a:avLst/>
              <a:gdLst/>
              <a:ahLst/>
              <a:cxnLst/>
              <a:rect l="l" t="t" r="r" b="b"/>
              <a:pathLst>
                <a:path w="221903" h="218331">
                  <a:moveTo>
                    <a:pt x="104254" y="90859"/>
                  </a:moveTo>
                  <a:lnTo>
                    <a:pt x="104254" y="135285"/>
                  </a:lnTo>
                  <a:lnTo>
                    <a:pt x="127471" y="135285"/>
                  </a:lnTo>
                  <a:lnTo>
                    <a:pt x="127471" y="90859"/>
                  </a:lnTo>
                  <a:close/>
                  <a:moveTo>
                    <a:pt x="76349" y="64963"/>
                  </a:moveTo>
                  <a:lnTo>
                    <a:pt x="155377" y="64963"/>
                  </a:lnTo>
                  <a:lnTo>
                    <a:pt x="155377" y="161181"/>
                  </a:lnTo>
                  <a:lnTo>
                    <a:pt x="104254" y="161181"/>
                  </a:lnTo>
                  <a:lnTo>
                    <a:pt x="104254" y="176361"/>
                  </a:lnTo>
                  <a:lnTo>
                    <a:pt x="76349" y="176361"/>
                  </a:lnTo>
                  <a:close/>
                  <a:moveTo>
                    <a:pt x="73224" y="12501"/>
                  </a:moveTo>
                  <a:lnTo>
                    <a:pt x="221903" y="12501"/>
                  </a:lnTo>
                  <a:lnTo>
                    <a:pt x="221903" y="41300"/>
                  </a:lnTo>
                  <a:lnTo>
                    <a:pt x="206722" y="41300"/>
                  </a:lnTo>
                  <a:lnTo>
                    <a:pt x="206722" y="173682"/>
                  </a:lnTo>
                  <a:cubicBezTo>
                    <a:pt x="206722" y="187672"/>
                    <a:pt x="203820" y="198295"/>
                    <a:pt x="198016" y="205550"/>
                  </a:cubicBezTo>
                  <a:cubicBezTo>
                    <a:pt x="192212" y="212806"/>
                    <a:pt x="184324" y="216749"/>
                    <a:pt x="174352" y="217382"/>
                  </a:cubicBezTo>
                  <a:cubicBezTo>
                    <a:pt x="164381" y="218014"/>
                    <a:pt x="148977" y="218331"/>
                    <a:pt x="128141" y="218331"/>
                  </a:cubicBezTo>
                  <a:cubicBezTo>
                    <a:pt x="126355" y="208359"/>
                    <a:pt x="124123" y="197792"/>
                    <a:pt x="121444" y="186630"/>
                  </a:cubicBezTo>
                  <a:cubicBezTo>
                    <a:pt x="130374" y="187151"/>
                    <a:pt x="138745" y="187412"/>
                    <a:pt x="146559" y="187412"/>
                  </a:cubicBezTo>
                  <a:cubicBezTo>
                    <a:pt x="155116" y="187412"/>
                    <a:pt x="161069" y="186965"/>
                    <a:pt x="164418" y="186072"/>
                  </a:cubicBezTo>
                  <a:cubicBezTo>
                    <a:pt x="167767" y="185179"/>
                    <a:pt x="170483" y="183058"/>
                    <a:pt x="172566" y="179710"/>
                  </a:cubicBezTo>
                  <a:cubicBezTo>
                    <a:pt x="174650" y="176361"/>
                    <a:pt x="175692" y="171896"/>
                    <a:pt x="175692" y="166315"/>
                  </a:cubicBezTo>
                  <a:lnTo>
                    <a:pt x="175692" y="41300"/>
                  </a:lnTo>
                  <a:lnTo>
                    <a:pt x="73224" y="41300"/>
                  </a:lnTo>
                  <a:close/>
                  <a:moveTo>
                    <a:pt x="42863" y="0"/>
                  </a:moveTo>
                  <a:lnTo>
                    <a:pt x="74117" y="6920"/>
                  </a:lnTo>
                  <a:cubicBezTo>
                    <a:pt x="69056" y="24929"/>
                    <a:pt x="62880" y="42453"/>
                    <a:pt x="55587" y="59494"/>
                  </a:cubicBezTo>
                  <a:lnTo>
                    <a:pt x="55587" y="217438"/>
                  </a:lnTo>
                  <a:lnTo>
                    <a:pt x="25673" y="217438"/>
                  </a:lnTo>
                  <a:lnTo>
                    <a:pt x="25673" y="116979"/>
                  </a:lnTo>
                  <a:cubicBezTo>
                    <a:pt x="20464" y="125388"/>
                    <a:pt x="14957" y="133648"/>
                    <a:pt x="9153" y="141759"/>
                  </a:cubicBezTo>
                  <a:cubicBezTo>
                    <a:pt x="7069" y="130597"/>
                    <a:pt x="4019" y="117053"/>
                    <a:pt x="0" y="101129"/>
                  </a:cubicBezTo>
                  <a:cubicBezTo>
                    <a:pt x="18752" y="70470"/>
                    <a:pt x="33040" y="36760"/>
                    <a:pt x="428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9DBF98A-8B08-48C5-8C99-131617436D3A}"/>
                </a:ext>
              </a:extLst>
            </p:cNvPr>
            <p:cNvSpPr txBox="1"/>
            <p:nvPr/>
          </p:nvSpPr>
          <p:spPr>
            <a:xfrm>
              <a:off x="7165914" y="3108951"/>
              <a:ext cx="626996" cy="642063"/>
            </a:xfrm>
            <a:custGeom>
              <a:avLst/>
              <a:gdLst/>
              <a:ahLst/>
              <a:cxnLst/>
              <a:rect l="l" t="t" r="r" b="b"/>
              <a:pathLst>
                <a:path w="213643" h="218777">
                  <a:moveTo>
                    <a:pt x="29468" y="0"/>
                  </a:moveTo>
                  <a:lnTo>
                    <a:pt x="58490" y="0"/>
                  </a:lnTo>
                  <a:lnTo>
                    <a:pt x="58490" y="43309"/>
                  </a:lnTo>
                  <a:lnTo>
                    <a:pt x="79921" y="43309"/>
                  </a:lnTo>
                  <a:lnTo>
                    <a:pt x="79921" y="55253"/>
                  </a:lnTo>
                  <a:cubicBezTo>
                    <a:pt x="92125" y="39179"/>
                    <a:pt x="101501" y="21059"/>
                    <a:pt x="108049" y="893"/>
                  </a:cubicBezTo>
                  <a:lnTo>
                    <a:pt x="138857" y="3349"/>
                  </a:lnTo>
                  <a:cubicBezTo>
                    <a:pt x="136178" y="10641"/>
                    <a:pt x="133276" y="17711"/>
                    <a:pt x="130150" y="24557"/>
                  </a:cubicBezTo>
                  <a:lnTo>
                    <a:pt x="213643" y="24557"/>
                  </a:lnTo>
                  <a:cubicBezTo>
                    <a:pt x="213643" y="57225"/>
                    <a:pt x="213475" y="85837"/>
                    <a:pt x="213141" y="110393"/>
                  </a:cubicBezTo>
                  <a:cubicBezTo>
                    <a:pt x="212806" y="134950"/>
                    <a:pt x="212359" y="154558"/>
                    <a:pt x="211801" y="169218"/>
                  </a:cubicBezTo>
                  <a:cubicBezTo>
                    <a:pt x="211243" y="183877"/>
                    <a:pt x="207783" y="194984"/>
                    <a:pt x="201420" y="202537"/>
                  </a:cubicBezTo>
                  <a:cubicBezTo>
                    <a:pt x="195058" y="210090"/>
                    <a:pt x="187170" y="214350"/>
                    <a:pt x="177757" y="215317"/>
                  </a:cubicBezTo>
                  <a:cubicBezTo>
                    <a:pt x="168343" y="216285"/>
                    <a:pt x="151954" y="216545"/>
                    <a:pt x="128588" y="216099"/>
                  </a:cubicBezTo>
                  <a:cubicBezTo>
                    <a:pt x="126504" y="204341"/>
                    <a:pt x="124346" y="193998"/>
                    <a:pt x="122114" y="185068"/>
                  </a:cubicBezTo>
                  <a:cubicBezTo>
                    <a:pt x="138336" y="186407"/>
                    <a:pt x="151507" y="187077"/>
                    <a:pt x="161627" y="187077"/>
                  </a:cubicBezTo>
                  <a:cubicBezTo>
                    <a:pt x="167878" y="187077"/>
                    <a:pt x="172920" y="185403"/>
                    <a:pt x="176752" y="182054"/>
                  </a:cubicBezTo>
                  <a:cubicBezTo>
                    <a:pt x="180584" y="178706"/>
                    <a:pt x="182575" y="171376"/>
                    <a:pt x="182724" y="160065"/>
                  </a:cubicBezTo>
                  <a:lnTo>
                    <a:pt x="167878" y="167655"/>
                  </a:lnTo>
                  <a:lnTo>
                    <a:pt x="163190" y="158056"/>
                  </a:lnTo>
                  <a:cubicBezTo>
                    <a:pt x="127546" y="160660"/>
                    <a:pt x="101352" y="163711"/>
                    <a:pt x="84609" y="167209"/>
                  </a:cubicBezTo>
                  <a:lnTo>
                    <a:pt x="75456" y="141759"/>
                  </a:lnTo>
                  <a:cubicBezTo>
                    <a:pt x="86916" y="133276"/>
                    <a:pt x="101203" y="108049"/>
                    <a:pt x="118319" y="66080"/>
                  </a:cubicBezTo>
                  <a:lnTo>
                    <a:pt x="146894" y="77688"/>
                  </a:lnTo>
                  <a:lnTo>
                    <a:pt x="111844" y="137517"/>
                  </a:lnTo>
                  <a:lnTo>
                    <a:pt x="151470" y="134950"/>
                  </a:lnTo>
                  <a:cubicBezTo>
                    <a:pt x="146484" y="125351"/>
                    <a:pt x="141238" y="115565"/>
                    <a:pt x="135731" y="105594"/>
                  </a:cubicBezTo>
                  <a:lnTo>
                    <a:pt x="158725" y="93539"/>
                  </a:lnTo>
                  <a:cubicBezTo>
                    <a:pt x="166985" y="107156"/>
                    <a:pt x="175208" y="121481"/>
                    <a:pt x="183394" y="136513"/>
                  </a:cubicBezTo>
                  <a:cubicBezTo>
                    <a:pt x="183914" y="114189"/>
                    <a:pt x="184175" y="86097"/>
                    <a:pt x="184175" y="52239"/>
                  </a:cubicBezTo>
                  <a:lnTo>
                    <a:pt x="115640" y="52239"/>
                  </a:lnTo>
                  <a:cubicBezTo>
                    <a:pt x="107975" y="65187"/>
                    <a:pt x="99417" y="77316"/>
                    <a:pt x="89967" y="88627"/>
                  </a:cubicBezTo>
                  <a:cubicBezTo>
                    <a:pt x="83418" y="81409"/>
                    <a:pt x="77205" y="75084"/>
                    <a:pt x="71326" y="69652"/>
                  </a:cubicBezTo>
                  <a:lnTo>
                    <a:pt x="58490" y="69652"/>
                  </a:lnTo>
                  <a:lnTo>
                    <a:pt x="58490" y="82600"/>
                  </a:lnTo>
                  <a:cubicBezTo>
                    <a:pt x="68982" y="92050"/>
                    <a:pt x="79251" y="101575"/>
                    <a:pt x="89297" y="111175"/>
                  </a:cubicBezTo>
                  <a:lnTo>
                    <a:pt x="69875" y="129481"/>
                  </a:lnTo>
                  <a:cubicBezTo>
                    <a:pt x="66080" y="124048"/>
                    <a:pt x="62285" y="118839"/>
                    <a:pt x="58490" y="113854"/>
                  </a:cubicBezTo>
                  <a:lnTo>
                    <a:pt x="58490" y="218777"/>
                  </a:lnTo>
                  <a:lnTo>
                    <a:pt x="29468" y="218777"/>
                  </a:lnTo>
                  <a:lnTo>
                    <a:pt x="29468" y="124569"/>
                  </a:lnTo>
                  <a:cubicBezTo>
                    <a:pt x="23441" y="140271"/>
                    <a:pt x="16148" y="155153"/>
                    <a:pt x="7590" y="169218"/>
                  </a:cubicBezTo>
                  <a:cubicBezTo>
                    <a:pt x="5953" y="158949"/>
                    <a:pt x="3423" y="145331"/>
                    <a:pt x="0" y="128364"/>
                  </a:cubicBezTo>
                  <a:cubicBezTo>
                    <a:pt x="11311" y="110803"/>
                    <a:pt x="20278" y="91232"/>
                    <a:pt x="26901" y="69652"/>
                  </a:cubicBezTo>
                  <a:lnTo>
                    <a:pt x="2233" y="69652"/>
                  </a:lnTo>
                  <a:lnTo>
                    <a:pt x="2233" y="43309"/>
                  </a:lnTo>
                  <a:lnTo>
                    <a:pt x="29468" y="4330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B221882-2466-4EB1-8A26-53F0DDBC17B0}"/>
                </a:ext>
              </a:extLst>
            </p:cNvPr>
            <p:cNvSpPr txBox="1"/>
            <p:nvPr/>
          </p:nvSpPr>
          <p:spPr>
            <a:xfrm>
              <a:off x="7866215" y="3106985"/>
              <a:ext cx="654513" cy="647962"/>
            </a:xfrm>
            <a:custGeom>
              <a:avLst/>
              <a:gdLst/>
              <a:ahLst/>
              <a:cxnLst/>
              <a:rect l="l" t="t" r="r" b="b"/>
              <a:pathLst>
                <a:path w="223019" h="220787">
                  <a:moveTo>
                    <a:pt x="122560" y="0"/>
                  </a:moveTo>
                  <a:lnTo>
                    <a:pt x="154260" y="0"/>
                  </a:lnTo>
                  <a:lnTo>
                    <a:pt x="154595" y="36835"/>
                  </a:lnTo>
                  <a:lnTo>
                    <a:pt x="185067" y="36835"/>
                  </a:lnTo>
                  <a:cubicBezTo>
                    <a:pt x="181123" y="31626"/>
                    <a:pt x="174798" y="23887"/>
                    <a:pt x="166092" y="13618"/>
                  </a:cubicBezTo>
                  <a:lnTo>
                    <a:pt x="189532" y="893"/>
                  </a:lnTo>
                  <a:cubicBezTo>
                    <a:pt x="194741" y="6549"/>
                    <a:pt x="202183" y="15404"/>
                    <a:pt x="211856" y="27459"/>
                  </a:cubicBezTo>
                  <a:lnTo>
                    <a:pt x="194667" y="36835"/>
                  </a:lnTo>
                  <a:lnTo>
                    <a:pt x="219223" y="36835"/>
                  </a:lnTo>
                  <a:lnTo>
                    <a:pt x="219223" y="63624"/>
                  </a:lnTo>
                  <a:lnTo>
                    <a:pt x="155153" y="63624"/>
                  </a:lnTo>
                  <a:cubicBezTo>
                    <a:pt x="155897" y="86767"/>
                    <a:pt x="157497" y="106822"/>
                    <a:pt x="159953" y="123788"/>
                  </a:cubicBezTo>
                  <a:cubicBezTo>
                    <a:pt x="169775" y="108682"/>
                    <a:pt x="178519" y="92274"/>
                    <a:pt x="186184" y="74563"/>
                  </a:cubicBezTo>
                  <a:lnTo>
                    <a:pt x="213642" y="87288"/>
                  </a:lnTo>
                  <a:cubicBezTo>
                    <a:pt x="200546" y="116235"/>
                    <a:pt x="185774" y="141759"/>
                    <a:pt x="169329" y="163860"/>
                  </a:cubicBezTo>
                  <a:cubicBezTo>
                    <a:pt x="174910" y="178371"/>
                    <a:pt x="179933" y="185626"/>
                    <a:pt x="184398" y="185626"/>
                  </a:cubicBezTo>
                  <a:cubicBezTo>
                    <a:pt x="186109" y="185626"/>
                    <a:pt x="187523" y="184547"/>
                    <a:pt x="188639" y="182389"/>
                  </a:cubicBezTo>
                  <a:cubicBezTo>
                    <a:pt x="189755" y="180231"/>
                    <a:pt x="190983" y="174855"/>
                    <a:pt x="192323" y="166260"/>
                  </a:cubicBezTo>
                  <a:cubicBezTo>
                    <a:pt x="193662" y="157665"/>
                    <a:pt x="194369" y="150242"/>
                    <a:pt x="194444" y="143992"/>
                  </a:cubicBezTo>
                  <a:cubicBezTo>
                    <a:pt x="201141" y="147861"/>
                    <a:pt x="210666" y="152400"/>
                    <a:pt x="223019" y="157609"/>
                  </a:cubicBezTo>
                  <a:cubicBezTo>
                    <a:pt x="222572" y="165646"/>
                    <a:pt x="220712" y="176213"/>
                    <a:pt x="217438" y="189310"/>
                  </a:cubicBezTo>
                  <a:cubicBezTo>
                    <a:pt x="214163" y="202407"/>
                    <a:pt x="209847" y="210778"/>
                    <a:pt x="204489" y="214425"/>
                  </a:cubicBezTo>
                  <a:cubicBezTo>
                    <a:pt x="199132" y="218071"/>
                    <a:pt x="193737" y="219894"/>
                    <a:pt x="188304" y="219894"/>
                  </a:cubicBezTo>
                  <a:cubicBezTo>
                    <a:pt x="172082" y="219894"/>
                    <a:pt x="158650" y="209774"/>
                    <a:pt x="148009" y="189533"/>
                  </a:cubicBezTo>
                  <a:cubicBezTo>
                    <a:pt x="137294" y="201142"/>
                    <a:pt x="125983" y="211560"/>
                    <a:pt x="114076" y="220787"/>
                  </a:cubicBezTo>
                  <a:cubicBezTo>
                    <a:pt x="106933" y="212006"/>
                    <a:pt x="99194" y="204118"/>
                    <a:pt x="90859" y="197123"/>
                  </a:cubicBezTo>
                  <a:cubicBezTo>
                    <a:pt x="107305" y="185291"/>
                    <a:pt x="122262" y="171599"/>
                    <a:pt x="135731" y="156047"/>
                  </a:cubicBezTo>
                  <a:cubicBezTo>
                    <a:pt x="130299" y="133722"/>
                    <a:pt x="126615" y="102915"/>
                    <a:pt x="124680" y="63624"/>
                  </a:cubicBezTo>
                  <a:lnTo>
                    <a:pt x="48220" y="63624"/>
                  </a:lnTo>
                  <a:lnTo>
                    <a:pt x="48220" y="89967"/>
                  </a:lnTo>
                  <a:lnTo>
                    <a:pt x="111844" y="89967"/>
                  </a:lnTo>
                  <a:cubicBezTo>
                    <a:pt x="111844" y="92199"/>
                    <a:pt x="111397" y="105166"/>
                    <a:pt x="110505" y="128867"/>
                  </a:cubicBezTo>
                  <a:cubicBezTo>
                    <a:pt x="109612" y="152568"/>
                    <a:pt x="107602" y="167134"/>
                    <a:pt x="104477" y="172567"/>
                  </a:cubicBezTo>
                  <a:cubicBezTo>
                    <a:pt x="101352" y="177999"/>
                    <a:pt x="97315" y="182445"/>
                    <a:pt x="92366" y="185905"/>
                  </a:cubicBezTo>
                  <a:cubicBezTo>
                    <a:pt x="87418" y="189366"/>
                    <a:pt x="74711" y="190649"/>
                    <a:pt x="54247" y="189756"/>
                  </a:cubicBezTo>
                  <a:cubicBezTo>
                    <a:pt x="52759" y="177106"/>
                    <a:pt x="50973" y="166241"/>
                    <a:pt x="48890" y="157163"/>
                  </a:cubicBezTo>
                  <a:cubicBezTo>
                    <a:pt x="55959" y="158502"/>
                    <a:pt x="61540" y="159172"/>
                    <a:pt x="65633" y="159172"/>
                  </a:cubicBezTo>
                  <a:cubicBezTo>
                    <a:pt x="73595" y="159172"/>
                    <a:pt x="78116" y="155228"/>
                    <a:pt x="79195" y="147340"/>
                  </a:cubicBezTo>
                  <a:cubicBezTo>
                    <a:pt x="80274" y="139452"/>
                    <a:pt x="80813" y="129332"/>
                    <a:pt x="80813" y="116979"/>
                  </a:cubicBezTo>
                  <a:lnTo>
                    <a:pt x="48220" y="116979"/>
                  </a:lnTo>
                  <a:cubicBezTo>
                    <a:pt x="47997" y="163190"/>
                    <a:pt x="40704" y="197793"/>
                    <a:pt x="26342" y="220787"/>
                  </a:cubicBezTo>
                  <a:cubicBezTo>
                    <a:pt x="18157" y="213048"/>
                    <a:pt x="9376" y="205755"/>
                    <a:pt x="0" y="198909"/>
                  </a:cubicBezTo>
                  <a:cubicBezTo>
                    <a:pt x="12352" y="178817"/>
                    <a:pt x="18603" y="150019"/>
                    <a:pt x="18752" y="112514"/>
                  </a:cubicBezTo>
                  <a:lnTo>
                    <a:pt x="18752" y="36835"/>
                  </a:lnTo>
                  <a:lnTo>
                    <a:pt x="123564" y="3683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3526325-AD36-4261-BA57-9D003A4C1AF4}"/>
                </a:ext>
              </a:extLst>
            </p:cNvPr>
            <p:cNvSpPr txBox="1"/>
            <p:nvPr/>
          </p:nvSpPr>
          <p:spPr>
            <a:xfrm>
              <a:off x="8591407" y="3107640"/>
              <a:ext cx="604721" cy="638134"/>
            </a:xfrm>
            <a:custGeom>
              <a:avLst/>
              <a:gdLst/>
              <a:ahLst/>
              <a:cxnLst/>
              <a:rect l="l" t="t" r="r" b="b"/>
              <a:pathLst>
                <a:path w="206053" h="217438">
                  <a:moveTo>
                    <a:pt x="31031" y="132606"/>
                  </a:moveTo>
                  <a:lnTo>
                    <a:pt x="31031" y="170780"/>
                  </a:lnTo>
                  <a:lnTo>
                    <a:pt x="62731" y="170780"/>
                  </a:lnTo>
                  <a:lnTo>
                    <a:pt x="62731" y="132606"/>
                  </a:lnTo>
                  <a:close/>
                  <a:moveTo>
                    <a:pt x="128811" y="93315"/>
                  </a:moveTo>
                  <a:cubicBezTo>
                    <a:pt x="139527" y="106114"/>
                    <a:pt x="151061" y="121667"/>
                    <a:pt x="163414" y="139972"/>
                  </a:cubicBezTo>
                  <a:lnTo>
                    <a:pt x="135285" y="158725"/>
                  </a:lnTo>
                  <a:cubicBezTo>
                    <a:pt x="123974" y="140121"/>
                    <a:pt x="113184" y="124271"/>
                    <a:pt x="102915" y="111174"/>
                  </a:cubicBezTo>
                  <a:close/>
                  <a:moveTo>
                    <a:pt x="31031" y="65186"/>
                  </a:moveTo>
                  <a:lnTo>
                    <a:pt x="31031" y="103361"/>
                  </a:lnTo>
                  <a:lnTo>
                    <a:pt x="62731" y="103361"/>
                  </a:lnTo>
                  <a:lnTo>
                    <a:pt x="62731" y="65186"/>
                  </a:lnTo>
                  <a:close/>
                  <a:moveTo>
                    <a:pt x="128141" y="0"/>
                  </a:moveTo>
                  <a:lnTo>
                    <a:pt x="158949" y="8036"/>
                  </a:lnTo>
                  <a:cubicBezTo>
                    <a:pt x="155675" y="17933"/>
                    <a:pt x="152177" y="27607"/>
                    <a:pt x="148456" y="37058"/>
                  </a:cubicBezTo>
                  <a:lnTo>
                    <a:pt x="206053" y="37058"/>
                  </a:lnTo>
                  <a:lnTo>
                    <a:pt x="203486" y="165534"/>
                  </a:lnTo>
                  <a:cubicBezTo>
                    <a:pt x="203113" y="179375"/>
                    <a:pt x="201960" y="189067"/>
                    <a:pt x="200025" y="194611"/>
                  </a:cubicBezTo>
                  <a:cubicBezTo>
                    <a:pt x="198091" y="200155"/>
                    <a:pt x="195077" y="204676"/>
                    <a:pt x="190984" y="208173"/>
                  </a:cubicBezTo>
                  <a:cubicBezTo>
                    <a:pt x="186891" y="211670"/>
                    <a:pt x="181180" y="214052"/>
                    <a:pt x="173850" y="215317"/>
                  </a:cubicBezTo>
                  <a:cubicBezTo>
                    <a:pt x="166520" y="216582"/>
                    <a:pt x="150540" y="217214"/>
                    <a:pt x="125909" y="217214"/>
                  </a:cubicBezTo>
                  <a:cubicBezTo>
                    <a:pt x="123676" y="204117"/>
                    <a:pt x="120849" y="192881"/>
                    <a:pt x="117426" y="183505"/>
                  </a:cubicBezTo>
                  <a:cubicBezTo>
                    <a:pt x="128439" y="184398"/>
                    <a:pt x="140159" y="184844"/>
                    <a:pt x="152586" y="184844"/>
                  </a:cubicBezTo>
                  <a:cubicBezTo>
                    <a:pt x="156158" y="184844"/>
                    <a:pt x="159246" y="184435"/>
                    <a:pt x="161851" y="183616"/>
                  </a:cubicBezTo>
                  <a:cubicBezTo>
                    <a:pt x="164455" y="182798"/>
                    <a:pt x="166595" y="181551"/>
                    <a:pt x="168269" y="179877"/>
                  </a:cubicBezTo>
                  <a:cubicBezTo>
                    <a:pt x="169943" y="178203"/>
                    <a:pt x="171078" y="176324"/>
                    <a:pt x="171674" y="174240"/>
                  </a:cubicBezTo>
                  <a:cubicBezTo>
                    <a:pt x="172269" y="172157"/>
                    <a:pt x="172753" y="163004"/>
                    <a:pt x="173125" y="146781"/>
                  </a:cubicBezTo>
                  <a:lnTo>
                    <a:pt x="174129" y="101128"/>
                  </a:lnTo>
                  <a:cubicBezTo>
                    <a:pt x="174427" y="86915"/>
                    <a:pt x="174576" y="75381"/>
                    <a:pt x="174576" y="66526"/>
                  </a:cubicBezTo>
                  <a:lnTo>
                    <a:pt x="135732" y="66526"/>
                  </a:lnTo>
                  <a:cubicBezTo>
                    <a:pt x="130820" y="76944"/>
                    <a:pt x="125611" y="87064"/>
                    <a:pt x="120105" y="96887"/>
                  </a:cubicBezTo>
                  <a:cubicBezTo>
                    <a:pt x="113035" y="92273"/>
                    <a:pt x="104254" y="87697"/>
                    <a:pt x="93762" y="83157"/>
                  </a:cubicBezTo>
                  <a:lnTo>
                    <a:pt x="93762" y="216098"/>
                  </a:lnTo>
                  <a:lnTo>
                    <a:pt x="62731" y="216098"/>
                  </a:lnTo>
                  <a:lnTo>
                    <a:pt x="62731" y="200025"/>
                  </a:lnTo>
                  <a:lnTo>
                    <a:pt x="31031" y="200025"/>
                  </a:lnTo>
                  <a:lnTo>
                    <a:pt x="31031" y="217438"/>
                  </a:lnTo>
                  <a:lnTo>
                    <a:pt x="0" y="217438"/>
                  </a:lnTo>
                  <a:lnTo>
                    <a:pt x="0" y="35942"/>
                  </a:lnTo>
                  <a:lnTo>
                    <a:pt x="23552" y="35942"/>
                  </a:lnTo>
                  <a:cubicBezTo>
                    <a:pt x="27868" y="21356"/>
                    <a:pt x="30882" y="9525"/>
                    <a:pt x="32594" y="446"/>
                  </a:cubicBezTo>
                  <a:lnTo>
                    <a:pt x="65857" y="5581"/>
                  </a:lnTo>
                  <a:lnTo>
                    <a:pt x="55811" y="35942"/>
                  </a:lnTo>
                  <a:lnTo>
                    <a:pt x="93762" y="35942"/>
                  </a:lnTo>
                  <a:lnTo>
                    <a:pt x="93762" y="79474"/>
                  </a:lnTo>
                  <a:cubicBezTo>
                    <a:pt x="105743" y="59382"/>
                    <a:pt x="117202" y="32891"/>
                    <a:pt x="12814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0439222-B140-423B-B15F-F1BBEFC9CC12}"/>
                </a:ext>
              </a:extLst>
            </p:cNvPr>
            <p:cNvSpPr txBox="1"/>
            <p:nvPr/>
          </p:nvSpPr>
          <p:spPr>
            <a:xfrm>
              <a:off x="9578328" y="3149569"/>
              <a:ext cx="283688" cy="524135"/>
            </a:xfrm>
            <a:custGeom>
              <a:avLst/>
              <a:gdLst/>
              <a:ahLst/>
              <a:cxnLst/>
              <a:rect l="l" t="t" r="r" b="b"/>
              <a:pathLst>
                <a:path w="96664" h="178594">
                  <a:moveTo>
                    <a:pt x="37728" y="141312"/>
                  </a:moveTo>
                  <a:cubicBezTo>
                    <a:pt x="43383" y="141312"/>
                    <a:pt x="48220" y="143136"/>
                    <a:pt x="52239" y="146782"/>
                  </a:cubicBezTo>
                  <a:cubicBezTo>
                    <a:pt x="56257" y="150428"/>
                    <a:pt x="58266" y="154856"/>
                    <a:pt x="58266" y="160065"/>
                  </a:cubicBezTo>
                  <a:cubicBezTo>
                    <a:pt x="58266" y="165125"/>
                    <a:pt x="56257" y="169478"/>
                    <a:pt x="52239" y="173124"/>
                  </a:cubicBezTo>
                  <a:cubicBezTo>
                    <a:pt x="48220" y="176771"/>
                    <a:pt x="43383" y="178594"/>
                    <a:pt x="37728" y="178594"/>
                  </a:cubicBezTo>
                  <a:cubicBezTo>
                    <a:pt x="31998" y="178594"/>
                    <a:pt x="27161" y="176752"/>
                    <a:pt x="23217" y="173069"/>
                  </a:cubicBezTo>
                  <a:cubicBezTo>
                    <a:pt x="19273" y="169385"/>
                    <a:pt x="17301" y="165051"/>
                    <a:pt x="17301" y="160065"/>
                  </a:cubicBezTo>
                  <a:cubicBezTo>
                    <a:pt x="17301" y="154930"/>
                    <a:pt x="19273" y="150521"/>
                    <a:pt x="23217" y="146838"/>
                  </a:cubicBezTo>
                  <a:cubicBezTo>
                    <a:pt x="27161" y="143154"/>
                    <a:pt x="31998" y="141312"/>
                    <a:pt x="37728" y="141312"/>
                  </a:cubicBezTo>
                  <a:close/>
                  <a:moveTo>
                    <a:pt x="42751" y="0"/>
                  </a:moveTo>
                  <a:cubicBezTo>
                    <a:pt x="59792" y="0"/>
                    <a:pt x="73037" y="3907"/>
                    <a:pt x="82488" y="11720"/>
                  </a:cubicBezTo>
                  <a:cubicBezTo>
                    <a:pt x="91938" y="19534"/>
                    <a:pt x="96664" y="30101"/>
                    <a:pt x="96664" y="43421"/>
                  </a:cubicBezTo>
                  <a:cubicBezTo>
                    <a:pt x="96664" y="51978"/>
                    <a:pt x="94729" y="59866"/>
                    <a:pt x="90859" y="67084"/>
                  </a:cubicBezTo>
                  <a:cubicBezTo>
                    <a:pt x="86990" y="74303"/>
                    <a:pt x="80330" y="81744"/>
                    <a:pt x="70879" y="89409"/>
                  </a:cubicBezTo>
                  <a:cubicBezTo>
                    <a:pt x="62917" y="95734"/>
                    <a:pt x="57838" y="100701"/>
                    <a:pt x="55643" y="104310"/>
                  </a:cubicBezTo>
                  <a:cubicBezTo>
                    <a:pt x="53448" y="107919"/>
                    <a:pt x="52350" y="112254"/>
                    <a:pt x="52350" y="117314"/>
                  </a:cubicBezTo>
                  <a:lnTo>
                    <a:pt x="52350" y="125016"/>
                  </a:lnTo>
                  <a:lnTo>
                    <a:pt x="22882" y="125016"/>
                  </a:lnTo>
                  <a:lnTo>
                    <a:pt x="22882" y="114523"/>
                  </a:lnTo>
                  <a:cubicBezTo>
                    <a:pt x="22882" y="106561"/>
                    <a:pt x="24333" y="99771"/>
                    <a:pt x="27235" y="94153"/>
                  </a:cubicBezTo>
                  <a:cubicBezTo>
                    <a:pt x="30138" y="88534"/>
                    <a:pt x="35012" y="82897"/>
                    <a:pt x="41858" y="77242"/>
                  </a:cubicBezTo>
                  <a:cubicBezTo>
                    <a:pt x="49746" y="70768"/>
                    <a:pt x="54992" y="65466"/>
                    <a:pt x="57596" y="61336"/>
                  </a:cubicBezTo>
                  <a:cubicBezTo>
                    <a:pt x="60201" y="57206"/>
                    <a:pt x="61503" y="52760"/>
                    <a:pt x="61503" y="47997"/>
                  </a:cubicBezTo>
                  <a:cubicBezTo>
                    <a:pt x="61503" y="42491"/>
                    <a:pt x="59568" y="38100"/>
                    <a:pt x="55699" y="34826"/>
                  </a:cubicBezTo>
                  <a:cubicBezTo>
                    <a:pt x="51829" y="31552"/>
                    <a:pt x="46285" y="29915"/>
                    <a:pt x="39067" y="29915"/>
                  </a:cubicBezTo>
                  <a:cubicBezTo>
                    <a:pt x="25077" y="29915"/>
                    <a:pt x="12055" y="35124"/>
                    <a:pt x="0" y="45542"/>
                  </a:cubicBezTo>
                  <a:lnTo>
                    <a:pt x="0" y="11162"/>
                  </a:lnTo>
                  <a:cubicBezTo>
                    <a:pt x="13320" y="3721"/>
                    <a:pt x="27570" y="0"/>
                    <a:pt x="4275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3668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506690CF-5FCC-4184-9621-0B945329E634}"/>
              </a:ext>
            </a:extLst>
          </p:cNvPr>
          <p:cNvGrpSpPr/>
          <p:nvPr/>
        </p:nvGrpSpPr>
        <p:grpSpPr>
          <a:xfrm>
            <a:off x="3022367" y="721151"/>
            <a:ext cx="6147266" cy="533107"/>
            <a:chOff x="2329984" y="3102401"/>
            <a:chExt cx="7532032" cy="653198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13EF31F8-4396-443E-8DE6-5AC63CFB7A6A}"/>
                </a:ext>
              </a:extLst>
            </p:cNvPr>
            <p:cNvSpPr txBox="1"/>
            <p:nvPr/>
          </p:nvSpPr>
          <p:spPr>
            <a:xfrm>
              <a:off x="2329984" y="3105019"/>
              <a:ext cx="544444" cy="647959"/>
            </a:xfrm>
            <a:custGeom>
              <a:avLst/>
              <a:gdLst/>
              <a:ahLst/>
              <a:cxnLst/>
              <a:rect l="l" t="t" r="r" b="b"/>
              <a:pathLst>
                <a:path w="185514" h="220786">
                  <a:moveTo>
                    <a:pt x="38175" y="131266"/>
                  </a:moveTo>
                  <a:lnTo>
                    <a:pt x="38175" y="149349"/>
                  </a:lnTo>
                  <a:lnTo>
                    <a:pt x="148010" y="149349"/>
                  </a:lnTo>
                  <a:lnTo>
                    <a:pt x="148010" y="131266"/>
                  </a:lnTo>
                  <a:close/>
                  <a:moveTo>
                    <a:pt x="38175" y="88627"/>
                  </a:moveTo>
                  <a:lnTo>
                    <a:pt x="38175" y="106709"/>
                  </a:lnTo>
                  <a:lnTo>
                    <a:pt x="148010" y="106709"/>
                  </a:lnTo>
                  <a:lnTo>
                    <a:pt x="148010" y="88627"/>
                  </a:lnTo>
                  <a:close/>
                  <a:moveTo>
                    <a:pt x="160288" y="3348"/>
                  </a:moveTo>
                  <a:lnTo>
                    <a:pt x="185514" y="21877"/>
                  </a:lnTo>
                  <a:cubicBezTo>
                    <a:pt x="170632" y="37356"/>
                    <a:pt x="157981" y="49932"/>
                    <a:pt x="147563" y="59605"/>
                  </a:cubicBezTo>
                  <a:lnTo>
                    <a:pt x="126355" y="39514"/>
                  </a:lnTo>
                  <a:cubicBezTo>
                    <a:pt x="134987" y="31626"/>
                    <a:pt x="146298" y="19571"/>
                    <a:pt x="160288" y="3348"/>
                  </a:cubicBezTo>
                  <a:close/>
                  <a:moveTo>
                    <a:pt x="22101" y="1786"/>
                  </a:moveTo>
                  <a:cubicBezTo>
                    <a:pt x="33561" y="13543"/>
                    <a:pt x="45393" y="25598"/>
                    <a:pt x="57597" y="37951"/>
                  </a:cubicBezTo>
                  <a:lnTo>
                    <a:pt x="35272" y="58266"/>
                  </a:lnTo>
                  <a:cubicBezTo>
                    <a:pt x="23068" y="44574"/>
                    <a:pt x="11311" y="31849"/>
                    <a:pt x="0" y="20091"/>
                  </a:cubicBezTo>
                  <a:close/>
                  <a:moveTo>
                    <a:pt x="75233" y="0"/>
                  </a:moveTo>
                  <a:lnTo>
                    <a:pt x="108273" y="0"/>
                  </a:lnTo>
                  <a:lnTo>
                    <a:pt x="108273" y="61838"/>
                  </a:lnTo>
                  <a:lnTo>
                    <a:pt x="180157" y="61838"/>
                  </a:lnTo>
                  <a:lnTo>
                    <a:pt x="180157" y="186853"/>
                  </a:lnTo>
                  <a:cubicBezTo>
                    <a:pt x="180305" y="207541"/>
                    <a:pt x="170111" y="218479"/>
                    <a:pt x="149572" y="219670"/>
                  </a:cubicBezTo>
                  <a:cubicBezTo>
                    <a:pt x="142577" y="220265"/>
                    <a:pt x="128811" y="220637"/>
                    <a:pt x="108273" y="220786"/>
                  </a:cubicBezTo>
                  <a:cubicBezTo>
                    <a:pt x="106784" y="212303"/>
                    <a:pt x="103882" y="201811"/>
                    <a:pt x="99566" y="189309"/>
                  </a:cubicBezTo>
                  <a:cubicBezTo>
                    <a:pt x="111472" y="189904"/>
                    <a:pt x="122337" y="190276"/>
                    <a:pt x="132159" y="190425"/>
                  </a:cubicBezTo>
                  <a:cubicBezTo>
                    <a:pt x="142726" y="190574"/>
                    <a:pt x="148010" y="186407"/>
                    <a:pt x="148010" y="177924"/>
                  </a:cubicBezTo>
                  <a:lnTo>
                    <a:pt x="148010" y="173905"/>
                  </a:lnTo>
                  <a:lnTo>
                    <a:pt x="38175" y="173905"/>
                  </a:lnTo>
                  <a:lnTo>
                    <a:pt x="38175" y="220786"/>
                  </a:lnTo>
                  <a:lnTo>
                    <a:pt x="6028" y="220786"/>
                  </a:lnTo>
                  <a:lnTo>
                    <a:pt x="6028" y="61838"/>
                  </a:lnTo>
                  <a:lnTo>
                    <a:pt x="75233" y="61838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2DB7CFF-0200-4A1B-8307-5D890232E3EF}"/>
                </a:ext>
              </a:extLst>
            </p:cNvPr>
            <p:cNvSpPr txBox="1"/>
            <p:nvPr/>
          </p:nvSpPr>
          <p:spPr>
            <a:xfrm>
              <a:off x="2973286" y="3110263"/>
              <a:ext cx="651892" cy="642063"/>
            </a:xfrm>
            <a:custGeom>
              <a:avLst/>
              <a:gdLst/>
              <a:ahLst/>
              <a:cxnLst/>
              <a:rect l="l" t="t" r="r" b="b"/>
              <a:pathLst>
                <a:path w="222126" h="218777">
                  <a:moveTo>
                    <a:pt x="166092" y="102245"/>
                  </a:moveTo>
                  <a:lnTo>
                    <a:pt x="196899" y="102245"/>
                  </a:lnTo>
                  <a:lnTo>
                    <a:pt x="196899" y="116532"/>
                  </a:lnTo>
                  <a:lnTo>
                    <a:pt x="219223" y="116532"/>
                  </a:lnTo>
                  <a:lnTo>
                    <a:pt x="219223" y="143321"/>
                  </a:lnTo>
                  <a:lnTo>
                    <a:pt x="196899" y="143321"/>
                  </a:lnTo>
                  <a:lnTo>
                    <a:pt x="196899" y="176584"/>
                  </a:lnTo>
                  <a:cubicBezTo>
                    <a:pt x="196899" y="187970"/>
                    <a:pt x="194685" y="196899"/>
                    <a:pt x="190258" y="203373"/>
                  </a:cubicBezTo>
                  <a:cubicBezTo>
                    <a:pt x="185830" y="209847"/>
                    <a:pt x="179933" y="213996"/>
                    <a:pt x="172566" y="215819"/>
                  </a:cubicBezTo>
                  <a:cubicBezTo>
                    <a:pt x="165199" y="217642"/>
                    <a:pt x="150465" y="218554"/>
                    <a:pt x="128364" y="218554"/>
                  </a:cubicBezTo>
                  <a:cubicBezTo>
                    <a:pt x="125983" y="205606"/>
                    <a:pt x="123899" y="195783"/>
                    <a:pt x="122113" y="189086"/>
                  </a:cubicBezTo>
                  <a:cubicBezTo>
                    <a:pt x="132829" y="189979"/>
                    <a:pt x="142056" y="190425"/>
                    <a:pt x="149795" y="190425"/>
                  </a:cubicBezTo>
                  <a:cubicBezTo>
                    <a:pt x="160660" y="190425"/>
                    <a:pt x="166092" y="184100"/>
                    <a:pt x="166092" y="171450"/>
                  </a:cubicBezTo>
                  <a:lnTo>
                    <a:pt x="166092" y="143321"/>
                  </a:lnTo>
                  <a:lnTo>
                    <a:pt x="113965" y="143321"/>
                  </a:lnTo>
                  <a:cubicBezTo>
                    <a:pt x="122299" y="152028"/>
                    <a:pt x="130671" y="161329"/>
                    <a:pt x="139080" y="171226"/>
                  </a:cubicBezTo>
                  <a:lnTo>
                    <a:pt x="116309" y="188863"/>
                  </a:lnTo>
                  <a:cubicBezTo>
                    <a:pt x="107230" y="176510"/>
                    <a:pt x="97854" y="165050"/>
                    <a:pt x="88180" y="154483"/>
                  </a:cubicBezTo>
                  <a:lnTo>
                    <a:pt x="103472" y="143321"/>
                  </a:lnTo>
                  <a:lnTo>
                    <a:pt x="85055" y="143321"/>
                  </a:lnTo>
                  <a:lnTo>
                    <a:pt x="85055" y="116532"/>
                  </a:lnTo>
                  <a:lnTo>
                    <a:pt x="166092" y="116532"/>
                  </a:lnTo>
                  <a:close/>
                  <a:moveTo>
                    <a:pt x="134838" y="0"/>
                  </a:moveTo>
                  <a:lnTo>
                    <a:pt x="165645" y="0"/>
                  </a:lnTo>
                  <a:lnTo>
                    <a:pt x="165645" y="25449"/>
                  </a:lnTo>
                  <a:lnTo>
                    <a:pt x="211633" y="25449"/>
                  </a:lnTo>
                  <a:lnTo>
                    <a:pt x="211633" y="52238"/>
                  </a:lnTo>
                  <a:lnTo>
                    <a:pt x="165645" y="52238"/>
                  </a:lnTo>
                  <a:lnTo>
                    <a:pt x="165645" y="70767"/>
                  </a:lnTo>
                  <a:lnTo>
                    <a:pt x="222126" y="70767"/>
                  </a:lnTo>
                  <a:lnTo>
                    <a:pt x="222126" y="97556"/>
                  </a:lnTo>
                  <a:lnTo>
                    <a:pt x="81260" y="97556"/>
                  </a:lnTo>
                  <a:lnTo>
                    <a:pt x="81260" y="70767"/>
                  </a:lnTo>
                  <a:lnTo>
                    <a:pt x="134838" y="70767"/>
                  </a:lnTo>
                  <a:lnTo>
                    <a:pt x="134838" y="52238"/>
                  </a:lnTo>
                  <a:lnTo>
                    <a:pt x="90189" y="52238"/>
                  </a:lnTo>
                  <a:lnTo>
                    <a:pt x="90189" y="25449"/>
                  </a:lnTo>
                  <a:lnTo>
                    <a:pt x="134838" y="25449"/>
                  </a:lnTo>
                  <a:close/>
                  <a:moveTo>
                    <a:pt x="38844" y="0"/>
                  </a:moveTo>
                  <a:lnTo>
                    <a:pt x="66079" y="0"/>
                  </a:lnTo>
                  <a:lnTo>
                    <a:pt x="66079" y="45541"/>
                  </a:lnTo>
                  <a:lnTo>
                    <a:pt x="79027" y="45541"/>
                  </a:lnTo>
                  <a:lnTo>
                    <a:pt x="79027" y="74339"/>
                  </a:lnTo>
                  <a:lnTo>
                    <a:pt x="66079" y="74339"/>
                  </a:lnTo>
                  <a:lnTo>
                    <a:pt x="66079" y="112960"/>
                  </a:lnTo>
                  <a:lnTo>
                    <a:pt x="80590" y="110058"/>
                  </a:lnTo>
                  <a:cubicBezTo>
                    <a:pt x="79995" y="118392"/>
                    <a:pt x="79846" y="128364"/>
                    <a:pt x="80143" y="139972"/>
                  </a:cubicBezTo>
                  <a:lnTo>
                    <a:pt x="66079" y="142651"/>
                  </a:lnTo>
                  <a:lnTo>
                    <a:pt x="66079" y="218777"/>
                  </a:lnTo>
                  <a:lnTo>
                    <a:pt x="38844" y="218777"/>
                  </a:lnTo>
                  <a:lnTo>
                    <a:pt x="38844" y="148121"/>
                  </a:lnTo>
                  <a:cubicBezTo>
                    <a:pt x="26640" y="150725"/>
                    <a:pt x="15106" y="153367"/>
                    <a:pt x="4241" y="156046"/>
                  </a:cubicBezTo>
                  <a:lnTo>
                    <a:pt x="223" y="124346"/>
                  </a:lnTo>
                  <a:lnTo>
                    <a:pt x="38844" y="117983"/>
                  </a:lnTo>
                  <a:lnTo>
                    <a:pt x="38844" y="74339"/>
                  </a:lnTo>
                  <a:lnTo>
                    <a:pt x="24110" y="74339"/>
                  </a:lnTo>
                  <a:cubicBezTo>
                    <a:pt x="22547" y="85353"/>
                    <a:pt x="20687" y="95994"/>
                    <a:pt x="18529" y="106263"/>
                  </a:cubicBezTo>
                  <a:cubicBezTo>
                    <a:pt x="12873" y="102691"/>
                    <a:pt x="6697" y="99342"/>
                    <a:pt x="0" y="96217"/>
                  </a:cubicBezTo>
                  <a:cubicBezTo>
                    <a:pt x="4613" y="72256"/>
                    <a:pt x="7739" y="46285"/>
                    <a:pt x="9376" y="18305"/>
                  </a:cubicBezTo>
                  <a:lnTo>
                    <a:pt x="29691" y="20315"/>
                  </a:lnTo>
                  <a:cubicBezTo>
                    <a:pt x="29170" y="28947"/>
                    <a:pt x="28500" y="37355"/>
                    <a:pt x="27682" y="45541"/>
                  </a:cubicBezTo>
                  <a:lnTo>
                    <a:pt x="38844" y="45541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8242E6E-A0CD-4AA4-9E96-77ED6EF3E713}"/>
                </a:ext>
              </a:extLst>
            </p:cNvPr>
            <p:cNvSpPr txBox="1"/>
            <p:nvPr/>
          </p:nvSpPr>
          <p:spPr>
            <a:xfrm>
              <a:off x="3670967" y="3105022"/>
              <a:ext cx="654513" cy="628305"/>
            </a:xfrm>
            <a:custGeom>
              <a:avLst/>
              <a:gdLst/>
              <a:ahLst/>
              <a:cxnLst/>
              <a:rect l="l" t="t" r="r" b="b"/>
              <a:pathLst>
                <a:path w="223019" h="214089">
                  <a:moveTo>
                    <a:pt x="80144" y="134168"/>
                  </a:moveTo>
                  <a:cubicBezTo>
                    <a:pt x="73744" y="141312"/>
                    <a:pt x="67084" y="147935"/>
                    <a:pt x="60164" y="154037"/>
                  </a:cubicBezTo>
                  <a:lnTo>
                    <a:pt x="96441" y="154037"/>
                  </a:lnTo>
                  <a:lnTo>
                    <a:pt x="96441" y="138410"/>
                  </a:lnTo>
                  <a:lnTo>
                    <a:pt x="127025" y="138410"/>
                  </a:lnTo>
                  <a:lnTo>
                    <a:pt x="127025" y="154037"/>
                  </a:lnTo>
                  <a:lnTo>
                    <a:pt x="163302" y="154037"/>
                  </a:lnTo>
                  <a:cubicBezTo>
                    <a:pt x="156456" y="147935"/>
                    <a:pt x="149833" y="141312"/>
                    <a:pt x="143433" y="134168"/>
                  </a:cubicBezTo>
                  <a:close/>
                  <a:moveTo>
                    <a:pt x="72331" y="99566"/>
                  </a:moveTo>
                  <a:lnTo>
                    <a:pt x="72331" y="110728"/>
                  </a:lnTo>
                  <a:lnTo>
                    <a:pt x="151358" y="110728"/>
                  </a:lnTo>
                  <a:lnTo>
                    <a:pt x="151358" y="99566"/>
                  </a:lnTo>
                  <a:close/>
                  <a:moveTo>
                    <a:pt x="72331" y="71437"/>
                  </a:moveTo>
                  <a:lnTo>
                    <a:pt x="72331" y="82599"/>
                  </a:lnTo>
                  <a:lnTo>
                    <a:pt x="151358" y="82599"/>
                  </a:lnTo>
                  <a:lnTo>
                    <a:pt x="151358" y="71437"/>
                  </a:lnTo>
                  <a:close/>
                  <a:moveTo>
                    <a:pt x="72331" y="42862"/>
                  </a:moveTo>
                  <a:lnTo>
                    <a:pt x="72331" y="54024"/>
                  </a:lnTo>
                  <a:lnTo>
                    <a:pt x="151358" y="54024"/>
                  </a:lnTo>
                  <a:lnTo>
                    <a:pt x="151358" y="42862"/>
                  </a:lnTo>
                  <a:close/>
                  <a:moveTo>
                    <a:pt x="41746" y="0"/>
                  </a:moveTo>
                  <a:lnTo>
                    <a:pt x="72331" y="0"/>
                  </a:lnTo>
                  <a:lnTo>
                    <a:pt x="72331" y="19422"/>
                  </a:lnTo>
                  <a:lnTo>
                    <a:pt x="151358" y="19422"/>
                  </a:lnTo>
                  <a:lnTo>
                    <a:pt x="151358" y="0"/>
                  </a:lnTo>
                  <a:lnTo>
                    <a:pt x="181719" y="0"/>
                  </a:lnTo>
                  <a:lnTo>
                    <a:pt x="181719" y="19422"/>
                  </a:lnTo>
                  <a:lnTo>
                    <a:pt x="214089" y="19422"/>
                  </a:lnTo>
                  <a:lnTo>
                    <a:pt x="214089" y="42862"/>
                  </a:lnTo>
                  <a:lnTo>
                    <a:pt x="181719" y="42862"/>
                  </a:lnTo>
                  <a:lnTo>
                    <a:pt x="181719" y="110728"/>
                  </a:lnTo>
                  <a:lnTo>
                    <a:pt x="220340" y="110728"/>
                  </a:lnTo>
                  <a:lnTo>
                    <a:pt x="220340" y="134168"/>
                  </a:lnTo>
                  <a:lnTo>
                    <a:pt x="176361" y="134168"/>
                  </a:lnTo>
                  <a:cubicBezTo>
                    <a:pt x="192137" y="145926"/>
                    <a:pt x="207690" y="154632"/>
                    <a:pt x="223019" y="160288"/>
                  </a:cubicBezTo>
                  <a:cubicBezTo>
                    <a:pt x="216917" y="169068"/>
                    <a:pt x="211410" y="177328"/>
                    <a:pt x="206499" y="185067"/>
                  </a:cubicBezTo>
                  <a:cubicBezTo>
                    <a:pt x="194891" y="178668"/>
                    <a:pt x="183803" y="171152"/>
                    <a:pt x="173236" y="162520"/>
                  </a:cubicBezTo>
                  <a:lnTo>
                    <a:pt x="173236" y="177031"/>
                  </a:lnTo>
                  <a:lnTo>
                    <a:pt x="127025" y="177031"/>
                  </a:lnTo>
                  <a:lnTo>
                    <a:pt x="127025" y="190649"/>
                  </a:lnTo>
                  <a:lnTo>
                    <a:pt x="207169" y="190649"/>
                  </a:lnTo>
                  <a:lnTo>
                    <a:pt x="207169" y="214089"/>
                  </a:lnTo>
                  <a:lnTo>
                    <a:pt x="16074" y="214089"/>
                  </a:lnTo>
                  <a:lnTo>
                    <a:pt x="16074" y="190649"/>
                  </a:lnTo>
                  <a:lnTo>
                    <a:pt x="96441" y="190649"/>
                  </a:lnTo>
                  <a:lnTo>
                    <a:pt x="96441" y="177031"/>
                  </a:lnTo>
                  <a:lnTo>
                    <a:pt x="49113" y="177031"/>
                  </a:lnTo>
                  <a:lnTo>
                    <a:pt x="49113" y="163413"/>
                  </a:lnTo>
                  <a:cubicBezTo>
                    <a:pt x="38770" y="171599"/>
                    <a:pt x="27980" y="178817"/>
                    <a:pt x="16743" y="185067"/>
                  </a:cubicBezTo>
                  <a:cubicBezTo>
                    <a:pt x="12427" y="178221"/>
                    <a:pt x="6846" y="170036"/>
                    <a:pt x="0" y="160511"/>
                  </a:cubicBezTo>
                  <a:cubicBezTo>
                    <a:pt x="18604" y="153516"/>
                    <a:pt x="34342" y="144735"/>
                    <a:pt x="47216" y="134168"/>
                  </a:cubicBezTo>
                  <a:lnTo>
                    <a:pt x="2902" y="134168"/>
                  </a:lnTo>
                  <a:lnTo>
                    <a:pt x="2902" y="110728"/>
                  </a:lnTo>
                  <a:lnTo>
                    <a:pt x="41746" y="110728"/>
                  </a:lnTo>
                  <a:lnTo>
                    <a:pt x="41746" y="42862"/>
                  </a:lnTo>
                  <a:lnTo>
                    <a:pt x="9376" y="42862"/>
                  </a:lnTo>
                  <a:lnTo>
                    <a:pt x="9376" y="19422"/>
                  </a:lnTo>
                  <a:lnTo>
                    <a:pt x="41746" y="19422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DCDD533-96E3-4F0C-9D09-F648EA9E9460}"/>
                </a:ext>
              </a:extLst>
            </p:cNvPr>
            <p:cNvSpPr txBox="1"/>
            <p:nvPr/>
          </p:nvSpPr>
          <p:spPr>
            <a:xfrm>
              <a:off x="4367990" y="3102401"/>
              <a:ext cx="653204" cy="650580"/>
            </a:xfrm>
            <a:custGeom>
              <a:avLst/>
              <a:gdLst/>
              <a:ahLst/>
              <a:cxnLst/>
              <a:rect l="l" t="t" r="r" b="b"/>
              <a:pathLst>
                <a:path w="222573" h="221679">
                  <a:moveTo>
                    <a:pt x="83939" y="167208"/>
                  </a:moveTo>
                  <a:cubicBezTo>
                    <a:pt x="83047" y="179710"/>
                    <a:pt x="82674" y="190053"/>
                    <a:pt x="82823" y="198239"/>
                  </a:cubicBezTo>
                  <a:cubicBezTo>
                    <a:pt x="56332" y="201959"/>
                    <a:pt x="30808" y="205903"/>
                    <a:pt x="6251" y="210071"/>
                  </a:cubicBezTo>
                  <a:lnTo>
                    <a:pt x="1340" y="178817"/>
                  </a:lnTo>
                  <a:cubicBezTo>
                    <a:pt x="27087" y="175542"/>
                    <a:pt x="54620" y="171673"/>
                    <a:pt x="83939" y="167208"/>
                  </a:cubicBezTo>
                  <a:close/>
                  <a:moveTo>
                    <a:pt x="120551" y="152921"/>
                  </a:moveTo>
                  <a:lnTo>
                    <a:pt x="120551" y="181272"/>
                  </a:lnTo>
                  <a:lnTo>
                    <a:pt x="183282" y="181272"/>
                  </a:lnTo>
                  <a:lnTo>
                    <a:pt x="183282" y="152921"/>
                  </a:lnTo>
                  <a:close/>
                  <a:moveTo>
                    <a:pt x="90637" y="125685"/>
                  </a:moveTo>
                  <a:lnTo>
                    <a:pt x="213197" y="125685"/>
                  </a:lnTo>
                  <a:lnTo>
                    <a:pt x="213197" y="221679"/>
                  </a:lnTo>
                  <a:lnTo>
                    <a:pt x="183282" y="221679"/>
                  </a:lnTo>
                  <a:lnTo>
                    <a:pt x="183282" y="208508"/>
                  </a:lnTo>
                  <a:lnTo>
                    <a:pt x="120551" y="208508"/>
                  </a:lnTo>
                  <a:lnTo>
                    <a:pt x="120551" y="221679"/>
                  </a:lnTo>
                  <a:lnTo>
                    <a:pt x="90637" y="221679"/>
                  </a:lnTo>
                  <a:close/>
                  <a:moveTo>
                    <a:pt x="38621" y="0"/>
                  </a:moveTo>
                  <a:lnTo>
                    <a:pt x="68089" y="10939"/>
                  </a:lnTo>
                  <a:cubicBezTo>
                    <a:pt x="56332" y="32965"/>
                    <a:pt x="44723" y="52759"/>
                    <a:pt x="33264" y="70321"/>
                  </a:cubicBezTo>
                  <a:lnTo>
                    <a:pt x="53802" y="69316"/>
                  </a:lnTo>
                  <a:lnTo>
                    <a:pt x="67196" y="46434"/>
                  </a:lnTo>
                  <a:lnTo>
                    <a:pt x="81930" y="53466"/>
                  </a:lnTo>
                  <a:lnTo>
                    <a:pt x="81930" y="29021"/>
                  </a:lnTo>
                  <a:lnTo>
                    <a:pt x="135508" y="29021"/>
                  </a:lnTo>
                  <a:lnTo>
                    <a:pt x="135508" y="893"/>
                  </a:lnTo>
                  <a:lnTo>
                    <a:pt x="166762" y="893"/>
                  </a:lnTo>
                  <a:lnTo>
                    <a:pt x="166762" y="29021"/>
                  </a:lnTo>
                  <a:lnTo>
                    <a:pt x="222573" y="29021"/>
                  </a:lnTo>
                  <a:lnTo>
                    <a:pt x="222573" y="55587"/>
                  </a:lnTo>
                  <a:lnTo>
                    <a:pt x="166762" y="55587"/>
                  </a:lnTo>
                  <a:lnTo>
                    <a:pt x="166762" y="79920"/>
                  </a:lnTo>
                  <a:lnTo>
                    <a:pt x="215876" y="79920"/>
                  </a:lnTo>
                  <a:lnTo>
                    <a:pt x="215876" y="106486"/>
                  </a:lnTo>
                  <a:lnTo>
                    <a:pt x="88628" y="106486"/>
                  </a:lnTo>
                  <a:lnTo>
                    <a:pt x="88628" y="79920"/>
                  </a:lnTo>
                  <a:lnTo>
                    <a:pt x="135508" y="79920"/>
                  </a:lnTo>
                  <a:lnTo>
                    <a:pt x="135508" y="55587"/>
                  </a:lnTo>
                  <a:lnTo>
                    <a:pt x="86284" y="55587"/>
                  </a:lnTo>
                  <a:lnTo>
                    <a:pt x="93762" y="59159"/>
                  </a:lnTo>
                  <a:cubicBezTo>
                    <a:pt x="75307" y="87287"/>
                    <a:pt x="59457" y="110207"/>
                    <a:pt x="46212" y="127917"/>
                  </a:cubicBezTo>
                  <a:cubicBezTo>
                    <a:pt x="56927" y="126578"/>
                    <a:pt x="68387" y="125313"/>
                    <a:pt x="80591" y="124122"/>
                  </a:cubicBezTo>
                  <a:cubicBezTo>
                    <a:pt x="79698" y="134243"/>
                    <a:pt x="79103" y="143470"/>
                    <a:pt x="78805" y="151804"/>
                  </a:cubicBezTo>
                  <a:cubicBezTo>
                    <a:pt x="46212" y="155376"/>
                    <a:pt x="24036" y="158725"/>
                    <a:pt x="12279" y="161850"/>
                  </a:cubicBezTo>
                  <a:lnTo>
                    <a:pt x="3572" y="136847"/>
                  </a:lnTo>
                  <a:cubicBezTo>
                    <a:pt x="13023" y="128513"/>
                    <a:pt x="24259" y="114672"/>
                    <a:pt x="37282" y="95324"/>
                  </a:cubicBezTo>
                  <a:cubicBezTo>
                    <a:pt x="26120" y="96143"/>
                    <a:pt x="16446" y="97110"/>
                    <a:pt x="8260" y="98226"/>
                  </a:cubicBezTo>
                  <a:lnTo>
                    <a:pt x="0" y="72777"/>
                  </a:lnTo>
                  <a:cubicBezTo>
                    <a:pt x="11758" y="58340"/>
                    <a:pt x="24631" y="34081"/>
                    <a:pt x="3862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1441F76-067F-40BE-8606-41EBD4DB3932}"/>
                </a:ext>
              </a:extLst>
            </p:cNvPr>
            <p:cNvSpPr txBox="1"/>
            <p:nvPr/>
          </p:nvSpPr>
          <p:spPr>
            <a:xfrm>
              <a:off x="5072221" y="3126639"/>
              <a:ext cx="649929" cy="628960"/>
            </a:xfrm>
            <a:custGeom>
              <a:avLst/>
              <a:gdLst/>
              <a:ahLst/>
              <a:cxnLst/>
              <a:rect l="l" t="t" r="r" b="b"/>
              <a:pathLst>
                <a:path w="221457" h="214312">
                  <a:moveTo>
                    <a:pt x="38845" y="129703"/>
                  </a:moveTo>
                  <a:lnTo>
                    <a:pt x="66973" y="140196"/>
                  </a:lnTo>
                  <a:cubicBezTo>
                    <a:pt x="64815" y="146819"/>
                    <a:pt x="62508" y="153107"/>
                    <a:pt x="60053" y="159060"/>
                  </a:cubicBezTo>
                  <a:cubicBezTo>
                    <a:pt x="69726" y="169254"/>
                    <a:pt x="82302" y="176026"/>
                    <a:pt x="97780" y="179375"/>
                  </a:cubicBezTo>
                  <a:lnTo>
                    <a:pt x="97780" y="129703"/>
                  </a:lnTo>
                  <a:close/>
                  <a:moveTo>
                    <a:pt x="447" y="104031"/>
                  </a:moveTo>
                  <a:lnTo>
                    <a:pt x="221010" y="104031"/>
                  </a:lnTo>
                  <a:lnTo>
                    <a:pt x="221010" y="129703"/>
                  </a:lnTo>
                  <a:lnTo>
                    <a:pt x="127918" y="129703"/>
                  </a:lnTo>
                  <a:lnTo>
                    <a:pt x="127918" y="143321"/>
                  </a:lnTo>
                  <a:lnTo>
                    <a:pt x="203820" y="143321"/>
                  </a:lnTo>
                  <a:lnTo>
                    <a:pt x="203820" y="167655"/>
                  </a:lnTo>
                  <a:lnTo>
                    <a:pt x="127918" y="167655"/>
                  </a:lnTo>
                  <a:lnTo>
                    <a:pt x="127918" y="181830"/>
                  </a:lnTo>
                  <a:cubicBezTo>
                    <a:pt x="137666" y="182054"/>
                    <a:pt x="149647" y="182165"/>
                    <a:pt x="163860" y="182165"/>
                  </a:cubicBezTo>
                  <a:cubicBezTo>
                    <a:pt x="180082" y="182165"/>
                    <a:pt x="199281" y="182016"/>
                    <a:pt x="221457" y="181719"/>
                  </a:cubicBezTo>
                  <a:cubicBezTo>
                    <a:pt x="217736" y="191393"/>
                    <a:pt x="214834" y="200174"/>
                    <a:pt x="212750" y="208061"/>
                  </a:cubicBezTo>
                  <a:cubicBezTo>
                    <a:pt x="201886" y="208285"/>
                    <a:pt x="182836" y="208210"/>
                    <a:pt x="155600" y="207838"/>
                  </a:cubicBezTo>
                  <a:lnTo>
                    <a:pt x="123007" y="207392"/>
                  </a:lnTo>
                  <a:cubicBezTo>
                    <a:pt x="88776" y="207392"/>
                    <a:pt x="63922" y="199355"/>
                    <a:pt x="48444" y="183282"/>
                  </a:cubicBezTo>
                  <a:cubicBezTo>
                    <a:pt x="41598" y="195485"/>
                    <a:pt x="33933" y="205829"/>
                    <a:pt x="25450" y="214312"/>
                  </a:cubicBezTo>
                  <a:cubicBezTo>
                    <a:pt x="17711" y="208359"/>
                    <a:pt x="9228" y="202257"/>
                    <a:pt x="0" y="196006"/>
                  </a:cubicBezTo>
                  <a:cubicBezTo>
                    <a:pt x="16669" y="180082"/>
                    <a:pt x="29431" y="157981"/>
                    <a:pt x="38286" y="129703"/>
                  </a:cubicBezTo>
                  <a:lnTo>
                    <a:pt x="447" y="129703"/>
                  </a:lnTo>
                  <a:close/>
                  <a:moveTo>
                    <a:pt x="57150" y="56480"/>
                  </a:moveTo>
                  <a:lnTo>
                    <a:pt x="57150" y="68535"/>
                  </a:lnTo>
                  <a:lnTo>
                    <a:pt x="164083" y="68535"/>
                  </a:lnTo>
                  <a:lnTo>
                    <a:pt x="164083" y="56480"/>
                  </a:lnTo>
                  <a:close/>
                  <a:moveTo>
                    <a:pt x="57150" y="24780"/>
                  </a:moveTo>
                  <a:lnTo>
                    <a:pt x="57150" y="36835"/>
                  </a:lnTo>
                  <a:lnTo>
                    <a:pt x="164083" y="36835"/>
                  </a:lnTo>
                  <a:lnTo>
                    <a:pt x="164083" y="24780"/>
                  </a:lnTo>
                  <a:close/>
                  <a:moveTo>
                    <a:pt x="26120" y="0"/>
                  </a:moveTo>
                  <a:lnTo>
                    <a:pt x="195114" y="0"/>
                  </a:lnTo>
                  <a:lnTo>
                    <a:pt x="195114" y="93315"/>
                  </a:lnTo>
                  <a:lnTo>
                    <a:pt x="26120" y="9331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E3FA3C9-35A2-4511-9D2D-556922847437}"/>
                </a:ext>
              </a:extLst>
            </p:cNvPr>
            <p:cNvSpPr txBox="1"/>
            <p:nvPr/>
          </p:nvSpPr>
          <p:spPr>
            <a:xfrm>
              <a:off x="5770556" y="3104361"/>
              <a:ext cx="617822" cy="650583"/>
            </a:xfrm>
            <a:custGeom>
              <a:avLst/>
              <a:gdLst/>
              <a:ahLst/>
              <a:cxnLst/>
              <a:rect l="l" t="t" r="r" b="b"/>
              <a:pathLst>
                <a:path w="210517" h="221680">
                  <a:moveTo>
                    <a:pt x="51346" y="68536"/>
                  </a:moveTo>
                  <a:cubicBezTo>
                    <a:pt x="47476" y="88330"/>
                    <a:pt x="43309" y="107380"/>
                    <a:pt x="38844" y="125686"/>
                  </a:cubicBezTo>
                  <a:lnTo>
                    <a:pt x="56815" y="139415"/>
                  </a:lnTo>
                  <a:cubicBezTo>
                    <a:pt x="67010" y="120663"/>
                    <a:pt x="72777" y="97036"/>
                    <a:pt x="74117" y="68536"/>
                  </a:cubicBezTo>
                  <a:close/>
                  <a:moveTo>
                    <a:pt x="146001" y="52239"/>
                  </a:moveTo>
                  <a:lnTo>
                    <a:pt x="146001" y="170111"/>
                  </a:lnTo>
                  <a:lnTo>
                    <a:pt x="180603" y="170111"/>
                  </a:lnTo>
                  <a:lnTo>
                    <a:pt x="180603" y="52239"/>
                  </a:lnTo>
                  <a:close/>
                  <a:moveTo>
                    <a:pt x="116086" y="22548"/>
                  </a:moveTo>
                  <a:lnTo>
                    <a:pt x="210517" y="22548"/>
                  </a:lnTo>
                  <a:lnTo>
                    <a:pt x="210517" y="215429"/>
                  </a:lnTo>
                  <a:lnTo>
                    <a:pt x="180603" y="215429"/>
                  </a:lnTo>
                  <a:lnTo>
                    <a:pt x="180603" y="199802"/>
                  </a:lnTo>
                  <a:lnTo>
                    <a:pt x="146001" y="199802"/>
                  </a:lnTo>
                  <a:lnTo>
                    <a:pt x="146001" y="215429"/>
                  </a:lnTo>
                  <a:lnTo>
                    <a:pt x="116086" y="215429"/>
                  </a:lnTo>
                  <a:close/>
                  <a:moveTo>
                    <a:pt x="31701" y="0"/>
                  </a:moveTo>
                  <a:lnTo>
                    <a:pt x="62731" y="2903"/>
                  </a:lnTo>
                  <a:lnTo>
                    <a:pt x="56480" y="40631"/>
                  </a:lnTo>
                  <a:lnTo>
                    <a:pt x="104924" y="40631"/>
                  </a:lnTo>
                  <a:cubicBezTo>
                    <a:pt x="104924" y="95250"/>
                    <a:pt x="97036" y="134541"/>
                    <a:pt x="81260" y="158502"/>
                  </a:cubicBezTo>
                  <a:cubicBezTo>
                    <a:pt x="92646" y="167506"/>
                    <a:pt x="103361" y="176213"/>
                    <a:pt x="113407" y="184622"/>
                  </a:cubicBezTo>
                  <a:lnTo>
                    <a:pt x="91083" y="208955"/>
                  </a:lnTo>
                  <a:cubicBezTo>
                    <a:pt x="81707" y="199951"/>
                    <a:pt x="72479" y="191282"/>
                    <a:pt x="63401" y="182947"/>
                  </a:cubicBezTo>
                  <a:cubicBezTo>
                    <a:pt x="51643" y="196416"/>
                    <a:pt x="37207" y="209327"/>
                    <a:pt x="20092" y="221680"/>
                  </a:cubicBezTo>
                  <a:cubicBezTo>
                    <a:pt x="14436" y="213792"/>
                    <a:pt x="7739" y="205606"/>
                    <a:pt x="0" y="197123"/>
                  </a:cubicBezTo>
                  <a:cubicBezTo>
                    <a:pt x="16074" y="186259"/>
                    <a:pt x="29543" y="174613"/>
                    <a:pt x="40407" y="162186"/>
                  </a:cubicBezTo>
                  <a:cubicBezTo>
                    <a:pt x="29022" y="152066"/>
                    <a:pt x="17859" y="142429"/>
                    <a:pt x="6921" y="133276"/>
                  </a:cubicBezTo>
                  <a:cubicBezTo>
                    <a:pt x="12130" y="115789"/>
                    <a:pt x="17004" y="94209"/>
                    <a:pt x="21543" y="68536"/>
                  </a:cubicBezTo>
                  <a:lnTo>
                    <a:pt x="0" y="68536"/>
                  </a:lnTo>
                  <a:lnTo>
                    <a:pt x="0" y="40631"/>
                  </a:lnTo>
                  <a:lnTo>
                    <a:pt x="26119" y="40631"/>
                  </a:lnTo>
                  <a:cubicBezTo>
                    <a:pt x="28054" y="27906"/>
                    <a:pt x="29915" y="14362"/>
                    <a:pt x="3170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201CE4B-9928-48E6-B911-E5E446F9D7CE}"/>
                </a:ext>
              </a:extLst>
            </p:cNvPr>
            <p:cNvSpPr txBox="1"/>
            <p:nvPr/>
          </p:nvSpPr>
          <p:spPr>
            <a:xfrm>
              <a:off x="6466925" y="3108297"/>
              <a:ext cx="651238" cy="640755"/>
            </a:xfrm>
            <a:custGeom>
              <a:avLst/>
              <a:gdLst/>
              <a:ahLst/>
              <a:cxnLst/>
              <a:rect l="l" t="t" r="r" b="b"/>
              <a:pathLst>
                <a:path w="221903" h="218331">
                  <a:moveTo>
                    <a:pt x="104254" y="90859"/>
                  </a:moveTo>
                  <a:lnTo>
                    <a:pt x="104254" y="135285"/>
                  </a:lnTo>
                  <a:lnTo>
                    <a:pt x="127471" y="135285"/>
                  </a:lnTo>
                  <a:lnTo>
                    <a:pt x="127471" y="90859"/>
                  </a:lnTo>
                  <a:close/>
                  <a:moveTo>
                    <a:pt x="76349" y="64963"/>
                  </a:moveTo>
                  <a:lnTo>
                    <a:pt x="155377" y="64963"/>
                  </a:lnTo>
                  <a:lnTo>
                    <a:pt x="155377" y="161181"/>
                  </a:lnTo>
                  <a:lnTo>
                    <a:pt x="104254" y="161181"/>
                  </a:lnTo>
                  <a:lnTo>
                    <a:pt x="104254" y="176361"/>
                  </a:lnTo>
                  <a:lnTo>
                    <a:pt x="76349" y="176361"/>
                  </a:lnTo>
                  <a:close/>
                  <a:moveTo>
                    <a:pt x="73224" y="12501"/>
                  </a:moveTo>
                  <a:lnTo>
                    <a:pt x="221903" y="12501"/>
                  </a:lnTo>
                  <a:lnTo>
                    <a:pt x="221903" y="41300"/>
                  </a:lnTo>
                  <a:lnTo>
                    <a:pt x="206722" y="41300"/>
                  </a:lnTo>
                  <a:lnTo>
                    <a:pt x="206722" y="173682"/>
                  </a:lnTo>
                  <a:cubicBezTo>
                    <a:pt x="206722" y="187672"/>
                    <a:pt x="203820" y="198295"/>
                    <a:pt x="198016" y="205550"/>
                  </a:cubicBezTo>
                  <a:cubicBezTo>
                    <a:pt x="192212" y="212806"/>
                    <a:pt x="184324" y="216749"/>
                    <a:pt x="174352" y="217382"/>
                  </a:cubicBezTo>
                  <a:cubicBezTo>
                    <a:pt x="164381" y="218014"/>
                    <a:pt x="148977" y="218331"/>
                    <a:pt x="128141" y="218331"/>
                  </a:cubicBezTo>
                  <a:cubicBezTo>
                    <a:pt x="126355" y="208359"/>
                    <a:pt x="124123" y="197792"/>
                    <a:pt x="121444" y="186630"/>
                  </a:cubicBezTo>
                  <a:cubicBezTo>
                    <a:pt x="130374" y="187151"/>
                    <a:pt x="138745" y="187412"/>
                    <a:pt x="146559" y="187412"/>
                  </a:cubicBezTo>
                  <a:cubicBezTo>
                    <a:pt x="155116" y="187412"/>
                    <a:pt x="161069" y="186965"/>
                    <a:pt x="164418" y="186072"/>
                  </a:cubicBezTo>
                  <a:cubicBezTo>
                    <a:pt x="167767" y="185179"/>
                    <a:pt x="170483" y="183058"/>
                    <a:pt x="172566" y="179710"/>
                  </a:cubicBezTo>
                  <a:cubicBezTo>
                    <a:pt x="174650" y="176361"/>
                    <a:pt x="175692" y="171896"/>
                    <a:pt x="175692" y="166315"/>
                  </a:cubicBezTo>
                  <a:lnTo>
                    <a:pt x="175692" y="41300"/>
                  </a:lnTo>
                  <a:lnTo>
                    <a:pt x="73224" y="41300"/>
                  </a:lnTo>
                  <a:close/>
                  <a:moveTo>
                    <a:pt x="42863" y="0"/>
                  </a:moveTo>
                  <a:lnTo>
                    <a:pt x="74117" y="6920"/>
                  </a:lnTo>
                  <a:cubicBezTo>
                    <a:pt x="69056" y="24929"/>
                    <a:pt x="62880" y="42453"/>
                    <a:pt x="55587" y="59494"/>
                  </a:cubicBezTo>
                  <a:lnTo>
                    <a:pt x="55587" y="217438"/>
                  </a:lnTo>
                  <a:lnTo>
                    <a:pt x="25673" y="217438"/>
                  </a:lnTo>
                  <a:lnTo>
                    <a:pt x="25673" y="116979"/>
                  </a:lnTo>
                  <a:cubicBezTo>
                    <a:pt x="20464" y="125388"/>
                    <a:pt x="14957" y="133648"/>
                    <a:pt x="9153" y="141759"/>
                  </a:cubicBezTo>
                  <a:cubicBezTo>
                    <a:pt x="7069" y="130597"/>
                    <a:pt x="4019" y="117053"/>
                    <a:pt x="0" y="101129"/>
                  </a:cubicBezTo>
                  <a:cubicBezTo>
                    <a:pt x="18752" y="70470"/>
                    <a:pt x="33040" y="36760"/>
                    <a:pt x="428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39DBF98A-8B08-48C5-8C99-131617436D3A}"/>
                </a:ext>
              </a:extLst>
            </p:cNvPr>
            <p:cNvSpPr txBox="1"/>
            <p:nvPr/>
          </p:nvSpPr>
          <p:spPr>
            <a:xfrm>
              <a:off x="7165914" y="3108951"/>
              <a:ext cx="626996" cy="642063"/>
            </a:xfrm>
            <a:custGeom>
              <a:avLst/>
              <a:gdLst/>
              <a:ahLst/>
              <a:cxnLst/>
              <a:rect l="l" t="t" r="r" b="b"/>
              <a:pathLst>
                <a:path w="213643" h="218777">
                  <a:moveTo>
                    <a:pt x="29468" y="0"/>
                  </a:moveTo>
                  <a:lnTo>
                    <a:pt x="58490" y="0"/>
                  </a:lnTo>
                  <a:lnTo>
                    <a:pt x="58490" y="43309"/>
                  </a:lnTo>
                  <a:lnTo>
                    <a:pt x="79921" y="43309"/>
                  </a:lnTo>
                  <a:lnTo>
                    <a:pt x="79921" y="55253"/>
                  </a:lnTo>
                  <a:cubicBezTo>
                    <a:pt x="92125" y="39179"/>
                    <a:pt x="101501" y="21059"/>
                    <a:pt x="108049" y="893"/>
                  </a:cubicBezTo>
                  <a:lnTo>
                    <a:pt x="138857" y="3349"/>
                  </a:lnTo>
                  <a:cubicBezTo>
                    <a:pt x="136178" y="10641"/>
                    <a:pt x="133276" y="17711"/>
                    <a:pt x="130150" y="24557"/>
                  </a:cubicBezTo>
                  <a:lnTo>
                    <a:pt x="213643" y="24557"/>
                  </a:lnTo>
                  <a:cubicBezTo>
                    <a:pt x="213643" y="57225"/>
                    <a:pt x="213475" y="85837"/>
                    <a:pt x="213141" y="110393"/>
                  </a:cubicBezTo>
                  <a:cubicBezTo>
                    <a:pt x="212806" y="134950"/>
                    <a:pt x="212359" y="154558"/>
                    <a:pt x="211801" y="169218"/>
                  </a:cubicBezTo>
                  <a:cubicBezTo>
                    <a:pt x="211243" y="183877"/>
                    <a:pt x="207783" y="194984"/>
                    <a:pt x="201420" y="202537"/>
                  </a:cubicBezTo>
                  <a:cubicBezTo>
                    <a:pt x="195058" y="210090"/>
                    <a:pt x="187170" y="214350"/>
                    <a:pt x="177757" y="215317"/>
                  </a:cubicBezTo>
                  <a:cubicBezTo>
                    <a:pt x="168343" y="216285"/>
                    <a:pt x="151954" y="216545"/>
                    <a:pt x="128588" y="216099"/>
                  </a:cubicBezTo>
                  <a:cubicBezTo>
                    <a:pt x="126504" y="204341"/>
                    <a:pt x="124346" y="193998"/>
                    <a:pt x="122114" y="185068"/>
                  </a:cubicBezTo>
                  <a:cubicBezTo>
                    <a:pt x="138336" y="186407"/>
                    <a:pt x="151507" y="187077"/>
                    <a:pt x="161627" y="187077"/>
                  </a:cubicBezTo>
                  <a:cubicBezTo>
                    <a:pt x="167878" y="187077"/>
                    <a:pt x="172920" y="185403"/>
                    <a:pt x="176752" y="182054"/>
                  </a:cubicBezTo>
                  <a:cubicBezTo>
                    <a:pt x="180584" y="178706"/>
                    <a:pt x="182575" y="171376"/>
                    <a:pt x="182724" y="160065"/>
                  </a:cubicBezTo>
                  <a:lnTo>
                    <a:pt x="167878" y="167655"/>
                  </a:lnTo>
                  <a:lnTo>
                    <a:pt x="163190" y="158056"/>
                  </a:lnTo>
                  <a:cubicBezTo>
                    <a:pt x="127546" y="160660"/>
                    <a:pt x="101352" y="163711"/>
                    <a:pt x="84609" y="167209"/>
                  </a:cubicBezTo>
                  <a:lnTo>
                    <a:pt x="75456" y="141759"/>
                  </a:lnTo>
                  <a:cubicBezTo>
                    <a:pt x="86916" y="133276"/>
                    <a:pt x="101203" y="108049"/>
                    <a:pt x="118319" y="66080"/>
                  </a:cubicBezTo>
                  <a:lnTo>
                    <a:pt x="146894" y="77688"/>
                  </a:lnTo>
                  <a:lnTo>
                    <a:pt x="111844" y="137517"/>
                  </a:lnTo>
                  <a:lnTo>
                    <a:pt x="151470" y="134950"/>
                  </a:lnTo>
                  <a:cubicBezTo>
                    <a:pt x="146484" y="125351"/>
                    <a:pt x="141238" y="115565"/>
                    <a:pt x="135731" y="105594"/>
                  </a:cubicBezTo>
                  <a:lnTo>
                    <a:pt x="158725" y="93539"/>
                  </a:lnTo>
                  <a:cubicBezTo>
                    <a:pt x="166985" y="107156"/>
                    <a:pt x="175208" y="121481"/>
                    <a:pt x="183394" y="136513"/>
                  </a:cubicBezTo>
                  <a:cubicBezTo>
                    <a:pt x="183914" y="114189"/>
                    <a:pt x="184175" y="86097"/>
                    <a:pt x="184175" y="52239"/>
                  </a:cubicBezTo>
                  <a:lnTo>
                    <a:pt x="115640" y="52239"/>
                  </a:lnTo>
                  <a:cubicBezTo>
                    <a:pt x="107975" y="65187"/>
                    <a:pt x="99417" y="77316"/>
                    <a:pt x="89967" y="88627"/>
                  </a:cubicBezTo>
                  <a:cubicBezTo>
                    <a:pt x="83418" y="81409"/>
                    <a:pt x="77205" y="75084"/>
                    <a:pt x="71326" y="69652"/>
                  </a:cubicBezTo>
                  <a:lnTo>
                    <a:pt x="58490" y="69652"/>
                  </a:lnTo>
                  <a:lnTo>
                    <a:pt x="58490" y="82600"/>
                  </a:lnTo>
                  <a:cubicBezTo>
                    <a:pt x="68982" y="92050"/>
                    <a:pt x="79251" y="101575"/>
                    <a:pt x="89297" y="111175"/>
                  </a:cubicBezTo>
                  <a:lnTo>
                    <a:pt x="69875" y="129481"/>
                  </a:lnTo>
                  <a:cubicBezTo>
                    <a:pt x="66080" y="124048"/>
                    <a:pt x="62285" y="118839"/>
                    <a:pt x="58490" y="113854"/>
                  </a:cubicBezTo>
                  <a:lnTo>
                    <a:pt x="58490" y="218777"/>
                  </a:lnTo>
                  <a:lnTo>
                    <a:pt x="29468" y="218777"/>
                  </a:lnTo>
                  <a:lnTo>
                    <a:pt x="29468" y="124569"/>
                  </a:lnTo>
                  <a:cubicBezTo>
                    <a:pt x="23441" y="140271"/>
                    <a:pt x="16148" y="155153"/>
                    <a:pt x="7590" y="169218"/>
                  </a:cubicBezTo>
                  <a:cubicBezTo>
                    <a:pt x="5953" y="158949"/>
                    <a:pt x="3423" y="145331"/>
                    <a:pt x="0" y="128364"/>
                  </a:cubicBezTo>
                  <a:cubicBezTo>
                    <a:pt x="11311" y="110803"/>
                    <a:pt x="20278" y="91232"/>
                    <a:pt x="26901" y="69652"/>
                  </a:cubicBezTo>
                  <a:lnTo>
                    <a:pt x="2233" y="69652"/>
                  </a:lnTo>
                  <a:lnTo>
                    <a:pt x="2233" y="43309"/>
                  </a:lnTo>
                  <a:lnTo>
                    <a:pt x="29468" y="4330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7B221882-2466-4EB1-8A26-53F0DDBC17B0}"/>
                </a:ext>
              </a:extLst>
            </p:cNvPr>
            <p:cNvSpPr txBox="1"/>
            <p:nvPr/>
          </p:nvSpPr>
          <p:spPr>
            <a:xfrm>
              <a:off x="7866215" y="3106985"/>
              <a:ext cx="654513" cy="647962"/>
            </a:xfrm>
            <a:custGeom>
              <a:avLst/>
              <a:gdLst/>
              <a:ahLst/>
              <a:cxnLst/>
              <a:rect l="l" t="t" r="r" b="b"/>
              <a:pathLst>
                <a:path w="223019" h="220787">
                  <a:moveTo>
                    <a:pt x="122560" y="0"/>
                  </a:moveTo>
                  <a:lnTo>
                    <a:pt x="154260" y="0"/>
                  </a:lnTo>
                  <a:lnTo>
                    <a:pt x="154595" y="36835"/>
                  </a:lnTo>
                  <a:lnTo>
                    <a:pt x="185067" y="36835"/>
                  </a:lnTo>
                  <a:cubicBezTo>
                    <a:pt x="181123" y="31626"/>
                    <a:pt x="174798" y="23887"/>
                    <a:pt x="166092" y="13618"/>
                  </a:cubicBezTo>
                  <a:lnTo>
                    <a:pt x="189532" y="893"/>
                  </a:lnTo>
                  <a:cubicBezTo>
                    <a:pt x="194741" y="6549"/>
                    <a:pt x="202183" y="15404"/>
                    <a:pt x="211856" y="27459"/>
                  </a:cubicBezTo>
                  <a:lnTo>
                    <a:pt x="194667" y="36835"/>
                  </a:lnTo>
                  <a:lnTo>
                    <a:pt x="219223" y="36835"/>
                  </a:lnTo>
                  <a:lnTo>
                    <a:pt x="219223" y="63624"/>
                  </a:lnTo>
                  <a:lnTo>
                    <a:pt x="155153" y="63624"/>
                  </a:lnTo>
                  <a:cubicBezTo>
                    <a:pt x="155897" y="86767"/>
                    <a:pt x="157497" y="106822"/>
                    <a:pt x="159953" y="123788"/>
                  </a:cubicBezTo>
                  <a:cubicBezTo>
                    <a:pt x="169775" y="108682"/>
                    <a:pt x="178519" y="92274"/>
                    <a:pt x="186184" y="74563"/>
                  </a:cubicBezTo>
                  <a:lnTo>
                    <a:pt x="213642" y="87288"/>
                  </a:lnTo>
                  <a:cubicBezTo>
                    <a:pt x="200546" y="116235"/>
                    <a:pt x="185774" y="141759"/>
                    <a:pt x="169329" y="163860"/>
                  </a:cubicBezTo>
                  <a:cubicBezTo>
                    <a:pt x="174910" y="178371"/>
                    <a:pt x="179933" y="185626"/>
                    <a:pt x="184398" y="185626"/>
                  </a:cubicBezTo>
                  <a:cubicBezTo>
                    <a:pt x="186109" y="185626"/>
                    <a:pt x="187523" y="184547"/>
                    <a:pt x="188639" y="182389"/>
                  </a:cubicBezTo>
                  <a:cubicBezTo>
                    <a:pt x="189755" y="180231"/>
                    <a:pt x="190983" y="174855"/>
                    <a:pt x="192323" y="166260"/>
                  </a:cubicBezTo>
                  <a:cubicBezTo>
                    <a:pt x="193662" y="157665"/>
                    <a:pt x="194369" y="150242"/>
                    <a:pt x="194444" y="143992"/>
                  </a:cubicBezTo>
                  <a:cubicBezTo>
                    <a:pt x="201141" y="147861"/>
                    <a:pt x="210666" y="152400"/>
                    <a:pt x="223019" y="157609"/>
                  </a:cubicBezTo>
                  <a:cubicBezTo>
                    <a:pt x="222572" y="165646"/>
                    <a:pt x="220712" y="176213"/>
                    <a:pt x="217438" y="189310"/>
                  </a:cubicBezTo>
                  <a:cubicBezTo>
                    <a:pt x="214163" y="202407"/>
                    <a:pt x="209847" y="210778"/>
                    <a:pt x="204489" y="214425"/>
                  </a:cubicBezTo>
                  <a:cubicBezTo>
                    <a:pt x="199132" y="218071"/>
                    <a:pt x="193737" y="219894"/>
                    <a:pt x="188304" y="219894"/>
                  </a:cubicBezTo>
                  <a:cubicBezTo>
                    <a:pt x="172082" y="219894"/>
                    <a:pt x="158650" y="209774"/>
                    <a:pt x="148009" y="189533"/>
                  </a:cubicBezTo>
                  <a:cubicBezTo>
                    <a:pt x="137294" y="201142"/>
                    <a:pt x="125983" y="211560"/>
                    <a:pt x="114076" y="220787"/>
                  </a:cubicBezTo>
                  <a:cubicBezTo>
                    <a:pt x="106933" y="212006"/>
                    <a:pt x="99194" y="204118"/>
                    <a:pt x="90859" y="197123"/>
                  </a:cubicBezTo>
                  <a:cubicBezTo>
                    <a:pt x="107305" y="185291"/>
                    <a:pt x="122262" y="171599"/>
                    <a:pt x="135731" y="156047"/>
                  </a:cubicBezTo>
                  <a:cubicBezTo>
                    <a:pt x="130299" y="133722"/>
                    <a:pt x="126615" y="102915"/>
                    <a:pt x="124680" y="63624"/>
                  </a:cubicBezTo>
                  <a:lnTo>
                    <a:pt x="48220" y="63624"/>
                  </a:lnTo>
                  <a:lnTo>
                    <a:pt x="48220" y="89967"/>
                  </a:lnTo>
                  <a:lnTo>
                    <a:pt x="111844" y="89967"/>
                  </a:lnTo>
                  <a:cubicBezTo>
                    <a:pt x="111844" y="92199"/>
                    <a:pt x="111397" y="105166"/>
                    <a:pt x="110505" y="128867"/>
                  </a:cubicBezTo>
                  <a:cubicBezTo>
                    <a:pt x="109612" y="152568"/>
                    <a:pt x="107602" y="167134"/>
                    <a:pt x="104477" y="172567"/>
                  </a:cubicBezTo>
                  <a:cubicBezTo>
                    <a:pt x="101352" y="177999"/>
                    <a:pt x="97315" y="182445"/>
                    <a:pt x="92366" y="185905"/>
                  </a:cubicBezTo>
                  <a:cubicBezTo>
                    <a:pt x="87418" y="189366"/>
                    <a:pt x="74711" y="190649"/>
                    <a:pt x="54247" y="189756"/>
                  </a:cubicBezTo>
                  <a:cubicBezTo>
                    <a:pt x="52759" y="177106"/>
                    <a:pt x="50973" y="166241"/>
                    <a:pt x="48890" y="157163"/>
                  </a:cubicBezTo>
                  <a:cubicBezTo>
                    <a:pt x="55959" y="158502"/>
                    <a:pt x="61540" y="159172"/>
                    <a:pt x="65633" y="159172"/>
                  </a:cubicBezTo>
                  <a:cubicBezTo>
                    <a:pt x="73595" y="159172"/>
                    <a:pt x="78116" y="155228"/>
                    <a:pt x="79195" y="147340"/>
                  </a:cubicBezTo>
                  <a:cubicBezTo>
                    <a:pt x="80274" y="139452"/>
                    <a:pt x="80813" y="129332"/>
                    <a:pt x="80813" y="116979"/>
                  </a:cubicBezTo>
                  <a:lnTo>
                    <a:pt x="48220" y="116979"/>
                  </a:lnTo>
                  <a:cubicBezTo>
                    <a:pt x="47997" y="163190"/>
                    <a:pt x="40704" y="197793"/>
                    <a:pt x="26342" y="220787"/>
                  </a:cubicBezTo>
                  <a:cubicBezTo>
                    <a:pt x="18157" y="213048"/>
                    <a:pt x="9376" y="205755"/>
                    <a:pt x="0" y="198909"/>
                  </a:cubicBezTo>
                  <a:cubicBezTo>
                    <a:pt x="12352" y="178817"/>
                    <a:pt x="18603" y="150019"/>
                    <a:pt x="18752" y="112514"/>
                  </a:cubicBezTo>
                  <a:lnTo>
                    <a:pt x="18752" y="36835"/>
                  </a:lnTo>
                  <a:lnTo>
                    <a:pt x="123564" y="36835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3526325-AD36-4261-BA57-9D003A4C1AF4}"/>
                </a:ext>
              </a:extLst>
            </p:cNvPr>
            <p:cNvSpPr txBox="1"/>
            <p:nvPr/>
          </p:nvSpPr>
          <p:spPr>
            <a:xfrm>
              <a:off x="8591407" y="3107640"/>
              <a:ext cx="604721" cy="638134"/>
            </a:xfrm>
            <a:custGeom>
              <a:avLst/>
              <a:gdLst/>
              <a:ahLst/>
              <a:cxnLst/>
              <a:rect l="l" t="t" r="r" b="b"/>
              <a:pathLst>
                <a:path w="206053" h="217438">
                  <a:moveTo>
                    <a:pt x="31031" y="132606"/>
                  </a:moveTo>
                  <a:lnTo>
                    <a:pt x="31031" y="170780"/>
                  </a:lnTo>
                  <a:lnTo>
                    <a:pt x="62731" y="170780"/>
                  </a:lnTo>
                  <a:lnTo>
                    <a:pt x="62731" y="132606"/>
                  </a:lnTo>
                  <a:close/>
                  <a:moveTo>
                    <a:pt x="128811" y="93315"/>
                  </a:moveTo>
                  <a:cubicBezTo>
                    <a:pt x="139527" y="106114"/>
                    <a:pt x="151061" y="121667"/>
                    <a:pt x="163414" y="139972"/>
                  </a:cubicBezTo>
                  <a:lnTo>
                    <a:pt x="135285" y="158725"/>
                  </a:lnTo>
                  <a:cubicBezTo>
                    <a:pt x="123974" y="140121"/>
                    <a:pt x="113184" y="124271"/>
                    <a:pt x="102915" y="111174"/>
                  </a:cubicBezTo>
                  <a:close/>
                  <a:moveTo>
                    <a:pt x="31031" y="65186"/>
                  </a:moveTo>
                  <a:lnTo>
                    <a:pt x="31031" y="103361"/>
                  </a:lnTo>
                  <a:lnTo>
                    <a:pt x="62731" y="103361"/>
                  </a:lnTo>
                  <a:lnTo>
                    <a:pt x="62731" y="65186"/>
                  </a:lnTo>
                  <a:close/>
                  <a:moveTo>
                    <a:pt x="128141" y="0"/>
                  </a:moveTo>
                  <a:lnTo>
                    <a:pt x="158949" y="8036"/>
                  </a:lnTo>
                  <a:cubicBezTo>
                    <a:pt x="155675" y="17933"/>
                    <a:pt x="152177" y="27607"/>
                    <a:pt x="148456" y="37058"/>
                  </a:cubicBezTo>
                  <a:lnTo>
                    <a:pt x="206053" y="37058"/>
                  </a:lnTo>
                  <a:lnTo>
                    <a:pt x="203486" y="165534"/>
                  </a:lnTo>
                  <a:cubicBezTo>
                    <a:pt x="203113" y="179375"/>
                    <a:pt x="201960" y="189067"/>
                    <a:pt x="200025" y="194611"/>
                  </a:cubicBezTo>
                  <a:cubicBezTo>
                    <a:pt x="198091" y="200155"/>
                    <a:pt x="195077" y="204676"/>
                    <a:pt x="190984" y="208173"/>
                  </a:cubicBezTo>
                  <a:cubicBezTo>
                    <a:pt x="186891" y="211670"/>
                    <a:pt x="181180" y="214052"/>
                    <a:pt x="173850" y="215317"/>
                  </a:cubicBezTo>
                  <a:cubicBezTo>
                    <a:pt x="166520" y="216582"/>
                    <a:pt x="150540" y="217214"/>
                    <a:pt x="125909" y="217214"/>
                  </a:cubicBezTo>
                  <a:cubicBezTo>
                    <a:pt x="123676" y="204117"/>
                    <a:pt x="120849" y="192881"/>
                    <a:pt x="117426" y="183505"/>
                  </a:cubicBezTo>
                  <a:cubicBezTo>
                    <a:pt x="128439" y="184398"/>
                    <a:pt x="140159" y="184844"/>
                    <a:pt x="152586" y="184844"/>
                  </a:cubicBezTo>
                  <a:cubicBezTo>
                    <a:pt x="156158" y="184844"/>
                    <a:pt x="159246" y="184435"/>
                    <a:pt x="161851" y="183616"/>
                  </a:cubicBezTo>
                  <a:cubicBezTo>
                    <a:pt x="164455" y="182798"/>
                    <a:pt x="166595" y="181551"/>
                    <a:pt x="168269" y="179877"/>
                  </a:cubicBezTo>
                  <a:cubicBezTo>
                    <a:pt x="169943" y="178203"/>
                    <a:pt x="171078" y="176324"/>
                    <a:pt x="171674" y="174240"/>
                  </a:cubicBezTo>
                  <a:cubicBezTo>
                    <a:pt x="172269" y="172157"/>
                    <a:pt x="172753" y="163004"/>
                    <a:pt x="173125" y="146781"/>
                  </a:cubicBezTo>
                  <a:lnTo>
                    <a:pt x="174129" y="101128"/>
                  </a:lnTo>
                  <a:cubicBezTo>
                    <a:pt x="174427" y="86915"/>
                    <a:pt x="174576" y="75381"/>
                    <a:pt x="174576" y="66526"/>
                  </a:cubicBezTo>
                  <a:lnTo>
                    <a:pt x="135732" y="66526"/>
                  </a:lnTo>
                  <a:cubicBezTo>
                    <a:pt x="130820" y="76944"/>
                    <a:pt x="125611" y="87064"/>
                    <a:pt x="120105" y="96887"/>
                  </a:cubicBezTo>
                  <a:cubicBezTo>
                    <a:pt x="113035" y="92273"/>
                    <a:pt x="104254" y="87697"/>
                    <a:pt x="93762" y="83157"/>
                  </a:cubicBezTo>
                  <a:lnTo>
                    <a:pt x="93762" y="216098"/>
                  </a:lnTo>
                  <a:lnTo>
                    <a:pt x="62731" y="216098"/>
                  </a:lnTo>
                  <a:lnTo>
                    <a:pt x="62731" y="200025"/>
                  </a:lnTo>
                  <a:lnTo>
                    <a:pt x="31031" y="200025"/>
                  </a:lnTo>
                  <a:lnTo>
                    <a:pt x="31031" y="217438"/>
                  </a:lnTo>
                  <a:lnTo>
                    <a:pt x="0" y="217438"/>
                  </a:lnTo>
                  <a:lnTo>
                    <a:pt x="0" y="35942"/>
                  </a:lnTo>
                  <a:lnTo>
                    <a:pt x="23552" y="35942"/>
                  </a:lnTo>
                  <a:cubicBezTo>
                    <a:pt x="27868" y="21356"/>
                    <a:pt x="30882" y="9525"/>
                    <a:pt x="32594" y="446"/>
                  </a:cubicBezTo>
                  <a:lnTo>
                    <a:pt x="65857" y="5581"/>
                  </a:lnTo>
                  <a:lnTo>
                    <a:pt x="55811" y="35942"/>
                  </a:lnTo>
                  <a:lnTo>
                    <a:pt x="93762" y="35942"/>
                  </a:lnTo>
                  <a:lnTo>
                    <a:pt x="93762" y="79474"/>
                  </a:lnTo>
                  <a:cubicBezTo>
                    <a:pt x="105743" y="59382"/>
                    <a:pt x="117202" y="32891"/>
                    <a:pt x="12814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10439222-B140-423B-B15F-F1BBEFC9CC12}"/>
                </a:ext>
              </a:extLst>
            </p:cNvPr>
            <p:cNvSpPr txBox="1"/>
            <p:nvPr/>
          </p:nvSpPr>
          <p:spPr>
            <a:xfrm>
              <a:off x="9578328" y="3149569"/>
              <a:ext cx="283688" cy="524135"/>
            </a:xfrm>
            <a:custGeom>
              <a:avLst/>
              <a:gdLst/>
              <a:ahLst/>
              <a:cxnLst/>
              <a:rect l="l" t="t" r="r" b="b"/>
              <a:pathLst>
                <a:path w="96664" h="178594">
                  <a:moveTo>
                    <a:pt x="37728" y="141312"/>
                  </a:moveTo>
                  <a:cubicBezTo>
                    <a:pt x="43383" y="141312"/>
                    <a:pt x="48220" y="143136"/>
                    <a:pt x="52239" y="146782"/>
                  </a:cubicBezTo>
                  <a:cubicBezTo>
                    <a:pt x="56257" y="150428"/>
                    <a:pt x="58266" y="154856"/>
                    <a:pt x="58266" y="160065"/>
                  </a:cubicBezTo>
                  <a:cubicBezTo>
                    <a:pt x="58266" y="165125"/>
                    <a:pt x="56257" y="169478"/>
                    <a:pt x="52239" y="173124"/>
                  </a:cubicBezTo>
                  <a:cubicBezTo>
                    <a:pt x="48220" y="176771"/>
                    <a:pt x="43383" y="178594"/>
                    <a:pt x="37728" y="178594"/>
                  </a:cubicBezTo>
                  <a:cubicBezTo>
                    <a:pt x="31998" y="178594"/>
                    <a:pt x="27161" y="176752"/>
                    <a:pt x="23217" y="173069"/>
                  </a:cubicBezTo>
                  <a:cubicBezTo>
                    <a:pt x="19273" y="169385"/>
                    <a:pt x="17301" y="165051"/>
                    <a:pt x="17301" y="160065"/>
                  </a:cubicBezTo>
                  <a:cubicBezTo>
                    <a:pt x="17301" y="154930"/>
                    <a:pt x="19273" y="150521"/>
                    <a:pt x="23217" y="146838"/>
                  </a:cubicBezTo>
                  <a:cubicBezTo>
                    <a:pt x="27161" y="143154"/>
                    <a:pt x="31998" y="141312"/>
                    <a:pt x="37728" y="141312"/>
                  </a:cubicBezTo>
                  <a:close/>
                  <a:moveTo>
                    <a:pt x="42751" y="0"/>
                  </a:moveTo>
                  <a:cubicBezTo>
                    <a:pt x="59792" y="0"/>
                    <a:pt x="73037" y="3907"/>
                    <a:pt x="82488" y="11720"/>
                  </a:cubicBezTo>
                  <a:cubicBezTo>
                    <a:pt x="91938" y="19534"/>
                    <a:pt x="96664" y="30101"/>
                    <a:pt x="96664" y="43421"/>
                  </a:cubicBezTo>
                  <a:cubicBezTo>
                    <a:pt x="96664" y="51978"/>
                    <a:pt x="94729" y="59866"/>
                    <a:pt x="90859" y="67084"/>
                  </a:cubicBezTo>
                  <a:cubicBezTo>
                    <a:pt x="86990" y="74303"/>
                    <a:pt x="80330" y="81744"/>
                    <a:pt x="70879" y="89409"/>
                  </a:cubicBezTo>
                  <a:cubicBezTo>
                    <a:pt x="62917" y="95734"/>
                    <a:pt x="57838" y="100701"/>
                    <a:pt x="55643" y="104310"/>
                  </a:cubicBezTo>
                  <a:cubicBezTo>
                    <a:pt x="53448" y="107919"/>
                    <a:pt x="52350" y="112254"/>
                    <a:pt x="52350" y="117314"/>
                  </a:cubicBezTo>
                  <a:lnTo>
                    <a:pt x="52350" y="125016"/>
                  </a:lnTo>
                  <a:lnTo>
                    <a:pt x="22882" y="125016"/>
                  </a:lnTo>
                  <a:lnTo>
                    <a:pt x="22882" y="114523"/>
                  </a:lnTo>
                  <a:cubicBezTo>
                    <a:pt x="22882" y="106561"/>
                    <a:pt x="24333" y="99771"/>
                    <a:pt x="27235" y="94153"/>
                  </a:cubicBezTo>
                  <a:cubicBezTo>
                    <a:pt x="30138" y="88534"/>
                    <a:pt x="35012" y="82897"/>
                    <a:pt x="41858" y="77242"/>
                  </a:cubicBezTo>
                  <a:cubicBezTo>
                    <a:pt x="49746" y="70768"/>
                    <a:pt x="54992" y="65466"/>
                    <a:pt x="57596" y="61336"/>
                  </a:cubicBezTo>
                  <a:cubicBezTo>
                    <a:pt x="60201" y="57206"/>
                    <a:pt x="61503" y="52760"/>
                    <a:pt x="61503" y="47997"/>
                  </a:cubicBezTo>
                  <a:cubicBezTo>
                    <a:pt x="61503" y="42491"/>
                    <a:pt x="59568" y="38100"/>
                    <a:pt x="55699" y="34826"/>
                  </a:cubicBezTo>
                  <a:cubicBezTo>
                    <a:pt x="51829" y="31552"/>
                    <a:pt x="46285" y="29915"/>
                    <a:pt x="39067" y="29915"/>
                  </a:cubicBezTo>
                  <a:cubicBezTo>
                    <a:pt x="25077" y="29915"/>
                    <a:pt x="12055" y="35124"/>
                    <a:pt x="0" y="45542"/>
                  </a:cubicBezTo>
                  <a:lnTo>
                    <a:pt x="0" y="11162"/>
                  </a:lnTo>
                  <a:cubicBezTo>
                    <a:pt x="13320" y="3721"/>
                    <a:pt x="27570" y="0"/>
                    <a:pt x="42751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EE67FB7D-80DF-457E-BB5E-F0A39DB2B023}"/>
              </a:ext>
            </a:extLst>
          </p:cNvPr>
          <p:cNvSpPr txBox="1"/>
          <p:nvPr/>
        </p:nvSpPr>
        <p:spPr>
          <a:xfrm>
            <a:off x="1886703" y="3440608"/>
            <a:ext cx="2276093" cy="423268"/>
          </a:xfrm>
          <a:custGeom>
            <a:avLst/>
            <a:gdLst/>
            <a:ahLst/>
            <a:cxnLst/>
            <a:rect l="l" t="t" r="r" b="b"/>
            <a:pathLst>
              <a:path w="2276093" h="423268">
                <a:moveTo>
                  <a:pt x="1976028" y="271463"/>
                </a:moveTo>
                <a:cubicBezTo>
                  <a:pt x="1968103" y="284337"/>
                  <a:pt x="1960141" y="296466"/>
                  <a:pt x="1952141" y="307851"/>
                </a:cubicBezTo>
                <a:cubicBezTo>
                  <a:pt x="1964494" y="310400"/>
                  <a:pt x="1980028" y="313377"/>
                  <a:pt x="1998743" y="316781"/>
                </a:cubicBezTo>
                <a:cubicBezTo>
                  <a:pt x="2007394" y="307944"/>
                  <a:pt x="2016891" y="292838"/>
                  <a:pt x="2027234" y="271463"/>
                </a:cubicBezTo>
                <a:close/>
                <a:moveTo>
                  <a:pt x="727834" y="197402"/>
                </a:moveTo>
                <a:lnTo>
                  <a:pt x="727834" y="225252"/>
                </a:lnTo>
                <a:lnTo>
                  <a:pt x="790677" y="225252"/>
                </a:lnTo>
                <a:lnTo>
                  <a:pt x="790677" y="197402"/>
                </a:lnTo>
                <a:close/>
                <a:moveTo>
                  <a:pt x="636780" y="197402"/>
                </a:moveTo>
                <a:lnTo>
                  <a:pt x="636780" y="225252"/>
                </a:lnTo>
                <a:lnTo>
                  <a:pt x="694376" y="225252"/>
                </a:lnTo>
                <a:lnTo>
                  <a:pt x="694376" y="197402"/>
                </a:lnTo>
                <a:close/>
                <a:moveTo>
                  <a:pt x="287340" y="159563"/>
                </a:moveTo>
                <a:lnTo>
                  <a:pt x="320659" y="200025"/>
                </a:lnTo>
                <a:lnTo>
                  <a:pt x="219084" y="200025"/>
                </a:lnTo>
                <a:lnTo>
                  <a:pt x="219084" y="255585"/>
                </a:lnTo>
                <a:lnTo>
                  <a:pt x="314269" y="255585"/>
                </a:lnTo>
                <a:lnTo>
                  <a:pt x="338128" y="232786"/>
                </a:lnTo>
                <a:lnTo>
                  <a:pt x="373177" y="275035"/>
                </a:lnTo>
                <a:lnTo>
                  <a:pt x="219084" y="275035"/>
                </a:lnTo>
                <a:lnTo>
                  <a:pt x="219084" y="384200"/>
                </a:lnTo>
                <a:lnTo>
                  <a:pt x="241408" y="384200"/>
                </a:lnTo>
                <a:cubicBezTo>
                  <a:pt x="266095" y="334808"/>
                  <a:pt x="281341" y="299191"/>
                  <a:pt x="287145" y="277351"/>
                </a:cubicBezTo>
                <a:lnTo>
                  <a:pt x="334668" y="310977"/>
                </a:lnTo>
                <a:lnTo>
                  <a:pt x="313460" y="320465"/>
                </a:lnTo>
                <a:cubicBezTo>
                  <a:pt x="297238" y="343124"/>
                  <a:pt x="279787" y="364369"/>
                  <a:pt x="261109" y="384200"/>
                </a:cubicBezTo>
                <a:lnTo>
                  <a:pt x="352778" y="384200"/>
                </a:lnTo>
                <a:lnTo>
                  <a:pt x="378423" y="359644"/>
                </a:lnTo>
                <a:lnTo>
                  <a:pt x="415202" y="403622"/>
                </a:lnTo>
                <a:lnTo>
                  <a:pt x="64907" y="403622"/>
                </a:lnTo>
                <a:cubicBezTo>
                  <a:pt x="50211" y="403622"/>
                  <a:pt x="35644" y="405380"/>
                  <a:pt x="21208" y="408896"/>
                </a:cubicBezTo>
                <a:lnTo>
                  <a:pt x="1758" y="384200"/>
                </a:lnTo>
                <a:lnTo>
                  <a:pt x="128836" y="384200"/>
                </a:lnTo>
                <a:lnTo>
                  <a:pt x="126864" y="382442"/>
                </a:lnTo>
                <a:cubicBezTo>
                  <a:pt x="124032" y="378814"/>
                  <a:pt x="121639" y="373373"/>
                  <a:pt x="119685" y="366118"/>
                </a:cubicBezTo>
                <a:cubicBezTo>
                  <a:pt x="113732" y="346975"/>
                  <a:pt x="99519" y="323134"/>
                  <a:pt x="77046" y="294596"/>
                </a:cubicBezTo>
                <a:lnTo>
                  <a:pt x="86534" y="283574"/>
                </a:lnTo>
                <a:cubicBezTo>
                  <a:pt x="127778" y="308298"/>
                  <a:pt x="149967" y="324767"/>
                  <a:pt x="153102" y="332980"/>
                </a:cubicBezTo>
                <a:cubicBezTo>
                  <a:pt x="156237" y="341194"/>
                  <a:pt x="157804" y="347700"/>
                  <a:pt x="157804" y="352500"/>
                </a:cubicBezTo>
                <a:cubicBezTo>
                  <a:pt x="157804" y="361839"/>
                  <a:pt x="155334" y="370071"/>
                  <a:pt x="150395" y="377196"/>
                </a:cubicBezTo>
                <a:lnTo>
                  <a:pt x="144162" y="384200"/>
                </a:lnTo>
                <a:lnTo>
                  <a:pt x="183868" y="384200"/>
                </a:lnTo>
                <a:lnTo>
                  <a:pt x="183868" y="275035"/>
                </a:lnTo>
                <a:lnTo>
                  <a:pt x="106933" y="275035"/>
                </a:lnTo>
                <a:cubicBezTo>
                  <a:pt x="92236" y="275035"/>
                  <a:pt x="77669" y="276783"/>
                  <a:pt x="63233" y="280281"/>
                </a:cubicBezTo>
                <a:lnTo>
                  <a:pt x="43783" y="255585"/>
                </a:lnTo>
                <a:lnTo>
                  <a:pt x="183868" y="255585"/>
                </a:lnTo>
                <a:lnTo>
                  <a:pt x="183868" y="200025"/>
                </a:lnTo>
                <a:lnTo>
                  <a:pt x="159451" y="200025"/>
                </a:lnTo>
                <a:cubicBezTo>
                  <a:pt x="144754" y="200025"/>
                  <a:pt x="130187" y="201783"/>
                  <a:pt x="115751" y="205299"/>
                </a:cubicBezTo>
                <a:lnTo>
                  <a:pt x="96301" y="180603"/>
                </a:lnTo>
                <a:lnTo>
                  <a:pt x="265239" y="180603"/>
                </a:lnTo>
                <a:close/>
                <a:moveTo>
                  <a:pt x="2122001" y="132160"/>
                </a:moveTo>
                <a:cubicBezTo>
                  <a:pt x="2127768" y="195914"/>
                  <a:pt x="2139953" y="248962"/>
                  <a:pt x="2158556" y="291304"/>
                </a:cubicBezTo>
                <a:cubicBezTo>
                  <a:pt x="2173756" y="254841"/>
                  <a:pt x="2183681" y="201793"/>
                  <a:pt x="2188331" y="132160"/>
                </a:cubicBezTo>
                <a:close/>
                <a:moveTo>
                  <a:pt x="2002929" y="132160"/>
                </a:moveTo>
                <a:lnTo>
                  <a:pt x="2002929" y="139917"/>
                </a:lnTo>
                <a:cubicBezTo>
                  <a:pt x="2028192" y="145387"/>
                  <a:pt x="2044429" y="151061"/>
                  <a:pt x="2051637" y="156940"/>
                </a:cubicBezTo>
                <a:cubicBezTo>
                  <a:pt x="2058846" y="162818"/>
                  <a:pt x="2062451" y="170176"/>
                  <a:pt x="2062451" y="179013"/>
                </a:cubicBezTo>
                <a:lnTo>
                  <a:pt x="2060201" y="194694"/>
                </a:lnTo>
                <a:lnTo>
                  <a:pt x="2060002" y="195125"/>
                </a:lnTo>
                <a:lnTo>
                  <a:pt x="2050089" y="205272"/>
                </a:lnTo>
                <a:cubicBezTo>
                  <a:pt x="2045903" y="205272"/>
                  <a:pt x="2040368" y="200481"/>
                  <a:pt x="2033485" y="190900"/>
                </a:cubicBezTo>
                <a:cubicBezTo>
                  <a:pt x="2024574" y="178715"/>
                  <a:pt x="2014389" y="167255"/>
                  <a:pt x="2002929" y="156521"/>
                </a:cubicBezTo>
                <a:lnTo>
                  <a:pt x="2002929" y="208034"/>
                </a:lnTo>
                <a:lnTo>
                  <a:pt x="1981916" y="219085"/>
                </a:lnTo>
                <a:lnTo>
                  <a:pt x="2006417" y="230470"/>
                </a:lnTo>
                <a:cubicBezTo>
                  <a:pt x="1999403" y="235047"/>
                  <a:pt x="1991822" y="242237"/>
                  <a:pt x="1983674" y="252041"/>
                </a:cubicBezTo>
                <a:lnTo>
                  <a:pt x="2029411" y="252041"/>
                </a:lnTo>
                <a:lnTo>
                  <a:pt x="2043894" y="234488"/>
                </a:lnTo>
                <a:lnTo>
                  <a:pt x="2076459" y="264152"/>
                </a:lnTo>
                <a:lnTo>
                  <a:pt x="2059493" y="275174"/>
                </a:lnTo>
                <a:cubicBezTo>
                  <a:pt x="2048070" y="301442"/>
                  <a:pt x="2037968" y="318307"/>
                  <a:pt x="2029188" y="325767"/>
                </a:cubicBezTo>
                <a:cubicBezTo>
                  <a:pt x="2046303" y="329506"/>
                  <a:pt x="2058460" y="334324"/>
                  <a:pt x="2065660" y="340221"/>
                </a:cubicBezTo>
                <a:cubicBezTo>
                  <a:pt x="2072859" y="346119"/>
                  <a:pt x="2076459" y="354230"/>
                  <a:pt x="2076459" y="364555"/>
                </a:cubicBezTo>
                <a:cubicBezTo>
                  <a:pt x="2076459" y="367136"/>
                  <a:pt x="2076238" y="369395"/>
                  <a:pt x="2075796" y="371331"/>
                </a:cubicBezTo>
                <a:lnTo>
                  <a:pt x="2074031" y="375629"/>
                </a:lnTo>
                <a:lnTo>
                  <a:pt x="2084335" y="368810"/>
                </a:lnTo>
                <a:cubicBezTo>
                  <a:pt x="2105641" y="352932"/>
                  <a:pt x="2123963" y="335468"/>
                  <a:pt x="2139302" y="316418"/>
                </a:cubicBezTo>
                <a:cubicBezTo>
                  <a:pt x="2117145" y="262580"/>
                  <a:pt x="2105629" y="204379"/>
                  <a:pt x="2104755" y="141815"/>
                </a:cubicBezTo>
                <a:cubicBezTo>
                  <a:pt x="2099416" y="170409"/>
                  <a:pt x="2084449" y="198965"/>
                  <a:pt x="2059856" y="227484"/>
                </a:cubicBezTo>
                <a:lnTo>
                  <a:pt x="2048247" y="220592"/>
                </a:lnTo>
                <a:lnTo>
                  <a:pt x="2060002" y="195125"/>
                </a:lnTo>
                <a:lnTo>
                  <a:pt x="2060162" y="194961"/>
                </a:lnTo>
                <a:lnTo>
                  <a:pt x="2060201" y="194694"/>
                </a:lnTo>
                <a:lnTo>
                  <a:pt x="2078258" y="155574"/>
                </a:lnTo>
                <a:lnTo>
                  <a:pt x="2086521" y="132160"/>
                </a:lnTo>
                <a:close/>
                <a:moveTo>
                  <a:pt x="1507806" y="120133"/>
                </a:moveTo>
                <a:cubicBezTo>
                  <a:pt x="1538185" y="138494"/>
                  <a:pt x="1556477" y="151996"/>
                  <a:pt x="1562681" y="160637"/>
                </a:cubicBezTo>
                <a:cubicBezTo>
                  <a:pt x="1568886" y="169278"/>
                  <a:pt x="1571988" y="175506"/>
                  <a:pt x="1571988" y="179320"/>
                </a:cubicBezTo>
                <a:cubicBezTo>
                  <a:pt x="1571988" y="186370"/>
                  <a:pt x="1569183" y="193370"/>
                  <a:pt x="1563574" y="200318"/>
                </a:cubicBezTo>
                <a:cubicBezTo>
                  <a:pt x="1557965" y="207267"/>
                  <a:pt x="1553152" y="210741"/>
                  <a:pt x="1549133" y="210741"/>
                </a:cubicBezTo>
                <a:cubicBezTo>
                  <a:pt x="1542901" y="210741"/>
                  <a:pt x="1538194" y="205076"/>
                  <a:pt x="1535013" y="193747"/>
                </a:cubicBezTo>
                <a:cubicBezTo>
                  <a:pt x="1531739" y="181078"/>
                  <a:pt x="1519479" y="160149"/>
                  <a:pt x="1498234" y="130960"/>
                </a:cubicBezTo>
                <a:close/>
                <a:moveTo>
                  <a:pt x="1112099" y="57736"/>
                </a:moveTo>
                <a:lnTo>
                  <a:pt x="1147288" y="98227"/>
                </a:lnTo>
                <a:lnTo>
                  <a:pt x="1059749" y="98227"/>
                </a:lnTo>
                <a:lnTo>
                  <a:pt x="1059749" y="278383"/>
                </a:lnTo>
                <a:cubicBezTo>
                  <a:pt x="1087692" y="271537"/>
                  <a:pt x="1115523" y="263361"/>
                  <a:pt x="1143242" y="253855"/>
                </a:cubicBezTo>
                <a:lnTo>
                  <a:pt x="1149046" y="269370"/>
                </a:lnTo>
                <a:cubicBezTo>
                  <a:pt x="1095449" y="289294"/>
                  <a:pt x="1053433" y="305577"/>
                  <a:pt x="1022998" y="318218"/>
                </a:cubicBezTo>
                <a:cubicBezTo>
                  <a:pt x="992563" y="330859"/>
                  <a:pt x="973903" y="340994"/>
                  <a:pt x="967020" y="348621"/>
                </a:cubicBezTo>
                <a:lnTo>
                  <a:pt x="936966" y="307516"/>
                </a:lnTo>
                <a:cubicBezTo>
                  <a:pt x="957039" y="304559"/>
                  <a:pt x="986805" y="297601"/>
                  <a:pt x="1026263" y="286643"/>
                </a:cubicBezTo>
                <a:lnTo>
                  <a:pt x="1026263" y="98227"/>
                </a:lnTo>
                <a:lnTo>
                  <a:pt x="1005362" y="98227"/>
                </a:lnTo>
                <a:cubicBezTo>
                  <a:pt x="990665" y="98227"/>
                  <a:pt x="976098" y="99976"/>
                  <a:pt x="961662" y="103473"/>
                </a:cubicBezTo>
                <a:lnTo>
                  <a:pt x="942212" y="78777"/>
                </a:lnTo>
                <a:lnTo>
                  <a:pt x="1090110" y="78777"/>
                </a:lnTo>
                <a:close/>
                <a:moveTo>
                  <a:pt x="563249" y="42863"/>
                </a:moveTo>
                <a:lnTo>
                  <a:pt x="563249" y="78777"/>
                </a:lnTo>
                <a:lnTo>
                  <a:pt x="802928" y="78777"/>
                </a:lnTo>
                <a:lnTo>
                  <a:pt x="802928" y="42863"/>
                </a:lnTo>
                <a:close/>
                <a:moveTo>
                  <a:pt x="1720109" y="26789"/>
                </a:moveTo>
                <a:lnTo>
                  <a:pt x="1750609" y="71605"/>
                </a:lnTo>
                <a:cubicBezTo>
                  <a:pt x="1735373" y="74768"/>
                  <a:pt x="1720220" y="79823"/>
                  <a:pt x="1705152" y="86772"/>
                </a:cubicBezTo>
                <a:cubicBezTo>
                  <a:pt x="1690083" y="93720"/>
                  <a:pt x="1664373" y="106971"/>
                  <a:pt x="1628021" y="126523"/>
                </a:cubicBezTo>
                <a:lnTo>
                  <a:pt x="1638542" y="133164"/>
                </a:lnTo>
                <a:lnTo>
                  <a:pt x="1626263" y="144075"/>
                </a:lnTo>
                <a:lnTo>
                  <a:pt x="1626263" y="200695"/>
                </a:lnTo>
                <a:cubicBezTo>
                  <a:pt x="1660419" y="164679"/>
                  <a:pt x="1683990" y="136662"/>
                  <a:pt x="1696975" y="116644"/>
                </a:cubicBezTo>
                <a:lnTo>
                  <a:pt x="1731327" y="157916"/>
                </a:lnTo>
                <a:lnTo>
                  <a:pt x="1710370" y="160484"/>
                </a:lnTo>
                <a:cubicBezTo>
                  <a:pt x="1663805" y="193077"/>
                  <a:pt x="1636356" y="211299"/>
                  <a:pt x="1628021" y="215150"/>
                </a:cubicBezTo>
                <a:cubicBezTo>
                  <a:pt x="1682158" y="241493"/>
                  <a:pt x="1712035" y="259343"/>
                  <a:pt x="1717653" y="268700"/>
                </a:cubicBezTo>
                <a:cubicBezTo>
                  <a:pt x="1723271" y="278058"/>
                  <a:pt x="1726081" y="286355"/>
                  <a:pt x="1726081" y="293592"/>
                </a:cubicBezTo>
                <a:cubicBezTo>
                  <a:pt x="1726081" y="300270"/>
                  <a:pt x="1724569" y="306628"/>
                  <a:pt x="1721546" y="312665"/>
                </a:cubicBezTo>
                <a:cubicBezTo>
                  <a:pt x="1718523" y="318702"/>
                  <a:pt x="1715328" y="321720"/>
                  <a:pt x="1711961" y="321720"/>
                </a:cubicBezTo>
                <a:cubicBezTo>
                  <a:pt x="1705245" y="321720"/>
                  <a:pt x="1696854" y="313525"/>
                  <a:pt x="1686790" y="297136"/>
                </a:cubicBezTo>
                <a:cubicBezTo>
                  <a:pt x="1672856" y="276244"/>
                  <a:pt x="1652680" y="253501"/>
                  <a:pt x="1626263" y="228907"/>
                </a:cubicBezTo>
                <a:lnTo>
                  <a:pt x="1626263" y="323367"/>
                </a:lnTo>
                <a:cubicBezTo>
                  <a:pt x="1626263" y="343310"/>
                  <a:pt x="1611213" y="358518"/>
                  <a:pt x="1581113" y="368992"/>
                </a:cubicBezTo>
                <a:cubicBezTo>
                  <a:pt x="1579773" y="354165"/>
                  <a:pt x="1563821" y="342045"/>
                  <a:pt x="1533255" y="332631"/>
                </a:cubicBezTo>
                <a:lnTo>
                  <a:pt x="1533255" y="316251"/>
                </a:lnTo>
                <a:cubicBezTo>
                  <a:pt x="1564695" y="319767"/>
                  <a:pt x="1582480" y="321399"/>
                  <a:pt x="1586610" y="321148"/>
                </a:cubicBezTo>
                <a:cubicBezTo>
                  <a:pt x="1590740" y="320897"/>
                  <a:pt x="1592805" y="318716"/>
                  <a:pt x="1592805" y="314604"/>
                </a:cubicBezTo>
                <a:lnTo>
                  <a:pt x="1592805" y="232423"/>
                </a:lnTo>
                <a:cubicBezTo>
                  <a:pt x="1542706" y="268942"/>
                  <a:pt x="1511303" y="294038"/>
                  <a:pt x="1498597" y="307712"/>
                </a:cubicBezTo>
                <a:lnTo>
                  <a:pt x="1475687" y="282468"/>
                </a:lnTo>
                <a:lnTo>
                  <a:pt x="1475687" y="369913"/>
                </a:lnTo>
                <a:lnTo>
                  <a:pt x="1739894" y="369913"/>
                </a:lnTo>
                <a:lnTo>
                  <a:pt x="1739894" y="221150"/>
                </a:lnTo>
                <a:cubicBezTo>
                  <a:pt x="1739894" y="195626"/>
                  <a:pt x="1739308" y="166986"/>
                  <a:pt x="1738136" y="135229"/>
                </a:cubicBezTo>
                <a:lnTo>
                  <a:pt x="1790877" y="159479"/>
                </a:lnTo>
                <a:lnTo>
                  <a:pt x="1775110" y="176222"/>
                </a:lnTo>
                <a:lnTo>
                  <a:pt x="1775110" y="336705"/>
                </a:lnTo>
                <a:cubicBezTo>
                  <a:pt x="1775110" y="357560"/>
                  <a:pt x="1775696" y="380359"/>
                  <a:pt x="1776868" y="405101"/>
                </a:cubicBezTo>
                <a:lnTo>
                  <a:pt x="1739894" y="421482"/>
                </a:lnTo>
                <a:lnTo>
                  <a:pt x="1739894" y="389335"/>
                </a:lnTo>
                <a:lnTo>
                  <a:pt x="1474124" y="389335"/>
                </a:lnTo>
                <a:lnTo>
                  <a:pt x="1454283" y="405101"/>
                </a:lnTo>
                <a:lnTo>
                  <a:pt x="1426434" y="377447"/>
                </a:lnTo>
                <a:lnTo>
                  <a:pt x="1440442" y="363578"/>
                </a:lnTo>
                <a:lnTo>
                  <a:pt x="1440442" y="207141"/>
                </a:lnTo>
                <a:cubicBezTo>
                  <a:pt x="1440442" y="187459"/>
                  <a:pt x="1439866" y="161153"/>
                  <a:pt x="1438712" y="128225"/>
                </a:cubicBezTo>
                <a:lnTo>
                  <a:pt x="1491453" y="152698"/>
                </a:lnTo>
                <a:lnTo>
                  <a:pt x="1475687" y="167767"/>
                </a:lnTo>
                <a:lnTo>
                  <a:pt x="1475687" y="271957"/>
                </a:lnTo>
                <a:lnTo>
                  <a:pt x="1495280" y="265052"/>
                </a:lnTo>
                <a:cubicBezTo>
                  <a:pt x="1505179" y="261029"/>
                  <a:pt x="1516038" y="256134"/>
                  <a:pt x="1527855" y="250366"/>
                </a:cubicBezTo>
                <a:cubicBezTo>
                  <a:pt x="1551491" y="238832"/>
                  <a:pt x="1573141" y="226517"/>
                  <a:pt x="1592805" y="213420"/>
                </a:cubicBezTo>
                <a:lnTo>
                  <a:pt x="1592805" y="164028"/>
                </a:lnTo>
                <a:cubicBezTo>
                  <a:pt x="1592805" y="143285"/>
                  <a:pt x="1592219" y="122821"/>
                  <a:pt x="1591047" y="102636"/>
                </a:cubicBezTo>
                <a:lnTo>
                  <a:pt x="1613790" y="114886"/>
                </a:lnTo>
                <a:lnTo>
                  <a:pt x="1690864" y="66080"/>
                </a:lnTo>
                <a:lnTo>
                  <a:pt x="1500104" y="66080"/>
                </a:lnTo>
                <a:cubicBezTo>
                  <a:pt x="1485407" y="66080"/>
                  <a:pt x="1470840" y="67829"/>
                  <a:pt x="1456404" y="71326"/>
                </a:cubicBezTo>
                <a:lnTo>
                  <a:pt x="1436954" y="46630"/>
                </a:lnTo>
                <a:lnTo>
                  <a:pt x="1693850" y="46630"/>
                </a:lnTo>
                <a:close/>
                <a:moveTo>
                  <a:pt x="1901102" y="24529"/>
                </a:moveTo>
                <a:cubicBezTo>
                  <a:pt x="1926347" y="40919"/>
                  <a:pt x="1941458" y="52876"/>
                  <a:pt x="1946435" y="60401"/>
                </a:cubicBezTo>
                <a:cubicBezTo>
                  <a:pt x="1951411" y="67926"/>
                  <a:pt x="1953899" y="73642"/>
                  <a:pt x="1953899" y="77549"/>
                </a:cubicBezTo>
                <a:cubicBezTo>
                  <a:pt x="1953899" y="84525"/>
                  <a:pt x="1951430" y="91576"/>
                  <a:pt x="1946490" y="98701"/>
                </a:cubicBezTo>
                <a:cubicBezTo>
                  <a:pt x="1941551" y="105826"/>
                  <a:pt x="1936979" y="109389"/>
                  <a:pt x="1932775" y="109389"/>
                </a:cubicBezTo>
                <a:cubicBezTo>
                  <a:pt x="1926561" y="109389"/>
                  <a:pt x="1921334" y="102236"/>
                  <a:pt x="1917092" y="87930"/>
                </a:cubicBezTo>
                <a:cubicBezTo>
                  <a:pt x="1912572" y="71968"/>
                  <a:pt x="1903753" y="53672"/>
                  <a:pt x="1890638" y="33040"/>
                </a:cubicBezTo>
                <a:close/>
                <a:moveTo>
                  <a:pt x="2048024" y="19283"/>
                </a:moveTo>
                <a:lnTo>
                  <a:pt x="2088737" y="48556"/>
                </a:lnTo>
                <a:cubicBezTo>
                  <a:pt x="2077910" y="52276"/>
                  <a:pt x="2069418" y="58267"/>
                  <a:pt x="2063260" y="66527"/>
                </a:cubicBezTo>
                <a:cubicBezTo>
                  <a:pt x="2054516" y="76610"/>
                  <a:pt x="2039847" y="91483"/>
                  <a:pt x="2019253" y="111147"/>
                </a:cubicBezTo>
                <a:lnTo>
                  <a:pt x="2007980" y="104143"/>
                </a:lnTo>
                <a:cubicBezTo>
                  <a:pt x="2030229" y="67029"/>
                  <a:pt x="2043577" y="38742"/>
                  <a:pt x="2048024" y="19283"/>
                </a:cubicBezTo>
                <a:close/>
                <a:moveTo>
                  <a:pt x="815764" y="5358"/>
                </a:moveTo>
                <a:lnTo>
                  <a:pt x="850422" y="32566"/>
                </a:lnTo>
                <a:lnTo>
                  <a:pt x="838172" y="43254"/>
                </a:lnTo>
                <a:cubicBezTo>
                  <a:pt x="838172" y="64089"/>
                  <a:pt x="838749" y="82981"/>
                  <a:pt x="839902" y="99929"/>
                </a:cubicBezTo>
                <a:lnTo>
                  <a:pt x="810840" y="109602"/>
                </a:lnTo>
                <a:lnTo>
                  <a:pt x="836414" y="141982"/>
                </a:lnTo>
                <a:cubicBezTo>
                  <a:pt x="816657" y="141982"/>
                  <a:pt x="780464" y="143629"/>
                  <a:pt x="727834" y="146922"/>
                </a:cubicBezTo>
                <a:lnTo>
                  <a:pt x="727834" y="176808"/>
                </a:lnTo>
                <a:lnTo>
                  <a:pt x="791096" y="176808"/>
                </a:lnTo>
                <a:lnTo>
                  <a:pt x="805272" y="159284"/>
                </a:lnTo>
                <a:lnTo>
                  <a:pt x="838172" y="184622"/>
                </a:lnTo>
                <a:lnTo>
                  <a:pt x="824163" y="197263"/>
                </a:lnTo>
                <a:cubicBezTo>
                  <a:pt x="824163" y="216220"/>
                  <a:pt x="824740" y="233223"/>
                  <a:pt x="825894" y="248274"/>
                </a:cubicBezTo>
                <a:lnTo>
                  <a:pt x="790677" y="258682"/>
                </a:lnTo>
                <a:lnTo>
                  <a:pt x="790677" y="244674"/>
                </a:lnTo>
                <a:lnTo>
                  <a:pt x="727834" y="244674"/>
                </a:lnTo>
                <a:lnTo>
                  <a:pt x="727834" y="269872"/>
                </a:lnTo>
                <a:lnTo>
                  <a:pt x="819113" y="269872"/>
                </a:lnTo>
                <a:lnTo>
                  <a:pt x="833428" y="252320"/>
                </a:lnTo>
                <a:lnTo>
                  <a:pt x="866189" y="279639"/>
                </a:lnTo>
                <a:lnTo>
                  <a:pt x="853910" y="290271"/>
                </a:lnTo>
                <a:lnTo>
                  <a:pt x="853910" y="371671"/>
                </a:lnTo>
                <a:cubicBezTo>
                  <a:pt x="855083" y="394330"/>
                  <a:pt x="840051" y="410933"/>
                  <a:pt x="808816" y="421482"/>
                </a:cubicBezTo>
                <a:cubicBezTo>
                  <a:pt x="807458" y="407734"/>
                  <a:pt x="791486" y="396125"/>
                  <a:pt x="760902" y="386656"/>
                </a:cubicBezTo>
                <a:lnTo>
                  <a:pt x="760902" y="370248"/>
                </a:lnTo>
                <a:cubicBezTo>
                  <a:pt x="786649" y="373782"/>
                  <a:pt x="803011" y="375550"/>
                  <a:pt x="809988" y="375550"/>
                </a:cubicBezTo>
                <a:cubicBezTo>
                  <a:pt x="816964" y="375550"/>
                  <a:pt x="820452" y="372043"/>
                  <a:pt x="820452" y="365029"/>
                </a:cubicBezTo>
                <a:lnTo>
                  <a:pt x="820452" y="289322"/>
                </a:lnTo>
                <a:lnTo>
                  <a:pt x="727834" y="289322"/>
                </a:lnTo>
                <a:lnTo>
                  <a:pt x="727834" y="322362"/>
                </a:lnTo>
                <a:lnTo>
                  <a:pt x="766148" y="322725"/>
                </a:lnTo>
                <a:cubicBezTo>
                  <a:pt x="761925" y="316232"/>
                  <a:pt x="757256" y="308409"/>
                  <a:pt x="752140" y="299257"/>
                </a:cubicBezTo>
                <a:lnTo>
                  <a:pt x="762939" y="290857"/>
                </a:lnTo>
                <a:cubicBezTo>
                  <a:pt x="793133" y="313367"/>
                  <a:pt x="808550" y="329631"/>
                  <a:pt x="809192" y="339649"/>
                </a:cubicBezTo>
                <a:cubicBezTo>
                  <a:pt x="809834" y="349667"/>
                  <a:pt x="807271" y="357206"/>
                  <a:pt x="801504" y="362267"/>
                </a:cubicBezTo>
                <a:cubicBezTo>
                  <a:pt x="795737" y="367327"/>
                  <a:pt x="791579" y="369857"/>
                  <a:pt x="789031" y="369857"/>
                </a:cubicBezTo>
                <a:cubicBezTo>
                  <a:pt x="782594" y="369857"/>
                  <a:pt x="778529" y="365652"/>
                  <a:pt x="776836" y="357244"/>
                </a:cubicBezTo>
                <a:cubicBezTo>
                  <a:pt x="774548" y="349244"/>
                  <a:pt x="772706" y="342947"/>
                  <a:pt x="771311" y="338352"/>
                </a:cubicBezTo>
                <a:cubicBezTo>
                  <a:pt x="701752" y="347561"/>
                  <a:pt x="659857" y="357476"/>
                  <a:pt x="645626" y="368099"/>
                </a:cubicBezTo>
                <a:lnTo>
                  <a:pt x="626064" y="329869"/>
                </a:lnTo>
                <a:lnTo>
                  <a:pt x="694376" y="326213"/>
                </a:lnTo>
                <a:lnTo>
                  <a:pt x="694376" y="289322"/>
                </a:lnTo>
                <a:lnTo>
                  <a:pt x="610521" y="289322"/>
                </a:lnTo>
                <a:lnTo>
                  <a:pt x="610521" y="403622"/>
                </a:lnTo>
                <a:lnTo>
                  <a:pt x="575304" y="417966"/>
                </a:lnTo>
                <a:cubicBezTo>
                  <a:pt x="576458" y="398878"/>
                  <a:pt x="577034" y="373894"/>
                  <a:pt x="577034" y="343012"/>
                </a:cubicBezTo>
                <a:cubicBezTo>
                  <a:pt x="577034" y="312130"/>
                  <a:pt x="576458" y="283071"/>
                  <a:pt x="575304" y="255836"/>
                </a:cubicBezTo>
                <a:lnTo>
                  <a:pt x="606726" y="269872"/>
                </a:lnTo>
                <a:lnTo>
                  <a:pt x="694376" y="269872"/>
                </a:lnTo>
                <a:lnTo>
                  <a:pt x="694376" y="244674"/>
                </a:lnTo>
                <a:lnTo>
                  <a:pt x="636780" y="244674"/>
                </a:lnTo>
                <a:lnTo>
                  <a:pt x="636780" y="252152"/>
                </a:lnTo>
                <a:lnTo>
                  <a:pt x="601563" y="260440"/>
                </a:lnTo>
                <a:cubicBezTo>
                  <a:pt x="602735" y="238935"/>
                  <a:pt x="603321" y="221787"/>
                  <a:pt x="603321" y="208997"/>
                </a:cubicBezTo>
                <a:cubicBezTo>
                  <a:pt x="603321" y="196207"/>
                  <a:pt x="602735" y="180799"/>
                  <a:pt x="601563" y="162772"/>
                </a:cubicBezTo>
                <a:lnTo>
                  <a:pt x="632984" y="176808"/>
                </a:lnTo>
                <a:lnTo>
                  <a:pt x="694376" y="176808"/>
                </a:lnTo>
                <a:lnTo>
                  <a:pt x="694376" y="148987"/>
                </a:lnTo>
                <a:cubicBezTo>
                  <a:pt x="660592" y="150140"/>
                  <a:pt x="623813" y="150717"/>
                  <a:pt x="584039" y="150717"/>
                </a:cubicBezTo>
                <a:lnTo>
                  <a:pt x="584039" y="135146"/>
                </a:lnTo>
                <a:cubicBezTo>
                  <a:pt x="628873" y="132653"/>
                  <a:pt x="671857" y="128797"/>
                  <a:pt x="712989" y="123579"/>
                </a:cubicBezTo>
                <a:cubicBezTo>
                  <a:pt x="733555" y="120970"/>
                  <a:pt x="751459" y="117825"/>
                  <a:pt x="766700" y="114143"/>
                </a:cubicBezTo>
                <a:lnTo>
                  <a:pt x="802928" y="101997"/>
                </a:lnTo>
                <a:lnTo>
                  <a:pt x="802928" y="98227"/>
                </a:lnTo>
                <a:lnTo>
                  <a:pt x="563249" y="98227"/>
                </a:lnTo>
                <a:cubicBezTo>
                  <a:pt x="563249" y="151266"/>
                  <a:pt x="562352" y="194007"/>
                  <a:pt x="560556" y="226452"/>
                </a:cubicBezTo>
                <a:cubicBezTo>
                  <a:pt x="558761" y="258896"/>
                  <a:pt x="551924" y="291801"/>
                  <a:pt x="540046" y="325167"/>
                </a:cubicBezTo>
                <a:cubicBezTo>
                  <a:pt x="528168" y="358532"/>
                  <a:pt x="507504" y="390051"/>
                  <a:pt x="478054" y="419724"/>
                </a:cubicBezTo>
                <a:lnTo>
                  <a:pt x="466725" y="412803"/>
                </a:lnTo>
                <a:cubicBezTo>
                  <a:pt x="486649" y="378275"/>
                  <a:pt x="500681" y="347040"/>
                  <a:pt x="508820" y="319097"/>
                </a:cubicBezTo>
                <a:cubicBezTo>
                  <a:pt x="516959" y="291155"/>
                  <a:pt x="522191" y="260566"/>
                  <a:pt x="524517" y="227331"/>
                </a:cubicBezTo>
                <a:cubicBezTo>
                  <a:pt x="526842" y="194096"/>
                  <a:pt x="527428" y="120858"/>
                  <a:pt x="526275" y="7619"/>
                </a:cubicBezTo>
                <a:lnTo>
                  <a:pt x="559566" y="23413"/>
                </a:lnTo>
                <a:lnTo>
                  <a:pt x="801532" y="23413"/>
                </a:lnTo>
                <a:close/>
                <a:moveTo>
                  <a:pt x="1967684" y="0"/>
                </a:moveTo>
                <a:lnTo>
                  <a:pt x="2016937" y="22632"/>
                </a:lnTo>
                <a:lnTo>
                  <a:pt x="2002929" y="37784"/>
                </a:lnTo>
                <a:lnTo>
                  <a:pt x="2002929" y="112738"/>
                </a:lnTo>
                <a:lnTo>
                  <a:pt x="2038564" y="112738"/>
                </a:lnTo>
                <a:lnTo>
                  <a:pt x="2060553" y="91669"/>
                </a:lnTo>
                <a:lnTo>
                  <a:pt x="2089046" y="124456"/>
                </a:lnTo>
                <a:lnTo>
                  <a:pt x="2096543" y="100427"/>
                </a:lnTo>
                <a:cubicBezTo>
                  <a:pt x="2105341" y="70492"/>
                  <a:pt x="2113622" y="37017"/>
                  <a:pt x="2121387" y="0"/>
                </a:cubicBezTo>
                <a:lnTo>
                  <a:pt x="2171030" y="29859"/>
                </a:lnTo>
                <a:cubicBezTo>
                  <a:pt x="2160761" y="35124"/>
                  <a:pt x="2153427" y="42728"/>
                  <a:pt x="2149027" y="52672"/>
                </a:cubicBezTo>
                <a:cubicBezTo>
                  <a:pt x="2144627" y="62615"/>
                  <a:pt x="2136204" y="82637"/>
                  <a:pt x="2123759" y="112738"/>
                </a:cubicBezTo>
                <a:lnTo>
                  <a:pt x="2215400" y="112738"/>
                </a:lnTo>
                <a:lnTo>
                  <a:pt x="2239147" y="89939"/>
                </a:lnTo>
                <a:lnTo>
                  <a:pt x="2276093" y="132160"/>
                </a:lnTo>
                <a:lnTo>
                  <a:pt x="2224831" y="132160"/>
                </a:lnTo>
                <a:cubicBezTo>
                  <a:pt x="2218041" y="215671"/>
                  <a:pt x="2203028" y="277835"/>
                  <a:pt x="2179792" y="318651"/>
                </a:cubicBezTo>
                <a:cubicBezTo>
                  <a:pt x="2205428" y="349160"/>
                  <a:pt x="2236942" y="368629"/>
                  <a:pt x="2274335" y="377056"/>
                </a:cubicBezTo>
                <a:lnTo>
                  <a:pt x="2274335" y="391177"/>
                </a:lnTo>
                <a:cubicBezTo>
                  <a:pt x="2251807" y="394730"/>
                  <a:pt x="2239779" y="401939"/>
                  <a:pt x="2238254" y="412803"/>
                </a:cubicBezTo>
                <a:cubicBezTo>
                  <a:pt x="2202461" y="390925"/>
                  <a:pt x="2175700" y="367104"/>
                  <a:pt x="2157970" y="341338"/>
                </a:cubicBezTo>
                <a:cubicBezTo>
                  <a:pt x="2121842" y="378080"/>
                  <a:pt x="2075203" y="405390"/>
                  <a:pt x="2018053" y="423268"/>
                </a:cubicBezTo>
                <a:lnTo>
                  <a:pt x="2011468" y="411687"/>
                </a:lnTo>
                <a:cubicBezTo>
                  <a:pt x="2025104" y="405334"/>
                  <a:pt x="2037995" y="398584"/>
                  <a:pt x="2050139" y="391438"/>
                </a:cubicBezTo>
                <a:lnTo>
                  <a:pt x="2068055" y="379583"/>
                </a:lnTo>
                <a:lnTo>
                  <a:pt x="2065855" y="380042"/>
                </a:lnTo>
                <a:cubicBezTo>
                  <a:pt x="2060795" y="380042"/>
                  <a:pt x="2055446" y="377224"/>
                  <a:pt x="2049810" y="371587"/>
                </a:cubicBezTo>
                <a:cubicBezTo>
                  <a:pt x="2037736" y="362806"/>
                  <a:pt x="2024658" y="355114"/>
                  <a:pt x="2010575" y="348509"/>
                </a:cubicBezTo>
                <a:cubicBezTo>
                  <a:pt x="1970689" y="380972"/>
                  <a:pt x="1920785" y="402571"/>
                  <a:pt x="1860863" y="413305"/>
                </a:cubicBezTo>
                <a:lnTo>
                  <a:pt x="1857375" y="400860"/>
                </a:lnTo>
                <a:cubicBezTo>
                  <a:pt x="1912292" y="382721"/>
                  <a:pt x="1954318" y="361402"/>
                  <a:pt x="1983451" y="336901"/>
                </a:cubicBezTo>
                <a:cubicBezTo>
                  <a:pt x="1962727" y="330576"/>
                  <a:pt x="1939965" y="325283"/>
                  <a:pt x="1915167" y="321023"/>
                </a:cubicBezTo>
                <a:cubicBezTo>
                  <a:pt x="1920152" y="310307"/>
                  <a:pt x="1929491" y="293787"/>
                  <a:pt x="1943184" y="271463"/>
                </a:cubicBezTo>
                <a:lnTo>
                  <a:pt x="1925771" y="271463"/>
                </a:lnTo>
                <a:cubicBezTo>
                  <a:pt x="1911074" y="271463"/>
                  <a:pt x="1896507" y="273212"/>
                  <a:pt x="1882071" y="276709"/>
                </a:cubicBezTo>
                <a:lnTo>
                  <a:pt x="1862621" y="252041"/>
                </a:lnTo>
                <a:lnTo>
                  <a:pt x="1947928" y="252041"/>
                </a:lnTo>
                <a:cubicBezTo>
                  <a:pt x="1951816" y="242348"/>
                  <a:pt x="1956569" y="227828"/>
                  <a:pt x="1962187" y="208481"/>
                </a:cubicBezTo>
                <a:lnTo>
                  <a:pt x="1969442" y="211969"/>
                </a:lnTo>
                <a:lnTo>
                  <a:pt x="1969442" y="151303"/>
                </a:lnTo>
                <a:cubicBezTo>
                  <a:pt x="1943788" y="186575"/>
                  <a:pt x="1908749" y="214425"/>
                  <a:pt x="1864323" y="234851"/>
                </a:cubicBezTo>
                <a:lnTo>
                  <a:pt x="1857375" y="223940"/>
                </a:lnTo>
                <a:cubicBezTo>
                  <a:pt x="1901130" y="192724"/>
                  <a:pt x="1933817" y="162130"/>
                  <a:pt x="1955434" y="132160"/>
                </a:cubicBezTo>
                <a:lnTo>
                  <a:pt x="1929287" y="132160"/>
                </a:lnTo>
                <a:cubicBezTo>
                  <a:pt x="1914590" y="132160"/>
                  <a:pt x="1900023" y="133908"/>
                  <a:pt x="1885587" y="137406"/>
                </a:cubicBezTo>
                <a:lnTo>
                  <a:pt x="1866137" y="112738"/>
                </a:lnTo>
                <a:lnTo>
                  <a:pt x="1969442" y="112738"/>
                </a:lnTo>
                <a:cubicBezTo>
                  <a:pt x="1969442" y="73019"/>
                  <a:pt x="1968856" y="35440"/>
                  <a:pt x="1967684" y="0"/>
                </a:cubicBezTo>
                <a:close/>
                <a:moveTo>
                  <a:pt x="1190848" y="0"/>
                </a:moveTo>
                <a:lnTo>
                  <a:pt x="1243589" y="24390"/>
                </a:lnTo>
                <a:lnTo>
                  <a:pt x="1227851" y="41244"/>
                </a:lnTo>
                <a:cubicBezTo>
                  <a:pt x="1227851" y="75177"/>
                  <a:pt x="1227265" y="103771"/>
                  <a:pt x="1226093" y="127025"/>
                </a:cubicBezTo>
                <a:lnTo>
                  <a:pt x="1291363" y="127025"/>
                </a:lnTo>
                <a:lnTo>
                  <a:pt x="1309446" y="107715"/>
                </a:lnTo>
                <a:lnTo>
                  <a:pt x="1341648" y="136820"/>
                </a:lnTo>
                <a:lnTo>
                  <a:pt x="1327417" y="149266"/>
                </a:lnTo>
                <a:cubicBezTo>
                  <a:pt x="1322840" y="236367"/>
                  <a:pt x="1319361" y="295671"/>
                  <a:pt x="1316980" y="327176"/>
                </a:cubicBezTo>
                <a:cubicBezTo>
                  <a:pt x="1314599" y="358681"/>
                  <a:pt x="1308729" y="380679"/>
                  <a:pt x="1299372" y="393172"/>
                </a:cubicBezTo>
                <a:cubicBezTo>
                  <a:pt x="1290014" y="405664"/>
                  <a:pt x="1273857" y="415101"/>
                  <a:pt x="1250900" y="421482"/>
                </a:cubicBezTo>
                <a:cubicBezTo>
                  <a:pt x="1249561" y="404218"/>
                  <a:pt x="1227209" y="388470"/>
                  <a:pt x="1183844" y="374238"/>
                </a:cubicBezTo>
                <a:lnTo>
                  <a:pt x="1186439" y="356462"/>
                </a:lnTo>
                <a:cubicBezTo>
                  <a:pt x="1229581" y="364666"/>
                  <a:pt x="1255184" y="368769"/>
                  <a:pt x="1263248" y="368769"/>
                </a:cubicBezTo>
                <a:cubicBezTo>
                  <a:pt x="1271313" y="368769"/>
                  <a:pt x="1277029" y="356988"/>
                  <a:pt x="1280396" y="333427"/>
                </a:cubicBezTo>
                <a:cubicBezTo>
                  <a:pt x="1283763" y="309865"/>
                  <a:pt x="1287772" y="247539"/>
                  <a:pt x="1292423" y="146447"/>
                </a:cubicBezTo>
                <a:lnTo>
                  <a:pt x="1225646" y="146447"/>
                </a:lnTo>
                <a:cubicBezTo>
                  <a:pt x="1222353" y="191654"/>
                  <a:pt x="1215670" y="230247"/>
                  <a:pt x="1205596" y="262226"/>
                </a:cubicBezTo>
                <a:cubicBezTo>
                  <a:pt x="1195522" y="294206"/>
                  <a:pt x="1178542" y="323041"/>
                  <a:pt x="1154655" y="348733"/>
                </a:cubicBezTo>
                <a:cubicBezTo>
                  <a:pt x="1130768" y="374424"/>
                  <a:pt x="1094026" y="398674"/>
                  <a:pt x="1044429" y="421482"/>
                </a:cubicBezTo>
                <a:lnTo>
                  <a:pt x="1035025" y="410766"/>
                </a:lnTo>
                <a:cubicBezTo>
                  <a:pt x="1074278" y="387195"/>
                  <a:pt x="1104272" y="363597"/>
                  <a:pt x="1125006" y="339970"/>
                </a:cubicBezTo>
                <a:cubicBezTo>
                  <a:pt x="1145739" y="316344"/>
                  <a:pt x="1161320" y="289755"/>
                  <a:pt x="1171747" y="260203"/>
                </a:cubicBezTo>
                <a:cubicBezTo>
                  <a:pt x="1182174" y="230651"/>
                  <a:pt x="1189127" y="192733"/>
                  <a:pt x="1192606" y="146447"/>
                </a:cubicBezTo>
                <a:lnTo>
                  <a:pt x="1151530" y="146447"/>
                </a:lnTo>
                <a:lnTo>
                  <a:pt x="1127782" y="149963"/>
                </a:lnTo>
                <a:lnTo>
                  <a:pt x="1110314" y="127025"/>
                </a:lnTo>
                <a:lnTo>
                  <a:pt x="1192690" y="127025"/>
                </a:lnTo>
                <a:cubicBezTo>
                  <a:pt x="1193806" y="73298"/>
                  <a:pt x="1193192" y="30957"/>
                  <a:pt x="1190848" y="0"/>
                </a:cubicBezTo>
                <a:close/>
                <a:moveTo>
                  <a:pt x="186547" y="0"/>
                </a:moveTo>
                <a:lnTo>
                  <a:pt x="231362" y="31003"/>
                </a:lnTo>
                <a:lnTo>
                  <a:pt x="215596" y="40770"/>
                </a:lnTo>
                <a:cubicBezTo>
                  <a:pt x="269267" y="116617"/>
                  <a:pt x="336975" y="159284"/>
                  <a:pt x="418718" y="168771"/>
                </a:cubicBezTo>
                <a:lnTo>
                  <a:pt x="418718" y="183729"/>
                </a:lnTo>
                <a:cubicBezTo>
                  <a:pt x="401268" y="184957"/>
                  <a:pt x="389399" y="193244"/>
                  <a:pt x="383111" y="208592"/>
                </a:cubicBezTo>
                <a:cubicBezTo>
                  <a:pt x="302707" y="179943"/>
                  <a:pt x="242748" y="127416"/>
                  <a:pt x="203234" y="51011"/>
                </a:cubicBezTo>
                <a:cubicBezTo>
                  <a:pt x="162548" y="130858"/>
                  <a:pt x="95910" y="188054"/>
                  <a:pt x="3320" y="222601"/>
                </a:cubicBezTo>
                <a:lnTo>
                  <a:pt x="0" y="208788"/>
                </a:lnTo>
                <a:cubicBezTo>
                  <a:pt x="81037" y="169832"/>
                  <a:pt x="143219" y="100236"/>
                  <a:pt x="186547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C9F150D-508D-483F-91FD-2B5B0F8F57E8}"/>
              </a:ext>
            </a:extLst>
          </p:cNvPr>
          <p:cNvSpPr txBox="1"/>
          <p:nvPr/>
        </p:nvSpPr>
        <p:spPr>
          <a:xfrm>
            <a:off x="6377850" y="3440607"/>
            <a:ext cx="3650186" cy="423268"/>
          </a:xfrm>
          <a:custGeom>
            <a:avLst/>
            <a:gdLst/>
            <a:ahLst/>
            <a:cxnLst/>
            <a:rect l="l" t="t" r="r" b="b"/>
            <a:pathLst>
              <a:path w="3650186" h="423268">
                <a:moveTo>
                  <a:pt x="2575861" y="278021"/>
                </a:moveTo>
                <a:cubicBezTo>
                  <a:pt x="2651615" y="315135"/>
                  <a:pt x="2691956" y="339231"/>
                  <a:pt x="2696886" y="350309"/>
                </a:cubicBezTo>
                <a:cubicBezTo>
                  <a:pt x="2701816" y="361388"/>
                  <a:pt x="2704281" y="369941"/>
                  <a:pt x="2704281" y="375968"/>
                </a:cubicBezTo>
                <a:cubicBezTo>
                  <a:pt x="2704281" y="381456"/>
                  <a:pt x="2702477" y="387795"/>
                  <a:pt x="2698868" y="394986"/>
                </a:cubicBezTo>
                <a:cubicBezTo>
                  <a:pt x="2695258" y="402176"/>
                  <a:pt x="2691770" y="405771"/>
                  <a:pt x="2688403" y="405771"/>
                </a:cubicBezTo>
                <a:cubicBezTo>
                  <a:pt x="2681613" y="405771"/>
                  <a:pt x="2673455" y="397613"/>
                  <a:pt x="2663930" y="381298"/>
                </a:cubicBezTo>
                <a:cubicBezTo>
                  <a:pt x="2651838" y="361560"/>
                  <a:pt x="2620277" y="331171"/>
                  <a:pt x="2569248" y="290132"/>
                </a:cubicBezTo>
                <a:close/>
                <a:moveTo>
                  <a:pt x="2905813" y="273249"/>
                </a:moveTo>
                <a:lnTo>
                  <a:pt x="2905813" y="362769"/>
                </a:lnTo>
                <a:lnTo>
                  <a:pt x="3063199" y="362769"/>
                </a:lnTo>
                <a:lnTo>
                  <a:pt x="3063199" y="273249"/>
                </a:lnTo>
                <a:close/>
                <a:moveTo>
                  <a:pt x="2444874" y="265742"/>
                </a:moveTo>
                <a:lnTo>
                  <a:pt x="2485392" y="304252"/>
                </a:lnTo>
                <a:lnTo>
                  <a:pt x="2465217" y="309247"/>
                </a:lnTo>
                <a:cubicBezTo>
                  <a:pt x="2428270" y="346119"/>
                  <a:pt x="2385110" y="376545"/>
                  <a:pt x="2335736" y="400525"/>
                </a:cubicBezTo>
                <a:lnTo>
                  <a:pt x="2329346" y="387577"/>
                </a:lnTo>
                <a:cubicBezTo>
                  <a:pt x="2359260" y="366797"/>
                  <a:pt x="2383431" y="346068"/>
                  <a:pt x="2401858" y="325390"/>
                </a:cubicBezTo>
                <a:cubicBezTo>
                  <a:pt x="2420284" y="304712"/>
                  <a:pt x="2434623" y="284830"/>
                  <a:pt x="2444874" y="265742"/>
                </a:cubicBezTo>
                <a:close/>
                <a:moveTo>
                  <a:pt x="3308737" y="241102"/>
                </a:moveTo>
                <a:lnTo>
                  <a:pt x="3308737" y="282374"/>
                </a:lnTo>
                <a:lnTo>
                  <a:pt x="3390835" y="282374"/>
                </a:lnTo>
                <a:lnTo>
                  <a:pt x="3390835" y="241102"/>
                </a:lnTo>
                <a:close/>
                <a:moveTo>
                  <a:pt x="3082537" y="234516"/>
                </a:moveTo>
                <a:lnTo>
                  <a:pt x="3112452" y="265324"/>
                </a:lnTo>
                <a:lnTo>
                  <a:pt x="3098443" y="279248"/>
                </a:lnTo>
                <a:cubicBezTo>
                  <a:pt x="3098443" y="331710"/>
                  <a:pt x="3099029" y="372052"/>
                  <a:pt x="3100201" y="400274"/>
                </a:cubicBezTo>
                <a:lnTo>
                  <a:pt x="3063199" y="412608"/>
                </a:lnTo>
                <a:lnTo>
                  <a:pt x="3063199" y="382191"/>
                </a:lnTo>
                <a:lnTo>
                  <a:pt x="2905813" y="382191"/>
                </a:lnTo>
                <a:lnTo>
                  <a:pt x="2905813" y="403706"/>
                </a:lnTo>
                <a:lnTo>
                  <a:pt x="2868839" y="416124"/>
                </a:lnTo>
                <a:cubicBezTo>
                  <a:pt x="2870011" y="383158"/>
                  <a:pt x="2870597" y="353202"/>
                  <a:pt x="2870597" y="326255"/>
                </a:cubicBezTo>
                <a:cubicBezTo>
                  <a:pt x="2870597" y="299308"/>
                  <a:pt x="2870011" y="269891"/>
                  <a:pt x="2868839" y="238004"/>
                </a:cubicBezTo>
                <a:lnTo>
                  <a:pt x="2902130" y="253799"/>
                </a:lnTo>
                <a:lnTo>
                  <a:pt x="3062278" y="253799"/>
                </a:lnTo>
                <a:close/>
                <a:moveTo>
                  <a:pt x="3466123" y="206723"/>
                </a:moveTo>
                <a:lnTo>
                  <a:pt x="3517106" y="231363"/>
                </a:lnTo>
                <a:lnTo>
                  <a:pt x="3501368" y="246348"/>
                </a:lnTo>
                <a:lnTo>
                  <a:pt x="3501368" y="294596"/>
                </a:lnTo>
                <a:cubicBezTo>
                  <a:pt x="3535784" y="274467"/>
                  <a:pt x="3564210" y="249278"/>
                  <a:pt x="3586646" y="219029"/>
                </a:cubicBezTo>
                <a:lnTo>
                  <a:pt x="3620439" y="263147"/>
                </a:lnTo>
                <a:lnTo>
                  <a:pt x="3600766" y="263147"/>
                </a:lnTo>
                <a:cubicBezTo>
                  <a:pt x="3562945" y="283871"/>
                  <a:pt x="3529812" y="300810"/>
                  <a:pt x="3501368" y="313963"/>
                </a:cubicBezTo>
                <a:lnTo>
                  <a:pt x="3501368" y="354453"/>
                </a:lnTo>
                <a:cubicBezTo>
                  <a:pt x="3501368" y="369634"/>
                  <a:pt x="3508474" y="377233"/>
                  <a:pt x="3522687" y="377252"/>
                </a:cubicBezTo>
                <a:lnTo>
                  <a:pt x="3590664" y="377252"/>
                </a:lnTo>
                <a:cubicBezTo>
                  <a:pt x="3600003" y="376396"/>
                  <a:pt x="3605184" y="369289"/>
                  <a:pt x="3606208" y="355932"/>
                </a:cubicBezTo>
                <a:cubicBezTo>
                  <a:pt x="3606208" y="342017"/>
                  <a:pt x="3606868" y="325190"/>
                  <a:pt x="3608189" y="305452"/>
                </a:cubicBezTo>
                <a:lnTo>
                  <a:pt x="3625406" y="305452"/>
                </a:lnTo>
                <a:cubicBezTo>
                  <a:pt x="3626690" y="327459"/>
                  <a:pt x="3628690" y="343631"/>
                  <a:pt x="3631406" y="353965"/>
                </a:cubicBezTo>
                <a:cubicBezTo>
                  <a:pt x="3634122" y="364299"/>
                  <a:pt x="3640382" y="370787"/>
                  <a:pt x="3650186" y="373429"/>
                </a:cubicBezTo>
                <a:cubicBezTo>
                  <a:pt x="3643340" y="394674"/>
                  <a:pt x="3624048" y="405929"/>
                  <a:pt x="3592311" y="407194"/>
                </a:cubicBezTo>
                <a:lnTo>
                  <a:pt x="3511748" y="407194"/>
                </a:lnTo>
                <a:cubicBezTo>
                  <a:pt x="3483862" y="407194"/>
                  <a:pt x="3469239" y="395037"/>
                  <a:pt x="3467881" y="370722"/>
                </a:cubicBezTo>
                <a:cubicBezTo>
                  <a:pt x="3467881" y="279360"/>
                  <a:pt x="3467295" y="224694"/>
                  <a:pt x="3466123" y="206723"/>
                </a:cubicBezTo>
                <a:close/>
                <a:moveTo>
                  <a:pt x="1612255" y="201811"/>
                </a:moveTo>
                <a:lnTo>
                  <a:pt x="1612255" y="271686"/>
                </a:lnTo>
                <a:lnTo>
                  <a:pt x="1710091" y="271686"/>
                </a:lnTo>
                <a:lnTo>
                  <a:pt x="1710091" y="201811"/>
                </a:lnTo>
                <a:close/>
                <a:moveTo>
                  <a:pt x="1482663" y="201811"/>
                </a:moveTo>
                <a:lnTo>
                  <a:pt x="1482663" y="271686"/>
                </a:lnTo>
                <a:lnTo>
                  <a:pt x="1577011" y="271686"/>
                </a:lnTo>
                <a:lnTo>
                  <a:pt x="1577011" y="201811"/>
                </a:lnTo>
                <a:close/>
                <a:moveTo>
                  <a:pt x="3308737" y="185738"/>
                </a:moveTo>
                <a:lnTo>
                  <a:pt x="3308737" y="221652"/>
                </a:lnTo>
                <a:lnTo>
                  <a:pt x="3390835" y="221652"/>
                </a:lnTo>
                <a:lnTo>
                  <a:pt x="3390835" y="185738"/>
                </a:lnTo>
                <a:close/>
                <a:moveTo>
                  <a:pt x="3405848" y="147005"/>
                </a:moveTo>
                <a:lnTo>
                  <a:pt x="3438330" y="175887"/>
                </a:lnTo>
                <a:lnTo>
                  <a:pt x="3424321" y="189952"/>
                </a:lnTo>
                <a:lnTo>
                  <a:pt x="3424321" y="367345"/>
                </a:lnTo>
                <a:cubicBezTo>
                  <a:pt x="3426646" y="391660"/>
                  <a:pt x="3411587" y="409706"/>
                  <a:pt x="3379142" y="421482"/>
                </a:cubicBezTo>
                <a:cubicBezTo>
                  <a:pt x="3377784" y="405445"/>
                  <a:pt x="3362418" y="393297"/>
                  <a:pt x="3333043" y="385037"/>
                </a:cubicBezTo>
                <a:lnTo>
                  <a:pt x="3333043" y="368545"/>
                </a:lnTo>
                <a:cubicBezTo>
                  <a:pt x="3358790" y="372080"/>
                  <a:pt x="3374859" y="373847"/>
                  <a:pt x="3381249" y="373847"/>
                </a:cubicBezTo>
                <a:cubicBezTo>
                  <a:pt x="3387640" y="373847"/>
                  <a:pt x="3390835" y="368583"/>
                  <a:pt x="3390835" y="358053"/>
                </a:cubicBezTo>
                <a:lnTo>
                  <a:pt x="3390835" y="301824"/>
                </a:lnTo>
                <a:lnTo>
                  <a:pt x="3308737" y="301824"/>
                </a:lnTo>
                <a:lnTo>
                  <a:pt x="3308737" y="405297"/>
                </a:lnTo>
                <a:lnTo>
                  <a:pt x="3271763" y="421482"/>
                </a:lnTo>
                <a:cubicBezTo>
                  <a:pt x="3272935" y="393279"/>
                  <a:pt x="3273521" y="346416"/>
                  <a:pt x="3273521" y="280895"/>
                </a:cubicBezTo>
                <a:cubicBezTo>
                  <a:pt x="3273521" y="215373"/>
                  <a:pt x="3272935" y="171915"/>
                  <a:pt x="3271763" y="150521"/>
                </a:cubicBezTo>
                <a:lnTo>
                  <a:pt x="3305054" y="166316"/>
                </a:lnTo>
                <a:lnTo>
                  <a:pt x="3389607" y="166316"/>
                </a:lnTo>
                <a:close/>
                <a:moveTo>
                  <a:pt x="1612255" y="116086"/>
                </a:moveTo>
                <a:lnTo>
                  <a:pt x="1612255" y="182389"/>
                </a:lnTo>
                <a:lnTo>
                  <a:pt x="1710091" y="182389"/>
                </a:lnTo>
                <a:lnTo>
                  <a:pt x="1710091" y="116086"/>
                </a:lnTo>
                <a:close/>
                <a:moveTo>
                  <a:pt x="1482663" y="116086"/>
                </a:moveTo>
                <a:lnTo>
                  <a:pt x="1482663" y="182389"/>
                </a:lnTo>
                <a:lnTo>
                  <a:pt x="1577011" y="182389"/>
                </a:lnTo>
                <a:lnTo>
                  <a:pt x="1577011" y="116086"/>
                </a:lnTo>
                <a:close/>
                <a:moveTo>
                  <a:pt x="63736" y="47328"/>
                </a:moveTo>
                <a:cubicBezTo>
                  <a:pt x="97371" y="66787"/>
                  <a:pt x="119997" y="81712"/>
                  <a:pt x="131615" y="92102"/>
                </a:cubicBezTo>
                <a:cubicBezTo>
                  <a:pt x="143233" y="102492"/>
                  <a:pt x="149042" y="112096"/>
                  <a:pt x="149042" y="120914"/>
                </a:cubicBezTo>
                <a:cubicBezTo>
                  <a:pt x="149042" y="126476"/>
                  <a:pt x="146642" y="133718"/>
                  <a:pt x="141843" y="142638"/>
                </a:cubicBezTo>
                <a:cubicBezTo>
                  <a:pt x="137043" y="151559"/>
                  <a:pt x="132401" y="156019"/>
                  <a:pt x="127918" y="156019"/>
                </a:cubicBezTo>
                <a:cubicBezTo>
                  <a:pt x="121816" y="156019"/>
                  <a:pt x="117249" y="151489"/>
                  <a:pt x="114216" y="142429"/>
                </a:cubicBezTo>
                <a:cubicBezTo>
                  <a:pt x="108505" y="129834"/>
                  <a:pt x="101380" y="117286"/>
                  <a:pt x="92841" y="104785"/>
                </a:cubicBezTo>
                <a:cubicBezTo>
                  <a:pt x="84302" y="92283"/>
                  <a:pt x="71447" y="76889"/>
                  <a:pt x="54276" y="58601"/>
                </a:cubicBezTo>
                <a:close/>
                <a:moveTo>
                  <a:pt x="575500" y="46435"/>
                </a:moveTo>
                <a:lnTo>
                  <a:pt x="575500" y="100208"/>
                </a:lnTo>
                <a:lnTo>
                  <a:pt x="757386" y="100208"/>
                </a:lnTo>
                <a:lnTo>
                  <a:pt x="757386" y="46435"/>
                </a:lnTo>
                <a:close/>
                <a:moveTo>
                  <a:pt x="311060" y="35049"/>
                </a:moveTo>
                <a:lnTo>
                  <a:pt x="355653" y="70405"/>
                </a:lnTo>
                <a:cubicBezTo>
                  <a:pt x="342388" y="76805"/>
                  <a:pt x="328594" y="86590"/>
                  <a:pt x="314269" y="99762"/>
                </a:cubicBezTo>
                <a:cubicBezTo>
                  <a:pt x="299945" y="112933"/>
                  <a:pt x="278448" y="133434"/>
                  <a:pt x="249780" y="161265"/>
                </a:cubicBezTo>
                <a:lnTo>
                  <a:pt x="236386" y="154596"/>
                </a:lnTo>
                <a:cubicBezTo>
                  <a:pt x="253147" y="132234"/>
                  <a:pt x="267584" y="111552"/>
                  <a:pt x="279695" y="92548"/>
                </a:cubicBezTo>
                <a:cubicBezTo>
                  <a:pt x="291805" y="73545"/>
                  <a:pt x="302261" y="54378"/>
                  <a:pt x="311060" y="35049"/>
                </a:cubicBezTo>
                <a:close/>
                <a:moveTo>
                  <a:pt x="2203549" y="12502"/>
                </a:moveTo>
                <a:lnTo>
                  <a:pt x="2241835" y="61755"/>
                </a:lnTo>
                <a:cubicBezTo>
                  <a:pt x="2225204" y="61755"/>
                  <a:pt x="2206354" y="67731"/>
                  <a:pt x="2185285" y="79684"/>
                </a:cubicBezTo>
                <a:cubicBezTo>
                  <a:pt x="2164216" y="91637"/>
                  <a:pt x="2134614" y="110366"/>
                  <a:pt x="2096476" y="135871"/>
                </a:cubicBezTo>
                <a:lnTo>
                  <a:pt x="2112243" y="146894"/>
                </a:lnTo>
                <a:lnTo>
                  <a:pt x="2092988" y="159423"/>
                </a:lnTo>
                <a:lnTo>
                  <a:pt x="2092988" y="185933"/>
                </a:lnTo>
                <a:lnTo>
                  <a:pt x="2205670" y="185933"/>
                </a:lnTo>
                <a:lnTo>
                  <a:pt x="2236449" y="156130"/>
                </a:lnTo>
                <a:lnTo>
                  <a:pt x="2280344" y="205383"/>
                </a:lnTo>
                <a:lnTo>
                  <a:pt x="2092988" y="205383"/>
                </a:lnTo>
                <a:lnTo>
                  <a:pt x="2092988" y="368713"/>
                </a:lnTo>
                <a:cubicBezTo>
                  <a:pt x="2092988" y="393530"/>
                  <a:pt x="2074236" y="411715"/>
                  <a:pt x="2036731" y="423268"/>
                </a:cubicBezTo>
                <a:cubicBezTo>
                  <a:pt x="2036731" y="404850"/>
                  <a:pt x="2017477" y="390377"/>
                  <a:pt x="1978968" y="379847"/>
                </a:cubicBezTo>
                <a:lnTo>
                  <a:pt x="1978968" y="361597"/>
                </a:lnTo>
                <a:cubicBezTo>
                  <a:pt x="2014054" y="366304"/>
                  <a:pt x="2035954" y="368657"/>
                  <a:pt x="2044670" y="368657"/>
                </a:cubicBezTo>
                <a:cubicBezTo>
                  <a:pt x="2053386" y="368657"/>
                  <a:pt x="2057167" y="361774"/>
                  <a:pt x="2056014" y="348007"/>
                </a:cubicBezTo>
                <a:lnTo>
                  <a:pt x="2056014" y="205383"/>
                </a:lnTo>
                <a:lnTo>
                  <a:pt x="1924776" y="205383"/>
                </a:lnTo>
                <a:cubicBezTo>
                  <a:pt x="1910079" y="205383"/>
                  <a:pt x="1895512" y="207132"/>
                  <a:pt x="1881076" y="210629"/>
                </a:cubicBezTo>
                <a:lnTo>
                  <a:pt x="1861626" y="185933"/>
                </a:lnTo>
                <a:lnTo>
                  <a:pt x="2056014" y="185933"/>
                </a:lnTo>
                <a:cubicBezTo>
                  <a:pt x="2056014" y="162958"/>
                  <a:pt x="2055428" y="137369"/>
                  <a:pt x="2054256" y="109166"/>
                </a:cubicBezTo>
                <a:lnTo>
                  <a:pt x="2083556" y="124849"/>
                </a:lnTo>
                <a:lnTo>
                  <a:pt x="2175086" y="55364"/>
                </a:lnTo>
                <a:lnTo>
                  <a:pt x="1980809" y="55364"/>
                </a:lnTo>
                <a:cubicBezTo>
                  <a:pt x="1966113" y="55364"/>
                  <a:pt x="1951546" y="57113"/>
                  <a:pt x="1937110" y="60611"/>
                </a:cubicBezTo>
                <a:lnTo>
                  <a:pt x="1917660" y="35942"/>
                </a:lnTo>
                <a:lnTo>
                  <a:pt x="2177737" y="35942"/>
                </a:lnTo>
                <a:close/>
                <a:moveTo>
                  <a:pt x="3471369" y="10521"/>
                </a:moveTo>
                <a:lnTo>
                  <a:pt x="3522380" y="32957"/>
                </a:lnTo>
                <a:lnTo>
                  <a:pt x="3506614" y="49783"/>
                </a:lnTo>
                <a:lnTo>
                  <a:pt x="3506614" y="103389"/>
                </a:lnTo>
                <a:cubicBezTo>
                  <a:pt x="3536361" y="86795"/>
                  <a:pt x="3561271" y="65764"/>
                  <a:pt x="3581344" y="40296"/>
                </a:cubicBezTo>
                <a:lnTo>
                  <a:pt x="3613435" y="79782"/>
                </a:lnTo>
                <a:lnTo>
                  <a:pt x="3593846" y="82433"/>
                </a:lnTo>
                <a:cubicBezTo>
                  <a:pt x="3560136" y="99864"/>
                  <a:pt x="3531059" y="112831"/>
                  <a:pt x="3506614" y="121333"/>
                </a:cubicBezTo>
                <a:lnTo>
                  <a:pt x="3506614" y="150773"/>
                </a:lnTo>
                <a:cubicBezTo>
                  <a:pt x="3506614" y="161246"/>
                  <a:pt x="3513581" y="166483"/>
                  <a:pt x="3527515" y="166483"/>
                </a:cubicBezTo>
                <a:lnTo>
                  <a:pt x="3587037" y="166483"/>
                </a:lnTo>
                <a:cubicBezTo>
                  <a:pt x="3595334" y="165646"/>
                  <a:pt x="3600022" y="160153"/>
                  <a:pt x="3601101" y="150005"/>
                </a:cubicBezTo>
                <a:cubicBezTo>
                  <a:pt x="3602180" y="139857"/>
                  <a:pt x="3602720" y="124337"/>
                  <a:pt x="3602720" y="103445"/>
                </a:cubicBezTo>
                <a:lnTo>
                  <a:pt x="3620076" y="103445"/>
                </a:lnTo>
                <a:cubicBezTo>
                  <a:pt x="3621416" y="119649"/>
                  <a:pt x="3623183" y="132960"/>
                  <a:pt x="3625378" y="143378"/>
                </a:cubicBezTo>
                <a:cubicBezTo>
                  <a:pt x="3627574" y="153796"/>
                  <a:pt x="3634094" y="160958"/>
                  <a:pt x="3644940" y="164865"/>
                </a:cubicBezTo>
                <a:cubicBezTo>
                  <a:pt x="3636662" y="184733"/>
                  <a:pt x="3617946" y="194668"/>
                  <a:pt x="3588795" y="194668"/>
                </a:cubicBezTo>
                <a:lnTo>
                  <a:pt x="3515516" y="194668"/>
                </a:lnTo>
                <a:cubicBezTo>
                  <a:pt x="3487257" y="195840"/>
                  <a:pt x="3473127" y="183543"/>
                  <a:pt x="3473127" y="157777"/>
                </a:cubicBezTo>
                <a:cubicBezTo>
                  <a:pt x="3473127" y="76368"/>
                  <a:pt x="3472541" y="27282"/>
                  <a:pt x="3471369" y="10521"/>
                </a:cubicBezTo>
                <a:close/>
                <a:moveTo>
                  <a:pt x="776669" y="7144"/>
                </a:moveTo>
                <a:lnTo>
                  <a:pt x="806639" y="38565"/>
                </a:lnTo>
                <a:lnTo>
                  <a:pt x="792631" y="48835"/>
                </a:lnTo>
                <a:cubicBezTo>
                  <a:pt x="792631" y="81484"/>
                  <a:pt x="793207" y="107426"/>
                  <a:pt x="794361" y="126662"/>
                </a:cubicBezTo>
                <a:lnTo>
                  <a:pt x="757386" y="138913"/>
                </a:lnTo>
                <a:lnTo>
                  <a:pt x="757386" y="119658"/>
                </a:lnTo>
                <a:lnTo>
                  <a:pt x="575500" y="119658"/>
                </a:lnTo>
                <a:lnTo>
                  <a:pt x="575500" y="154512"/>
                </a:lnTo>
                <a:cubicBezTo>
                  <a:pt x="575500" y="168446"/>
                  <a:pt x="582467" y="175413"/>
                  <a:pt x="596401" y="175413"/>
                </a:cubicBezTo>
                <a:lnTo>
                  <a:pt x="794277" y="175413"/>
                </a:lnTo>
                <a:cubicBezTo>
                  <a:pt x="801830" y="175413"/>
                  <a:pt x="806913" y="171236"/>
                  <a:pt x="809527" y="162883"/>
                </a:cubicBezTo>
                <a:cubicBezTo>
                  <a:pt x="812141" y="154530"/>
                  <a:pt x="814071" y="133602"/>
                  <a:pt x="815318" y="100097"/>
                </a:cubicBezTo>
                <a:lnTo>
                  <a:pt x="834656" y="100097"/>
                </a:lnTo>
                <a:cubicBezTo>
                  <a:pt x="834656" y="122272"/>
                  <a:pt x="836019" y="139094"/>
                  <a:pt x="838744" y="150563"/>
                </a:cubicBezTo>
                <a:cubicBezTo>
                  <a:pt x="841470" y="162032"/>
                  <a:pt x="847111" y="169106"/>
                  <a:pt x="855669" y="171785"/>
                </a:cubicBezTo>
                <a:cubicBezTo>
                  <a:pt x="847409" y="192993"/>
                  <a:pt x="829280" y="203597"/>
                  <a:pt x="801281" y="203597"/>
                </a:cubicBezTo>
                <a:lnTo>
                  <a:pt x="737066" y="203597"/>
                </a:lnTo>
                <a:lnTo>
                  <a:pt x="773348" y="220452"/>
                </a:lnTo>
                <a:lnTo>
                  <a:pt x="757610" y="235493"/>
                </a:lnTo>
                <a:lnTo>
                  <a:pt x="757610" y="252041"/>
                </a:lnTo>
                <a:lnTo>
                  <a:pt x="796733" y="252041"/>
                </a:lnTo>
                <a:lnTo>
                  <a:pt x="827484" y="222238"/>
                </a:lnTo>
                <a:lnTo>
                  <a:pt x="871407" y="271463"/>
                </a:lnTo>
                <a:lnTo>
                  <a:pt x="757610" y="271463"/>
                </a:lnTo>
                <a:lnTo>
                  <a:pt x="757610" y="366704"/>
                </a:lnTo>
                <a:cubicBezTo>
                  <a:pt x="757610" y="389121"/>
                  <a:pt x="740513" y="406785"/>
                  <a:pt x="706320" y="419696"/>
                </a:cubicBezTo>
                <a:cubicBezTo>
                  <a:pt x="702357" y="402562"/>
                  <a:pt x="680275" y="388628"/>
                  <a:pt x="640073" y="377894"/>
                </a:cubicBezTo>
                <a:lnTo>
                  <a:pt x="640073" y="359560"/>
                </a:lnTo>
                <a:cubicBezTo>
                  <a:pt x="676852" y="364341"/>
                  <a:pt x="699534" y="366713"/>
                  <a:pt x="708120" y="366676"/>
                </a:cubicBezTo>
                <a:cubicBezTo>
                  <a:pt x="716705" y="366638"/>
                  <a:pt x="721454" y="362946"/>
                  <a:pt x="722365" y="355597"/>
                </a:cubicBezTo>
                <a:lnTo>
                  <a:pt x="722365" y="271463"/>
                </a:lnTo>
                <a:lnTo>
                  <a:pt x="580193" y="271463"/>
                </a:lnTo>
                <a:lnTo>
                  <a:pt x="598552" y="285240"/>
                </a:lnTo>
                <a:cubicBezTo>
                  <a:pt x="620603" y="303140"/>
                  <a:pt x="631861" y="316997"/>
                  <a:pt x="632329" y="326813"/>
                </a:cubicBezTo>
                <a:cubicBezTo>
                  <a:pt x="632952" y="339901"/>
                  <a:pt x="630087" y="349314"/>
                  <a:pt x="623734" y="355053"/>
                </a:cubicBezTo>
                <a:cubicBezTo>
                  <a:pt x="617381" y="360792"/>
                  <a:pt x="612353" y="363662"/>
                  <a:pt x="608651" y="363662"/>
                </a:cubicBezTo>
                <a:cubicBezTo>
                  <a:pt x="601228" y="363662"/>
                  <a:pt x="595359" y="354955"/>
                  <a:pt x="591043" y="337543"/>
                </a:cubicBezTo>
                <a:cubicBezTo>
                  <a:pt x="586541" y="320799"/>
                  <a:pt x="577202" y="300531"/>
                  <a:pt x="563026" y="276737"/>
                </a:cubicBezTo>
                <a:lnTo>
                  <a:pt x="567876" y="271463"/>
                </a:lnTo>
                <a:lnTo>
                  <a:pt x="535121" y="271463"/>
                </a:lnTo>
                <a:cubicBezTo>
                  <a:pt x="520424" y="271463"/>
                  <a:pt x="505858" y="273212"/>
                  <a:pt x="491421" y="276709"/>
                </a:cubicBezTo>
                <a:lnTo>
                  <a:pt x="471971" y="252041"/>
                </a:lnTo>
                <a:lnTo>
                  <a:pt x="722365" y="252041"/>
                </a:lnTo>
                <a:cubicBezTo>
                  <a:pt x="722365" y="241725"/>
                  <a:pt x="722219" y="231893"/>
                  <a:pt x="721926" y="222545"/>
                </a:cubicBezTo>
                <a:lnTo>
                  <a:pt x="720986" y="203597"/>
                </a:lnTo>
                <a:lnTo>
                  <a:pt x="582392" y="203597"/>
                </a:lnTo>
                <a:cubicBezTo>
                  <a:pt x="554301" y="203597"/>
                  <a:pt x="540255" y="190752"/>
                  <a:pt x="540255" y="165060"/>
                </a:cubicBezTo>
                <a:cubicBezTo>
                  <a:pt x="540255" y="86107"/>
                  <a:pt x="539669" y="34240"/>
                  <a:pt x="538497" y="9460"/>
                </a:cubicBezTo>
                <a:lnTo>
                  <a:pt x="573546" y="27013"/>
                </a:lnTo>
                <a:lnTo>
                  <a:pt x="756493" y="27013"/>
                </a:lnTo>
                <a:close/>
                <a:moveTo>
                  <a:pt x="2972953" y="1786"/>
                </a:moveTo>
                <a:lnTo>
                  <a:pt x="3017881" y="32789"/>
                </a:lnTo>
                <a:lnTo>
                  <a:pt x="3002142" y="42695"/>
                </a:lnTo>
                <a:cubicBezTo>
                  <a:pt x="3015704" y="64610"/>
                  <a:pt x="3037675" y="88469"/>
                  <a:pt x="3068054" y="114272"/>
                </a:cubicBezTo>
                <a:cubicBezTo>
                  <a:pt x="3098434" y="140076"/>
                  <a:pt x="3141250" y="159581"/>
                  <a:pt x="3196502" y="172790"/>
                </a:cubicBezTo>
                <a:lnTo>
                  <a:pt x="3196502" y="184901"/>
                </a:lnTo>
                <a:cubicBezTo>
                  <a:pt x="3177768" y="188659"/>
                  <a:pt x="3164420" y="197151"/>
                  <a:pt x="3156458" y="210378"/>
                </a:cubicBezTo>
                <a:cubicBezTo>
                  <a:pt x="3101373" y="181654"/>
                  <a:pt x="3061110" y="152796"/>
                  <a:pt x="3035670" y="123802"/>
                </a:cubicBezTo>
                <a:cubicBezTo>
                  <a:pt x="3010230" y="94809"/>
                  <a:pt x="2994608" y="71717"/>
                  <a:pt x="2988804" y="54527"/>
                </a:cubicBezTo>
                <a:cubicBezTo>
                  <a:pt x="2960600" y="101241"/>
                  <a:pt x="2930174" y="137062"/>
                  <a:pt x="2897525" y="161991"/>
                </a:cubicBezTo>
                <a:lnTo>
                  <a:pt x="2867817" y="180603"/>
                </a:lnTo>
                <a:lnTo>
                  <a:pt x="3041265" y="180603"/>
                </a:lnTo>
                <a:lnTo>
                  <a:pt x="3066771" y="156047"/>
                </a:lnTo>
                <a:lnTo>
                  <a:pt x="3105448" y="200025"/>
                </a:lnTo>
                <a:lnTo>
                  <a:pt x="2923226" y="200025"/>
                </a:lnTo>
                <a:cubicBezTo>
                  <a:pt x="2910873" y="200025"/>
                  <a:pt x="2897479" y="201783"/>
                  <a:pt x="2883042" y="205299"/>
                </a:cubicBezTo>
                <a:lnTo>
                  <a:pt x="2864988" y="182376"/>
                </a:lnTo>
                <a:lnTo>
                  <a:pt x="2843487" y="195847"/>
                </a:lnTo>
                <a:cubicBezTo>
                  <a:pt x="2823786" y="205953"/>
                  <a:pt x="2802396" y="214880"/>
                  <a:pt x="2779318" y="222629"/>
                </a:cubicBezTo>
                <a:lnTo>
                  <a:pt x="2776026" y="208899"/>
                </a:lnTo>
                <a:cubicBezTo>
                  <a:pt x="2822590" y="184826"/>
                  <a:pt x="2861718" y="157233"/>
                  <a:pt x="2893409" y="126118"/>
                </a:cubicBezTo>
                <a:cubicBezTo>
                  <a:pt x="2925100" y="95004"/>
                  <a:pt x="2951615" y="53560"/>
                  <a:pt x="2972953" y="1786"/>
                </a:cubicBezTo>
                <a:close/>
                <a:moveTo>
                  <a:pt x="2496750" y="1786"/>
                </a:moveTo>
                <a:cubicBezTo>
                  <a:pt x="2523092" y="11721"/>
                  <a:pt x="2539166" y="19892"/>
                  <a:pt x="2544970" y="26301"/>
                </a:cubicBezTo>
                <a:cubicBezTo>
                  <a:pt x="2550774" y="32710"/>
                  <a:pt x="2553676" y="38491"/>
                  <a:pt x="2553676" y="43644"/>
                </a:cubicBezTo>
                <a:cubicBezTo>
                  <a:pt x="2553676" y="50955"/>
                  <a:pt x="2549593" y="56722"/>
                  <a:pt x="2541426" y="60945"/>
                </a:cubicBezTo>
                <a:lnTo>
                  <a:pt x="2641857" y="60945"/>
                </a:lnTo>
                <a:lnTo>
                  <a:pt x="2667335" y="36389"/>
                </a:lnTo>
                <a:lnTo>
                  <a:pt x="2706039" y="80368"/>
                </a:lnTo>
                <a:lnTo>
                  <a:pt x="2596208" y="80368"/>
                </a:lnTo>
                <a:lnTo>
                  <a:pt x="2634239" y="106794"/>
                </a:lnTo>
                <a:lnTo>
                  <a:pt x="2614650" y="116505"/>
                </a:lnTo>
                <a:cubicBezTo>
                  <a:pt x="2598036" y="137545"/>
                  <a:pt x="2584140" y="152949"/>
                  <a:pt x="2572959" y="162716"/>
                </a:cubicBezTo>
                <a:lnTo>
                  <a:pt x="2666358" y="162716"/>
                </a:lnTo>
                <a:lnTo>
                  <a:pt x="2695352" y="134671"/>
                </a:lnTo>
                <a:lnTo>
                  <a:pt x="2737544" y="182166"/>
                </a:lnTo>
                <a:lnTo>
                  <a:pt x="2544942" y="182166"/>
                </a:lnTo>
                <a:lnTo>
                  <a:pt x="2544942" y="239511"/>
                </a:lnTo>
                <a:lnTo>
                  <a:pt x="2654108" y="239511"/>
                </a:lnTo>
                <a:lnTo>
                  <a:pt x="2683101" y="211467"/>
                </a:lnTo>
                <a:lnTo>
                  <a:pt x="2725294" y="258961"/>
                </a:lnTo>
                <a:lnTo>
                  <a:pt x="2544942" y="258961"/>
                </a:lnTo>
                <a:lnTo>
                  <a:pt x="2544942" y="377698"/>
                </a:lnTo>
                <a:cubicBezTo>
                  <a:pt x="2544942" y="400227"/>
                  <a:pt x="2529110" y="415417"/>
                  <a:pt x="2497447" y="423268"/>
                </a:cubicBezTo>
                <a:cubicBezTo>
                  <a:pt x="2498619" y="408310"/>
                  <a:pt x="2482276" y="395530"/>
                  <a:pt x="2448418" y="384926"/>
                </a:cubicBezTo>
                <a:lnTo>
                  <a:pt x="2451208" y="368852"/>
                </a:lnTo>
                <a:cubicBezTo>
                  <a:pt x="2477700" y="374712"/>
                  <a:pt x="2493778" y="377424"/>
                  <a:pt x="2499442" y="376987"/>
                </a:cubicBezTo>
                <a:cubicBezTo>
                  <a:pt x="2505107" y="376549"/>
                  <a:pt x="2507940" y="370964"/>
                  <a:pt x="2507940" y="360230"/>
                </a:cubicBezTo>
                <a:lnTo>
                  <a:pt x="2507940" y="258961"/>
                </a:lnTo>
                <a:lnTo>
                  <a:pt x="2399500" y="258961"/>
                </a:lnTo>
                <a:cubicBezTo>
                  <a:pt x="2384803" y="258961"/>
                  <a:pt x="2370236" y="260710"/>
                  <a:pt x="2355800" y="264208"/>
                </a:cubicBezTo>
                <a:lnTo>
                  <a:pt x="2336350" y="239511"/>
                </a:lnTo>
                <a:lnTo>
                  <a:pt x="2507940" y="239511"/>
                </a:lnTo>
                <a:lnTo>
                  <a:pt x="2507940" y="182166"/>
                </a:lnTo>
                <a:lnTo>
                  <a:pt x="2385492" y="182166"/>
                </a:lnTo>
                <a:cubicBezTo>
                  <a:pt x="2370794" y="182166"/>
                  <a:pt x="2356228" y="183915"/>
                  <a:pt x="2341792" y="187412"/>
                </a:cubicBezTo>
                <a:lnTo>
                  <a:pt x="2322342" y="162716"/>
                </a:lnTo>
                <a:lnTo>
                  <a:pt x="2469430" y="162716"/>
                </a:lnTo>
                <a:cubicBezTo>
                  <a:pt x="2465059" y="142531"/>
                  <a:pt x="2449302" y="119640"/>
                  <a:pt x="2422159" y="94041"/>
                </a:cubicBezTo>
                <a:lnTo>
                  <a:pt x="2428717" y="82154"/>
                </a:lnTo>
                <a:cubicBezTo>
                  <a:pt x="2465719" y="99343"/>
                  <a:pt x="2487336" y="112300"/>
                  <a:pt x="2493568" y="121026"/>
                </a:cubicBezTo>
                <a:cubicBezTo>
                  <a:pt x="2499801" y="129751"/>
                  <a:pt x="2502917" y="136085"/>
                  <a:pt x="2502917" y="140029"/>
                </a:cubicBezTo>
                <a:cubicBezTo>
                  <a:pt x="2502917" y="149573"/>
                  <a:pt x="2498824" y="157135"/>
                  <a:pt x="2490638" y="162716"/>
                </a:cubicBezTo>
                <a:lnTo>
                  <a:pt x="2553453" y="162716"/>
                </a:lnTo>
                <a:cubicBezTo>
                  <a:pt x="2563150" y="145750"/>
                  <a:pt x="2572183" y="125089"/>
                  <a:pt x="2580551" y="100735"/>
                </a:cubicBezTo>
                <a:lnTo>
                  <a:pt x="2587036" y="80368"/>
                </a:lnTo>
                <a:lnTo>
                  <a:pt x="2420512" y="80368"/>
                </a:lnTo>
                <a:cubicBezTo>
                  <a:pt x="2405816" y="80368"/>
                  <a:pt x="2391249" y="82126"/>
                  <a:pt x="2376813" y="85642"/>
                </a:cubicBezTo>
                <a:lnTo>
                  <a:pt x="2357363" y="60945"/>
                </a:lnTo>
                <a:lnTo>
                  <a:pt x="2520218" y="60945"/>
                </a:lnTo>
                <a:cubicBezTo>
                  <a:pt x="2518042" y="47663"/>
                  <a:pt x="2508116" y="31850"/>
                  <a:pt x="2490443" y="13507"/>
                </a:cubicBezTo>
                <a:close/>
                <a:moveTo>
                  <a:pt x="1575281" y="1786"/>
                </a:moveTo>
                <a:lnTo>
                  <a:pt x="1626264" y="26231"/>
                </a:lnTo>
                <a:lnTo>
                  <a:pt x="1612255" y="41244"/>
                </a:lnTo>
                <a:lnTo>
                  <a:pt x="1612255" y="96664"/>
                </a:lnTo>
                <a:lnTo>
                  <a:pt x="1710928" y="96664"/>
                </a:lnTo>
                <a:lnTo>
                  <a:pt x="1731159" y="77354"/>
                </a:lnTo>
                <a:lnTo>
                  <a:pt x="1761102" y="108329"/>
                </a:lnTo>
                <a:lnTo>
                  <a:pt x="1745335" y="122142"/>
                </a:lnTo>
                <a:cubicBezTo>
                  <a:pt x="1745335" y="214713"/>
                  <a:pt x="1745921" y="273323"/>
                  <a:pt x="1747093" y="297973"/>
                </a:cubicBezTo>
                <a:lnTo>
                  <a:pt x="1710091" y="312121"/>
                </a:lnTo>
                <a:lnTo>
                  <a:pt x="1710091" y="291108"/>
                </a:lnTo>
                <a:lnTo>
                  <a:pt x="1612255" y="291108"/>
                </a:lnTo>
                <a:lnTo>
                  <a:pt x="1612255" y="365029"/>
                </a:lnTo>
                <a:cubicBezTo>
                  <a:pt x="1612255" y="375559"/>
                  <a:pt x="1617473" y="380824"/>
                  <a:pt x="1627910" y="380824"/>
                </a:cubicBezTo>
                <a:lnTo>
                  <a:pt x="1748656" y="380824"/>
                </a:lnTo>
                <a:cubicBezTo>
                  <a:pt x="1755819" y="380042"/>
                  <a:pt x="1759939" y="374522"/>
                  <a:pt x="1761018" y="364262"/>
                </a:cubicBezTo>
                <a:cubicBezTo>
                  <a:pt x="1762097" y="354002"/>
                  <a:pt x="1763260" y="330929"/>
                  <a:pt x="1764506" y="295043"/>
                </a:cubicBezTo>
                <a:lnTo>
                  <a:pt x="1783845" y="295043"/>
                </a:lnTo>
                <a:cubicBezTo>
                  <a:pt x="1783845" y="326427"/>
                  <a:pt x="1785779" y="346537"/>
                  <a:pt x="1789649" y="355374"/>
                </a:cubicBezTo>
                <a:cubicBezTo>
                  <a:pt x="1793518" y="364211"/>
                  <a:pt x="1799760" y="371931"/>
                  <a:pt x="1808373" y="378535"/>
                </a:cubicBezTo>
                <a:cubicBezTo>
                  <a:pt x="1802811" y="390888"/>
                  <a:pt x="1796114" y="399348"/>
                  <a:pt x="1788282" y="403915"/>
                </a:cubicBezTo>
                <a:cubicBezTo>
                  <a:pt x="1780449" y="408482"/>
                  <a:pt x="1769604" y="410766"/>
                  <a:pt x="1755744" y="410766"/>
                </a:cubicBezTo>
                <a:lnTo>
                  <a:pt x="1619148" y="410766"/>
                </a:lnTo>
                <a:cubicBezTo>
                  <a:pt x="1591056" y="410766"/>
                  <a:pt x="1577011" y="397251"/>
                  <a:pt x="1577011" y="370220"/>
                </a:cubicBezTo>
                <a:lnTo>
                  <a:pt x="1577011" y="291108"/>
                </a:lnTo>
                <a:lnTo>
                  <a:pt x="1482663" y="291108"/>
                </a:lnTo>
                <a:lnTo>
                  <a:pt x="1482663" y="313684"/>
                </a:lnTo>
                <a:lnTo>
                  <a:pt x="1445688" y="327887"/>
                </a:lnTo>
                <a:cubicBezTo>
                  <a:pt x="1446861" y="284634"/>
                  <a:pt x="1447447" y="242046"/>
                  <a:pt x="1447447" y="200123"/>
                </a:cubicBezTo>
                <a:cubicBezTo>
                  <a:pt x="1447447" y="158200"/>
                  <a:pt x="1446861" y="117863"/>
                  <a:pt x="1445688" y="79112"/>
                </a:cubicBezTo>
                <a:lnTo>
                  <a:pt x="1480738" y="96664"/>
                </a:lnTo>
                <a:lnTo>
                  <a:pt x="1577011" y="96664"/>
                </a:lnTo>
                <a:cubicBezTo>
                  <a:pt x="1577011" y="65262"/>
                  <a:pt x="1576434" y="33636"/>
                  <a:pt x="1575281" y="1786"/>
                </a:cubicBezTo>
                <a:close/>
                <a:moveTo>
                  <a:pt x="1031146" y="1786"/>
                </a:moveTo>
                <a:lnTo>
                  <a:pt x="1077246" y="33068"/>
                </a:lnTo>
                <a:lnTo>
                  <a:pt x="1061814" y="42807"/>
                </a:lnTo>
                <a:cubicBezTo>
                  <a:pt x="1043694" y="80275"/>
                  <a:pt x="1029574" y="109026"/>
                  <a:pt x="1019454" y="129062"/>
                </a:cubicBezTo>
                <a:lnTo>
                  <a:pt x="1047471" y="145861"/>
                </a:lnTo>
                <a:lnTo>
                  <a:pt x="1033462" y="160595"/>
                </a:lnTo>
                <a:lnTo>
                  <a:pt x="1033462" y="319677"/>
                </a:lnTo>
                <a:lnTo>
                  <a:pt x="1046671" y="305355"/>
                </a:lnTo>
                <a:cubicBezTo>
                  <a:pt x="1063601" y="285516"/>
                  <a:pt x="1080560" y="261201"/>
                  <a:pt x="1097547" y="232409"/>
                </a:cubicBezTo>
                <a:cubicBezTo>
                  <a:pt x="1120197" y="194021"/>
                  <a:pt x="1137289" y="159414"/>
                  <a:pt x="1148823" y="128588"/>
                </a:cubicBezTo>
                <a:lnTo>
                  <a:pt x="1115644" y="128588"/>
                </a:lnTo>
                <a:cubicBezTo>
                  <a:pt x="1100965" y="128588"/>
                  <a:pt x="1086399" y="130337"/>
                  <a:pt x="1071944" y="133834"/>
                </a:cubicBezTo>
                <a:lnTo>
                  <a:pt x="1052522" y="109138"/>
                </a:lnTo>
                <a:lnTo>
                  <a:pt x="1171594" y="109138"/>
                </a:lnTo>
                <a:lnTo>
                  <a:pt x="1171594" y="59913"/>
                </a:lnTo>
                <a:cubicBezTo>
                  <a:pt x="1171594" y="48416"/>
                  <a:pt x="1171008" y="29626"/>
                  <a:pt x="1169836" y="3544"/>
                </a:cubicBezTo>
                <a:lnTo>
                  <a:pt x="1222577" y="28129"/>
                </a:lnTo>
                <a:lnTo>
                  <a:pt x="1206810" y="43198"/>
                </a:lnTo>
                <a:lnTo>
                  <a:pt x="1206810" y="109138"/>
                </a:lnTo>
                <a:lnTo>
                  <a:pt x="1277466" y="109138"/>
                </a:lnTo>
                <a:lnTo>
                  <a:pt x="1303000" y="84581"/>
                </a:lnTo>
                <a:lnTo>
                  <a:pt x="1341648" y="128588"/>
                </a:lnTo>
                <a:lnTo>
                  <a:pt x="1222577" y="128588"/>
                </a:lnTo>
                <a:cubicBezTo>
                  <a:pt x="1238706" y="173441"/>
                  <a:pt x="1258528" y="210508"/>
                  <a:pt x="1282043" y="239790"/>
                </a:cubicBezTo>
                <a:cubicBezTo>
                  <a:pt x="1305558" y="269072"/>
                  <a:pt x="1327761" y="287406"/>
                  <a:pt x="1348653" y="294792"/>
                </a:cubicBezTo>
                <a:lnTo>
                  <a:pt x="1348653" y="309219"/>
                </a:lnTo>
                <a:cubicBezTo>
                  <a:pt x="1328486" y="309219"/>
                  <a:pt x="1314962" y="314474"/>
                  <a:pt x="1308078" y="324985"/>
                </a:cubicBezTo>
                <a:cubicBezTo>
                  <a:pt x="1287893" y="310958"/>
                  <a:pt x="1268011" y="284932"/>
                  <a:pt x="1248431" y="246906"/>
                </a:cubicBezTo>
                <a:cubicBezTo>
                  <a:pt x="1238641" y="227893"/>
                  <a:pt x="1230056" y="208527"/>
                  <a:pt x="1222678" y="188807"/>
                </a:cubicBezTo>
                <a:lnTo>
                  <a:pt x="1206810" y="137209"/>
                </a:lnTo>
                <a:lnTo>
                  <a:pt x="1206810" y="302047"/>
                </a:lnTo>
                <a:lnTo>
                  <a:pt x="1233683" y="302047"/>
                </a:lnTo>
                <a:lnTo>
                  <a:pt x="1257430" y="279248"/>
                </a:lnTo>
                <a:lnTo>
                  <a:pt x="1294377" y="321469"/>
                </a:lnTo>
                <a:lnTo>
                  <a:pt x="1206810" y="321469"/>
                </a:lnTo>
                <a:lnTo>
                  <a:pt x="1206810" y="333664"/>
                </a:lnTo>
                <a:cubicBezTo>
                  <a:pt x="1206810" y="356881"/>
                  <a:pt x="1207396" y="380842"/>
                  <a:pt x="1208568" y="405548"/>
                </a:cubicBezTo>
                <a:lnTo>
                  <a:pt x="1169836" y="419724"/>
                </a:lnTo>
                <a:cubicBezTo>
                  <a:pt x="1171008" y="378721"/>
                  <a:pt x="1171594" y="351784"/>
                  <a:pt x="1171594" y="338910"/>
                </a:cubicBezTo>
                <a:lnTo>
                  <a:pt x="1171594" y="321469"/>
                </a:lnTo>
                <a:lnTo>
                  <a:pt x="1148935" y="321469"/>
                </a:lnTo>
                <a:cubicBezTo>
                  <a:pt x="1134238" y="321469"/>
                  <a:pt x="1119671" y="323218"/>
                  <a:pt x="1105235" y="326715"/>
                </a:cubicBezTo>
                <a:lnTo>
                  <a:pt x="1085785" y="302047"/>
                </a:lnTo>
                <a:lnTo>
                  <a:pt x="1171594" y="302047"/>
                </a:lnTo>
                <a:lnTo>
                  <a:pt x="1171594" y="142624"/>
                </a:lnTo>
                <a:cubicBezTo>
                  <a:pt x="1160766" y="184091"/>
                  <a:pt x="1143539" y="220796"/>
                  <a:pt x="1119913" y="252738"/>
                </a:cubicBezTo>
                <a:cubicBezTo>
                  <a:pt x="1096287" y="284681"/>
                  <a:pt x="1069609" y="311674"/>
                  <a:pt x="1039881" y="333720"/>
                </a:cubicBezTo>
                <a:lnTo>
                  <a:pt x="1033462" y="327372"/>
                </a:lnTo>
                <a:lnTo>
                  <a:pt x="1033462" y="405185"/>
                </a:lnTo>
                <a:lnTo>
                  <a:pt x="998218" y="421482"/>
                </a:lnTo>
                <a:cubicBezTo>
                  <a:pt x="999390" y="380461"/>
                  <a:pt x="999976" y="349421"/>
                  <a:pt x="999976" y="328362"/>
                </a:cubicBezTo>
                <a:lnTo>
                  <a:pt x="999976" y="152921"/>
                </a:lnTo>
                <a:cubicBezTo>
                  <a:pt x="987623" y="182110"/>
                  <a:pt x="966639" y="210778"/>
                  <a:pt x="937022" y="238925"/>
                </a:cubicBezTo>
                <a:lnTo>
                  <a:pt x="926446" y="229270"/>
                </a:lnTo>
                <a:cubicBezTo>
                  <a:pt x="953458" y="193942"/>
                  <a:pt x="976578" y="152624"/>
                  <a:pt x="995804" y="105315"/>
                </a:cubicBezTo>
                <a:cubicBezTo>
                  <a:pt x="1015031" y="58006"/>
                  <a:pt x="1026812" y="23497"/>
                  <a:pt x="1031146" y="1786"/>
                </a:cubicBezTo>
                <a:close/>
                <a:moveTo>
                  <a:pt x="180352" y="1786"/>
                </a:moveTo>
                <a:lnTo>
                  <a:pt x="231335" y="27878"/>
                </a:lnTo>
                <a:lnTo>
                  <a:pt x="217326" y="44398"/>
                </a:lnTo>
                <a:lnTo>
                  <a:pt x="217326" y="168102"/>
                </a:lnTo>
                <a:lnTo>
                  <a:pt x="317757" y="168102"/>
                </a:lnTo>
                <a:lnTo>
                  <a:pt x="343235" y="143545"/>
                </a:lnTo>
                <a:lnTo>
                  <a:pt x="381940" y="187524"/>
                </a:lnTo>
                <a:lnTo>
                  <a:pt x="217326" y="187524"/>
                </a:lnTo>
                <a:lnTo>
                  <a:pt x="217326" y="260943"/>
                </a:lnTo>
                <a:lnTo>
                  <a:pt x="342258" y="260943"/>
                </a:lnTo>
                <a:lnTo>
                  <a:pt x="371252" y="232898"/>
                </a:lnTo>
                <a:lnTo>
                  <a:pt x="413445" y="280393"/>
                </a:lnTo>
                <a:lnTo>
                  <a:pt x="217326" y="280393"/>
                </a:lnTo>
                <a:lnTo>
                  <a:pt x="217326" y="340305"/>
                </a:lnTo>
                <a:cubicBezTo>
                  <a:pt x="217326" y="361290"/>
                  <a:pt x="217912" y="384200"/>
                  <a:pt x="219084" y="409036"/>
                </a:cubicBezTo>
                <a:lnTo>
                  <a:pt x="180352" y="423268"/>
                </a:lnTo>
                <a:cubicBezTo>
                  <a:pt x="181524" y="395009"/>
                  <a:pt x="182110" y="370880"/>
                  <a:pt x="182110" y="350881"/>
                </a:cubicBezTo>
                <a:lnTo>
                  <a:pt x="182110" y="280393"/>
                </a:lnTo>
                <a:lnTo>
                  <a:pt x="63122" y="280393"/>
                </a:lnTo>
                <a:cubicBezTo>
                  <a:pt x="48444" y="280393"/>
                  <a:pt x="33877" y="282141"/>
                  <a:pt x="19422" y="285639"/>
                </a:cubicBezTo>
                <a:lnTo>
                  <a:pt x="0" y="260943"/>
                </a:lnTo>
                <a:lnTo>
                  <a:pt x="182110" y="260943"/>
                </a:lnTo>
                <a:lnTo>
                  <a:pt x="182110" y="187524"/>
                </a:lnTo>
                <a:lnTo>
                  <a:pt x="87650" y="187524"/>
                </a:lnTo>
                <a:cubicBezTo>
                  <a:pt x="72954" y="187524"/>
                  <a:pt x="58387" y="189273"/>
                  <a:pt x="43951" y="192770"/>
                </a:cubicBezTo>
                <a:lnTo>
                  <a:pt x="24501" y="168102"/>
                </a:lnTo>
                <a:lnTo>
                  <a:pt x="182110" y="168102"/>
                </a:lnTo>
                <a:lnTo>
                  <a:pt x="182110" y="64908"/>
                </a:lnTo>
                <a:cubicBezTo>
                  <a:pt x="182110" y="54564"/>
                  <a:pt x="181524" y="33524"/>
                  <a:pt x="180352" y="1786"/>
                </a:cubicBezTo>
                <a:close/>
                <a:moveTo>
                  <a:pt x="3341108" y="0"/>
                </a:moveTo>
                <a:lnTo>
                  <a:pt x="3380538" y="34463"/>
                </a:lnTo>
                <a:cubicBezTo>
                  <a:pt x="3366008" y="39263"/>
                  <a:pt x="3349777" y="51197"/>
                  <a:pt x="3331843" y="70266"/>
                </a:cubicBezTo>
                <a:cubicBezTo>
                  <a:pt x="3313072" y="91381"/>
                  <a:pt x="3298366" y="104152"/>
                  <a:pt x="3287725" y="108580"/>
                </a:cubicBezTo>
                <a:lnTo>
                  <a:pt x="3410089" y="107101"/>
                </a:lnTo>
                <a:cubicBezTo>
                  <a:pt x="3400192" y="91567"/>
                  <a:pt x="3390267" y="77800"/>
                  <a:pt x="3380314" y="65801"/>
                </a:cubicBezTo>
                <a:lnTo>
                  <a:pt x="3387235" y="54304"/>
                </a:lnTo>
                <a:cubicBezTo>
                  <a:pt x="3410843" y="67885"/>
                  <a:pt x="3428176" y="79902"/>
                  <a:pt x="3439236" y="90358"/>
                </a:cubicBezTo>
                <a:cubicBezTo>
                  <a:pt x="3450296" y="100813"/>
                  <a:pt x="3455491" y="111017"/>
                  <a:pt x="3454822" y="120970"/>
                </a:cubicBezTo>
                <a:cubicBezTo>
                  <a:pt x="3454152" y="130923"/>
                  <a:pt x="3450980" y="138383"/>
                  <a:pt x="3445306" y="143350"/>
                </a:cubicBezTo>
                <a:cubicBezTo>
                  <a:pt x="3439632" y="148317"/>
                  <a:pt x="3434934" y="150800"/>
                  <a:pt x="3431214" y="150800"/>
                </a:cubicBezTo>
                <a:cubicBezTo>
                  <a:pt x="3425298" y="150800"/>
                  <a:pt x="3422340" y="147656"/>
                  <a:pt x="3422340" y="141368"/>
                </a:cubicBezTo>
                <a:cubicBezTo>
                  <a:pt x="3420238" y="136066"/>
                  <a:pt x="3417931" y="129872"/>
                  <a:pt x="3415419" y="122784"/>
                </a:cubicBezTo>
                <a:cubicBezTo>
                  <a:pt x="3398267" y="125128"/>
                  <a:pt x="3372761" y="128048"/>
                  <a:pt x="3338903" y="131546"/>
                </a:cubicBezTo>
                <a:cubicBezTo>
                  <a:pt x="3306086" y="134932"/>
                  <a:pt x="3283148" y="140773"/>
                  <a:pt x="3270088" y="149070"/>
                </a:cubicBezTo>
                <a:lnTo>
                  <a:pt x="3248992" y="106850"/>
                </a:lnTo>
                <a:cubicBezTo>
                  <a:pt x="3262182" y="106850"/>
                  <a:pt x="3278367" y="94999"/>
                  <a:pt x="3297547" y="71298"/>
                </a:cubicBezTo>
                <a:cubicBezTo>
                  <a:pt x="3316728" y="47597"/>
                  <a:pt x="3331248" y="23831"/>
                  <a:pt x="3341108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1359130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600EC3E-5564-4713-ACA9-D1DC67DCCC22}"/>
              </a:ext>
            </a:extLst>
          </p:cNvPr>
          <p:cNvSpPr txBox="1"/>
          <p:nvPr/>
        </p:nvSpPr>
        <p:spPr>
          <a:xfrm>
            <a:off x="4957953" y="671101"/>
            <a:ext cx="2276093" cy="423268"/>
          </a:xfrm>
          <a:custGeom>
            <a:avLst/>
            <a:gdLst/>
            <a:ahLst/>
            <a:cxnLst/>
            <a:rect l="l" t="t" r="r" b="b"/>
            <a:pathLst>
              <a:path w="2276093" h="423268">
                <a:moveTo>
                  <a:pt x="1976028" y="271463"/>
                </a:moveTo>
                <a:cubicBezTo>
                  <a:pt x="1968103" y="284337"/>
                  <a:pt x="1960141" y="296466"/>
                  <a:pt x="1952141" y="307851"/>
                </a:cubicBezTo>
                <a:cubicBezTo>
                  <a:pt x="1964494" y="310400"/>
                  <a:pt x="1980028" y="313377"/>
                  <a:pt x="1998743" y="316781"/>
                </a:cubicBezTo>
                <a:cubicBezTo>
                  <a:pt x="2007394" y="307944"/>
                  <a:pt x="2016891" y="292838"/>
                  <a:pt x="2027234" y="271463"/>
                </a:cubicBezTo>
                <a:close/>
                <a:moveTo>
                  <a:pt x="727834" y="197402"/>
                </a:moveTo>
                <a:lnTo>
                  <a:pt x="727834" y="225252"/>
                </a:lnTo>
                <a:lnTo>
                  <a:pt x="790677" y="225252"/>
                </a:lnTo>
                <a:lnTo>
                  <a:pt x="790677" y="197402"/>
                </a:lnTo>
                <a:close/>
                <a:moveTo>
                  <a:pt x="636780" y="197402"/>
                </a:moveTo>
                <a:lnTo>
                  <a:pt x="636780" y="225252"/>
                </a:lnTo>
                <a:lnTo>
                  <a:pt x="694376" y="225252"/>
                </a:lnTo>
                <a:lnTo>
                  <a:pt x="694376" y="197402"/>
                </a:lnTo>
                <a:close/>
                <a:moveTo>
                  <a:pt x="287340" y="159563"/>
                </a:moveTo>
                <a:lnTo>
                  <a:pt x="320659" y="200025"/>
                </a:lnTo>
                <a:lnTo>
                  <a:pt x="219084" y="200025"/>
                </a:lnTo>
                <a:lnTo>
                  <a:pt x="219084" y="255585"/>
                </a:lnTo>
                <a:lnTo>
                  <a:pt x="314269" y="255585"/>
                </a:lnTo>
                <a:lnTo>
                  <a:pt x="338128" y="232786"/>
                </a:lnTo>
                <a:lnTo>
                  <a:pt x="373177" y="275035"/>
                </a:lnTo>
                <a:lnTo>
                  <a:pt x="219084" y="275035"/>
                </a:lnTo>
                <a:lnTo>
                  <a:pt x="219084" y="384200"/>
                </a:lnTo>
                <a:lnTo>
                  <a:pt x="241408" y="384200"/>
                </a:lnTo>
                <a:cubicBezTo>
                  <a:pt x="266095" y="334808"/>
                  <a:pt x="281341" y="299191"/>
                  <a:pt x="287145" y="277351"/>
                </a:cubicBezTo>
                <a:lnTo>
                  <a:pt x="334668" y="310977"/>
                </a:lnTo>
                <a:lnTo>
                  <a:pt x="313460" y="320465"/>
                </a:lnTo>
                <a:cubicBezTo>
                  <a:pt x="297238" y="343124"/>
                  <a:pt x="279787" y="364369"/>
                  <a:pt x="261109" y="384200"/>
                </a:cubicBezTo>
                <a:lnTo>
                  <a:pt x="352778" y="384200"/>
                </a:lnTo>
                <a:lnTo>
                  <a:pt x="378423" y="359644"/>
                </a:lnTo>
                <a:lnTo>
                  <a:pt x="415202" y="403622"/>
                </a:lnTo>
                <a:lnTo>
                  <a:pt x="64907" y="403622"/>
                </a:lnTo>
                <a:cubicBezTo>
                  <a:pt x="50211" y="403622"/>
                  <a:pt x="35644" y="405380"/>
                  <a:pt x="21208" y="408896"/>
                </a:cubicBezTo>
                <a:lnTo>
                  <a:pt x="1758" y="384200"/>
                </a:lnTo>
                <a:lnTo>
                  <a:pt x="128836" y="384200"/>
                </a:lnTo>
                <a:lnTo>
                  <a:pt x="126864" y="382442"/>
                </a:lnTo>
                <a:cubicBezTo>
                  <a:pt x="124032" y="378814"/>
                  <a:pt x="121639" y="373373"/>
                  <a:pt x="119685" y="366118"/>
                </a:cubicBezTo>
                <a:cubicBezTo>
                  <a:pt x="113732" y="346975"/>
                  <a:pt x="99519" y="323134"/>
                  <a:pt x="77046" y="294596"/>
                </a:cubicBezTo>
                <a:lnTo>
                  <a:pt x="86534" y="283574"/>
                </a:lnTo>
                <a:cubicBezTo>
                  <a:pt x="127778" y="308298"/>
                  <a:pt x="149967" y="324767"/>
                  <a:pt x="153102" y="332980"/>
                </a:cubicBezTo>
                <a:cubicBezTo>
                  <a:pt x="156237" y="341194"/>
                  <a:pt x="157804" y="347700"/>
                  <a:pt x="157804" y="352500"/>
                </a:cubicBezTo>
                <a:cubicBezTo>
                  <a:pt x="157804" y="361839"/>
                  <a:pt x="155334" y="370071"/>
                  <a:pt x="150395" y="377196"/>
                </a:cubicBezTo>
                <a:lnTo>
                  <a:pt x="144162" y="384200"/>
                </a:lnTo>
                <a:lnTo>
                  <a:pt x="183868" y="384200"/>
                </a:lnTo>
                <a:lnTo>
                  <a:pt x="183868" y="275035"/>
                </a:lnTo>
                <a:lnTo>
                  <a:pt x="106933" y="275035"/>
                </a:lnTo>
                <a:cubicBezTo>
                  <a:pt x="92236" y="275035"/>
                  <a:pt x="77669" y="276783"/>
                  <a:pt x="63233" y="280281"/>
                </a:cubicBezTo>
                <a:lnTo>
                  <a:pt x="43783" y="255585"/>
                </a:lnTo>
                <a:lnTo>
                  <a:pt x="183868" y="255585"/>
                </a:lnTo>
                <a:lnTo>
                  <a:pt x="183868" y="200025"/>
                </a:lnTo>
                <a:lnTo>
                  <a:pt x="159451" y="200025"/>
                </a:lnTo>
                <a:cubicBezTo>
                  <a:pt x="144754" y="200025"/>
                  <a:pt x="130187" y="201783"/>
                  <a:pt x="115751" y="205299"/>
                </a:cubicBezTo>
                <a:lnTo>
                  <a:pt x="96301" y="180603"/>
                </a:lnTo>
                <a:lnTo>
                  <a:pt x="265239" y="180603"/>
                </a:lnTo>
                <a:close/>
                <a:moveTo>
                  <a:pt x="2122001" y="132160"/>
                </a:moveTo>
                <a:cubicBezTo>
                  <a:pt x="2127768" y="195914"/>
                  <a:pt x="2139953" y="248962"/>
                  <a:pt x="2158556" y="291304"/>
                </a:cubicBezTo>
                <a:cubicBezTo>
                  <a:pt x="2173756" y="254841"/>
                  <a:pt x="2183681" y="201793"/>
                  <a:pt x="2188331" y="132160"/>
                </a:cubicBezTo>
                <a:close/>
                <a:moveTo>
                  <a:pt x="2002929" y="132160"/>
                </a:moveTo>
                <a:lnTo>
                  <a:pt x="2002929" y="139917"/>
                </a:lnTo>
                <a:cubicBezTo>
                  <a:pt x="2028192" y="145387"/>
                  <a:pt x="2044429" y="151061"/>
                  <a:pt x="2051637" y="156940"/>
                </a:cubicBezTo>
                <a:cubicBezTo>
                  <a:pt x="2058846" y="162818"/>
                  <a:pt x="2062451" y="170176"/>
                  <a:pt x="2062451" y="179013"/>
                </a:cubicBezTo>
                <a:lnTo>
                  <a:pt x="2060201" y="194694"/>
                </a:lnTo>
                <a:lnTo>
                  <a:pt x="2060002" y="195125"/>
                </a:lnTo>
                <a:lnTo>
                  <a:pt x="2050089" y="205272"/>
                </a:lnTo>
                <a:cubicBezTo>
                  <a:pt x="2045903" y="205272"/>
                  <a:pt x="2040368" y="200481"/>
                  <a:pt x="2033485" y="190900"/>
                </a:cubicBezTo>
                <a:cubicBezTo>
                  <a:pt x="2024574" y="178715"/>
                  <a:pt x="2014389" y="167255"/>
                  <a:pt x="2002929" y="156521"/>
                </a:cubicBezTo>
                <a:lnTo>
                  <a:pt x="2002929" y="208034"/>
                </a:lnTo>
                <a:lnTo>
                  <a:pt x="1981916" y="219085"/>
                </a:lnTo>
                <a:lnTo>
                  <a:pt x="2006417" y="230470"/>
                </a:lnTo>
                <a:cubicBezTo>
                  <a:pt x="1999403" y="235047"/>
                  <a:pt x="1991822" y="242237"/>
                  <a:pt x="1983674" y="252041"/>
                </a:cubicBezTo>
                <a:lnTo>
                  <a:pt x="2029411" y="252041"/>
                </a:lnTo>
                <a:lnTo>
                  <a:pt x="2043894" y="234488"/>
                </a:lnTo>
                <a:lnTo>
                  <a:pt x="2076459" y="264152"/>
                </a:lnTo>
                <a:lnTo>
                  <a:pt x="2059493" y="275174"/>
                </a:lnTo>
                <a:cubicBezTo>
                  <a:pt x="2048070" y="301442"/>
                  <a:pt x="2037968" y="318307"/>
                  <a:pt x="2029188" y="325767"/>
                </a:cubicBezTo>
                <a:cubicBezTo>
                  <a:pt x="2046303" y="329506"/>
                  <a:pt x="2058460" y="334324"/>
                  <a:pt x="2065660" y="340221"/>
                </a:cubicBezTo>
                <a:cubicBezTo>
                  <a:pt x="2072859" y="346119"/>
                  <a:pt x="2076459" y="354230"/>
                  <a:pt x="2076459" y="364555"/>
                </a:cubicBezTo>
                <a:cubicBezTo>
                  <a:pt x="2076459" y="367136"/>
                  <a:pt x="2076238" y="369395"/>
                  <a:pt x="2075796" y="371331"/>
                </a:cubicBezTo>
                <a:lnTo>
                  <a:pt x="2074031" y="375629"/>
                </a:lnTo>
                <a:lnTo>
                  <a:pt x="2084335" y="368810"/>
                </a:lnTo>
                <a:cubicBezTo>
                  <a:pt x="2105641" y="352932"/>
                  <a:pt x="2123963" y="335468"/>
                  <a:pt x="2139302" y="316418"/>
                </a:cubicBezTo>
                <a:cubicBezTo>
                  <a:pt x="2117145" y="262580"/>
                  <a:pt x="2105629" y="204379"/>
                  <a:pt x="2104755" y="141815"/>
                </a:cubicBezTo>
                <a:cubicBezTo>
                  <a:pt x="2099416" y="170409"/>
                  <a:pt x="2084449" y="198965"/>
                  <a:pt x="2059856" y="227484"/>
                </a:cubicBezTo>
                <a:lnTo>
                  <a:pt x="2048247" y="220592"/>
                </a:lnTo>
                <a:lnTo>
                  <a:pt x="2060002" y="195125"/>
                </a:lnTo>
                <a:lnTo>
                  <a:pt x="2060162" y="194961"/>
                </a:lnTo>
                <a:lnTo>
                  <a:pt x="2060201" y="194694"/>
                </a:lnTo>
                <a:lnTo>
                  <a:pt x="2078258" y="155574"/>
                </a:lnTo>
                <a:lnTo>
                  <a:pt x="2086521" y="132160"/>
                </a:lnTo>
                <a:close/>
                <a:moveTo>
                  <a:pt x="1507806" y="120133"/>
                </a:moveTo>
                <a:cubicBezTo>
                  <a:pt x="1538185" y="138494"/>
                  <a:pt x="1556477" y="151996"/>
                  <a:pt x="1562681" y="160637"/>
                </a:cubicBezTo>
                <a:cubicBezTo>
                  <a:pt x="1568886" y="169278"/>
                  <a:pt x="1571988" y="175506"/>
                  <a:pt x="1571988" y="179320"/>
                </a:cubicBezTo>
                <a:cubicBezTo>
                  <a:pt x="1571988" y="186370"/>
                  <a:pt x="1569183" y="193370"/>
                  <a:pt x="1563574" y="200318"/>
                </a:cubicBezTo>
                <a:cubicBezTo>
                  <a:pt x="1557965" y="207267"/>
                  <a:pt x="1553152" y="210741"/>
                  <a:pt x="1549133" y="210741"/>
                </a:cubicBezTo>
                <a:cubicBezTo>
                  <a:pt x="1542901" y="210741"/>
                  <a:pt x="1538194" y="205076"/>
                  <a:pt x="1535013" y="193747"/>
                </a:cubicBezTo>
                <a:cubicBezTo>
                  <a:pt x="1531739" y="181078"/>
                  <a:pt x="1519479" y="160149"/>
                  <a:pt x="1498234" y="130960"/>
                </a:cubicBezTo>
                <a:close/>
                <a:moveTo>
                  <a:pt x="1112099" y="57736"/>
                </a:moveTo>
                <a:lnTo>
                  <a:pt x="1147288" y="98227"/>
                </a:lnTo>
                <a:lnTo>
                  <a:pt x="1059749" y="98227"/>
                </a:lnTo>
                <a:lnTo>
                  <a:pt x="1059749" y="278383"/>
                </a:lnTo>
                <a:cubicBezTo>
                  <a:pt x="1087692" y="271537"/>
                  <a:pt x="1115523" y="263361"/>
                  <a:pt x="1143242" y="253855"/>
                </a:cubicBezTo>
                <a:lnTo>
                  <a:pt x="1149046" y="269370"/>
                </a:lnTo>
                <a:cubicBezTo>
                  <a:pt x="1095449" y="289294"/>
                  <a:pt x="1053433" y="305577"/>
                  <a:pt x="1022998" y="318218"/>
                </a:cubicBezTo>
                <a:cubicBezTo>
                  <a:pt x="992563" y="330859"/>
                  <a:pt x="973903" y="340994"/>
                  <a:pt x="967020" y="348621"/>
                </a:cubicBezTo>
                <a:lnTo>
                  <a:pt x="936966" y="307516"/>
                </a:lnTo>
                <a:cubicBezTo>
                  <a:pt x="957039" y="304559"/>
                  <a:pt x="986805" y="297601"/>
                  <a:pt x="1026263" y="286643"/>
                </a:cubicBezTo>
                <a:lnTo>
                  <a:pt x="1026263" y="98227"/>
                </a:lnTo>
                <a:lnTo>
                  <a:pt x="1005362" y="98227"/>
                </a:lnTo>
                <a:cubicBezTo>
                  <a:pt x="990665" y="98227"/>
                  <a:pt x="976098" y="99976"/>
                  <a:pt x="961662" y="103473"/>
                </a:cubicBezTo>
                <a:lnTo>
                  <a:pt x="942212" y="78777"/>
                </a:lnTo>
                <a:lnTo>
                  <a:pt x="1090110" y="78777"/>
                </a:lnTo>
                <a:close/>
                <a:moveTo>
                  <a:pt x="563249" y="42863"/>
                </a:moveTo>
                <a:lnTo>
                  <a:pt x="563249" y="78777"/>
                </a:lnTo>
                <a:lnTo>
                  <a:pt x="802928" y="78777"/>
                </a:lnTo>
                <a:lnTo>
                  <a:pt x="802928" y="42863"/>
                </a:lnTo>
                <a:close/>
                <a:moveTo>
                  <a:pt x="1720109" y="26789"/>
                </a:moveTo>
                <a:lnTo>
                  <a:pt x="1750609" y="71605"/>
                </a:lnTo>
                <a:cubicBezTo>
                  <a:pt x="1735373" y="74768"/>
                  <a:pt x="1720220" y="79823"/>
                  <a:pt x="1705152" y="86772"/>
                </a:cubicBezTo>
                <a:cubicBezTo>
                  <a:pt x="1690083" y="93720"/>
                  <a:pt x="1664373" y="106971"/>
                  <a:pt x="1628021" y="126523"/>
                </a:cubicBezTo>
                <a:lnTo>
                  <a:pt x="1638542" y="133164"/>
                </a:lnTo>
                <a:lnTo>
                  <a:pt x="1626263" y="144075"/>
                </a:lnTo>
                <a:lnTo>
                  <a:pt x="1626263" y="200695"/>
                </a:lnTo>
                <a:cubicBezTo>
                  <a:pt x="1660419" y="164679"/>
                  <a:pt x="1683990" y="136662"/>
                  <a:pt x="1696975" y="116644"/>
                </a:cubicBezTo>
                <a:lnTo>
                  <a:pt x="1731327" y="157916"/>
                </a:lnTo>
                <a:lnTo>
                  <a:pt x="1710370" y="160484"/>
                </a:lnTo>
                <a:cubicBezTo>
                  <a:pt x="1663805" y="193077"/>
                  <a:pt x="1636356" y="211299"/>
                  <a:pt x="1628021" y="215150"/>
                </a:cubicBezTo>
                <a:cubicBezTo>
                  <a:pt x="1682158" y="241493"/>
                  <a:pt x="1712035" y="259343"/>
                  <a:pt x="1717653" y="268700"/>
                </a:cubicBezTo>
                <a:cubicBezTo>
                  <a:pt x="1723271" y="278058"/>
                  <a:pt x="1726081" y="286355"/>
                  <a:pt x="1726081" y="293592"/>
                </a:cubicBezTo>
                <a:cubicBezTo>
                  <a:pt x="1726081" y="300270"/>
                  <a:pt x="1724569" y="306628"/>
                  <a:pt x="1721546" y="312665"/>
                </a:cubicBezTo>
                <a:cubicBezTo>
                  <a:pt x="1718523" y="318702"/>
                  <a:pt x="1715328" y="321720"/>
                  <a:pt x="1711961" y="321720"/>
                </a:cubicBezTo>
                <a:cubicBezTo>
                  <a:pt x="1705245" y="321720"/>
                  <a:pt x="1696854" y="313525"/>
                  <a:pt x="1686790" y="297136"/>
                </a:cubicBezTo>
                <a:cubicBezTo>
                  <a:pt x="1672856" y="276244"/>
                  <a:pt x="1652680" y="253501"/>
                  <a:pt x="1626263" y="228907"/>
                </a:cubicBezTo>
                <a:lnTo>
                  <a:pt x="1626263" y="323367"/>
                </a:lnTo>
                <a:cubicBezTo>
                  <a:pt x="1626263" y="343310"/>
                  <a:pt x="1611213" y="358518"/>
                  <a:pt x="1581113" y="368992"/>
                </a:cubicBezTo>
                <a:cubicBezTo>
                  <a:pt x="1579773" y="354165"/>
                  <a:pt x="1563821" y="342045"/>
                  <a:pt x="1533255" y="332631"/>
                </a:cubicBezTo>
                <a:lnTo>
                  <a:pt x="1533255" y="316251"/>
                </a:lnTo>
                <a:cubicBezTo>
                  <a:pt x="1564695" y="319767"/>
                  <a:pt x="1582480" y="321399"/>
                  <a:pt x="1586610" y="321148"/>
                </a:cubicBezTo>
                <a:cubicBezTo>
                  <a:pt x="1590740" y="320897"/>
                  <a:pt x="1592805" y="318716"/>
                  <a:pt x="1592805" y="314604"/>
                </a:cubicBezTo>
                <a:lnTo>
                  <a:pt x="1592805" y="232423"/>
                </a:lnTo>
                <a:cubicBezTo>
                  <a:pt x="1542706" y="268942"/>
                  <a:pt x="1511303" y="294038"/>
                  <a:pt x="1498597" y="307712"/>
                </a:cubicBezTo>
                <a:lnTo>
                  <a:pt x="1475687" y="282468"/>
                </a:lnTo>
                <a:lnTo>
                  <a:pt x="1475687" y="369913"/>
                </a:lnTo>
                <a:lnTo>
                  <a:pt x="1739894" y="369913"/>
                </a:lnTo>
                <a:lnTo>
                  <a:pt x="1739894" y="221150"/>
                </a:lnTo>
                <a:cubicBezTo>
                  <a:pt x="1739894" y="195626"/>
                  <a:pt x="1739308" y="166986"/>
                  <a:pt x="1738136" y="135229"/>
                </a:cubicBezTo>
                <a:lnTo>
                  <a:pt x="1790877" y="159479"/>
                </a:lnTo>
                <a:lnTo>
                  <a:pt x="1775110" y="176222"/>
                </a:lnTo>
                <a:lnTo>
                  <a:pt x="1775110" y="336705"/>
                </a:lnTo>
                <a:cubicBezTo>
                  <a:pt x="1775110" y="357560"/>
                  <a:pt x="1775696" y="380359"/>
                  <a:pt x="1776868" y="405101"/>
                </a:cubicBezTo>
                <a:lnTo>
                  <a:pt x="1739894" y="421482"/>
                </a:lnTo>
                <a:lnTo>
                  <a:pt x="1739894" y="389335"/>
                </a:lnTo>
                <a:lnTo>
                  <a:pt x="1474124" y="389335"/>
                </a:lnTo>
                <a:lnTo>
                  <a:pt x="1454283" y="405101"/>
                </a:lnTo>
                <a:lnTo>
                  <a:pt x="1426434" y="377447"/>
                </a:lnTo>
                <a:lnTo>
                  <a:pt x="1440442" y="363578"/>
                </a:lnTo>
                <a:lnTo>
                  <a:pt x="1440442" y="207141"/>
                </a:lnTo>
                <a:cubicBezTo>
                  <a:pt x="1440442" y="187459"/>
                  <a:pt x="1439866" y="161153"/>
                  <a:pt x="1438712" y="128225"/>
                </a:cubicBezTo>
                <a:lnTo>
                  <a:pt x="1491453" y="152698"/>
                </a:lnTo>
                <a:lnTo>
                  <a:pt x="1475687" y="167767"/>
                </a:lnTo>
                <a:lnTo>
                  <a:pt x="1475687" y="271957"/>
                </a:lnTo>
                <a:lnTo>
                  <a:pt x="1495280" y="265052"/>
                </a:lnTo>
                <a:cubicBezTo>
                  <a:pt x="1505179" y="261029"/>
                  <a:pt x="1516038" y="256134"/>
                  <a:pt x="1527855" y="250366"/>
                </a:cubicBezTo>
                <a:cubicBezTo>
                  <a:pt x="1551491" y="238832"/>
                  <a:pt x="1573141" y="226517"/>
                  <a:pt x="1592805" y="213420"/>
                </a:cubicBezTo>
                <a:lnTo>
                  <a:pt x="1592805" y="164028"/>
                </a:lnTo>
                <a:cubicBezTo>
                  <a:pt x="1592805" y="143285"/>
                  <a:pt x="1592219" y="122821"/>
                  <a:pt x="1591047" y="102636"/>
                </a:cubicBezTo>
                <a:lnTo>
                  <a:pt x="1613790" y="114886"/>
                </a:lnTo>
                <a:lnTo>
                  <a:pt x="1690864" y="66080"/>
                </a:lnTo>
                <a:lnTo>
                  <a:pt x="1500104" y="66080"/>
                </a:lnTo>
                <a:cubicBezTo>
                  <a:pt x="1485407" y="66080"/>
                  <a:pt x="1470840" y="67829"/>
                  <a:pt x="1456404" y="71326"/>
                </a:cubicBezTo>
                <a:lnTo>
                  <a:pt x="1436954" y="46630"/>
                </a:lnTo>
                <a:lnTo>
                  <a:pt x="1693850" y="46630"/>
                </a:lnTo>
                <a:close/>
                <a:moveTo>
                  <a:pt x="1901102" y="24529"/>
                </a:moveTo>
                <a:cubicBezTo>
                  <a:pt x="1926347" y="40919"/>
                  <a:pt x="1941458" y="52876"/>
                  <a:pt x="1946435" y="60401"/>
                </a:cubicBezTo>
                <a:cubicBezTo>
                  <a:pt x="1951411" y="67926"/>
                  <a:pt x="1953899" y="73642"/>
                  <a:pt x="1953899" y="77549"/>
                </a:cubicBezTo>
                <a:cubicBezTo>
                  <a:pt x="1953899" y="84525"/>
                  <a:pt x="1951430" y="91576"/>
                  <a:pt x="1946490" y="98701"/>
                </a:cubicBezTo>
                <a:cubicBezTo>
                  <a:pt x="1941551" y="105826"/>
                  <a:pt x="1936979" y="109389"/>
                  <a:pt x="1932775" y="109389"/>
                </a:cubicBezTo>
                <a:cubicBezTo>
                  <a:pt x="1926561" y="109389"/>
                  <a:pt x="1921334" y="102236"/>
                  <a:pt x="1917092" y="87930"/>
                </a:cubicBezTo>
                <a:cubicBezTo>
                  <a:pt x="1912572" y="71968"/>
                  <a:pt x="1903753" y="53672"/>
                  <a:pt x="1890638" y="33040"/>
                </a:cubicBezTo>
                <a:close/>
                <a:moveTo>
                  <a:pt x="2048024" y="19283"/>
                </a:moveTo>
                <a:lnTo>
                  <a:pt x="2088737" y="48556"/>
                </a:lnTo>
                <a:cubicBezTo>
                  <a:pt x="2077910" y="52276"/>
                  <a:pt x="2069418" y="58267"/>
                  <a:pt x="2063260" y="66527"/>
                </a:cubicBezTo>
                <a:cubicBezTo>
                  <a:pt x="2054516" y="76610"/>
                  <a:pt x="2039847" y="91483"/>
                  <a:pt x="2019253" y="111147"/>
                </a:cubicBezTo>
                <a:lnTo>
                  <a:pt x="2007980" y="104143"/>
                </a:lnTo>
                <a:cubicBezTo>
                  <a:pt x="2030229" y="67029"/>
                  <a:pt x="2043577" y="38742"/>
                  <a:pt x="2048024" y="19283"/>
                </a:cubicBezTo>
                <a:close/>
                <a:moveTo>
                  <a:pt x="815764" y="5358"/>
                </a:moveTo>
                <a:lnTo>
                  <a:pt x="850422" y="32566"/>
                </a:lnTo>
                <a:lnTo>
                  <a:pt x="838172" y="43254"/>
                </a:lnTo>
                <a:cubicBezTo>
                  <a:pt x="838172" y="64089"/>
                  <a:pt x="838749" y="82981"/>
                  <a:pt x="839902" y="99929"/>
                </a:cubicBezTo>
                <a:lnTo>
                  <a:pt x="810840" y="109602"/>
                </a:lnTo>
                <a:lnTo>
                  <a:pt x="836414" y="141982"/>
                </a:lnTo>
                <a:cubicBezTo>
                  <a:pt x="816657" y="141982"/>
                  <a:pt x="780464" y="143629"/>
                  <a:pt x="727834" y="146922"/>
                </a:cubicBezTo>
                <a:lnTo>
                  <a:pt x="727834" y="176808"/>
                </a:lnTo>
                <a:lnTo>
                  <a:pt x="791096" y="176808"/>
                </a:lnTo>
                <a:lnTo>
                  <a:pt x="805272" y="159284"/>
                </a:lnTo>
                <a:lnTo>
                  <a:pt x="838172" y="184622"/>
                </a:lnTo>
                <a:lnTo>
                  <a:pt x="824163" y="197263"/>
                </a:lnTo>
                <a:cubicBezTo>
                  <a:pt x="824163" y="216220"/>
                  <a:pt x="824740" y="233223"/>
                  <a:pt x="825894" y="248274"/>
                </a:cubicBezTo>
                <a:lnTo>
                  <a:pt x="790677" y="258682"/>
                </a:lnTo>
                <a:lnTo>
                  <a:pt x="790677" y="244674"/>
                </a:lnTo>
                <a:lnTo>
                  <a:pt x="727834" y="244674"/>
                </a:lnTo>
                <a:lnTo>
                  <a:pt x="727834" y="269872"/>
                </a:lnTo>
                <a:lnTo>
                  <a:pt x="819113" y="269872"/>
                </a:lnTo>
                <a:lnTo>
                  <a:pt x="833428" y="252320"/>
                </a:lnTo>
                <a:lnTo>
                  <a:pt x="866189" y="279639"/>
                </a:lnTo>
                <a:lnTo>
                  <a:pt x="853910" y="290271"/>
                </a:lnTo>
                <a:lnTo>
                  <a:pt x="853910" y="371671"/>
                </a:lnTo>
                <a:cubicBezTo>
                  <a:pt x="855083" y="394330"/>
                  <a:pt x="840051" y="410933"/>
                  <a:pt x="808816" y="421482"/>
                </a:cubicBezTo>
                <a:cubicBezTo>
                  <a:pt x="807458" y="407734"/>
                  <a:pt x="791486" y="396125"/>
                  <a:pt x="760902" y="386656"/>
                </a:cubicBezTo>
                <a:lnTo>
                  <a:pt x="760902" y="370248"/>
                </a:lnTo>
                <a:cubicBezTo>
                  <a:pt x="786649" y="373782"/>
                  <a:pt x="803011" y="375550"/>
                  <a:pt x="809988" y="375550"/>
                </a:cubicBezTo>
                <a:cubicBezTo>
                  <a:pt x="816964" y="375550"/>
                  <a:pt x="820452" y="372043"/>
                  <a:pt x="820452" y="365029"/>
                </a:cubicBezTo>
                <a:lnTo>
                  <a:pt x="820452" y="289322"/>
                </a:lnTo>
                <a:lnTo>
                  <a:pt x="727834" y="289322"/>
                </a:lnTo>
                <a:lnTo>
                  <a:pt x="727834" y="322362"/>
                </a:lnTo>
                <a:lnTo>
                  <a:pt x="766148" y="322725"/>
                </a:lnTo>
                <a:cubicBezTo>
                  <a:pt x="761925" y="316232"/>
                  <a:pt x="757256" y="308409"/>
                  <a:pt x="752140" y="299257"/>
                </a:cubicBezTo>
                <a:lnTo>
                  <a:pt x="762939" y="290857"/>
                </a:lnTo>
                <a:cubicBezTo>
                  <a:pt x="793133" y="313367"/>
                  <a:pt x="808550" y="329631"/>
                  <a:pt x="809192" y="339649"/>
                </a:cubicBezTo>
                <a:cubicBezTo>
                  <a:pt x="809834" y="349667"/>
                  <a:pt x="807271" y="357206"/>
                  <a:pt x="801504" y="362267"/>
                </a:cubicBezTo>
                <a:cubicBezTo>
                  <a:pt x="795737" y="367327"/>
                  <a:pt x="791579" y="369857"/>
                  <a:pt x="789031" y="369857"/>
                </a:cubicBezTo>
                <a:cubicBezTo>
                  <a:pt x="782594" y="369857"/>
                  <a:pt x="778529" y="365652"/>
                  <a:pt x="776836" y="357244"/>
                </a:cubicBezTo>
                <a:cubicBezTo>
                  <a:pt x="774548" y="349244"/>
                  <a:pt x="772706" y="342947"/>
                  <a:pt x="771311" y="338352"/>
                </a:cubicBezTo>
                <a:cubicBezTo>
                  <a:pt x="701752" y="347561"/>
                  <a:pt x="659857" y="357476"/>
                  <a:pt x="645626" y="368099"/>
                </a:cubicBezTo>
                <a:lnTo>
                  <a:pt x="626064" y="329869"/>
                </a:lnTo>
                <a:lnTo>
                  <a:pt x="694376" y="326213"/>
                </a:lnTo>
                <a:lnTo>
                  <a:pt x="694376" y="289322"/>
                </a:lnTo>
                <a:lnTo>
                  <a:pt x="610521" y="289322"/>
                </a:lnTo>
                <a:lnTo>
                  <a:pt x="610521" y="403622"/>
                </a:lnTo>
                <a:lnTo>
                  <a:pt x="575304" y="417966"/>
                </a:lnTo>
                <a:cubicBezTo>
                  <a:pt x="576458" y="398878"/>
                  <a:pt x="577034" y="373894"/>
                  <a:pt x="577034" y="343012"/>
                </a:cubicBezTo>
                <a:cubicBezTo>
                  <a:pt x="577034" y="312130"/>
                  <a:pt x="576458" y="283071"/>
                  <a:pt x="575304" y="255836"/>
                </a:cubicBezTo>
                <a:lnTo>
                  <a:pt x="606726" y="269872"/>
                </a:lnTo>
                <a:lnTo>
                  <a:pt x="694376" y="269872"/>
                </a:lnTo>
                <a:lnTo>
                  <a:pt x="694376" y="244674"/>
                </a:lnTo>
                <a:lnTo>
                  <a:pt x="636780" y="244674"/>
                </a:lnTo>
                <a:lnTo>
                  <a:pt x="636780" y="252152"/>
                </a:lnTo>
                <a:lnTo>
                  <a:pt x="601563" y="260440"/>
                </a:lnTo>
                <a:cubicBezTo>
                  <a:pt x="602735" y="238935"/>
                  <a:pt x="603321" y="221787"/>
                  <a:pt x="603321" y="208997"/>
                </a:cubicBezTo>
                <a:cubicBezTo>
                  <a:pt x="603321" y="196207"/>
                  <a:pt x="602735" y="180799"/>
                  <a:pt x="601563" y="162772"/>
                </a:cubicBezTo>
                <a:lnTo>
                  <a:pt x="632984" y="176808"/>
                </a:lnTo>
                <a:lnTo>
                  <a:pt x="694376" y="176808"/>
                </a:lnTo>
                <a:lnTo>
                  <a:pt x="694376" y="148987"/>
                </a:lnTo>
                <a:cubicBezTo>
                  <a:pt x="660592" y="150140"/>
                  <a:pt x="623813" y="150717"/>
                  <a:pt x="584039" y="150717"/>
                </a:cubicBezTo>
                <a:lnTo>
                  <a:pt x="584039" y="135146"/>
                </a:lnTo>
                <a:cubicBezTo>
                  <a:pt x="628873" y="132653"/>
                  <a:pt x="671857" y="128797"/>
                  <a:pt x="712989" y="123579"/>
                </a:cubicBezTo>
                <a:cubicBezTo>
                  <a:pt x="733555" y="120970"/>
                  <a:pt x="751459" y="117825"/>
                  <a:pt x="766700" y="114143"/>
                </a:cubicBezTo>
                <a:lnTo>
                  <a:pt x="802928" y="101997"/>
                </a:lnTo>
                <a:lnTo>
                  <a:pt x="802928" y="98227"/>
                </a:lnTo>
                <a:lnTo>
                  <a:pt x="563249" y="98227"/>
                </a:lnTo>
                <a:cubicBezTo>
                  <a:pt x="563249" y="151266"/>
                  <a:pt x="562352" y="194007"/>
                  <a:pt x="560556" y="226452"/>
                </a:cubicBezTo>
                <a:cubicBezTo>
                  <a:pt x="558761" y="258896"/>
                  <a:pt x="551924" y="291801"/>
                  <a:pt x="540046" y="325167"/>
                </a:cubicBezTo>
                <a:cubicBezTo>
                  <a:pt x="528168" y="358532"/>
                  <a:pt x="507504" y="390051"/>
                  <a:pt x="478054" y="419724"/>
                </a:cubicBezTo>
                <a:lnTo>
                  <a:pt x="466725" y="412803"/>
                </a:lnTo>
                <a:cubicBezTo>
                  <a:pt x="486649" y="378275"/>
                  <a:pt x="500681" y="347040"/>
                  <a:pt x="508820" y="319097"/>
                </a:cubicBezTo>
                <a:cubicBezTo>
                  <a:pt x="516959" y="291155"/>
                  <a:pt x="522191" y="260566"/>
                  <a:pt x="524517" y="227331"/>
                </a:cubicBezTo>
                <a:cubicBezTo>
                  <a:pt x="526842" y="194096"/>
                  <a:pt x="527428" y="120858"/>
                  <a:pt x="526275" y="7619"/>
                </a:cubicBezTo>
                <a:lnTo>
                  <a:pt x="559566" y="23413"/>
                </a:lnTo>
                <a:lnTo>
                  <a:pt x="801532" y="23413"/>
                </a:lnTo>
                <a:close/>
                <a:moveTo>
                  <a:pt x="1967684" y="0"/>
                </a:moveTo>
                <a:lnTo>
                  <a:pt x="2016937" y="22632"/>
                </a:lnTo>
                <a:lnTo>
                  <a:pt x="2002929" y="37784"/>
                </a:lnTo>
                <a:lnTo>
                  <a:pt x="2002929" y="112738"/>
                </a:lnTo>
                <a:lnTo>
                  <a:pt x="2038564" y="112738"/>
                </a:lnTo>
                <a:lnTo>
                  <a:pt x="2060553" y="91669"/>
                </a:lnTo>
                <a:lnTo>
                  <a:pt x="2089046" y="124456"/>
                </a:lnTo>
                <a:lnTo>
                  <a:pt x="2096543" y="100427"/>
                </a:lnTo>
                <a:cubicBezTo>
                  <a:pt x="2105341" y="70492"/>
                  <a:pt x="2113622" y="37017"/>
                  <a:pt x="2121387" y="0"/>
                </a:cubicBezTo>
                <a:lnTo>
                  <a:pt x="2171030" y="29859"/>
                </a:lnTo>
                <a:cubicBezTo>
                  <a:pt x="2160761" y="35124"/>
                  <a:pt x="2153427" y="42728"/>
                  <a:pt x="2149027" y="52672"/>
                </a:cubicBezTo>
                <a:cubicBezTo>
                  <a:pt x="2144627" y="62615"/>
                  <a:pt x="2136204" y="82637"/>
                  <a:pt x="2123759" y="112738"/>
                </a:cubicBezTo>
                <a:lnTo>
                  <a:pt x="2215400" y="112738"/>
                </a:lnTo>
                <a:lnTo>
                  <a:pt x="2239147" y="89939"/>
                </a:lnTo>
                <a:lnTo>
                  <a:pt x="2276093" y="132160"/>
                </a:lnTo>
                <a:lnTo>
                  <a:pt x="2224831" y="132160"/>
                </a:lnTo>
                <a:cubicBezTo>
                  <a:pt x="2218041" y="215671"/>
                  <a:pt x="2203028" y="277835"/>
                  <a:pt x="2179792" y="318651"/>
                </a:cubicBezTo>
                <a:cubicBezTo>
                  <a:pt x="2205428" y="349160"/>
                  <a:pt x="2236942" y="368629"/>
                  <a:pt x="2274335" y="377056"/>
                </a:cubicBezTo>
                <a:lnTo>
                  <a:pt x="2274335" y="391177"/>
                </a:lnTo>
                <a:cubicBezTo>
                  <a:pt x="2251807" y="394730"/>
                  <a:pt x="2239779" y="401939"/>
                  <a:pt x="2238254" y="412803"/>
                </a:cubicBezTo>
                <a:cubicBezTo>
                  <a:pt x="2202461" y="390925"/>
                  <a:pt x="2175700" y="367104"/>
                  <a:pt x="2157970" y="341338"/>
                </a:cubicBezTo>
                <a:cubicBezTo>
                  <a:pt x="2121842" y="378080"/>
                  <a:pt x="2075203" y="405390"/>
                  <a:pt x="2018053" y="423268"/>
                </a:cubicBezTo>
                <a:lnTo>
                  <a:pt x="2011468" y="411687"/>
                </a:lnTo>
                <a:cubicBezTo>
                  <a:pt x="2025104" y="405334"/>
                  <a:pt x="2037995" y="398584"/>
                  <a:pt x="2050139" y="391438"/>
                </a:cubicBezTo>
                <a:lnTo>
                  <a:pt x="2068055" y="379583"/>
                </a:lnTo>
                <a:lnTo>
                  <a:pt x="2065855" y="380042"/>
                </a:lnTo>
                <a:cubicBezTo>
                  <a:pt x="2060795" y="380042"/>
                  <a:pt x="2055446" y="377224"/>
                  <a:pt x="2049810" y="371587"/>
                </a:cubicBezTo>
                <a:cubicBezTo>
                  <a:pt x="2037736" y="362806"/>
                  <a:pt x="2024658" y="355114"/>
                  <a:pt x="2010575" y="348509"/>
                </a:cubicBezTo>
                <a:cubicBezTo>
                  <a:pt x="1970689" y="380972"/>
                  <a:pt x="1920785" y="402571"/>
                  <a:pt x="1860863" y="413305"/>
                </a:cubicBezTo>
                <a:lnTo>
                  <a:pt x="1857375" y="400860"/>
                </a:lnTo>
                <a:cubicBezTo>
                  <a:pt x="1912292" y="382721"/>
                  <a:pt x="1954318" y="361402"/>
                  <a:pt x="1983451" y="336901"/>
                </a:cubicBezTo>
                <a:cubicBezTo>
                  <a:pt x="1962727" y="330576"/>
                  <a:pt x="1939965" y="325283"/>
                  <a:pt x="1915167" y="321023"/>
                </a:cubicBezTo>
                <a:cubicBezTo>
                  <a:pt x="1920152" y="310307"/>
                  <a:pt x="1929491" y="293787"/>
                  <a:pt x="1943184" y="271463"/>
                </a:cubicBezTo>
                <a:lnTo>
                  <a:pt x="1925771" y="271463"/>
                </a:lnTo>
                <a:cubicBezTo>
                  <a:pt x="1911074" y="271463"/>
                  <a:pt x="1896507" y="273212"/>
                  <a:pt x="1882071" y="276709"/>
                </a:cubicBezTo>
                <a:lnTo>
                  <a:pt x="1862621" y="252041"/>
                </a:lnTo>
                <a:lnTo>
                  <a:pt x="1947928" y="252041"/>
                </a:lnTo>
                <a:cubicBezTo>
                  <a:pt x="1951816" y="242348"/>
                  <a:pt x="1956569" y="227828"/>
                  <a:pt x="1962187" y="208481"/>
                </a:cubicBezTo>
                <a:lnTo>
                  <a:pt x="1969442" y="211969"/>
                </a:lnTo>
                <a:lnTo>
                  <a:pt x="1969442" y="151303"/>
                </a:lnTo>
                <a:cubicBezTo>
                  <a:pt x="1943788" y="186575"/>
                  <a:pt x="1908749" y="214425"/>
                  <a:pt x="1864323" y="234851"/>
                </a:cubicBezTo>
                <a:lnTo>
                  <a:pt x="1857375" y="223940"/>
                </a:lnTo>
                <a:cubicBezTo>
                  <a:pt x="1901130" y="192724"/>
                  <a:pt x="1933817" y="162130"/>
                  <a:pt x="1955434" y="132160"/>
                </a:cubicBezTo>
                <a:lnTo>
                  <a:pt x="1929287" y="132160"/>
                </a:lnTo>
                <a:cubicBezTo>
                  <a:pt x="1914590" y="132160"/>
                  <a:pt x="1900023" y="133908"/>
                  <a:pt x="1885587" y="137406"/>
                </a:cubicBezTo>
                <a:lnTo>
                  <a:pt x="1866137" y="112738"/>
                </a:lnTo>
                <a:lnTo>
                  <a:pt x="1969442" y="112738"/>
                </a:lnTo>
                <a:cubicBezTo>
                  <a:pt x="1969442" y="73019"/>
                  <a:pt x="1968856" y="35440"/>
                  <a:pt x="1967684" y="0"/>
                </a:cubicBezTo>
                <a:close/>
                <a:moveTo>
                  <a:pt x="1190848" y="0"/>
                </a:moveTo>
                <a:lnTo>
                  <a:pt x="1243589" y="24390"/>
                </a:lnTo>
                <a:lnTo>
                  <a:pt x="1227851" y="41244"/>
                </a:lnTo>
                <a:cubicBezTo>
                  <a:pt x="1227851" y="75177"/>
                  <a:pt x="1227265" y="103771"/>
                  <a:pt x="1226093" y="127025"/>
                </a:cubicBezTo>
                <a:lnTo>
                  <a:pt x="1291363" y="127025"/>
                </a:lnTo>
                <a:lnTo>
                  <a:pt x="1309446" y="107715"/>
                </a:lnTo>
                <a:lnTo>
                  <a:pt x="1341648" y="136820"/>
                </a:lnTo>
                <a:lnTo>
                  <a:pt x="1327417" y="149266"/>
                </a:lnTo>
                <a:cubicBezTo>
                  <a:pt x="1322840" y="236367"/>
                  <a:pt x="1319361" y="295671"/>
                  <a:pt x="1316980" y="327176"/>
                </a:cubicBezTo>
                <a:cubicBezTo>
                  <a:pt x="1314599" y="358681"/>
                  <a:pt x="1308729" y="380679"/>
                  <a:pt x="1299372" y="393172"/>
                </a:cubicBezTo>
                <a:cubicBezTo>
                  <a:pt x="1290014" y="405664"/>
                  <a:pt x="1273857" y="415101"/>
                  <a:pt x="1250900" y="421482"/>
                </a:cubicBezTo>
                <a:cubicBezTo>
                  <a:pt x="1249561" y="404218"/>
                  <a:pt x="1227209" y="388470"/>
                  <a:pt x="1183844" y="374238"/>
                </a:cubicBezTo>
                <a:lnTo>
                  <a:pt x="1186439" y="356462"/>
                </a:lnTo>
                <a:cubicBezTo>
                  <a:pt x="1229581" y="364666"/>
                  <a:pt x="1255184" y="368769"/>
                  <a:pt x="1263248" y="368769"/>
                </a:cubicBezTo>
                <a:cubicBezTo>
                  <a:pt x="1271313" y="368769"/>
                  <a:pt x="1277029" y="356988"/>
                  <a:pt x="1280396" y="333427"/>
                </a:cubicBezTo>
                <a:cubicBezTo>
                  <a:pt x="1283763" y="309865"/>
                  <a:pt x="1287772" y="247539"/>
                  <a:pt x="1292423" y="146447"/>
                </a:cubicBezTo>
                <a:lnTo>
                  <a:pt x="1225646" y="146447"/>
                </a:lnTo>
                <a:cubicBezTo>
                  <a:pt x="1222353" y="191654"/>
                  <a:pt x="1215670" y="230247"/>
                  <a:pt x="1205596" y="262226"/>
                </a:cubicBezTo>
                <a:cubicBezTo>
                  <a:pt x="1195522" y="294206"/>
                  <a:pt x="1178542" y="323041"/>
                  <a:pt x="1154655" y="348733"/>
                </a:cubicBezTo>
                <a:cubicBezTo>
                  <a:pt x="1130768" y="374424"/>
                  <a:pt x="1094026" y="398674"/>
                  <a:pt x="1044429" y="421482"/>
                </a:cubicBezTo>
                <a:lnTo>
                  <a:pt x="1035025" y="410766"/>
                </a:lnTo>
                <a:cubicBezTo>
                  <a:pt x="1074278" y="387195"/>
                  <a:pt x="1104272" y="363597"/>
                  <a:pt x="1125006" y="339970"/>
                </a:cubicBezTo>
                <a:cubicBezTo>
                  <a:pt x="1145739" y="316344"/>
                  <a:pt x="1161320" y="289755"/>
                  <a:pt x="1171747" y="260203"/>
                </a:cubicBezTo>
                <a:cubicBezTo>
                  <a:pt x="1182174" y="230651"/>
                  <a:pt x="1189127" y="192733"/>
                  <a:pt x="1192606" y="146447"/>
                </a:cubicBezTo>
                <a:lnTo>
                  <a:pt x="1151530" y="146447"/>
                </a:lnTo>
                <a:lnTo>
                  <a:pt x="1127782" y="149963"/>
                </a:lnTo>
                <a:lnTo>
                  <a:pt x="1110314" y="127025"/>
                </a:lnTo>
                <a:lnTo>
                  <a:pt x="1192690" y="127025"/>
                </a:lnTo>
                <a:cubicBezTo>
                  <a:pt x="1193806" y="73298"/>
                  <a:pt x="1193192" y="30957"/>
                  <a:pt x="1190848" y="0"/>
                </a:cubicBezTo>
                <a:close/>
                <a:moveTo>
                  <a:pt x="186547" y="0"/>
                </a:moveTo>
                <a:lnTo>
                  <a:pt x="231362" y="31003"/>
                </a:lnTo>
                <a:lnTo>
                  <a:pt x="215596" y="40770"/>
                </a:lnTo>
                <a:cubicBezTo>
                  <a:pt x="269267" y="116617"/>
                  <a:pt x="336975" y="159284"/>
                  <a:pt x="418718" y="168771"/>
                </a:cubicBezTo>
                <a:lnTo>
                  <a:pt x="418718" y="183729"/>
                </a:lnTo>
                <a:cubicBezTo>
                  <a:pt x="401268" y="184957"/>
                  <a:pt x="389399" y="193244"/>
                  <a:pt x="383111" y="208592"/>
                </a:cubicBezTo>
                <a:cubicBezTo>
                  <a:pt x="302707" y="179943"/>
                  <a:pt x="242748" y="127416"/>
                  <a:pt x="203234" y="51011"/>
                </a:cubicBezTo>
                <a:cubicBezTo>
                  <a:pt x="162548" y="130858"/>
                  <a:pt x="95910" y="188054"/>
                  <a:pt x="3320" y="222601"/>
                </a:cubicBezTo>
                <a:lnTo>
                  <a:pt x="0" y="208788"/>
                </a:lnTo>
                <a:cubicBezTo>
                  <a:pt x="81037" y="169832"/>
                  <a:pt x="143219" y="100236"/>
                  <a:pt x="1865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3600" b="1" dirty="0"/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41DB7E15-B32E-475D-9286-C8378971F251}"/>
              </a:ext>
            </a:extLst>
          </p:cNvPr>
          <p:cNvGrpSpPr/>
          <p:nvPr/>
        </p:nvGrpSpPr>
        <p:grpSpPr>
          <a:xfrm>
            <a:off x="3712164" y="2454251"/>
            <a:ext cx="4767671" cy="2456481"/>
            <a:chOff x="3712164" y="2454251"/>
            <a:chExt cx="4767671" cy="2456481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48190DBB-C1A2-4EE1-ACD1-93EB8D6F0E23}"/>
                </a:ext>
              </a:extLst>
            </p:cNvPr>
            <p:cNvSpPr/>
            <p:nvPr/>
          </p:nvSpPr>
          <p:spPr>
            <a:xfrm>
              <a:off x="3712164" y="2454251"/>
              <a:ext cx="4767671" cy="2456481"/>
            </a:xfrm>
            <a:prstGeom prst="rect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E9FAC7BB-8FEC-4FF4-9952-9C972E30E020}"/>
                </a:ext>
              </a:extLst>
            </p:cNvPr>
            <p:cNvGrpSpPr/>
            <p:nvPr/>
          </p:nvGrpSpPr>
          <p:grpSpPr>
            <a:xfrm>
              <a:off x="3947226" y="2564889"/>
              <a:ext cx="110223" cy="2250570"/>
              <a:chOff x="1214405" y="4592622"/>
              <a:chExt cx="84501" cy="1725373"/>
            </a:xfrm>
          </p:grpSpPr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B2709DA4-5462-42F4-A728-7716BA16BB6C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F6F66DD2-2A36-41A6-8C44-ECE996E81F00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2B59355A-BAED-4460-BA14-FDEE636AE22C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32FADE16-1398-4C1C-B49A-37BDAA98500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CF530462-1BEA-4D76-A72D-1298C7DA90FA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E2EA764F-5DAC-4228-9F00-C0E08EE6AC35}"/>
                </a:ext>
              </a:extLst>
            </p:cNvPr>
            <p:cNvGrpSpPr/>
            <p:nvPr/>
          </p:nvGrpSpPr>
          <p:grpSpPr>
            <a:xfrm>
              <a:off x="7712187" y="2564889"/>
              <a:ext cx="110223" cy="2250570"/>
              <a:chOff x="1214405" y="4592622"/>
              <a:chExt cx="84501" cy="1725373"/>
            </a:xfrm>
          </p:grpSpPr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7A0056F1-2E54-4C4A-81D5-AC0B8E4653D0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FFA8A601-EDF3-41F6-8F5C-D12BB65518EE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8B60BEF0-4BCD-4CC2-BD1F-A63554C0390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608749BB-76EC-4FD4-A2F9-BF512FB3E05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1637CFCD-E723-422B-9B0C-5EB8BD522BD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050C5A5D-578D-4AF1-92E6-58A8FA85F8B6}"/>
                </a:ext>
              </a:extLst>
            </p:cNvPr>
            <p:cNvGrpSpPr/>
            <p:nvPr/>
          </p:nvGrpSpPr>
          <p:grpSpPr>
            <a:xfrm>
              <a:off x="4888466" y="2564889"/>
              <a:ext cx="110223" cy="2250570"/>
              <a:chOff x="1214405" y="4592622"/>
              <a:chExt cx="84501" cy="1725373"/>
            </a:xfrm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F2AF4482-F275-4950-9401-D691F93BCB17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107578FE-34DC-4C26-A740-14C365C917F0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CEDF8F90-28D4-4112-9A14-E7DEE485B4B7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E4F40A19-C0DE-4BB8-99D3-0DAA515C4578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EEBF7EEC-386E-4A9B-9634-807FC4DEE0E6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1D1EF1F7-C14F-4903-8193-6AEF393EBB9D}"/>
                </a:ext>
              </a:extLst>
            </p:cNvPr>
            <p:cNvGrpSpPr/>
            <p:nvPr/>
          </p:nvGrpSpPr>
          <p:grpSpPr>
            <a:xfrm>
              <a:off x="5829707" y="2564889"/>
              <a:ext cx="110223" cy="2250570"/>
              <a:chOff x="1214405" y="4592622"/>
              <a:chExt cx="84501" cy="1725373"/>
            </a:xfrm>
          </p:grpSpPr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3E9F75D0-F6B3-45F5-A9DA-FD7DBFB0B280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FF58F600-308F-4486-A3E7-6737A62BCC72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6FCF784F-DA85-4158-8B7B-72CE54AFF7CA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E4E9012F-3B5D-41D4-9031-6FA93DA75BFD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2876EDC6-2D1B-4B2E-9AFE-13A4CE5C6E24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CADE1DD3-210B-4C4D-988A-9DBC8EA7405D}"/>
                </a:ext>
              </a:extLst>
            </p:cNvPr>
            <p:cNvGrpSpPr/>
            <p:nvPr/>
          </p:nvGrpSpPr>
          <p:grpSpPr>
            <a:xfrm>
              <a:off x="6770947" y="2564889"/>
              <a:ext cx="110223" cy="2250570"/>
              <a:chOff x="1214405" y="4592622"/>
              <a:chExt cx="84501" cy="1725373"/>
            </a:xfrm>
          </p:grpSpPr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6132F702-1C4E-4C48-A19B-11D10953B15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E806B51D-D04F-4560-B12C-1A71101B2525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750D4BC7-02C3-4A95-B72C-A9DFB0BA4154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C8C633F6-416A-4233-86F5-0629A5348075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14329E4F-B1D3-4CB4-8EFE-F9E4124DFDE4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8573C9CC-6677-44DA-ABAB-9609E75E5DD5}"/>
                </a:ext>
              </a:extLst>
            </p:cNvPr>
            <p:cNvGrpSpPr/>
            <p:nvPr/>
          </p:nvGrpSpPr>
          <p:grpSpPr>
            <a:xfrm>
              <a:off x="4433513" y="2564889"/>
              <a:ext cx="110223" cy="2250570"/>
              <a:chOff x="1214405" y="4592622"/>
              <a:chExt cx="84501" cy="1725373"/>
            </a:xfrm>
          </p:grpSpPr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3D01FCE5-0820-4F4E-A4AC-E5CCC1AABF7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F2F58FDA-A22D-4C9A-B818-B2054950DF78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471C84C7-1F95-4918-86CF-3104D2809FB9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D0027847-868F-4305-BFD5-3B148A5A1C41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DB9217F4-1625-40F7-8F46-F42F2F3E1DB1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8E46842-C6AE-402B-BC97-6B64CD45F29F}"/>
                </a:ext>
              </a:extLst>
            </p:cNvPr>
            <p:cNvGrpSpPr/>
            <p:nvPr/>
          </p:nvGrpSpPr>
          <p:grpSpPr>
            <a:xfrm>
              <a:off x="8198474" y="2564889"/>
              <a:ext cx="110223" cy="2250570"/>
              <a:chOff x="1214405" y="4592622"/>
              <a:chExt cx="84501" cy="1725373"/>
            </a:xfrm>
          </p:grpSpPr>
          <p:sp>
            <p:nvSpPr>
              <p:cNvPr id="30" name="椭圆 29">
                <a:extLst>
                  <a:ext uri="{FF2B5EF4-FFF2-40B4-BE49-F238E27FC236}">
                    <a16:creationId xmlns:a16="http://schemas.microsoft.com/office/drawing/2014/main" id="{1F26A331-CA78-4A3D-8819-CBF50282A6A4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1" name="椭圆 30">
                <a:extLst>
                  <a:ext uri="{FF2B5EF4-FFF2-40B4-BE49-F238E27FC236}">
                    <a16:creationId xmlns:a16="http://schemas.microsoft.com/office/drawing/2014/main" id="{245B2A96-117F-4D64-8C8B-C052617679DD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CCFAAD75-507F-4EB3-BC6A-DA0D95DAC554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12FAEC45-B84A-4EE6-B2F9-B51FA06BE78D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BC1F53F5-9171-4F6F-84B0-934C2D686AF8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1C58794-5B4C-4137-8D63-2E0D6AFB385F}"/>
                </a:ext>
              </a:extLst>
            </p:cNvPr>
            <p:cNvGrpSpPr/>
            <p:nvPr/>
          </p:nvGrpSpPr>
          <p:grpSpPr>
            <a:xfrm>
              <a:off x="5374753" y="2564889"/>
              <a:ext cx="110223" cy="2250570"/>
              <a:chOff x="1214405" y="4592622"/>
              <a:chExt cx="84501" cy="1725373"/>
            </a:xfrm>
          </p:grpSpPr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419A6257-02EC-4715-8CD4-C31A581E02A7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0B93EFB9-FE4E-45C3-AFE1-889C84936435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AB4761C1-5D8A-4A82-807A-7ED7E345E69A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8" name="椭圆 27">
                <a:extLst>
                  <a:ext uri="{FF2B5EF4-FFF2-40B4-BE49-F238E27FC236}">
                    <a16:creationId xmlns:a16="http://schemas.microsoft.com/office/drawing/2014/main" id="{517D5A41-C600-4F35-8ADB-B652DDAA1355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407A27D0-ACDC-4CEE-AB28-8814D8EB5E0F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0C1C5991-9996-4C48-9A11-384D9B01F7F3}"/>
                </a:ext>
              </a:extLst>
            </p:cNvPr>
            <p:cNvGrpSpPr/>
            <p:nvPr/>
          </p:nvGrpSpPr>
          <p:grpSpPr>
            <a:xfrm>
              <a:off x="6315994" y="2564889"/>
              <a:ext cx="110223" cy="2250570"/>
              <a:chOff x="1214405" y="4592622"/>
              <a:chExt cx="84501" cy="1725373"/>
            </a:xfrm>
          </p:grpSpPr>
          <p:sp>
            <p:nvSpPr>
              <p:cNvPr id="20" name="椭圆 19">
                <a:extLst>
                  <a:ext uri="{FF2B5EF4-FFF2-40B4-BE49-F238E27FC236}">
                    <a16:creationId xmlns:a16="http://schemas.microsoft.com/office/drawing/2014/main" id="{4E467FCE-82FB-4F5D-9CB9-91201AEF807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" name="椭圆 20">
                <a:extLst>
                  <a:ext uri="{FF2B5EF4-FFF2-40B4-BE49-F238E27FC236}">
                    <a16:creationId xmlns:a16="http://schemas.microsoft.com/office/drawing/2014/main" id="{1C8D3A6A-8672-4CCE-B24C-5122F4B5D9F7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F6C36AF8-BDE3-495A-9CD0-280C11C74B7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C76CDC8F-BA7B-4DE9-81CB-504A4495D4BC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FED37101-A432-450B-894B-131712236AB6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BE8B8BE8-E692-4FE5-8C82-E529BF6E92D0}"/>
                </a:ext>
              </a:extLst>
            </p:cNvPr>
            <p:cNvGrpSpPr/>
            <p:nvPr/>
          </p:nvGrpSpPr>
          <p:grpSpPr>
            <a:xfrm>
              <a:off x="7257234" y="2564889"/>
              <a:ext cx="110223" cy="2250570"/>
              <a:chOff x="1214405" y="4592622"/>
              <a:chExt cx="84501" cy="1725373"/>
            </a:xfrm>
          </p:grpSpPr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71DDAEAD-0CF3-4D5B-B5C0-88F5501D7CEC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E003B4E2-E570-485C-A76C-913E5801CDA4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1F02142A-2BF1-4D5A-89FA-0E82C5D3B81F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" name="椭圆 17">
                <a:extLst>
                  <a:ext uri="{FF2B5EF4-FFF2-40B4-BE49-F238E27FC236}">
                    <a16:creationId xmlns:a16="http://schemas.microsoft.com/office/drawing/2014/main" id="{5BB121A0-355E-47EA-BE49-9701E2E65F6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" name="椭圆 18">
                <a:extLst>
                  <a:ext uri="{FF2B5EF4-FFF2-40B4-BE49-F238E27FC236}">
                    <a16:creationId xmlns:a16="http://schemas.microsoft.com/office/drawing/2014/main" id="{007C517A-0042-48FB-9D84-05DE381445B1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C0E5DE1A-C86B-4F37-87D2-FB4BFB407AB0}"/>
              </a:ext>
            </a:extLst>
          </p:cNvPr>
          <p:cNvGrpSpPr/>
          <p:nvPr/>
        </p:nvGrpSpPr>
        <p:grpSpPr>
          <a:xfrm>
            <a:off x="8893703" y="1806209"/>
            <a:ext cx="2338077" cy="817802"/>
            <a:chOff x="8893703" y="1806209"/>
            <a:chExt cx="2338077" cy="817802"/>
          </a:xfrm>
        </p:grpSpPr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89EEC44D-30B0-40BC-B317-9438FF9462A9}"/>
                </a:ext>
              </a:extLst>
            </p:cNvPr>
            <p:cNvSpPr/>
            <p:nvPr/>
          </p:nvSpPr>
          <p:spPr>
            <a:xfrm>
              <a:off x="8893703" y="2513788"/>
              <a:ext cx="110223" cy="110223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1844F43B-3879-4804-BC5F-1DFD3222DED5}"/>
                </a:ext>
              </a:extLst>
            </p:cNvPr>
            <p:cNvGrpSpPr/>
            <p:nvPr/>
          </p:nvGrpSpPr>
          <p:grpSpPr>
            <a:xfrm>
              <a:off x="9003926" y="1806209"/>
              <a:ext cx="2227854" cy="648042"/>
              <a:chOff x="9003926" y="1806209"/>
              <a:chExt cx="2227854" cy="648042"/>
            </a:xfrm>
          </p:grpSpPr>
          <p:sp>
            <p:nvSpPr>
              <p:cNvPr id="71" name="任意多边形: 形状 70">
                <a:extLst>
                  <a:ext uri="{FF2B5EF4-FFF2-40B4-BE49-F238E27FC236}">
                    <a16:creationId xmlns:a16="http://schemas.microsoft.com/office/drawing/2014/main" id="{9792E1D6-5AF6-4B4C-9CB2-1380BE24CE03}"/>
                  </a:ext>
                </a:extLst>
              </p:cNvPr>
              <p:cNvSpPr/>
              <p:nvPr/>
            </p:nvSpPr>
            <p:spPr>
              <a:xfrm flipH="1">
                <a:off x="9003926" y="1806209"/>
                <a:ext cx="2227854" cy="648042"/>
              </a:xfrm>
              <a:custGeom>
                <a:avLst/>
                <a:gdLst>
                  <a:gd name="connsiteX0" fmla="*/ 87311 w 2522548"/>
                  <a:gd name="connsiteY0" fmla="*/ 0 h 1354934"/>
                  <a:gd name="connsiteX1" fmla="*/ 2266473 w 2522548"/>
                  <a:gd name="connsiteY1" fmla="*/ 0 h 1354934"/>
                  <a:gd name="connsiteX2" fmla="*/ 2353784 w 2522548"/>
                  <a:gd name="connsiteY2" fmla="*/ 87311 h 1354934"/>
                  <a:gd name="connsiteX3" fmla="*/ 2353784 w 2522548"/>
                  <a:gd name="connsiteY3" fmla="*/ 1005055 h 1354934"/>
                  <a:gd name="connsiteX4" fmla="*/ 2522548 w 2522548"/>
                  <a:gd name="connsiteY4" fmla="*/ 1354934 h 1354934"/>
                  <a:gd name="connsiteX5" fmla="*/ 2266874 w 2522548"/>
                  <a:gd name="connsiteY5" fmla="*/ 1209545 h 1354934"/>
                  <a:gd name="connsiteX6" fmla="*/ 2266473 w 2522548"/>
                  <a:gd name="connsiteY6" fmla="*/ 1209626 h 1354934"/>
                  <a:gd name="connsiteX7" fmla="*/ 87311 w 2522548"/>
                  <a:gd name="connsiteY7" fmla="*/ 1209626 h 1354934"/>
                  <a:gd name="connsiteX8" fmla="*/ 0 w 2522548"/>
                  <a:gd name="connsiteY8" fmla="*/ 1122315 h 1354934"/>
                  <a:gd name="connsiteX9" fmla="*/ 0 w 2522548"/>
                  <a:gd name="connsiteY9" fmla="*/ 87311 h 1354934"/>
                  <a:gd name="connsiteX10" fmla="*/ 87311 w 2522548"/>
                  <a:gd name="connsiteY10" fmla="*/ 0 h 1354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22548" h="1354934">
                    <a:moveTo>
                      <a:pt x="87311" y="0"/>
                    </a:moveTo>
                    <a:lnTo>
                      <a:pt x="2266473" y="0"/>
                    </a:lnTo>
                    <a:cubicBezTo>
                      <a:pt x="2314694" y="0"/>
                      <a:pt x="2353784" y="39090"/>
                      <a:pt x="2353784" y="87311"/>
                    </a:cubicBezTo>
                    <a:lnTo>
                      <a:pt x="2353784" y="1005055"/>
                    </a:lnTo>
                    <a:lnTo>
                      <a:pt x="2522548" y="1354934"/>
                    </a:lnTo>
                    <a:lnTo>
                      <a:pt x="2266874" y="1209545"/>
                    </a:lnTo>
                    <a:lnTo>
                      <a:pt x="2266473" y="1209626"/>
                    </a:lnTo>
                    <a:lnTo>
                      <a:pt x="87311" y="1209626"/>
                    </a:lnTo>
                    <a:cubicBezTo>
                      <a:pt x="39090" y="1209626"/>
                      <a:pt x="0" y="1170536"/>
                      <a:pt x="0" y="1122315"/>
                    </a:cubicBezTo>
                    <a:lnTo>
                      <a:pt x="0" y="87311"/>
                    </a:lnTo>
                    <a:cubicBezTo>
                      <a:pt x="0" y="39090"/>
                      <a:pt x="39090" y="0"/>
                      <a:pt x="87311" y="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B9D6886C-F363-4A4A-BD24-145A05680E9A}"/>
                  </a:ext>
                </a:extLst>
              </p:cNvPr>
              <p:cNvSpPr txBox="1"/>
              <p:nvPr/>
            </p:nvSpPr>
            <p:spPr>
              <a:xfrm>
                <a:off x="9395499" y="2017367"/>
                <a:ext cx="1669070" cy="224805"/>
              </a:xfrm>
              <a:custGeom>
                <a:avLst/>
                <a:gdLst/>
                <a:ahLst/>
                <a:cxnLst/>
                <a:rect l="l" t="t" r="r" b="b"/>
                <a:pathLst>
                  <a:path w="1669070" h="224805">
                    <a:moveTo>
                      <a:pt x="1654671" y="167432"/>
                    </a:moveTo>
                    <a:cubicBezTo>
                      <a:pt x="1658615" y="167432"/>
                      <a:pt x="1662001" y="168809"/>
                      <a:pt x="1664829" y="171562"/>
                    </a:cubicBezTo>
                    <a:cubicBezTo>
                      <a:pt x="1667656" y="174315"/>
                      <a:pt x="1669070" y="177664"/>
                      <a:pt x="1669070" y="181608"/>
                    </a:cubicBezTo>
                    <a:cubicBezTo>
                      <a:pt x="1669070" y="185626"/>
                      <a:pt x="1667656" y="188993"/>
                      <a:pt x="1664829" y="191709"/>
                    </a:cubicBezTo>
                    <a:cubicBezTo>
                      <a:pt x="1662001" y="194426"/>
                      <a:pt x="1658615" y="195784"/>
                      <a:pt x="1654671" y="195784"/>
                    </a:cubicBezTo>
                    <a:cubicBezTo>
                      <a:pt x="1650727" y="195784"/>
                      <a:pt x="1647341" y="194426"/>
                      <a:pt x="1644513" y="191709"/>
                    </a:cubicBezTo>
                    <a:cubicBezTo>
                      <a:pt x="1641686" y="188993"/>
                      <a:pt x="1640272" y="185626"/>
                      <a:pt x="1640272" y="181608"/>
                    </a:cubicBezTo>
                    <a:cubicBezTo>
                      <a:pt x="1640272" y="177664"/>
                      <a:pt x="1641686" y="174315"/>
                      <a:pt x="1644513" y="171562"/>
                    </a:cubicBezTo>
                    <a:cubicBezTo>
                      <a:pt x="1647341" y="168809"/>
                      <a:pt x="1650727" y="167432"/>
                      <a:pt x="1654671" y="167432"/>
                    </a:cubicBezTo>
                    <a:close/>
                    <a:moveTo>
                      <a:pt x="502741" y="165311"/>
                    </a:moveTo>
                    <a:lnTo>
                      <a:pt x="523503" y="165311"/>
                    </a:lnTo>
                    <a:lnTo>
                      <a:pt x="504639" y="224805"/>
                    </a:lnTo>
                    <a:lnTo>
                      <a:pt x="489012" y="224805"/>
                    </a:lnTo>
                    <a:close/>
                    <a:moveTo>
                      <a:pt x="266551" y="96664"/>
                    </a:moveTo>
                    <a:lnTo>
                      <a:pt x="262533" y="125909"/>
                    </a:lnTo>
                    <a:lnTo>
                      <a:pt x="330622" y="125909"/>
                    </a:lnTo>
                    <a:lnTo>
                      <a:pt x="330622" y="96664"/>
                    </a:lnTo>
                    <a:close/>
                    <a:moveTo>
                      <a:pt x="1225153" y="83493"/>
                    </a:moveTo>
                    <a:lnTo>
                      <a:pt x="1360884" y="83493"/>
                    </a:lnTo>
                    <a:lnTo>
                      <a:pt x="1360884" y="100013"/>
                    </a:lnTo>
                    <a:lnTo>
                      <a:pt x="1318692" y="100013"/>
                    </a:lnTo>
                    <a:lnTo>
                      <a:pt x="1318692" y="188193"/>
                    </a:lnTo>
                    <a:cubicBezTo>
                      <a:pt x="1318692" y="195188"/>
                      <a:pt x="1322115" y="198686"/>
                      <a:pt x="1328961" y="198686"/>
                    </a:cubicBezTo>
                    <a:lnTo>
                      <a:pt x="1335881" y="198686"/>
                    </a:lnTo>
                    <a:cubicBezTo>
                      <a:pt x="1343174" y="198686"/>
                      <a:pt x="1347267" y="194593"/>
                      <a:pt x="1348159" y="186407"/>
                    </a:cubicBezTo>
                    <a:cubicBezTo>
                      <a:pt x="1349201" y="180008"/>
                      <a:pt x="1350094" y="171153"/>
                      <a:pt x="1350839" y="159842"/>
                    </a:cubicBezTo>
                    <a:cubicBezTo>
                      <a:pt x="1356196" y="162223"/>
                      <a:pt x="1361926" y="164381"/>
                      <a:pt x="1368028" y="166316"/>
                    </a:cubicBezTo>
                    <a:cubicBezTo>
                      <a:pt x="1366986" y="175841"/>
                      <a:pt x="1365796" y="184249"/>
                      <a:pt x="1364456" y="191542"/>
                    </a:cubicBezTo>
                    <a:cubicBezTo>
                      <a:pt x="1362075" y="207318"/>
                      <a:pt x="1354113" y="215206"/>
                      <a:pt x="1340569" y="215206"/>
                    </a:cubicBezTo>
                    <a:lnTo>
                      <a:pt x="1325166" y="215206"/>
                    </a:lnTo>
                    <a:cubicBezTo>
                      <a:pt x="1309092" y="215206"/>
                      <a:pt x="1301055" y="207095"/>
                      <a:pt x="1301055" y="190872"/>
                    </a:cubicBezTo>
                    <a:lnTo>
                      <a:pt x="1301055" y="100013"/>
                    </a:lnTo>
                    <a:lnTo>
                      <a:pt x="1268797" y="100013"/>
                    </a:lnTo>
                    <a:cubicBezTo>
                      <a:pt x="1268425" y="135434"/>
                      <a:pt x="1264444" y="161032"/>
                      <a:pt x="1256853" y="176808"/>
                    </a:cubicBezTo>
                    <a:cubicBezTo>
                      <a:pt x="1248370" y="195412"/>
                      <a:pt x="1232297" y="211187"/>
                      <a:pt x="1208633" y="224135"/>
                    </a:cubicBezTo>
                    <a:cubicBezTo>
                      <a:pt x="1205359" y="219224"/>
                      <a:pt x="1201415" y="213866"/>
                      <a:pt x="1196801" y="208062"/>
                    </a:cubicBezTo>
                    <a:cubicBezTo>
                      <a:pt x="1219423" y="195709"/>
                      <a:pt x="1234157" y="181868"/>
                      <a:pt x="1241003" y="166539"/>
                    </a:cubicBezTo>
                    <a:cubicBezTo>
                      <a:pt x="1247329" y="154633"/>
                      <a:pt x="1250677" y="132457"/>
                      <a:pt x="1251049" y="100013"/>
                    </a:cubicBezTo>
                    <a:lnTo>
                      <a:pt x="1225153" y="100013"/>
                    </a:lnTo>
                    <a:close/>
                    <a:moveTo>
                      <a:pt x="963067" y="57150"/>
                    </a:moveTo>
                    <a:cubicBezTo>
                      <a:pt x="974080" y="68015"/>
                      <a:pt x="984498" y="79623"/>
                      <a:pt x="994321" y="91976"/>
                    </a:cubicBezTo>
                    <a:lnTo>
                      <a:pt x="979587" y="104254"/>
                    </a:lnTo>
                    <a:cubicBezTo>
                      <a:pt x="971996" y="93836"/>
                      <a:pt x="962174" y="81632"/>
                      <a:pt x="950119" y="67643"/>
                    </a:cubicBezTo>
                    <a:close/>
                    <a:moveTo>
                      <a:pt x="1088529" y="56257"/>
                    </a:moveTo>
                    <a:lnTo>
                      <a:pt x="1103933" y="68089"/>
                    </a:lnTo>
                    <a:cubicBezTo>
                      <a:pt x="1092770" y="81335"/>
                      <a:pt x="1081311" y="93762"/>
                      <a:pt x="1069553" y="105371"/>
                    </a:cubicBezTo>
                    <a:lnTo>
                      <a:pt x="1056605" y="94208"/>
                    </a:lnTo>
                    <a:cubicBezTo>
                      <a:pt x="1070297" y="79623"/>
                      <a:pt x="1080939" y="66973"/>
                      <a:pt x="1088529" y="56257"/>
                    </a:cubicBezTo>
                    <a:close/>
                    <a:moveTo>
                      <a:pt x="348927" y="52239"/>
                    </a:moveTo>
                    <a:lnTo>
                      <a:pt x="348927" y="80591"/>
                    </a:lnTo>
                    <a:lnTo>
                      <a:pt x="413444" y="80591"/>
                    </a:lnTo>
                    <a:lnTo>
                      <a:pt x="413444" y="52239"/>
                    </a:lnTo>
                    <a:close/>
                    <a:moveTo>
                      <a:pt x="1401068" y="42639"/>
                    </a:moveTo>
                    <a:lnTo>
                      <a:pt x="1401068" y="152475"/>
                    </a:lnTo>
                    <a:lnTo>
                      <a:pt x="1426741" y="152475"/>
                    </a:lnTo>
                    <a:lnTo>
                      <a:pt x="1426741" y="42639"/>
                    </a:lnTo>
                    <a:close/>
                    <a:moveTo>
                      <a:pt x="45541" y="29245"/>
                    </a:moveTo>
                    <a:lnTo>
                      <a:pt x="45541" y="97111"/>
                    </a:lnTo>
                    <a:lnTo>
                      <a:pt x="176361" y="97111"/>
                    </a:lnTo>
                    <a:lnTo>
                      <a:pt x="176361" y="29245"/>
                    </a:lnTo>
                    <a:close/>
                    <a:moveTo>
                      <a:pt x="1384995" y="27013"/>
                    </a:moveTo>
                    <a:lnTo>
                      <a:pt x="1442814" y="27013"/>
                    </a:lnTo>
                    <a:lnTo>
                      <a:pt x="1442814" y="168102"/>
                    </a:lnTo>
                    <a:lnTo>
                      <a:pt x="1401068" y="168102"/>
                    </a:lnTo>
                    <a:lnTo>
                      <a:pt x="1401068" y="183505"/>
                    </a:lnTo>
                    <a:lnTo>
                      <a:pt x="1384995" y="183505"/>
                    </a:lnTo>
                    <a:close/>
                    <a:moveTo>
                      <a:pt x="1146125" y="20538"/>
                    </a:moveTo>
                    <a:lnTo>
                      <a:pt x="1220911" y="20538"/>
                    </a:lnTo>
                    <a:lnTo>
                      <a:pt x="1220911" y="36612"/>
                    </a:lnTo>
                    <a:lnTo>
                      <a:pt x="1192113" y="36612"/>
                    </a:lnTo>
                    <a:lnTo>
                      <a:pt x="1192113" y="86618"/>
                    </a:lnTo>
                    <a:lnTo>
                      <a:pt x="1217563" y="86618"/>
                    </a:lnTo>
                    <a:lnTo>
                      <a:pt x="1217563" y="102692"/>
                    </a:lnTo>
                    <a:lnTo>
                      <a:pt x="1192113" y="102692"/>
                    </a:lnTo>
                    <a:lnTo>
                      <a:pt x="1192113" y="160735"/>
                    </a:lnTo>
                    <a:cubicBezTo>
                      <a:pt x="1201787" y="157981"/>
                      <a:pt x="1211759" y="155005"/>
                      <a:pt x="1222028" y="151805"/>
                    </a:cubicBezTo>
                    <a:cubicBezTo>
                      <a:pt x="1222028" y="158949"/>
                      <a:pt x="1222177" y="164827"/>
                      <a:pt x="1222474" y="169441"/>
                    </a:cubicBezTo>
                    <a:cubicBezTo>
                      <a:pt x="1200597" y="175990"/>
                      <a:pt x="1175296" y="183803"/>
                      <a:pt x="1146572" y="192882"/>
                    </a:cubicBezTo>
                    <a:lnTo>
                      <a:pt x="1143223" y="173906"/>
                    </a:lnTo>
                    <a:cubicBezTo>
                      <a:pt x="1153418" y="171376"/>
                      <a:pt x="1164059" y="168585"/>
                      <a:pt x="1175147" y="165534"/>
                    </a:cubicBezTo>
                    <a:lnTo>
                      <a:pt x="1175147" y="102692"/>
                    </a:lnTo>
                    <a:lnTo>
                      <a:pt x="1147242" y="102692"/>
                    </a:lnTo>
                    <a:lnTo>
                      <a:pt x="1147242" y="86618"/>
                    </a:lnTo>
                    <a:lnTo>
                      <a:pt x="1175147" y="86618"/>
                    </a:lnTo>
                    <a:lnTo>
                      <a:pt x="1175147" y="36612"/>
                    </a:lnTo>
                    <a:lnTo>
                      <a:pt x="1146125" y="36612"/>
                    </a:lnTo>
                    <a:close/>
                    <a:moveTo>
                      <a:pt x="1643063" y="20204"/>
                    </a:moveTo>
                    <a:lnTo>
                      <a:pt x="1665610" y="20204"/>
                    </a:lnTo>
                    <a:lnTo>
                      <a:pt x="1663154" y="143880"/>
                    </a:lnTo>
                    <a:lnTo>
                      <a:pt x="1645518" y="143880"/>
                    </a:lnTo>
                    <a:close/>
                    <a:moveTo>
                      <a:pt x="1235422" y="18753"/>
                    </a:moveTo>
                    <a:lnTo>
                      <a:pt x="1348829" y="18753"/>
                    </a:lnTo>
                    <a:lnTo>
                      <a:pt x="1348829" y="35272"/>
                    </a:lnTo>
                    <a:lnTo>
                      <a:pt x="1235422" y="35272"/>
                    </a:lnTo>
                    <a:close/>
                    <a:moveTo>
                      <a:pt x="1455539" y="18083"/>
                    </a:moveTo>
                    <a:lnTo>
                      <a:pt x="1589484" y="18083"/>
                    </a:lnTo>
                    <a:lnTo>
                      <a:pt x="1589484" y="34156"/>
                    </a:lnTo>
                    <a:lnTo>
                      <a:pt x="1554435" y="34156"/>
                    </a:lnTo>
                    <a:lnTo>
                      <a:pt x="1554435" y="94432"/>
                    </a:lnTo>
                    <a:lnTo>
                      <a:pt x="1594172" y="94432"/>
                    </a:lnTo>
                    <a:lnTo>
                      <a:pt x="1594172" y="110505"/>
                    </a:lnTo>
                    <a:lnTo>
                      <a:pt x="1554435" y="110505"/>
                    </a:lnTo>
                    <a:lnTo>
                      <a:pt x="1554435" y="191542"/>
                    </a:lnTo>
                    <a:cubicBezTo>
                      <a:pt x="1554435" y="209699"/>
                      <a:pt x="1546324" y="218926"/>
                      <a:pt x="1530102" y="219224"/>
                    </a:cubicBezTo>
                    <a:cubicBezTo>
                      <a:pt x="1520726" y="219224"/>
                      <a:pt x="1510457" y="219150"/>
                      <a:pt x="1499295" y="219001"/>
                    </a:cubicBezTo>
                    <a:cubicBezTo>
                      <a:pt x="1498550" y="213048"/>
                      <a:pt x="1497360" y="206648"/>
                      <a:pt x="1495723" y="199802"/>
                    </a:cubicBezTo>
                    <a:cubicBezTo>
                      <a:pt x="1507629" y="200993"/>
                      <a:pt x="1517303" y="201588"/>
                      <a:pt x="1524744" y="201588"/>
                    </a:cubicBezTo>
                    <a:cubicBezTo>
                      <a:pt x="1532781" y="201588"/>
                      <a:pt x="1536799" y="196825"/>
                      <a:pt x="1536799" y="187300"/>
                    </a:cubicBezTo>
                    <a:lnTo>
                      <a:pt x="1536799" y="113407"/>
                    </a:lnTo>
                    <a:cubicBezTo>
                      <a:pt x="1514698" y="149052"/>
                      <a:pt x="1481882" y="180678"/>
                      <a:pt x="1438349" y="208285"/>
                    </a:cubicBezTo>
                    <a:cubicBezTo>
                      <a:pt x="1435224" y="203672"/>
                      <a:pt x="1431355" y="198686"/>
                      <a:pt x="1426741" y="193328"/>
                    </a:cubicBezTo>
                    <a:cubicBezTo>
                      <a:pt x="1463873" y="171822"/>
                      <a:pt x="1494346" y="144215"/>
                      <a:pt x="1518159" y="110505"/>
                    </a:cubicBezTo>
                    <a:lnTo>
                      <a:pt x="1461343" y="110505"/>
                    </a:lnTo>
                    <a:lnTo>
                      <a:pt x="1461343" y="94432"/>
                    </a:lnTo>
                    <a:lnTo>
                      <a:pt x="1477417" y="42863"/>
                    </a:lnTo>
                    <a:lnTo>
                      <a:pt x="1494383" y="46435"/>
                    </a:lnTo>
                    <a:lnTo>
                      <a:pt x="1479649" y="94432"/>
                    </a:lnTo>
                    <a:lnTo>
                      <a:pt x="1536799" y="94432"/>
                    </a:lnTo>
                    <a:lnTo>
                      <a:pt x="1536799" y="34156"/>
                    </a:lnTo>
                    <a:lnTo>
                      <a:pt x="1455539" y="34156"/>
                    </a:lnTo>
                    <a:close/>
                    <a:moveTo>
                      <a:pt x="27682" y="12279"/>
                    </a:moveTo>
                    <a:lnTo>
                      <a:pt x="194221" y="12279"/>
                    </a:lnTo>
                    <a:lnTo>
                      <a:pt x="194221" y="126579"/>
                    </a:lnTo>
                    <a:lnTo>
                      <a:pt x="176361" y="126579"/>
                    </a:lnTo>
                    <a:lnTo>
                      <a:pt x="176361" y="114077"/>
                    </a:lnTo>
                    <a:lnTo>
                      <a:pt x="144438" y="114077"/>
                    </a:lnTo>
                    <a:lnTo>
                      <a:pt x="144438" y="186407"/>
                    </a:lnTo>
                    <a:cubicBezTo>
                      <a:pt x="144438" y="196081"/>
                      <a:pt x="149126" y="200918"/>
                      <a:pt x="158502" y="200918"/>
                    </a:cubicBezTo>
                    <a:lnTo>
                      <a:pt x="184844" y="200918"/>
                    </a:lnTo>
                    <a:cubicBezTo>
                      <a:pt x="194369" y="200918"/>
                      <a:pt x="199578" y="196825"/>
                      <a:pt x="200471" y="188640"/>
                    </a:cubicBezTo>
                    <a:cubicBezTo>
                      <a:pt x="201513" y="178668"/>
                      <a:pt x="202332" y="167283"/>
                      <a:pt x="202927" y="154484"/>
                    </a:cubicBezTo>
                    <a:cubicBezTo>
                      <a:pt x="208285" y="156567"/>
                      <a:pt x="214685" y="158800"/>
                      <a:pt x="222126" y="161181"/>
                    </a:cubicBezTo>
                    <a:cubicBezTo>
                      <a:pt x="220935" y="174724"/>
                      <a:pt x="219745" y="185738"/>
                      <a:pt x="218554" y="194221"/>
                    </a:cubicBezTo>
                    <a:cubicBezTo>
                      <a:pt x="216470" y="209104"/>
                      <a:pt x="206201" y="216545"/>
                      <a:pt x="187747" y="216545"/>
                    </a:cubicBezTo>
                    <a:lnTo>
                      <a:pt x="154484" y="216545"/>
                    </a:lnTo>
                    <a:cubicBezTo>
                      <a:pt x="136178" y="216545"/>
                      <a:pt x="127025" y="207318"/>
                      <a:pt x="127025" y="188863"/>
                    </a:cubicBezTo>
                    <a:lnTo>
                      <a:pt x="127025" y="114077"/>
                    </a:lnTo>
                    <a:lnTo>
                      <a:pt x="90413" y="114077"/>
                    </a:lnTo>
                    <a:cubicBezTo>
                      <a:pt x="89743" y="136401"/>
                      <a:pt x="87139" y="153665"/>
                      <a:pt x="82600" y="165869"/>
                    </a:cubicBezTo>
                    <a:cubicBezTo>
                      <a:pt x="73223" y="192063"/>
                      <a:pt x="49411" y="211634"/>
                      <a:pt x="11162" y="224582"/>
                    </a:cubicBezTo>
                    <a:cubicBezTo>
                      <a:pt x="8185" y="219671"/>
                      <a:pt x="4465" y="214164"/>
                      <a:pt x="0" y="208062"/>
                    </a:cubicBezTo>
                    <a:cubicBezTo>
                      <a:pt x="34975" y="198090"/>
                      <a:pt x="56852" y="181868"/>
                      <a:pt x="65633" y="159395"/>
                    </a:cubicBezTo>
                    <a:cubicBezTo>
                      <a:pt x="69651" y="149498"/>
                      <a:pt x="71958" y="134392"/>
                      <a:pt x="72554" y="114077"/>
                    </a:cubicBezTo>
                    <a:lnTo>
                      <a:pt x="45541" y="114077"/>
                    </a:lnTo>
                    <a:lnTo>
                      <a:pt x="45541" y="126579"/>
                    </a:lnTo>
                    <a:lnTo>
                      <a:pt x="27682" y="126579"/>
                    </a:lnTo>
                    <a:close/>
                    <a:moveTo>
                      <a:pt x="787152" y="6474"/>
                    </a:moveTo>
                    <a:lnTo>
                      <a:pt x="806574" y="6474"/>
                    </a:lnTo>
                    <a:lnTo>
                      <a:pt x="806574" y="90190"/>
                    </a:lnTo>
                    <a:lnTo>
                      <a:pt x="865287" y="90190"/>
                    </a:lnTo>
                    <a:lnTo>
                      <a:pt x="865287" y="27013"/>
                    </a:lnTo>
                    <a:lnTo>
                      <a:pt x="884262" y="27013"/>
                    </a:lnTo>
                    <a:lnTo>
                      <a:pt x="884262" y="115416"/>
                    </a:lnTo>
                    <a:lnTo>
                      <a:pt x="865287" y="115416"/>
                    </a:lnTo>
                    <a:lnTo>
                      <a:pt x="865287" y="107157"/>
                    </a:lnTo>
                    <a:lnTo>
                      <a:pt x="806574" y="107157"/>
                    </a:lnTo>
                    <a:lnTo>
                      <a:pt x="806574" y="194667"/>
                    </a:lnTo>
                    <a:lnTo>
                      <a:pt x="871984" y="194667"/>
                    </a:lnTo>
                    <a:lnTo>
                      <a:pt x="871984" y="131043"/>
                    </a:lnTo>
                    <a:lnTo>
                      <a:pt x="890736" y="131043"/>
                    </a:lnTo>
                    <a:lnTo>
                      <a:pt x="890736" y="219671"/>
                    </a:lnTo>
                    <a:lnTo>
                      <a:pt x="871984" y="219671"/>
                    </a:lnTo>
                    <a:lnTo>
                      <a:pt x="871984" y="211634"/>
                    </a:lnTo>
                    <a:lnTo>
                      <a:pt x="704106" y="211634"/>
                    </a:lnTo>
                    <a:lnTo>
                      <a:pt x="704106" y="131043"/>
                    </a:lnTo>
                    <a:lnTo>
                      <a:pt x="723081" y="131043"/>
                    </a:lnTo>
                    <a:lnTo>
                      <a:pt x="723081" y="194667"/>
                    </a:lnTo>
                    <a:lnTo>
                      <a:pt x="787152" y="194667"/>
                    </a:lnTo>
                    <a:lnTo>
                      <a:pt x="787152" y="107157"/>
                    </a:lnTo>
                    <a:lnTo>
                      <a:pt x="710133" y="107157"/>
                    </a:lnTo>
                    <a:lnTo>
                      <a:pt x="710133" y="27013"/>
                    </a:lnTo>
                    <a:lnTo>
                      <a:pt x="729109" y="27013"/>
                    </a:lnTo>
                    <a:lnTo>
                      <a:pt x="729109" y="90190"/>
                    </a:lnTo>
                    <a:lnTo>
                      <a:pt x="787152" y="90190"/>
                    </a:lnTo>
                    <a:close/>
                    <a:moveTo>
                      <a:pt x="1017538" y="2233"/>
                    </a:moveTo>
                    <a:lnTo>
                      <a:pt x="1034504" y="2233"/>
                    </a:lnTo>
                    <a:lnTo>
                      <a:pt x="1034504" y="34379"/>
                    </a:lnTo>
                    <a:lnTo>
                      <a:pt x="1122462" y="34379"/>
                    </a:lnTo>
                    <a:lnTo>
                      <a:pt x="1122462" y="50006"/>
                    </a:lnTo>
                    <a:lnTo>
                      <a:pt x="1034504" y="50006"/>
                    </a:lnTo>
                    <a:lnTo>
                      <a:pt x="1034504" y="108719"/>
                    </a:lnTo>
                    <a:lnTo>
                      <a:pt x="1134070" y="108719"/>
                    </a:lnTo>
                    <a:lnTo>
                      <a:pt x="1134070" y="124346"/>
                    </a:lnTo>
                    <a:lnTo>
                      <a:pt x="1039081" y="124346"/>
                    </a:lnTo>
                    <a:cubicBezTo>
                      <a:pt x="1063563" y="151582"/>
                      <a:pt x="1096417" y="172790"/>
                      <a:pt x="1137642" y="187970"/>
                    </a:cubicBezTo>
                    <a:cubicBezTo>
                      <a:pt x="1132731" y="194221"/>
                      <a:pt x="1128564" y="199876"/>
                      <a:pt x="1125141" y="204937"/>
                    </a:cubicBezTo>
                    <a:cubicBezTo>
                      <a:pt x="1086296" y="187375"/>
                      <a:pt x="1056084" y="164939"/>
                      <a:pt x="1034504" y="137629"/>
                    </a:cubicBezTo>
                    <a:lnTo>
                      <a:pt x="1034504" y="223019"/>
                    </a:lnTo>
                    <a:lnTo>
                      <a:pt x="1017538" y="223019"/>
                    </a:lnTo>
                    <a:lnTo>
                      <a:pt x="1017538" y="136401"/>
                    </a:lnTo>
                    <a:cubicBezTo>
                      <a:pt x="995809" y="161851"/>
                      <a:pt x="965448" y="185589"/>
                      <a:pt x="926455" y="207615"/>
                    </a:cubicBezTo>
                    <a:cubicBezTo>
                      <a:pt x="923330" y="203151"/>
                      <a:pt x="919311" y="198016"/>
                      <a:pt x="914400" y="192212"/>
                    </a:cubicBezTo>
                    <a:cubicBezTo>
                      <a:pt x="953244" y="172715"/>
                      <a:pt x="985763" y="150093"/>
                      <a:pt x="1011957" y="124346"/>
                    </a:cubicBezTo>
                    <a:lnTo>
                      <a:pt x="918195" y="124346"/>
                    </a:lnTo>
                    <a:lnTo>
                      <a:pt x="918195" y="108719"/>
                    </a:lnTo>
                    <a:lnTo>
                      <a:pt x="1017538" y="108719"/>
                    </a:lnTo>
                    <a:lnTo>
                      <a:pt x="1017538" y="50006"/>
                    </a:lnTo>
                    <a:lnTo>
                      <a:pt x="931366" y="50006"/>
                    </a:lnTo>
                    <a:lnTo>
                      <a:pt x="931366" y="34379"/>
                    </a:lnTo>
                    <a:lnTo>
                      <a:pt x="1017538" y="34379"/>
                    </a:lnTo>
                    <a:close/>
                    <a:moveTo>
                      <a:pt x="384423" y="0"/>
                    </a:moveTo>
                    <a:lnTo>
                      <a:pt x="400050" y="11162"/>
                    </a:lnTo>
                    <a:cubicBezTo>
                      <a:pt x="392534" y="19943"/>
                      <a:pt x="384944" y="28278"/>
                      <a:pt x="377279" y="36165"/>
                    </a:cubicBezTo>
                    <a:lnTo>
                      <a:pt x="431304" y="36165"/>
                    </a:lnTo>
                    <a:lnTo>
                      <a:pt x="431304" y="104254"/>
                    </a:lnTo>
                    <a:lnTo>
                      <a:pt x="413444" y="104254"/>
                    </a:lnTo>
                    <a:lnTo>
                      <a:pt x="413444" y="96664"/>
                    </a:lnTo>
                    <a:lnTo>
                      <a:pt x="348927" y="96664"/>
                    </a:lnTo>
                    <a:lnTo>
                      <a:pt x="348927" y="125909"/>
                    </a:lnTo>
                    <a:lnTo>
                      <a:pt x="443805" y="125909"/>
                    </a:lnTo>
                    <a:cubicBezTo>
                      <a:pt x="443061" y="145554"/>
                      <a:pt x="442168" y="161851"/>
                      <a:pt x="441127" y="174799"/>
                    </a:cubicBezTo>
                    <a:cubicBezTo>
                      <a:pt x="439936" y="193402"/>
                      <a:pt x="429518" y="202704"/>
                      <a:pt x="409873" y="202704"/>
                    </a:cubicBezTo>
                    <a:cubicBezTo>
                      <a:pt x="401538" y="202704"/>
                      <a:pt x="391567" y="202630"/>
                      <a:pt x="379958" y="202481"/>
                    </a:cubicBezTo>
                    <a:cubicBezTo>
                      <a:pt x="378916" y="196528"/>
                      <a:pt x="377577" y="190277"/>
                      <a:pt x="375940" y="183729"/>
                    </a:cubicBezTo>
                    <a:cubicBezTo>
                      <a:pt x="388590" y="184622"/>
                      <a:pt x="398636" y="185068"/>
                      <a:pt x="406077" y="185068"/>
                    </a:cubicBezTo>
                    <a:cubicBezTo>
                      <a:pt x="417240" y="185068"/>
                      <a:pt x="423044" y="179561"/>
                      <a:pt x="423490" y="168548"/>
                    </a:cubicBezTo>
                    <a:cubicBezTo>
                      <a:pt x="424086" y="161553"/>
                      <a:pt x="424532" y="152698"/>
                      <a:pt x="424830" y="141982"/>
                    </a:cubicBezTo>
                    <a:lnTo>
                      <a:pt x="348927" y="141982"/>
                    </a:lnTo>
                    <a:lnTo>
                      <a:pt x="348927" y="223466"/>
                    </a:lnTo>
                    <a:lnTo>
                      <a:pt x="330622" y="223466"/>
                    </a:lnTo>
                    <a:lnTo>
                      <a:pt x="330622" y="142429"/>
                    </a:lnTo>
                    <a:cubicBezTo>
                      <a:pt x="309265" y="175320"/>
                      <a:pt x="278681" y="200993"/>
                      <a:pt x="238869" y="219447"/>
                    </a:cubicBezTo>
                    <a:cubicBezTo>
                      <a:pt x="236041" y="215280"/>
                      <a:pt x="232395" y="210369"/>
                      <a:pt x="227930" y="204713"/>
                    </a:cubicBezTo>
                    <a:cubicBezTo>
                      <a:pt x="260970" y="190724"/>
                      <a:pt x="288354" y="169813"/>
                      <a:pt x="310083" y="141982"/>
                    </a:cubicBezTo>
                    <a:lnTo>
                      <a:pt x="242664" y="141982"/>
                    </a:lnTo>
                    <a:lnTo>
                      <a:pt x="251371" y="80591"/>
                    </a:lnTo>
                    <a:lnTo>
                      <a:pt x="330622" y="80591"/>
                    </a:lnTo>
                    <a:lnTo>
                      <a:pt x="330622" y="52239"/>
                    </a:lnTo>
                    <a:lnTo>
                      <a:pt x="240655" y="52239"/>
                    </a:lnTo>
                    <a:lnTo>
                      <a:pt x="240655" y="36165"/>
                    </a:lnTo>
                    <a:lnTo>
                      <a:pt x="299479" y="36165"/>
                    </a:lnTo>
                    <a:cubicBezTo>
                      <a:pt x="292931" y="28724"/>
                      <a:pt x="285080" y="20762"/>
                      <a:pt x="275927" y="12279"/>
                    </a:cubicBezTo>
                    <a:lnTo>
                      <a:pt x="288652" y="893"/>
                    </a:lnTo>
                    <a:cubicBezTo>
                      <a:pt x="298624" y="9228"/>
                      <a:pt x="307702" y="17636"/>
                      <a:pt x="315888" y="26120"/>
                    </a:cubicBezTo>
                    <a:lnTo>
                      <a:pt x="304725" y="36165"/>
                    </a:lnTo>
                    <a:lnTo>
                      <a:pt x="367233" y="36165"/>
                    </a:lnTo>
                    <a:lnTo>
                      <a:pt x="359420" y="29915"/>
                    </a:lnTo>
                    <a:cubicBezTo>
                      <a:pt x="368350" y="20687"/>
                      <a:pt x="376684" y="10716"/>
                      <a:pt x="384423" y="0"/>
                    </a:cubicBez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1A5D5098-5628-4D78-AE79-09B60C9B5632}"/>
              </a:ext>
            </a:extLst>
          </p:cNvPr>
          <p:cNvGrpSpPr/>
          <p:nvPr/>
        </p:nvGrpSpPr>
        <p:grpSpPr>
          <a:xfrm>
            <a:off x="5631543" y="1559186"/>
            <a:ext cx="2566931" cy="950384"/>
            <a:chOff x="5631543" y="1559186"/>
            <a:chExt cx="2566931" cy="950384"/>
          </a:xfrm>
        </p:grpSpPr>
        <p:sp>
          <p:nvSpPr>
            <p:cNvPr id="73" name="任意多边形: 形状 72">
              <a:extLst>
                <a:ext uri="{FF2B5EF4-FFF2-40B4-BE49-F238E27FC236}">
                  <a16:creationId xmlns:a16="http://schemas.microsoft.com/office/drawing/2014/main" id="{B4E1253F-AF95-4084-88A7-79268CEC1599}"/>
                </a:ext>
              </a:extLst>
            </p:cNvPr>
            <p:cNvSpPr/>
            <p:nvPr/>
          </p:nvSpPr>
          <p:spPr>
            <a:xfrm>
              <a:off x="5631543" y="1559186"/>
              <a:ext cx="2566931" cy="950384"/>
            </a:xfrm>
            <a:custGeom>
              <a:avLst/>
              <a:gdLst>
                <a:gd name="connsiteX0" fmla="*/ 87311 w 2522548"/>
                <a:gd name="connsiteY0" fmla="*/ 0 h 1354934"/>
                <a:gd name="connsiteX1" fmla="*/ 2266473 w 2522548"/>
                <a:gd name="connsiteY1" fmla="*/ 0 h 1354934"/>
                <a:gd name="connsiteX2" fmla="*/ 2353784 w 2522548"/>
                <a:gd name="connsiteY2" fmla="*/ 87311 h 1354934"/>
                <a:gd name="connsiteX3" fmla="*/ 2353784 w 2522548"/>
                <a:gd name="connsiteY3" fmla="*/ 1005055 h 1354934"/>
                <a:gd name="connsiteX4" fmla="*/ 2522548 w 2522548"/>
                <a:gd name="connsiteY4" fmla="*/ 1354934 h 1354934"/>
                <a:gd name="connsiteX5" fmla="*/ 2266874 w 2522548"/>
                <a:gd name="connsiteY5" fmla="*/ 1209545 h 1354934"/>
                <a:gd name="connsiteX6" fmla="*/ 2266473 w 2522548"/>
                <a:gd name="connsiteY6" fmla="*/ 1209626 h 1354934"/>
                <a:gd name="connsiteX7" fmla="*/ 87311 w 2522548"/>
                <a:gd name="connsiteY7" fmla="*/ 1209626 h 1354934"/>
                <a:gd name="connsiteX8" fmla="*/ 0 w 2522548"/>
                <a:gd name="connsiteY8" fmla="*/ 1122315 h 1354934"/>
                <a:gd name="connsiteX9" fmla="*/ 0 w 2522548"/>
                <a:gd name="connsiteY9" fmla="*/ 87311 h 1354934"/>
                <a:gd name="connsiteX10" fmla="*/ 87311 w 2522548"/>
                <a:gd name="connsiteY10" fmla="*/ 0 h 1354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522548" h="1354934">
                  <a:moveTo>
                    <a:pt x="87311" y="0"/>
                  </a:moveTo>
                  <a:lnTo>
                    <a:pt x="2266473" y="0"/>
                  </a:lnTo>
                  <a:cubicBezTo>
                    <a:pt x="2314694" y="0"/>
                    <a:pt x="2353784" y="39090"/>
                    <a:pt x="2353784" y="87311"/>
                  </a:cubicBezTo>
                  <a:lnTo>
                    <a:pt x="2353784" y="1005055"/>
                  </a:lnTo>
                  <a:lnTo>
                    <a:pt x="2522548" y="1354934"/>
                  </a:lnTo>
                  <a:lnTo>
                    <a:pt x="2266874" y="1209545"/>
                  </a:lnTo>
                  <a:lnTo>
                    <a:pt x="2266473" y="1209626"/>
                  </a:lnTo>
                  <a:lnTo>
                    <a:pt x="87311" y="1209626"/>
                  </a:lnTo>
                  <a:cubicBezTo>
                    <a:pt x="39090" y="1209626"/>
                    <a:pt x="0" y="1170536"/>
                    <a:pt x="0" y="1122315"/>
                  </a:cubicBezTo>
                  <a:lnTo>
                    <a:pt x="0" y="87311"/>
                  </a:lnTo>
                  <a:cubicBezTo>
                    <a:pt x="0" y="39090"/>
                    <a:pt x="39090" y="0"/>
                    <a:pt x="87311" y="0"/>
                  </a:cubicBez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78" name="文本框 77">
              <a:extLst>
                <a:ext uri="{FF2B5EF4-FFF2-40B4-BE49-F238E27FC236}">
                  <a16:creationId xmlns:a16="http://schemas.microsoft.com/office/drawing/2014/main" id="{392E9BAD-897F-4C8A-A2AF-6782498A731E}"/>
                </a:ext>
              </a:extLst>
            </p:cNvPr>
            <p:cNvSpPr txBox="1"/>
            <p:nvPr/>
          </p:nvSpPr>
          <p:spPr>
            <a:xfrm>
              <a:off x="5789099" y="1875497"/>
              <a:ext cx="2051373" cy="222572"/>
            </a:xfrm>
            <a:custGeom>
              <a:avLst/>
              <a:gdLst/>
              <a:ahLst/>
              <a:cxnLst/>
              <a:rect l="l" t="t" r="r" b="b"/>
              <a:pathLst>
                <a:path w="2051373" h="222572">
                  <a:moveTo>
                    <a:pt x="959941" y="163078"/>
                  </a:moveTo>
                  <a:lnTo>
                    <a:pt x="980703" y="163078"/>
                  </a:lnTo>
                  <a:lnTo>
                    <a:pt x="961839" y="222572"/>
                  </a:lnTo>
                  <a:lnTo>
                    <a:pt x="946212" y="222572"/>
                  </a:lnTo>
                  <a:close/>
                  <a:moveTo>
                    <a:pt x="480194" y="150465"/>
                  </a:moveTo>
                  <a:lnTo>
                    <a:pt x="496937" y="156269"/>
                  </a:lnTo>
                  <a:cubicBezTo>
                    <a:pt x="489942" y="176361"/>
                    <a:pt x="482575" y="193253"/>
                    <a:pt x="474836" y="206945"/>
                  </a:cubicBezTo>
                  <a:cubicBezTo>
                    <a:pt x="470967" y="204862"/>
                    <a:pt x="465609" y="202183"/>
                    <a:pt x="458763" y="198908"/>
                  </a:cubicBezTo>
                  <a:cubicBezTo>
                    <a:pt x="467395" y="185216"/>
                    <a:pt x="474539" y="169068"/>
                    <a:pt x="480194" y="150465"/>
                  </a:cubicBezTo>
                  <a:close/>
                  <a:moveTo>
                    <a:pt x="649858" y="149349"/>
                  </a:moveTo>
                  <a:cubicBezTo>
                    <a:pt x="656853" y="157832"/>
                    <a:pt x="666973" y="171003"/>
                    <a:pt x="680219" y="188863"/>
                  </a:cubicBezTo>
                  <a:lnTo>
                    <a:pt x="664592" y="199355"/>
                  </a:lnTo>
                  <a:cubicBezTo>
                    <a:pt x="655216" y="184770"/>
                    <a:pt x="645840" y="171226"/>
                    <a:pt x="636464" y="158725"/>
                  </a:cubicBezTo>
                  <a:close/>
                  <a:moveTo>
                    <a:pt x="515913" y="147786"/>
                  </a:moveTo>
                  <a:lnTo>
                    <a:pt x="532879" y="147786"/>
                  </a:lnTo>
                  <a:lnTo>
                    <a:pt x="532879" y="186853"/>
                  </a:lnTo>
                  <a:cubicBezTo>
                    <a:pt x="532879" y="196081"/>
                    <a:pt x="537716" y="200694"/>
                    <a:pt x="547390" y="200694"/>
                  </a:cubicBezTo>
                  <a:lnTo>
                    <a:pt x="591369" y="200694"/>
                  </a:lnTo>
                  <a:cubicBezTo>
                    <a:pt x="601787" y="200694"/>
                    <a:pt x="607889" y="196453"/>
                    <a:pt x="609675" y="187970"/>
                  </a:cubicBezTo>
                  <a:cubicBezTo>
                    <a:pt x="611014" y="182463"/>
                    <a:pt x="612428" y="174426"/>
                    <a:pt x="613916" y="163859"/>
                  </a:cubicBezTo>
                  <a:cubicBezTo>
                    <a:pt x="618976" y="165943"/>
                    <a:pt x="624855" y="168175"/>
                    <a:pt x="631552" y="170557"/>
                  </a:cubicBezTo>
                  <a:cubicBezTo>
                    <a:pt x="629469" y="181123"/>
                    <a:pt x="627459" y="189607"/>
                    <a:pt x="625525" y="196006"/>
                  </a:cubicBezTo>
                  <a:cubicBezTo>
                    <a:pt x="621655" y="209550"/>
                    <a:pt x="611609" y="216321"/>
                    <a:pt x="595387" y="216321"/>
                  </a:cubicBezTo>
                  <a:lnTo>
                    <a:pt x="543372" y="216321"/>
                  </a:lnTo>
                  <a:cubicBezTo>
                    <a:pt x="525066" y="216321"/>
                    <a:pt x="515913" y="207020"/>
                    <a:pt x="515913" y="188416"/>
                  </a:cubicBezTo>
                  <a:close/>
                  <a:moveTo>
                    <a:pt x="558552" y="141312"/>
                  </a:moveTo>
                  <a:cubicBezTo>
                    <a:pt x="568821" y="149349"/>
                    <a:pt x="579239" y="158129"/>
                    <a:pt x="589806" y="167655"/>
                  </a:cubicBezTo>
                  <a:lnTo>
                    <a:pt x="577304" y="180603"/>
                  </a:lnTo>
                  <a:cubicBezTo>
                    <a:pt x="567184" y="169887"/>
                    <a:pt x="557362" y="160511"/>
                    <a:pt x="547837" y="152474"/>
                  </a:cubicBezTo>
                  <a:close/>
                  <a:moveTo>
                    <a:pt x="573286" y="97556"/>
                  </a:moveTo>
                  <a:lnTo>
                    <a:pt x="573286" y="118764"/>
                  </a:lnTo>
                  <a:lnTo>
                    <a:pt x="645617" y="118764"/>
                  </a:lnTo>
                  <a:lnTo>
                    <a:pt x="645617" y="97556"/>
                  </a:lnTo>
                  <a:close/>
                  <a:moveTo>
                    <a:pt x="1514252" y="88627"/>
                  </a:moveTo>
                  <a:cubicBezTo>
                    <a:pt x="1542083" y="105593"/>
                    <a:pt x="1568946" y="122857"/>
                    <a:pt x="1594842" y="140419"/>
                  </a:cubicBezTo>
                  <a:lnTo>
                    <a:pt x="1582118" y="158055"/>
                  </a:lnTo>
                  <a:cubicBezTo>
                    <a:pt x="1551459" y="135284"/>
                    <a:pt x="1525191" y="117202"/>
                    <a:pt x="1503313" y="103807"/>
                  </a:cubicBezTo>
                  <a:close/>
                  <a:moveTo>
                    <a:pt x="831354" y="77241"/>
                  </a:moveTo>
                  <a:lnTo>
                    <a:pt x="831354" y="141312"/>
                  </a:lnTo>
                  <a:lnTo>
                    <a:pt x="849437" y="141312"/>
                  </a:lnTo>
                  <a:lnTo>
                    <a:pt x="849437" y="77241"/>
                  </a:lnTo>
                  <a:close/>
                  <a:moveTo>
                    <a:pt x="817290" y="62731"/>
                  </a:moveTo>
                  <a:lnTo>
                    <a:pt x="863501" y="62731"/>
                  </a:lnTo>
                  <a:lnTo>
                    <a:pt x="863501" y="155823"/>
                  </a:lnTo>
                  <a:lnTo>
                    <a:pt x="831354" y="155823"/>
                  </a:lnTo>
                  <a:lnTo>
                    <a:pt x="831354" y="173459"/>
                  </a:lnTo>
                  <a:lnTo>
                    <a:pt x="817290" y="173459"/>
                  </a:lnTo>
                  <a:close/>
                  <a:moveTo>
                    <a:pt x="573286" y="62284"/>
                  </a:moveTo>
                  <a:lnTo>
                    <a:pt x="573286" y="83269"/>
                  </a:lnTo>
                  <a:lnTo>
                    <a:pt x="645617" y="83269"/>
                  </a:lnTo>
                  <a:lnTo>
                    <a:pt x="645617" y="62284"/>
                  </a:lnTo>
                  <a:close/>
                  <a:moveTo>
                    <a:pt x="1648867" y="54917"/>
                  </a:moveTo>
                  <a:cubicBezTo>
                    <a:pt x="1659880" y="65782"/>
                    <a:pt x="1670298" y="77390"/>
                    <a:pt x="1680121" y="89743"/>
                  </a:cubicBezTo>
                  <a:lnTo>
                    <a:pt x="1665387" y="102021"/>
                  </a:lnTo>
                  <a:cubicBezTo>
                    <a:pt x="1657797" y="91603"/>
                    <a:pt x="1647974" y="79399"/>
                    <a:pt x="1635919" y="65410"/>
                  </a:cubicBezTo>
                  <a:close/>
                  <a:moveTo>
                    <a:pt x="1774329" y="54024"/>
                  </a:moveTo>
                  <a:lnTo>
                    <a:pt x="1789733" y="65856"/>
                  </a:lnTo>
                  <a:cubicBezTo>
                    <a:pt x="1778571" y="79102"/>
                    <a:pt x="1767111" y="91529"/>
                    <a:pt x="1755353" y="103138"/>
                  </a:cubicBezTo>
                  <a:lnTo>
                    <a:pt x="1742405" y="91975"/>
                  </a:lnTo>
                  <a:cubicBezTo>
                    <a:pt x="1756098" y="77390"/>
                    <a:pt x="1766739" y="64740"/>
                    <a:pt x="1774329" y="54024"/>
                  </a:cubicBezTo>
                  <a:close/>
                  <a:moveTo>
                    <a:pt x="1858268" y="40406"/>
                  </a:moveTo>
                  <a:lnTo>
                    <a:pt x="1858268" y="150242"/>
                  </a:lnTo>
                  <a:lnTo>
                    <a:pt x="1883941" y="150242"/>
                  </a:lnTo>
                  <a:lnTo>
                    <a:pt x="1883941" y="40406"/>
                  </a:lnTo>
                  <a:close/>
                  <a:moveTo>
                    <a:pt x="710134" y="39960"/>
                  </a:moveTo>
                  <a:lnTo>
                    <a:pt x="710134" y="154260"/>
                  </a:lnTo>
                  <a:lnTo>
                    <a:pt x="727770" y="154260"/>
                  </a:lnTo>
                  <a:lnTo>
                    <a:pt x="727770" y="39960"/>
                  </a:lnTo>
                  <a:close/>
                  <a:moveTo>
                    <a:pt x="573286" y="27012"/>
                  </a:moveTo>
                  <a:lnTo>
                    <a:pt x="573286" y="47997"/>
                  </a:lnTo>
                  <a:lnTo>
                    <a:pt x="645617" y="47997"/>
                  </a:lnTo>
                  <a:lnTo>
                    <a:pt x="645617" y="27012"/>
                  </a:lnTo>
                  <a:close/>
                  <a:moveTo>
                    <a:pt x="695623" y="25003"/>
                  </a:moveTo>
                  <a:lnTo>
                    <a:pt x="742280" y="25003"/>
                  </a:lnTo>
                  <a:lnTo>
                    <a:pt x="742280" y="181942"/>
                  </a:lnTo>
                  <a:lnTo>
                    <a:pt x="727770" y="181942"/>
                  </a:lnTo>
                  <a:lnTo>
                    <a:pt x="727770" y="169217"/>
                  </a:lnTo>
                  <a:lnTo>
                    <a:pt x="710134" y="169217"/>
                  </a:lnTo>
                  <a:lnTo>
                    <a:pt x="710134" y="185514"/>
                  </a:lnTo>
                  <a:lnTo>
                    <a:pt x="695623" y="185514"/>
                  </a:lnTo>
                  <a:close/>
                  <a:moveTo>
                    <a:pt x="1842195" y="24780"/>
                  </a:moveTo>
                  <a:lnTo>
                    <a:pt x="1900014" y="24780"/>
                  </a:lnTo>
                  <a:lnTo>
                    <a:pt x="1900014" y="165869"/>
                  </a:lnTo>
                  <a:lnTo>
                    <a:pt x="1858268" y="165869"/>
                  </a:lnTo>
                  <a:lnTo>
                    <a:pt x="1858268" y="181272"/>
                  </a:lnTo>
                  <a:lnTo>
                    <a:pt x="1842195" y="181272"/>
                  </a:lnTo>
                  <a:close/>
                  <a:moveTo>
                    <a:pt x="1376958" y="20315"/>
                  </a:moveTo>
                  <a:lnTo>
                    <a:pt x="1589708" y="20315"/>
                  </a:lnTo>
                  <a:lnTo>
                    <a:pt x="1589708" y="37728"/>
                  </a:lnTo>
                  <a:lnTo>
                    <a:pt x="1507555" y="37728"/>
                  </a:lnTo>
                  <a:cubicBezTo>
                    <a:pt x="1500411" y="50080"/>
                    <a:pt x="1490886" y="64740"/>
                    <a:pt x="1478980" y="81706"/>
                  </a:cubicBezTo>
                  <a:lnTo>
                    <a:pt x="1491928" y="81706"/>
                  </a:lnTo>
                  <a:lnTo>
                    <a:pt x="1491928" y="221679"/>
                  </a:lnTo>
                  <a:lnTo>
                    <a:pt x="1472729" y="221679"/>
                  </a:lnTo>
                  <a:lnTo>
                    <a:pt x="1472729" y="88627"/>
                  </a:lnTo>
                  <a:cubicBezTo>
                    <a:pt x="1447279" y="120029"/>
                    <a:pt x="1417290" y="146819"/>
                    <a:pt x="1382762" y="168994"/>
                  </a:cubicBezTo>
                  <a:cubicBezTo>
                    <a:pt x="1379042" y="163636"/>
                    <a:pt x="1374874" y="158278"/>
                    <a:pt x="1370261" y="152921"/>
                  </a:cubicBezTo>
                  <a:cubicBezTo>
                    <a:pt x="1417142" y="123601"/>
                    <a:pt x="1454944" y="85204"/>
                    <a:pt x="1483668" y="37728"/>
                  </a:cubicBezTo>
                  <a:lnTo>
                    <a:pt x="1376958" y="37728"/>
                  </a:lnTo>
                  <a:close/>
                  <a:moveTo>
                    <a:pt x="1912739" y="15850"/>
                  </a:moveTo>
                  <a:lnTo>
                    <a:pt x="2046684" y="15850"/>
                  </a:lnTo>
                  <a:lnTo>
                    <a:pt x="2046684" y="31923"/>
                  </a:lnTo>
                  <a:lnTo>
                    <a:pt x="2011635" y="31923"/>
                  </a:lnTo>
                  <a:lnTo>
                    <a:pt x="2011635" y="92199"/>
                  </a:lnTo>
                  <a:lnTo>
                    <a:pt x="2051373" y="92199"/>
                  </a:lnTo>
                  <a:lnTo>
                    <a:pt x="2051373" y="108272"/>
                  </a:lnTo>
                  <a:lnTo>
                    <a:pt x="2011635" y="108272"/>
                  </a:lnTo>
                  <a:lnTo>
                    <a:pt x="2011635" y="189309"/>
                  </a:lnTo>
                  <a:cubicBezTo>
                    <a:pt x="2011635" y="207466"/>
                    <a:pt x="2003524" y="216693"/>
                    <a:pt x="1987302" y="216991"/>
                  </a:cubicBezTo>
                  <a:cubicBezTo>
                    <a:pt x="1977926" y="216991"/>
                    <a:pt x="1967657" y="216917"/>
                    <a:pt x="1956495" y="216768"/>
                  </a:cubicBezTo>
                  <a:cubicBezTo>
                    <a:pt x="1955751" y="210815"/>
                    <a:pt x="1954560" y="204415"/>
                    <a:pt x="1952923" y="197569"/>
                  </a:cubicBezTo>
                  <a:cubicBezTo>
                    <a:pt x="1964829" y="198760"/>
                    <a:pt x="1974503" y="199355"/>
                    <a:pt x="1981944" y="199355"/>
                  </a:cubicBezTo>
                  <a:cubicBezTo>
                    <a:pt x="1989981" y="199355"/>
                    <a:pt x="1993999" y="194592"/>
                    <a:pt x="1993999" y="185067"/>
                  </a:cubicBezTo>
                  <a:lnTo>
                    <a:pt x="1993999" y="111174"/>
                  </a:lnTo>
                  <a:cubicBezTo>
                    <a:pt x="1971898" y="146819"/>
                    <a:pt x="1939082" y="178445"/>
                    <a:pt x="1895550" y="206052"/>
                  </a:cubicBezTo>
                  <a:cubicBezTo>
                    <a:pt x="1892424" y="201438"/>
                    <a:pt x="1888555" y="196453"/>
                    <a:pt x="1883941" y="191095"/>
                  </a:cubicBezTo>
                  <a:cubicBezTo>
                    <a:pt x="1921074" y="169589"/>
                    <a:pt x="1951546" y="141982"/>
                    <a:pt x="1975359" y="108272"/>
                  </a:cubicBezTo>
                  <a:lnTo>
                    <a:pt x="1918544" y="108272"/>
                  </a:lnTo>
                  <a:lnTo>
                    <a:pt x="1918544" y="92199"/>
                  </a:lnTo>
                  <a:lnTo>
                    <a:pt x="1934617" y="40630"/>
                  </a:lnTo>
                  <a:lnTo>
                    <a:pt x="1951583" y="44202"/>
                  </a:lnTo>
                  <a:lnTo>
                    <a:pt x="1936849" y="92199"/>
                  </a:lnTo>
                  <a:lnTo>
                    <a:pt x="1993999" y="92199"/>
                  </a:lnTo>
                  <a:lnTo>
                    <a:pt x="1993999" y="31923"/>
                  </a:lnTo>
                  <a:lnTo>
                    <a:pt x="1912739" y="31923"/>
                  </a:lnTo>
                  <a:close/>
                  <a:moveTo>
                    <a:pt x="815057" y="15627"/>
                  </a:moveTo>
                  <a:lnTo>
                    <a:pt x="908149" y="15627"/>
                  </a:lnTo>
                  <a:lnTo>
                    <a:pt x="908149" y="30584"/>
                  </a:lnTo>
                  <a:lnTo>
                    <a:pt x="891183" y="30584"/>
                  </a:lnTo>
                  <a:lnTo>
                    <a:pt x="891183" y="191765"/>
                  </a:lnTo>
                  <a:cubicBezTo>
                    <a:pt x="891183" y="208880"/>
                    <a:pt x="883667" y="217512"/>
                    <a:pt x="868635" y="217661"/>
                  </a:cubicBezTo>
                  <a:cubicBezTo>
                    <a:pt x="860748" y="217810"/>
                    <a:pt x="851818" y="217735"/>
                    <a:pt x="841846" y="217438"/>
                  </a:cubicBezTo>
                  <a:cubicBezTo>
                    <a:pt x="841251" y="211782"/>
                    <a:pt x="840284" y="206052"/>
                    <a:pt x="838944" y="200248"/>
                  </a:cubicBezTo>
                  <a:cubicBezTo>
                    <a:pt x="847279" y="201438"/>
                    <a:pt x="855836" y="202034"/>
                    <a:pt x="864617" y="202034"/>
                  </a:cubicBezTo>
                  <a:cubicBezTo>
                    <a:pt x="872356" y="202034"/>
                    <a:pt x="876226" y="197495"/>
                    <a:pt x="876226" y="188416"/>
                  </a:cubicBezTo>
                  <a:lnTo>
                    <a:pt x="876226" y="30584"/>
                  </a:lnTo>
                  <a:lnTo>
                    <a:pt x="815057" y="30584"/>
                  </a:lnTo>
                  <a:close/>
                  <a:moveTo>
                    <a:pt x="753219" y="13171"/>
                  </a:moveTo>
                  <a:lnTo>
                    <a:pt x="807467" y="13171"/>
                  </a:lnTo>
                  <a:lnTo>
                    <a:pt x="807467" y="28128"/>
                  </a:lnTo>
                  <a:cubicBezTo>
                    <a:pt x="800621" y="54917"/>
                    <a:pt x="795114" y="75828"/>
                    <a:pt x="790947" y="90859"/>
                  </a:cubicBezTo>
                  <a:cubicBezTo>
                    <a:pt x="800175" y="105891"/>
                    <a:pt x="805607" y="120402"/>
                    <a:pt x="807244" y="134391"/>
                  </a:cubicBezTo>
                  <a:cubicBezTo>
                    <a:pt x="810965" y="162371"/>
                    <a:pt x="805160" y="177775"/>
                    <a:pt x="789831" y="180603"/>
                  </a:cubicBezTo>
                  <a:cubicBezTo>
                    <a:pt x="785515" y="181496"/>
                    <a:pt x="779636" y="181570"/>
                    <a:pt x="772195" y="180826"/>
                  </a:cubicBezTo>
                  <a:cubicBezTo>
                    <a:pt x="771302" y="175319"/>
                    <a:pt x="769962" y="169664"/>
                    <a:pt x="768176" y="163859"/>
                  </a:cubicBezTo>
                  <a:cubicBezTo>
                    <a:pt x="773981" y="165794"/>
                    <a:pt x="779339" y="166315"/>
                    <a:pt x="784250" y="165422"/>
                  </a:cubicBezTo>
                  <a:cubicBezTo>
                    <a:pt x="792584" y="164083"/>
                    <a:pt x="795338" y="153516"/>
                    <a:pt x="792510" y="133722"/>
                  </a:cubicBezTo>
                  <a:cubicBezTo>
                    <a:pt x="790873" y="121815"/>
                    <a:pt x="785292" y="108495"/>
                    <a:pt x="775767" y="93761"/>
                  </a:cubicBezTo>
                  <a:cubicBezTo>
                    <a:pt x="780529" y="75158"/>
                    <a:pt x="785813" y="53280"/>
                    <a:pt x="791617" y="28128"/>
                  </a:cubicBezTo>
                  <a:lnTo>
                    <a:pt x="767730" y="28128"/>
                  </a:lnTo>
                  <a:lnTo>
                    <a:pt x="767730" y="222349"/>
                  </a:lnTo>
                  <a:lnTo>
                    <a:pt x="753219" y="222349"/>
                  </a:lnTo>
                  <a:close/>
                  <a:moveTo>
                    <a:pt x="556766" y="11831"/>
                  </a:moveTo>
                  <a:lnTo>
                    <a:pt x="662137" y="11831"/>
                  </a:lnTo>
                  <a:lnTo>
                    <a:pt x="662137" y="140865"/>
                  </a:lnTo>
                  <a:lnTo>
                    <a:pt x="645617" y="140865"/>
                  </a:lnTo>
                  <a:lnTo>
                    <a:pt x="645617" y="133945"/>
                  </a:lnTo>
                  <a:lnTo>
                    <a:pt x="573286" y="133945"/>
                  </a:lnTo>
                  <a:lnTo>
                    <a:pt x="573286" y="139303"/>
                  </a:lnTo>
                  <a:lnTo>
                    <a:pt x="556766" y="139303"/>
                  </a:lnTo>
                  <a:close/>
                  <a:moveTo>
                    <a:pt x="168548" y="9822"/>
                  </a:moveTo>
                  <a:cubicBezTo>
                    <a:pt x="181645" y="19794"/>
                    <a:pt x="195039" y="30881"/>
                    <a:pt x="208732" y="43085"/>
                  </a:cubicBezTo>
                  <a:lnTo>
                    <a:pt x="195114" y="56926"/>
                  </a:lnTo>
                  <a:cubicBezTo>
                    <a:pt x="182910" y="44574"/>
                    <a:pt x="170185" y="32816"/>
                    <a:pt x="156939" y="21654"/>
                  </a:cubicBezTo>
                  <a:close/>
                  <a:moveTo>
                    <a:pt x="1244352" y="4241"/>
                  </a:moveTo>
                  <a:lnTo>
                    <a:pt x="1263774" y="4241"/>
                  </a:lnTo>
                  <a:lnTo>
                    <a:pt x="1263774" y="87957"/>
                  </a:lnTo>
                  <a:lnTo>
                    <a:pt x="1322487" y="87957"/>
                  </a:lnTo>
                  <a:lnTo>
                    <a:pt x="1322487" y="24780"/>
                  </a:lnTo>
                  <a:lnTo>
                    <a:pt x="1341462" y="24780"/>
                  </a:lnTo>
                  <a:lnTo>
                    <a:pt x="1341462" y="113183"/>
                  </a:lnTo>
                  <a:lnTo>
                    <a:pt x="1322487" y="113183"/>
                  </a:lnTo>
                  <a:lnTo>
                    <a:pt x="1322487" y="104923"/>
                  </a:lnTo>
                  <a:lnTo>
                    <a:pt x="1263774" y="104923"/>
                  </a:lnTo>
                  <a:lnTo>
                    <a:pt x="1263774" y="192434"/>
                  </a:lnTo>
                  <a:lnTo>
                    <a:pt x="1329184" y="192434"/>
                  </a:lnTo>
                  <a:lnTo>
                    <a:pt x="1329184" y="128810"/>
                  </a:lnTo>
                  <a:lnTo>
                    <a:pt x="1347936" y="128810"/>
                  </a:lnTo>
                  <a:lnTo>
                    <a:pt x="1347936" y="217438"/>
                  </a:lnTo>
                  <a:lnTo>
                    <a:pt x="1329184" y="217438"/>
                  </a:lnTo>
                  <a:lnTo>
                    <a:pt x="1329184" y="209401"/>
                  </a:lnTo>
                  <a:lnTo>
                    <a:pt x="1161306" y="209401"/>
                  </a:lnTo>
                  <a:lnTo>
                    <a:pt x="1161306" y="128810"/>
                  </a:lnTo>
                  <a:lnTo>
                    <a:pt x="1180282" y="128810"/>
                  </a:lnTo>
                  <a:lnTo>
                    <a:pt x="1180282" y="192434"/>
                  </a:lnTo>
                  <a:lnTo>
                    <a:pt x="1244352" y="192434"/>
                  </a:lnTo>
                  <a:lnTo>
                    <a:pt x="1244352" y="104923"/>
                  </a:lnTo>
                  <a:lnTo>
                    <a:pt x="1167334" y="104923"/>
                  </a:lnTo>
                  <a:lnTo>
                    <a:pt x="1167334" y="24780"/>
                  </a:lnTo>
                  <a:lnTo>
                    <a:pt x="1186309" y="24780"/>
                  </a:lnTo>
                  <a:lnTo>
                    <a:pt x="1186309" y="87957"/>
                  </a:lnTo>
                  <a:lnTo>
                    <a:pt x="1244352" y="87957"/>
                  </a:lnTo>
                  <a:close/>
                  <a:moveTo>
                    <a:pt x="499170" y="2902"/>
                  </a:moveTo>
                  <a:lnTo>
                    <a:pt x="515243" y="2902"/>
                  </a:lnTo>
                  <a:lnTo>
                    <a:pt x="515243" y="37058"/>
                  </a:lnTo>
                  <a:lnTo>
                    <a:pt x="546720" y="37058"/>
                  </a:lnTo>
                  <a:lnTo>
                    <a:pt x="546720" y="51792"/>
                  </a:lnTo>
                  <a:lnTo>
                    <a:pt x="515243" y="51792"/>
                  </a:lnTo>
                  <a:lnTo>
                    <a:pt x="515243" y="73000"/>
                  </a:lnTo>
                  <a:lnTo>
                    <a:pt x="522387" y="66079"/>
                  </a:lnTo>
                  <a:cubicBezTo>
                    <a:pt x="533251" y="74414"/>
                    <a:pt x="542776" y="82599"/>
                    <a:pt x="550962" y="90636"/>
                  </a:cubicBezTo>
                  <a:lnTo>
                    <a:pt x="539130" y="102468"/>
                  </a:lnTo>
                  <a:cubicBezTo>
                    <a:pt x="531837" y="93687"/>
                    <a:pt x="523875" y="85873"/>
                    <a:pt x="515243" y="79027"/>
                  </a:cubicBezTo>
                  <a:lnTo>
                    <a:pt x="515243" y="139972"/>
                  </a:lnTo>
                  <a:lnTo>
                    <a:pt x="499170" y="139972"/>
                  </a:lnTo>
                  <a:lnTo>
                    <a:pt x="499170" y="79920"/>
                  </a:lnTo>
                  <a:cubicBezTo>
                    <a:pt x="489496" y="99714"/>
                    <a:pt x="478408" y="116979"/>
                    <a:pt x="465907" y="131713"/>
                  </a:cubicBezTo>
                  <a:cubicBezTo>
                    <a:pt x="463823" y="125313"/>
                    <a:pt x="461293" y="119434"/>
                    <a:pt x="458316" y="114076"/>
                  </a:cubicBezTo>
                  <a:cubicBezTo>
                    <a:pt x="474687" y="96217"/>
                    <a:pt x="487635" y="75455"/>
                    <a:pt x="497160" y="51792"/>
                  </a:cubicBezTo>
                  <a:lnTo>
                    <a:pt x="461665" y="51792"/>
                  </a:lnTo>
                  <a:lnTo>
                    <a:pt x="461665" y="37058"/>
                  </a:lnTo>
                  <a:lnTo>
                    <a:pt x="499170" y="37058"/>
                  </a:lnTo>
                  <a:close/>
                  <a:moveTo>
                    <a:pt x="120328" y="1786"/>
                  </a:moveTo>
                  <a:lnTo>
                    <a:pt x="139080" y="1786"/>
                  </a:lnTo>
                  <a:cubicBezTo>
                    <a:pt x="139601" y="25598"/>
                    <a:pt x="140382" y="47625"/>
                    <a:pt x="141424" y="67865"/>
                  </a:cubicBezTo>
                  <a:lnTo>
                    <a:pt x="223019" y="67865"/>
                  </a:lnTo>
                  <a:lnTo>
                    <a:pt x="223019" y="84385"/>
                  </a:lnTo>
                  <a:lnTo>
                    <a:pt x="142429" y="84385"/>
                  </a:lnTo>
                  <a:cubicBezTo>
                    <a:pt x="144140" y="107379"/>
                    <a:pt x="147191" y="127173"/>
                    <a:pt x="151582" y="143768"/>
                  </a:cubicBezTo>
                  <a:cubicBezTo>
                    <a:pt x="168027" y="129182"/>
                    <a:pt x="182240" y="112960"/>
                    <a:pt x="194221" y="95101"/>
                  </a:cubicBezTo>
                  <a:lnTo>
                    <a:pt x="210294" y="105816"/>
                  </a:lnTo>
                  <a:cubicBezTo>
                    <a:pt x="194742" y="126876"/>
                    <a:pt x="177180" y="145591"/>
                    <a:pt x="157609" y="161962"/>
                  </a:cubicBezTo>
                  <a:cubicBezTo>
                    <a:pt x="161776" y="172529"/>
                    <a:pt x="166762" y="181198"/>
                    <a:pt x="172566" y="187970"/>
                  </a:cubicBezTo>
                  <a:cubicBezTo>
                    <a:pt x="180157" y="196899"/>
                    <a:pt x="186779" y="201364"/>
                    <a:pt x="192435" y="201364"/>
                  </a:cubicBezTo>
                  <a:cubicBezTo>
                    <a:pt x="195560" y="201364"/>
                    <a:pt x="197793" y="198908"/>
                    <a:pt x="199132" y="193997"/>
                  </a:cubicBezTo>
                  <a:cubicBezTo>
                    <a:pt x="201216" y="186258"/>
                    <a:pt x="203374" y="173682"/>
                    <a:pt x="205606" y="156269"/>
                  </a:cubicBezTo>
                  <a:cubicBezTo>
                    <a:pt x="211857" y="159097"/>
                    <a:pt x="217587" y="161255"/>
                    <a:pt x="222796" y="162743"/>
                  </a:cubicBezTo>
                  <a:cubicBezTo>
                    <a:pt x="220117" y="179412"/>
                    <a:pt x="217438" y="192360"/>
                    <a:pt x="214759" y="201587"/>
                  </a:cubicBezTo>
                  <a:cubicBezTo>
                    <a:pt x="211336" y="213494"/>
                    <a:pt x="204044" y="219521"/>
                    <a:pt x="192881" y="219670"/>
                  </a:cubicBezTo>
                  <a:cubicBezTo>
                    <a:pt x="180082" y="219521"/>
                    <a:pt x="167953" y="211856"/>
                    <a:pt x="156493" y="196676"/>
                  </a:cubicBezTo>
                  <a:cubicBezTo>
                    <a:pt x="151433" y="190053"/>
                    <a:pt x="146968" y="182277"/>
                    <a:pt x="143098" y="173347"/>
                  </a:cubicBezTo>
                  <a:cubicBezTo>
                    <a:pt x="126802" y="185402"/>
                    <a:pt x="109240" y="196006"/>
                    <a:pt x="90413" y="205159"/>
                  </a:cubicBezTo>
                  <a:cubicBezTo>
                    <a:pt x="86544" y="199355"/>
                    <a:pt x="82749" y="194667"/>
                    <a:pt x="79028" y="191095"/>
                  </a:cubicBezTo>
                  <a:cubicBezTo>
                    <a:pt x="100310" y="180975"/>
                    <a:pt x="119546" y="169292"/>
                    <a:pt x="136736" y="156046"/>
                  </a:cubicBezTo>
                  <a:cubicBezTo>
                    <a:pt x="130560" y="136326"/>
                    <a:pt x="126541" y="112439"/>
                    <a:pt x="124681" y="84385"/>
                  </a:cubicBezTo>
                  <a:lnTo>
                    <a:pt x="66526" y="84385"/>
                  </a:lnTo>
                  <a:lnTo>
                    <a:pt x="66526" y="121332"/>
                  </a:lnTo>
                  <a:cubicBezTo>
                    <a:pt x="81260" y="118727"/>
                    <a:pt x="96515" y="115937"/>
                    <a:pt x="112291" y="112960"/>
                  </a:cubicBezTo>
                  <a:cubicBezTo>
                    <a:pt x="112589" y="119657"/>
                    <a:pt x="112812" y="125536"/>
                    <a:pt x="112961" y="130596"/>
                  </a:cubicBezTo>
                  <a:cubicBezTo>
                    <a:pt x="97334" y="133573"/>
                    <a:pt x="81856" y="136549"/>
                    <a:pt x="66526" y="139526"/>
                  </a:cubicBezTo>
                  <a:lnTo>
                    <a:pt x="66526" y="191988"/>
                  </a:lnTo>
                  <a:cubicBezTo>
                    <a:pt x="66526" y="208954"/>
                    <a:pt x="58415" y="217512"/>
                    <a:pt x="42193" y="217661"/>
                  </a:cubicBezTo>
                  <a:cubicBezTo>
                    <a:pt x="32221" y="217810"/>
                    <a:pt x="22250" y="217586"/>
                    <a:pt x="12279" y="216991"/>
                  </a:cubicBezTo>
                  <a:cubicBezTo>
                    <a:pt x="11534" y="210294"/>
                    <a:pt x="10269" y="203969"/>
                    <a:pt x="8483" y="198015"/>
                  </a:cubicBezTo>
                  <a:cubicBezTo>
                    <a:pt x="19348" y="199504"/>
                    <a:pt x="29096" y="200248"/>
                    <a:pt x="37728" y="200248"/>
                  </a:cubicBezTo>
                  <a:cubicBezTo>
                    <a:pt x="44723" y="200397"/>
                    <a:pt x="48221" y="196825"/>
                    <a:pt x="48221" y="189532"/>
                  </a:cubicBezTo>
                  <a:lnTo>
                    <a:pt x="48221" y="143098"/>
                  </a:lnTo>
                  <a:cubicBezTo>
                    <a:pt x="33487" y="146000"/>
                    <a:pt x="18901" y="148902"/>
                    <a:pt x="4465" y="151804"/>
                  </a:cubicBezTo>
                  <a:lnTo>
                    <a:pt x="0" y="132605"/>
                  </a:lnTo>
                  <a:cubicBezTo>
                    <a:pt x="15404" y="130150"/>
                    <a:pt x="31477" y="127471"/>
                    <a:pt x="48221" y="124569"/>
                  </a:cubicBezTo>
                  <a:lnTo>
                    <a:pt x="48221" y="84385"/>
                  </a:lnTo>
                  <a:lnTo>
                    <a:pt x="223" y="84385"/>
                  </a:lnTo>
                  <a:lnTo>
                    <a:pt x="223" y="67865"/>
                  </a:lnTo>
                  <a:lnTo>
                    <a:pt x="48221" y="67865"/>
                  </a:lnTo>
                  <a:lnTo>
                    <a:pt x="48221" y="34156"/>
                  </a:lnTo>
                  <a:cubicBezTo>
                    <a:pt x="36463" y="35718"/>
                    <a:pt x="23813" y="37281"/>
                    <a:pt x="10269" y="38844"/>
                  </a:cubicBezTo>
                  <a:cubicBezTo>
                    <a:pt x="9228" y="33188"/>
                    <a:pt x="7590" y="27235"/>
                    <a:pt x="5358" y="20984"/>
                  </a:cubicBezTo>
                  <a:cubicBezTo>
                    <a:pt x="41970" y="17561"/>
                    <a:pt x="73447" y="13096"/>
                    <a:pt x="99789" y="7590"/>
                  </a:cubicBezTo>
                  <a:lnTo>
                    <a:pt x="105147" y="25449"/>
                  </a:lnTo>
                  <a:cubicBezTo>
                    <a:pt x="93911" y="27458"/>
                    <a:pt x="81037" y="29542"/>
                    <a:pt x="66526" y="31700"/>
                  </a:cubicBezTo>
                  <a:lnTo>
                    <a:pt x="66526" y="67865"/>
                  </a:lnTo>
                  <a:lnTo>
                    <a:pt x="123676" y="67865"/>
                  </a:lnTo>
                  <a:cubicBezTo>
                    <a:pt x="122635" y="49634"/>
                    <a:pt x="121518" y="27607"/>
                    <a:pt x="120328" y="1786"/>
                  </a:cubicBezTo>
                  <a:close/>
                  <a:moveTo>
                    <a:pt x="332185" y="1339"/>
                  </a:moveTo>
                  <a:lnTo>
                    <a:pt x="349821" y="1339"/>
                  </a:lnTo>
                  <a:lnTo>
                    <a:pt x="349821" y="53913"/>
                  </a:lnTo>
                  <a:lnTo>
                    <a:pt x="427732" y="39290"/>
                  </a:lnTo>
                  <a:cubicBezTo>
                    <a:pt x="426542" y="70693"/>
                    <a:pt x="425500" y="94952"/>
                    <a:pt x="424607" y="112067"/>
                  </a:cubicBezTo>
                  <a:cubicBezTo>
                    <a:pt x="424011" y="125462"/>
                    <a:pt x="421184" y="135061"/>
                    <a:pt x="416124" y="140865"/>
                  </a:cubicBezTo>
                  <a:cubicBezTo>
                    <a:pt x="411063" y="146223"/>
                    <a:pt x="402134" y="148902"/>
                    <a:pt x="389335" y="148902"/>
                  </a:cubicBezTo>
                  <a:cubicBezTo>
                    <a:pt x="382042" y="148902"/>
                    <a:pt x="374080" y="148753"/>
                    <a:pt x="365448" y="148456"/>
                  </a:cubicBezTo>
                  <a:cubicBezTo>
                    <a:pt x="364555" y="142800"/>
                    <a:pt x="363290" y="136549"/>
                    <a:pt x="361653" y="129703"/>
                  </a:cubicBezTo>
                  <a:cubicBezTo>
                    <a:pt x="368647" y="130596"/>
                    <a:pt x="377577" y="131192"/>
                    <a:pt x="388442" y="131489"/>
                  </a:cubicBezTo>
                  <a:cubicBezTo>
                    <a:pt x="395734" y="131638"/>
                    <a:pt x="400571" y="130224"/>
                    <a:pt x="402952" y="127248"/>
                  </a:cubicBezTo>
                  <a:cubicBezTo>
                    <a:pt x="405334" y="124420"/>
                    <a:pt x="406747" y="118913"/>
                    <a:pt x="407194" y="110728"/>
                  </a:cubicBezTo>
                  <a:cubicBezTo>
                    <a:pt x="408236" y="93017"/>
                    <a:pt x="408980" y="76200"/>
                    <a:pt x="409426" y="60275"/>
                  </a:cubicBezTo>
                  <a:lnTo>
                    <a:pt x="349821" y="71437"/>
                  </a:lnTo>
                  <a:lnTo>
                    <a:pt x="349821" y="171896"/>
                  </a:lnTo>
                  <a:lnTo>
                    <a:pt x="332185" y="171896"/>
                  </a:lnTo>
                  <a:lnTo>
                    <a:pt x="332185" y="74786"/>
                  </a:lnTo>
                  <a:lnTo>
                    <a:pt x="279499" y="84608"/>
                  </a:lnTo>
                  <a:lnTo>
                    <a:pt x="279499" y="175691"/>
                  </a:lnTo>
                  <a:cubicBezTo>
                    <a:pt x="279499" y="188193"/>
                    <a:pt x="285973" y="194444"/>
                    <a:pt x="298921" y="194444"/>
                  </a:cubicBezTo>
                  <a:lnTo>
                    <a:pt x="403176" y="194444"/>
                  </a:lnTo>
                  <a:cubicBezTo>
                    <a:pt x="417910" y="194444"/>
                    <a:pt x="426169" y="189086"/>
                    <a:pt x="427955" y="178370"/>
                  </a:cubicBezTo>
                  <a:cubicBezTo>
                    <a:pt x="429890" y="168547"/>
                    <a:pt x="431304" y="157385"/>
                    <a:pt x="432197" y="144884"/>
                  </a:cubicBezTo>
                  <a:cubicBezTo>
                    <a:pt x="438448" y="147414"/>
                    <a:pt x="444847" y="149721"/>
                    <a:pt x="451396" y="151804"/>
                  </a:cubicBezTo>
                  <a:cubicBezTo>
                    <a:pt x="449312" y="165794"/>
                    <a:pt x="447303" y="176956"/>
                    <a:pt x="445368" y="185291"/>
                  </a:cubicBezTo>
                  <a:cubicBezTo>
                    <a:pt x="441648" y="202852"/>
                    <a:pt x="428923" y="211633"/>
                    <a:pt x="407194" y="211633"/>
                  </a:cubicBezTo>
                  <a:lnTo>
                    <a:pt x="295350" y="211633"/>
                  </a:lnTo>
                  <a:cubicBezTo>
                    <a:pt x="273025" y="211633"/>
                    <a:pt x="261863" y="200918"/>
                    <a:pt x="261863" y="179486"/>
                  </a:cubicBezTo>
                  <a:lnTo>
                    <a:pt x="261863" y="87957"/>
                  </a:lnTo>
                  <a:lnTo>
                    <a:pt x="231726" y="93538"/>
                  </a:lnTo>
                  <a:lnTo>
                    <a:pt x="228823" y="76572"/>
                  </a:lnTo>
                  <a:lnTo>
                    <a:pt x="261863" y="70433"/>
                  </a:lnTo>
                  <a:lnTo>
                    <a:pt x="261863" y="26789"/>
                  </a:lnTo>
                  <a:lnTo>
                    <a:pt x="279499" y="26789"/>
                  </a:lnTo>
                  <a:lnTo>
                    <a:pt x="279499" y="67084"/>
                  </a:lnTo>
                  <a:lnTo>
                    <a:pt x="332185" y="57261"/>
                  </a:lnTo>
                  <a:close/>
                  <a:moveTo>
                    <a:pt x="1703338" y="0"/>
                  </a:moveTo>
                  <a:lnTo>
                    <a:pt x="1720304" y="0"/>
                  </a:lnTo>
                  <a:lnTo>
                    <a:pt x="1720304" y="32146"/>
                  </a:lnTo>
                  <a:lnTo>
                    <a:pt x="1808262" y="32146"/>
                  </a:lnTo>
                  <a:lnTo>
                    <a:pt x="1808262" y="47773"/>
                  </a:lnTo>
                  <a:lnTo>
                    <a:pt x="1720304" y="47773"/>
                  </a:lnTo>
                  <a:lnTo>
                    <a:pt x="1720304" y="106486"/>
                  </a:lnTo>
                  <a:lnTo>
                    <a:pt x="1819870" y="106486"/>
                  </a:lnTo>
                  <a:lnTo>
                    <a:pt x="1819870" y="122113"/>
                  </a:lnTo>
                  <a:lnTo>
                    <a:pt x="1724881" y="122113"/>
                  </a:lnTo>
                  <a:cubicBezTo>
                    <a:pt x="1749363" y="149349"/>
                    <a:pt x="1782217" y="170557"/>
                    <a:pt x="1823442" y="185737"/>
                  </a:cubicBezTo>
                  <a:cubicBezTo>
                    <a:pt x="1818531" y="191988"/>
                    <a:pt x="1814364" y="197643"/>
                    <a:pt x="1810941" y="202704"/>
                  </a:cubicBezTo>
                  <a:cubicBezTo>
                    <a:pt x="1772097" y="185142"/>
                    <a:pt x="1741885" y="162706"/>
                    <a:pt x="1720304" y="135396"/>
                  </a:cubicBezTo>
                  <a:lnTo>
                    <a:pt x="1720304" y="220786"/>
                  </a:lnTo>
                  <a:lnTo>
                    <a:pt x="1703338" y="220786"/>
                  </a:lnTo>
                  <a:lnTo>
                    <a:pt x="1703338" y="134168"/>
                  </a:lnTo>
                  <a:cubicBezTo>
                    <a:pt x="1681609" y="159618"/>
                    <a:pt x="1651248" y="183356"/>
                    <a:pt x="1612255" y="205382"/>
                  </a:cubicBezTo>
                  <a:cubicBezTo>
                    <a:pt x="1609130" y="200918"/>
                    <a:pt x="1605111" y="195783"/>
                    <a:pt x="1600200" y="189979"/>
                  </a:cubicBezTo>
                  <a:cubicBezTo>
                    <a:pt x="1639044" y="170482"/>
                    <a:pt x="1671563" y="147860"/>
                    <a:pt x="1697757" y="122113"/>
                  </a:cubicBezTo>
                  <a:lnTo>
                    <a:pt x="1603995" y="122113"/>
                  </a:lnTo>
                  <a:lnTo>
                    <a:pt x="1603995" y="106486"/>
                  </a:lnTo>
                  <a:lnTo>
                    <a:pt x="1703338" y="106486"/>
                  </a:lnTo>
                  <a:lnTo>
                    <a:pt x="1703338" y="47773"/>
                  </a:lnTo>
                  <a:lnTo>
                    <a:pt x="1617167" y="47773"/>
                  </a:lnTo>
                  <a:lnTo>
                    <a:pt x="1617167" y="32146"/>
                  </a:lnTo>
                  <a:lnTo>
                    <a:pt x="1703338" y="32146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22980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DA81C63-62D8-44BF-A8CA-0F3C271108A4}"/>
              </a:ext>
            </a:extLst>
          </p:cNvPr>
          <p:cNvGrpSpPr/>
          <p:nvPr/>
        </p:nvGrpSpPr>
        <p:grpSpPr>
          <a:xfrm>
            <a:off x="3712164" y="671101"/>
            <a:ext cx="7519616" cy="4239631"/>
            <a:chOff x="3712164" y="671101"/>
            <a:chExt cx="7519616" cy="4239631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600EC3E-5564-4713-ACA9-D1DC67DCCC22}"/>
                </a:ext>
              </a:extLst>
            </p:cNvPr>
            <p:cNvSpPr txBox="1"/>
            <p:nvPr/>
          </p:nvSpPr>
          <p:spPr>
            <a:xfrm>
              <a:off x="4957953" y="671101"/>
              <a:ext cx="2276093" cy="423268"/>
            </a:xfrm>
            <a:custGeom>
              <a:avLst/>
              <a:gdLst/>
              <a:ahLst/>
              <a:cxnLst/>
              <a:rect l="l" t="t" r="r" b="b"/>
              <a:pathLst>
                <a:path w="2276093" h="423268">
                  <a:moveTo>
                    <a:pt x="1976028" y="271463"/>
                  </a:moveTo>
                  <a:cubicBezTo>
                    <a:pt x="1968103" y="284337"/>
                    <a:pt x="1960141" y="296466"/>
                    <a:pt x="1952141" y="307851"/>
                  </a:cubicBezTo>
                  <a:cubicBezTo>
                    <a:pt x="1964494" y="310400"/>
                    <a:pt x="1980028" y="313377"/>
                    <a:pt x="1998743" y="316781"/>
                  </a:cubicBezTo>
                  <a:cubicBezTo>
                    <a:pt x="2007394" y="307944"/>
                    <a:pt x="2016891" y="292838"/>
                    <a:pt x="2027234" y="271463"/>
                  </a:cubicBezTo>
                  <a:close/>
                  <a:moveTo>
                    <a:pt x="727834" y="197402"/>
                  </a:moveTo>
                  <a:lnTo>
                    <a:pt x="727834" y="225252"/>
                  </a:lnTo>
                  <a:lnTo>
                    <a:pt x="790677" y="225252"/>
                  </a:lnTo>
                  <a:lnTo>
                    <a:pt x="790677" y="197402"/>
                  </a:lnTo>
                  <a:close/>
                  <a:moveTo>
                    <a:pt x="636780" y="197402"/>
                  </a:moveTo>
                  <a:lnTo>
                    <a:pt x="636780" y="225252"/>
                  </a:lnTo>
                  <a:lnTo>
                    <a:pt x="694376" y="225252"/>
                  </a:lnTo>
                  <a:lnTo>
                    <a:pt x="694376" y="197402"/>
                  </a:lnTo>
                  <a:close/>
                  <a:moveTo>
                    <a:pt x="287340" y="159563"/>
                  </a:moveTo>
                  <a:lnTo>
                    <a:pt x="320659" y="200025"/>
                  </a:lnTo>
                  <a:lnTo>
                    <a:pt x="219084" y="200025"/>
                  </a:lnTo>
                  <a:lnTo>
                    <a:pt x="219084" y="255585"/>
                  </a:lnTo>
                  <a:lnTo>
                    <a:pt x="314269" y="255585"/>
                  </a:lnTo>
                  <a:lnTo>
                    <a:pt x="338128" y="232786"/>
                  </a:lnTo>
                  <a:lnTo>
                    <a:pt x="373177" y="275035"/>
                  </a:lnTo>
                  <a:lnTo>
                    <a:pt x="219084" y="275035"/>
                  </a:lnTo>
                  <a:lnTo>
                    <a:pt x="219084" y="384200"/>
                  </a:lnTo>
                  <a:lnTo>
                    <a:pt x="241408" y="384200"/>
                  </a:lnTo>
                  <a:cubicBezTo>
                    <a:pt x="266095" y="334808"/>
                    <a:pt x="281341" y="299191"/>
                    <a:pt x="287145" y="277351"/>
                  </a:cubicBezTo>
                  <a:lnTo>
                    <a:pt x="334668" y="310977"/>
                  </a:lnTo>
                  <a:lnTo>
                    <a:pt x="313460" y="320465"/>
                  </a:lnTo>
                  <a:cubicBezTo>
                    <a:pt x="297238" y="343124"/>
                    <a:pt x="279787" y="364369"/>
                    <a:pt x="261109" y="384200"/>
                  </a:cubicBezTo>
                  <a:lnTo>
                    <a:pt x="352778" y="384200"/>
                  </a:lnTo>
                  <a:lnTo>
                    <a:pt x="378423" y="359644"/>
                  </a:lnTo>
                  <a:lnTo>
                    <a:pt x="415202" y="403622"/>
                  </a:lnTo>
                  <a:lnTo>
                    <a:pt x="64907" y="403622"/>
                  </a:lnTo>
                  <a:cubicBezTo>
                    <a:pt x="50211" y="403622"/>
                    <a:pt x="35644" y="405380"/>
                    <a:pt x="21208" y="408896"/>
                  </a:cubicBezTo>
                  <a:lnTo>
                    <a:pt x="1758" y="384200"/>
                  </a:lnTo>
                  <a:lnTo>
                    <a:pt x="128836" y="384200"/>
                  </a:lnTo>
                  <a:lnTo>
                    <a:pt x="126864" y="382442"/>
                  </a:lnTo>
                  <a:cubicBezTo>
                    <a:pt x="124032" y="378814"/>
                    <a:pt x="121639" y="373373"/>
                    <a:pt x="119685" y="366118"/>
                  </a:cubicBezTo>
                  <a:cubicBezTo>
                    <a:pt x="113732" y="346975"/>
                    <a:pt x="99519" y="323134"/>
                    <a:pt x="77046" y="294596"/>
                  </a:cubicBezTo>
                  <a:lnTo>
                    <a:pt x="86534" y="283574"/>
                  </a:lnTo>
                  <a:cubicBezTo>
                    <a:pt x="127778" y="308298"/>
                    <a:pt x="149967" y="324767"/>
                    <a:pt x="153102" y="332980"/>
                  </a:cubicBezTo>
                  <a:cubicBezTo>
                    <a:pt x="156237" y="341194"/>
                    <a:pt x="157804" y="347700"/>
                    <a:pt x="157804" y="352500"/>
                  </a:cubicBezTo>
                  <a:cubicBezTo>
                    <a:pt x="157804" y="361839"/>
                    <a:pt x="155334" y="370071"/>
                    <a:pt x="150395" y="377196"/>
                  </a:cubicBezTo>
                  <a:lnTo>
                    <a:pt x="144162" y="384200"/>
                  </a:lnTo>
                  <a:lnTo>
                    <a:pt x="183868" y="384200"/>
                  </a:lnTo>
                  <a:lnTo>
                    <a:pt x="183868" y="275035"/>
                  </a:lnTo>
                  <a:lnTo>
                    <a:pt x="106933" y="275035"/>
                  </a:lnTo>
                  <a:cubicBezTo>
                    <a:pt x="92236" y="275035"/>
                    <a:pt x="77669" y="276783"/>
                    <a:pt x="63233" y="280281"/>
                  </a:cubicBezTo>
                  <a:lnTo>
                    <a:pt x="43783" y="255585"/>
                  </a:lnTo>
                  <a:lnTo>
                    <a:pt x="183868" y="255585"/>
                  </a:lnTo>
                  <a:lnTo>
                    <a:pt x="183868" y="200025"/>
                  </a:lnTo>
                  <a:lnTo>
                    <a:pt x="159451" y="200025"/>
                  </a:lnTo>
                  <a:cubicBezTo>
                    <a:pt x="144754" y="200025"/>
                    <a:pt x="130187" y="201783"/>
                    <a:pt x="115751" y="205299"/>
                  </a:cubicBezTo>
                  <a:lnTo>
                    <a:pt x="96301" y="180603"/>
                  </a:lnTo>
                  <a:lnTo>
                    <a:pt x="265239" y="180603"/>
                  </a:lnTo>
                  <a:close/>
                  <a:moveTo>
                    <a:pt x="2122001" y="132160"/>
                  </a:moveTo>
                  <a:cubicBezTo>
                    <a:pt x="2127768" y="195914"/>
                    <a:pt x="2139953" y="248962"/>
                    <a:pt x="2158556" y="291304"/>
                  </a:cubicBezTo>
                  <a:cubicBezTo>
                    <a:pt x="2173756" y="254841"/>
                    <a:pt x="2183681" y="201793"/>
                    <a:pt x="2188331" y="132160"/>
                  </a:cubicBezTo>
                  <a:close/>
                  <a:moveTo>
                    <a:pt x="2002929" y="132160"/>
                  </a:moveTo>
                  <a:lnTo>
                    <a:pt x="2002929" y="139917"/>
                  </a:lnTo>
                  <a:cubicBezTo>
                    <a:pt x="2028192" y="145387"/>
                    <a:pt x="2044429" y="151061"/>
                    <a:pt x="2051637" y="156940"/>
                  </a:cubicBezTo>
                  <a:cubicBezTo>
                    <a:pt x="2058846" y="162818"/>
                    <a:pt x="2062451" y="170176"/>
                    <a:pt x="2062451" y="179013"/>
                  </a:cubicBezTo>
                  <a:lnTo>
                    <a:pt x="2060201" y="194694"/>
                  </a:lnTo>
                  <a:lnTo>
                    <a:pt x="2060002" y="195125"/>
                  </a:lnTo>
                  <a:lnTo>
                    <a:pt x="2050089" y="205272"/>
                  </a:lnTo>
                  <a:cubicBezTo>
                    <a:pt x="2045903" y="205272"/>
                    <a:pt x="2040368" y="200481"/>
                    <a:pt x="2033485" y="190900"/>
                  </a:cubicBezTo>
                  <a:cubicBezTo>
                    <a:pt x="2024574" y="178715"/>
                    <a:pt x="2014389" y="167255"/>
                    <a:pt x="2002929" y="156521"/>
                  </a:cubicBezTo>
                  <a:lnTo>
                    <a:pt x="2002929" y="208034"/>
                  </a:lnTo>
                  <a:lnTo>
                    <a:pt x="1981916" y="219085"/>
                  </a:lnTo>
                  <a:lnTo>
                    <a:pt x="2006417" y="230470"/>
                  </a:lnTo>
                  <a:cubicBezTo>
                    <a:pt x="1999403" y="235047"/>
                    <a:pt x="1991822" y="242237"/>
                    <a:pt x="1983674" y="252041"/>
                  </a:cubicBezTo>
                  <a:lnTo>
                    <a:pt x="2029411" y="252041"/>
                  </a:lnTo>
                  <a:lnTo>
                    <a:pt x="2043894" y="234488"/>
                  </a:lnTo>
                  <a:lnTo>
                    <a:pt x="2076459" y="264152"/>
                  </a:lnTo>
                  <a:lnTo>
                    <a:pt x="2059493" y="275174"/>
                  </a:lnTo>
                  <a:cubicBezTo>
                    <a:pt x="2048070" y="301442"/>
                    <a:pt x="2037968" y="318307"/>
                    <a:pt x="2029188" y="325767"/>
                  </a:cubicBezTo>
                  <a:cubicBezTo>
                    <a:pt x="2046303" y="329506"/>
                    <a:pt x="2058460" y="334324"/>
                    <a:pt x="2065660" y="340221"/>
                  </a:cubicBezTo>
                  <a:cubicBezTo>
                    <a:pt x="2072859" y="346119"/>
                    <a:pt x="2076459" y="354230"/>
                    <a:pt x="2076459" y="364555"/>
                  </a:cubicBezTo>
                  <a:cubicBezTo>
                    <a:pt x="2076459" y="367136"/>
                    <a:pt x="2076238" y="369395"/>
                    <a:pt x="2075796" y="371331"/>
                  </a:cubicBezTo>
                  <a:lnTo>
                    <a:pt x="2074031" y="375629"/>
                  </a:lnTo>
                  <a:lnTo>
                    <a:pt x="2084335" y="368810"/>
                  </a:lnTo>
                  <a:cubicBezTo>
                    <a:pt x="2105641" y="352932"/>
                    <a:pt x="2123963" y="335468"/>
                    <a:pt x="2139302" y="316418"/>
                  </a:cubicBezTo>
                  <a:cubicBezTo>
                    <a:pt x="2117145" y="262580"/>
                    <a:pt x="2105629" y="204379"/>
                    <a:pt x="2104755" y="141815"/>
                  </a:cubicBezTo>
                  <a:cubicBezTo>
                    <a:pt x="2099416" y="170409"/>
                    <a:pt x="2084449" y="198965"/>
                    <a:pt x="2059856" y="227484"/>
                  </a:cubicBezTo>
                  <a:lnTo>
                    <a:pt x="2048247" y="220592"/>
                  </a:lnTo>
                  <a:lnTo>
                    <a:pt x="2060002" y="195125"/>
                  </a:lnTo>
                  <a:lnTo>
                    <a:pt x="2060162" y="194961"/>
                  </a:lnTo>
                  <a:lnTo>
                    <a:pt x="2060201" y="194694"/>
                  </a:lnTo>
                  <a:lnTo>
                    <a:pt x="2078258" y="155574"/>
                  </a:lnTo>
                  <a:lnTo>
                    <a:pt x="2086521" y="132160"/>
                  </a:lnTo>
                  <a:close/>
                  <a:moveTo>
                    <a:pt x="1507806" y="120133"/>
                  </a:moveTo>
                  <a:cubicBezTo>
                    <a:pt x="1538185" y="138494"/>
                    <a:pt x="1556477" y="151996"/>
                    <a:pt x="1562681" y="160637"/>
                  </a:cubicBezTo>
                  <a:cubicBezTo>
                    <a:pt x="1568886" y="169278"/>
                    <a:pt x="1571988" y="175506"/>
                    <a:pt x="1571988" y="179320"/>
                  </a:cubicBezTo>
                  <a:cubicBezTo>
                    <a:pt x="1571988" y="186370"/>
                    <a:pt x="1569183" y="193370"/>
                    <a:pt x="1563574" y="200318"/>
                  </a:cubicBezTo>
                  <a:cubicBezTo>
                    <a:pt x="1557965" y="207267"/>
                    <a:pt x="1553152" y="210741"/>
                    <a:pt x="1549133" y="210741"/>
                  </a:cubicBezTo>
                  <a:cubicBezTo>
                    <a:pt x="1542901" y="210741"/>
                    <a:pt x="1538194" y="205076"/>
                    <a:pt x="1535013" y="193747"/>
                  </a:cubicBezTo>
                  <a:cubicBezTo>
                    <a:pt x="1531739" y="181078"/>
                    <a:pt x="1519479" y="160149"/>
                    <a:pt x="1498234" y="130960"/>
                  </a:cubicBezTo>
                  <a:close/>
                  <a:moveTo>
                    <a:pt x="1112099" y="57736"/>
                  </a:moveTo>
                  <a:lnTo>
                    <a:pt x="1147288" y="98227"/>
                  </a:lnTo>
                  <a:lnTo>
                    <a:pt x="1059749" y="98227"/>
                  </a:lnTo>
                  <a:lnTo>
                    <a:pt x="1059749" y="278383"/>
                  </a:lnTo>
                  <a:cubicBezTo>
                    <a:pt x="1087692" y="271537"/>
                    <a:pt x="1115523" y="263361"/>
                    <a:pt x="1143242" y="253855"/>
                  </a:cubicBezTo>
                  <a:lnTo>
                    <a:pt x="1149046" y="269370"/>
                  </a:lnTo>
                  <a:cubicBezTo>
                    <a:pt x="1095449" y="289294"/>
                    <a:pt x="1053433" y="305577"/>
                    <a:pt x="1022998" y="318218"/>
                  </a:cubicBezTo>
                  <a:cubicBezTo>
                    <a:pt x="992563" y="330859"/>
                    <a:pt x="973903" y="340994"/>
                    <a:pt x="967020" y="348621"/>
                  </a:cubicBezTo>
                  <a:lnTo>
                    <a:pt x="936966" y="307516"/>
                  </a:lnTo>
                  <a:cubicBezTo>
                    <a:pt x="957039" y="304559"/>
                    <a:pt x="986805" y="297601"/>
                    <a:pt x="1026263" y="286643"/>
                  </a:cubicBezTo>
                  <a:lnTo>
                    <a:pt x="1026263" y="98227"/>
                  </a:lnTo>
                  <a:lnTo>
                    <a:pt x="1005362" y="98227"/>
                  </a:lnTo>
                  <a:cubicBezTo>
                    <a:pt x="990665" y="98227"/>
                    <a:pt x="976098" y="99976"/>
                    <a:pt x="961662" y="103473"/>
                  </a:cubicBezTo>
                  <a:lnTo>
                    <a:pt x="942212" y="78777"/>
                  </a:lnTo>
                  <a:lnTo>
                    <a:pt x="1090110" y="78777"/>
                  </a:lnTo>
                  <a:close/>
                  <a:moveTo>
                    <a:pt x="563249" y="42863"/>
                  </a:moveTo>
                  <a:lnTo>
                    <a:pt x="563249" y="78777"/>
                  </a:lnTo>
                  <a:lnTo>
                    <a:pt x="802928" y="78777"/>
                  </a:lnTo>
                  <a:lnTo>
                    <a:pt x="802928" y="42863"/>
                  </a:lnTo>
                  <a:close/>
                  <a:moveTo>
                    <a:pt x="1720109" y="26789"/>
                  </a:moveTo>
                  <a:lnTo>
                    <a:pt x="1750609" y="71605"/>
                  </a:lnTo>
                  <a:cubicBezTo>
                    <a:pt x="1735373" y="74768"/>
                    <a:pt x="1720220" y="79823"/>
                    <a:pt x="1705152" y="86772"/>
                  </a:cubicBezTo>
                  <a:cubicBezTo>
                    <a:pt x="1690083" y="93720"/>
                    <a:pt x="1664373" y="106971"/>
                    <a:pt x="1628021" y="126523"/>
                  </a:cubicBezTo>
                  <a:lnTo>
                    <a:pt x="1638542" y="133164"/>
                  </a:lnTo>
                  <a:lnTo>
                    <a:pt x="1626263" y="144075"/>
                  </a:lnTo>
                  <a:lnTo>
                    <a:pt x="1626263" y="200695"/>
                  </a:lnTo>
                  <a:cubicBezTo>
                    <a:pt x="1660419" y="164679"/>
                    <a:pt x="1683990" y="136662"/>
                    <a:pt x="1696975" y="116644"/>
                  </a:cubicBezTo>
                  <a:lnTo>
                    <a:pt x="1731327" y="157916"/>
                  </a:lnTo>
                  <a:lnTo>
                    <a:pt x="1710370" y="160484"/>
                  </a:lnTo>
                  <a:cubicBezTo>
                    <a:pt x="1663805" y="193077"/>
                    <a:pt x="1636356" y="211299"/>
                    <a:pt x="1628021" y="215150"/>
                  </a:cubicBezTo>
                  <a:cubicBezTo>
                    <a:pt x="1682158" y="241493"/>
                    <a:pt x="1712035" y="259343"/>
                    <a:pt x="1717653" y="268700"/>
                  </a:cubicBezTo>
                  <a:cubicBezTo>
                    <a:pt x="1723271" y="278058"/>
                    <a:pt x="1726081" y="286355"/>
                    <a:pt x="1726081" y="293592"/>
                  </a:cubicBezTo>
                  <a:cubicBezTo>
                    <a:pt x="1726081" y="300270"/>
                    <a:pt x="1724569" y="306628"/>
                    <a:pt x="1721546" y="312665"/>
                  </a:cubicBezTo>
                  <a:cubicBezTo>
                    <a:pt x="1718523" y="318702"/>
                    <a:pt x="1715328" y="321720"/>
                    <a:pt x="1711961" y="321720"/>
                  </a:cubicBezTo>
                  <a:cubicBezTo>
                    <a:pt x="1705245" y="321720"/>
                    <a:pt x="1696854" y="313525"/>
                    <a:pt x="1686790" y="297136"/>
                  </a:cubicBezTo>
                  <a:cubicBezTo>
                    <a:pt x="1672856" y="276244"/>
                    <a:pt x="1652680" y="253501"/>
                    <a:pt x="1626263" y="228907"/>
                  </a:cubicBezTo>
                  <a:lnTo>
                    <a:pt x="1626263" y="323367"/>
                  </a:lnTo>
                  <a:cubicBezTo>
                    <a:pt x="1626263" y="343310"/>
                    <a:pt x="1611213" y="358518"/>
                    <a:pt x="1581113" y="368992"/>
                  </a:cubicBezTo>
                  <a:cubicBezTo>
                    <a:pt x="1579773" y="354165"/>
                    <a:pt x="1563821" y="342045"/>
                    <a:pt x="1533255" y="332631"/>
                  </a:cubicBezTo>
                  <a:lnTo>
                    <a:pt x="1533255" y="316251"/>
                  </a:lnTo>
                  <a:cubicBezTo>
                    <a:pt x="1564695" y="319767"/>
                    <a:pt x="1582480" y="321399"/>
                    <a:pt x="1586610" y="321148"/>
                  </a:cubicBezTo>
                  <a:cubicBezTo>
                    <a:pt x="1590740" y="320897"/>
                    <a:pt x="1592805" y="318716"/>
                    <a:pt x="1592805" y="314604"/>
                  </a:cubicBezTo>
                  <a:lnTo>
                    <a:pt x="1592805" y="232423"/>
                  </a:lnTo>
                  <a:cubicBezTo>
                    <a:pt x="1542706" y="268942"/>
                    <a:pt x="1511303" y="294038"/>
                    <a:pt x="1498597" y="307712"/>
                  </a:cubicBezTo>
                  <a:lnTo>
                    <a:pt x="1475687" y="282468"/>
                  </a:lnTo>
                  <a:lnTo>
                    <a:pt x="1475687" y="369913"/>
                  </a:lnTo>
                  <a:lnTo>
                    <a:pt x="1739894" y="369913"/>
                  </a:lnTo>
                  <a:lnTo>
                    <a:pt x="1739894" y="221150"/>
                  </a:lnTo>
                  <a:cubicBezTo>
                    <a:pt x="1739894" y="195626"/>
                    <a:pt x="1739308" y="166986"/>
                    <a:pt x="1738136" y="135229"/>
                  </a:cubicBezTo>
                  <a:lnTo>
                    <a:pt x="1790877" y="159479"/>
                  </a:lnTo>
                  <a:lnTo>
                    <a:pt x="1775110" y="176222"/>
                  </a:lnTo>
                  <a:lnTo>
                    <a:pt x="1775110" y="336705"/>
                  </a:lnTo>
                  <a:cubicBezTo>
                    <a:pt x="1775110" y="357560"/>
                    <a:pt x="1775696" y="380359"/>
                    <a:pt x="1776868" y="405101"/>
                  </a:cubicBezTo>
                  <a:lnTo>
                    <a:pt x="1739894" y="421482"/>
                  </a:lnTo>
                  <a:lnTo>
                    <a:pt x="1739894" y="389335"/>
                  </a:lnTo>
                  <a:lnTo>
                    <a:pt x="1474124" y="389335"/>
                  </a:lnTo>
                  <a:lnTo>
                    <a:pt x="1454283" y="405101"/>
                  </a:lnTo>
                  <a:lnTo>
                    <a:pt x="1426434" y="377447"/>
                  </a:lnTo>
                  <a:lnTo>
                    <a:pt x="1440442" y="363578"/>
                  </a:lnTo>
                  <a:lnTo>
                    <a:pt x="1440442" y="207141"/>
                  </a:lnTo>
                  <a:cubicBezTo>
                    <a:pt x="1440442" y="187459"/>
                    <a:pt x="1439866" y="161153"/>
                    <a:pt x="1438712" y="128225"/>
                  </a:cubicBezTo>
                  <a:lnTo>
                    <a:pt x="1491453" y="152698"/>
                  </a:lnTo>
                  <a:lnTo>
                    <a:pt x="1475687" y="167767"/>
                  </a:lnTo>
                  <a:lnTo>
                    <a:pt x="1475687" y="271957"/>
                  </a:lnTo>
                  <a:lnTo>
                    <a:pt x="1495280" y="265052"/>
                  </a:lnTo>
                  <a:cubicBezTo>
                    <a:pt x="1505179" y="261029"/>
                    <a:pt x="1516038" y="256134"/>
                    <a:pt x="1527855" y="250366"/>
                  </a:cubicBezTo>
                  <a:cubicBezTo>
                    <a:pt x="1551491" y="238832"/>
                    <a:pt x="1573141" y="226517"/>
                    <a:pt x="1592805" y="213420"/>
                  </a:cubicBezTo>
                  <a:lnTo>
                    <a:pt x="1592805" y="164028"/>
                  </a:lnTo>
                  <a:cubicBezTo>
                    <a:pt x="1592805" y="143285"/>
                    <a:pt x="1592219" y="122821"/>
                    <a:pt x="1591047" y="102636"/>
                  </a:cubicBezTo>
                  <a:lnTo>
                    <a:pt x="1613790" y="114886"/>
                  </a:lnTo>
                  <a:lnTo>
                    <a:pt x="1690864" y="66080"/>
                  </a:lnTo>
                  <a:lnTo>
                    <a:pt x="1500104" y="66080"/>
                  </a:lnTo>
                  <a:cubicBezTo>
                    <a:pt x="1485407" y="66080"/>
                    <a:pt x="1470840" y="67829"/>
                    <a:pt x="1456404" y="71326"/>
                  </a:cubicBezTo>
                  <a:lnTo>
                    <a:pt x="1436954" y="46630"/>
                  </a:lnTo>
                  <a:lnTo>
                    <a:pt x="1693850" y="46630"/>
                  </a:lnTo>
                  <a:close/>
                  <a:moveTo>
                    <a:pt x="1901102" y="24529"/>
                  </a:moveTo>
                  <a:cubicBezTo>
                    <a:pt x="1926347" y="40919"/>
                    <a:pt x="1941458" y="52876"/>
                    <a:pt x="1946435" y="60401"/>
                  </a:cubicBezTo>
                  <a:cubicBezTo>
                    <a:pt x="1951411" y="67926"/>
                    <a:pt x="1953899" y="73642"/>
                    <a:pt x="1953899" y="77549"/>
                  </a:cubicBezTo>
                  <a:cubicBezTo>
                    <a:pt x="1953899" y="84525"/>
                    <a:pt x="1951430" y="91576"/>
                    <a:pt x="1946490" y="98701"/>
                  </a:cubicBezTo>
                  <a:cubicBezTo>
                    <a:pt x="1941551" y="105826"/>
                    <a:pt x="1936979" y="109389"/>
                    <a:pt x="1932775" y="109389"/>
                  </a:cubicBezTo>
                  <a:cubicBezTo>
                    <a:pt x="1926561" y="109389"/>
                    <a:pt x="1921334" y="102236"/>
                    <a:pt x="1917092" y="87930"/>
                  </a:cubicBezTo>
                  <a:cubicBezTo>
                    <a:pt x="1912572" y="71968"/>
                    <a:pt x="1903753" y="53672"/>
                    <a:pt x="1890638" y="33040"/>
                  </a:cubicBezTo>
                  <a:close/>
                  <a:moveTo>
                    <a:pt x="2048024" y="19283"/>
                  </a:moveTo>
                  <a:lnTo>
                    <a:pt x="2088737" y="48556"/>
                  </a:lnTo>
                  <a:cubicBezTo>
                    <a:pt x="2077910" y="52276"/>
                    <a:pt x="2069418" y="58267"/>
                    <a:pt x="2063260" y="66527"/>
                  </a:cubicBezTo>
                  <a:cubicBezTo>
                    <a:pt x="2054516" y="76610"/>
                    <a:pt x="2039847" y="91483"/>
                    <a:pt x="2019253" y="111147"/>
                  </a:cubicBezTo>
                  <a:lnTo>
                    <a:pt x="2007980" y="104143"/>
                  </a:lnTo>
                  <a:cubicBezTo>
                    <a:pt x="2030229" y="67029"/>
                    <a:pt x="2043577" y="38742"/>
                    <a:pt x="2048024" y="19283"/>
                  </a:cubicBezTo>
                  <a:close/>
                  <a:moveTo>
                    <a:pt x="815764" y="5358"/>
                  </a:moveTo>
                  <a:lnTo>
                    <a:pt x="850422" y="32566"/>
                  </a:lnTo>
                  <a:lnTo>
                    <a:pt x="838172" y="43254"/>
                  </a:lnTo>
                  <a:cubicBezTo>
                    <a:pt x="838172" y="64089"/>
                    <a:pt x="838749" y="82981"/>
                    <a:pt x="839902" y="99929"/>
                  </a:cubicBezTo>
                  <a:lnTo>
                    <a:pt x="810840" y="109602"/>
                  </a:lnTo>
                  <a:lnTo>
                    <a:pt x="836414" y="141982"/>
                  </a:lnTo>
                  <a:cubicBezTo>
                    <a:pt x="816657" y="141982"/>
                    <a:pt x="780464" y="143629"/>
                    <a:pt x="727834" y="146922"/>
                  </a:cubicBezTo>
                  <a:lnTo>
                    <a:pt x="727834" y="176808"/>
                  </a:lnTo>
                  <a:lnTo>
                    <a:pt x="791096" y="176808"/>
                  </a:lnTo>
                  <a:lnTo>
                    <a:pt x="805272" y="159284"/>
                  </a:lnTo>
                  <a:lnTo>
                    <a:pt x="838172" y="184622"/>
                  </a:lnTo>
                  <a:lnTo>
                    <a:pt x="824163" y="197263"/>
                  </a:lnTo>
                  <a:cubicBezTo>
                    <a:pt x="824163" y="216220"/>
                    <a:pt x="824740" y="233223"/>
                    <a:pt x="825894" y="248274"/>
                  </a:cubicBezTo>
                  <a:lnTo>
                    <a:pt x="790677" y="258682"/>
                  </a:lnTo>
                  <a:lnTo>
                    <a:pt x="790677" y="244674"/>
                  </a:lnTo>
                  <a:lnTo>
                    <a:pt x="727834" y="244674"/>
                  </a:lnTo>
                  <a:lnTo>
                    <a:pt x="727834" y="269872"/>
                  </a:lnTo>
                  <a:lnTo>
                    <a:pt x="819113" y="269872"/>
                  </a:lnTo>
                  <a:lnTo>
                    <a:pt x="833428" y="252320"/>
                  </a:lnTo>
                  <a:lnTo>
                    <a:pt x="866189" y="279639"/>
                  </a:lnTo>
                  <a:lnTo>
                    <a:pt x="853910" y="290271"/>
                  </a:lnTo>
                  <a:lnTo>
                    <a:pt x="853910" y="371671"/>
                  </a:lnTo>
                  <a:cubicBezTo>
                    <a:pt x="855083" y="394330"/>
                    <a:pt x="840051" y="410933"/>
                    <a:pt x="808816" y="421482"/>
                  </a:cubicBezTo>
                  <a:cubicBezTo>
                    <a:pt x="807458" y="407734"/>
                    <a:pt x="791486" y="396125"/>
                    <a:pt x="760902" y="386656"/>
                  </a:cubicBezTo>
                  <a:lnTo>
                    <a:pt x="760902" y="370248"/>
                  </a:lnTo>
                  <a:cubicBezTo>
                    <a:pt x="786649" y="373782"/>
                    <a:pt x="803011" y="375550"/>
                    <a:pt x="809988" y="375550"/>
                  </a:cubicBezTo>
                  <a:cubicBezTo>
                    <a:pt x="816964" y="375550"/>
                    <a:pt x="820452" y="372043"/>
                    <a:pt x="820452" y="365029"/>
                  </a:cubicBezTo>
                  <a:lnTo>
                    <a:pt x="820452" y="289322"/>
                  </a:lnTo>
                  <a:lnTo>
                    <a:pt x="727834" y="289322"/>
                  </a:lnTo>
                  <a:lnTo>
                    <a:pt x="727834" y="322362"/>
                  </a:lnTo>
                  <a:lnTo>
                    <a:pt x="766148" y="322725"/>
                  </a:lnTo>
                  <a:cubicBezTo>
                    <a:pt x="761925" y="316232"/>
                    <a:pt x="757256" y="308409"/>
                    <a:pt x="752140" y="299257"/>
                  </a:cubicBezTo>
                  <a:lnTo>
                    <a:pt x="762939" y="290857"/>
                  </a:lnTo>
                  <a:cubicBezTo>
                    <a:pt x="793133" y="313367"/>
                    <a:pt x="808550" y="329631"/>
                    <a:pt x="809192" y="339649"/>
                  </a:cubicBezTo>
                  <a:cubicBezTo>
                    <a:pt x="809834" y="349667"/>
                    <a:pt x="807271" y="357206"/>
                    <a:pt x="801504" y="362267"/>
                  </a:cubicBezTo>
                  <a:cubicBezTo>
                    <a:pt x="795737" y="367327"/>
                    <a:pt x="791579" y="369857"/>
                    <a:pt x="789031" y="369857"/>
                  </a:cubicBezTo>
                  <a:cubicBezTo>
                    <a:pt x="782594" y="369857"/>
                    <a:pt x="778529" y="365652"/>
                    <a:pt x="776836" y="357244"/>
                  </a:cubicBezTo>
                  <a:cubicBezTo>
                    <a:pt x="774548" y="349244"/>
                    <a:pt x="772706" y="342947"/>
                    <a:pt x="771311" y="338352"/>
                  </a:cubicBezTo>
                  <a:cubicBezTo>
                    <a:pt x="701752" y="347561"/>
                    <a:pt x="659857" y="357476"/>
                    <a:pt x="645626" y="368099"/>
                  </a:cubicBezTo>
                  <a:lnTo>
                    <a:pt x="626064" y="329869"/>
                  </a:lnTo>
                  <a:lnTo>
                    <a:pt x="694376" y="326213"/>
                  </a:lnTo>
                  <a:lnTo>
                    <a:pt x="694376" y="289322"/>
                  </a:lnTo>
                  <a:lnTo>
                    <a:pt x="610521" y="289322"/>
                  </a:lnTo>
                  <a:lnTo>
                    <a:pt x="610521" y="403622"/>
                  </a:lnTo>
                  <a:lnTo>
                    <a:pt x="575304" y="417966"/>
                  </a:lnTo>
                  <a:cubicBezTo>
                    <a:pt x="576458" y="398878"/>
                    <a:pt x="577034" y="373894"/>
                    <a:pt x="577034" y="343012"/>
                  </a:cubicBezTo>
                  <a:cubicBezTo>
                    <a:pt x="577034" y="312130"/>
                    <a:pt x="576458" y="283071"/>
                    <a:pt x="575304" y="255836"/>
                  </a:cubicBezTo>
                  <a:lnTo>
                    <a:pt x="606726" y="269872"/>
                  </a:lnTo>
                  <a:lnTo>
                    <a:pt x="694376" y="269872"/>
                  </a:lnTo>
                  <a:lnTo>
                    <a:pt x="694376" y="244674"/>
                  </a:lnTo>
                  <a:lnTo>
                    <a:pt x="636780" y="244674"/>
                  </a:lnTo>
                  <a:lnTo>
                    <a:pt x="636780" y="252152"/>
                  </a:lnTo>
                  <a:lnTo>
                    <a:pt x="601563" y="260440"/>
                  </a:lnTo>
                  <a:cubicBezTo>
                    <a:pt x="602735" y="238935"/>
                    <a:pt x="603321" y="221787"/>
                    <a:pt x="603321" y="208997"/>
                  </a:cubicBezTo>
                  <a:cubicBezTo>
                    <a:pt x="603321" y="196207"/>
                    <a:pt x="602735" y="180799"/>
                    <a:pt x="601563" y="162772"/>
                  </a:cubicBezTo>
                  <a:lnTo>
                    <a:pt x="632984" y="176808"/>
                  </a:lnTo>
                  <a:lnTo>
                    <a:pt x="694376" y="176808"/>
                  </a:lnTo>
                  <a:lnTo>
                    <a:pt x="694376" y="148987"/>
                  </a:lnTo>
                  <a:cubicBezTo>
                    <a:pt x="660592" y="150140"/>
                    <a:pt x="623813" y="150717"/>
                    <a:pt x="584039" y="150717"/>
                  </a:cubicBezTo>
                  <a:lnTo>
                    <a:pt x="584039" y="135146"/>
                  </a:lnTo>
                  <a:cubicBezTo>
                    <a:pt x="628873" y="132653"/>
                    <a:pt x="671857" y="128797"/>
                    <a:pt x="712989" y="123579"/>
                  </a:cubicBezTo>
                  <a:cubicBezTo>
                    <a:pt x="733555" y="120970"/>
                    <a:pt x="751459" y="117825"/>
                    <a:pt x="766700" y="114143"/>
                  </a:cubicBezTo>
                  <a:lnTo>
                    <a:pt x="802928" y="101997"/>
                  </a:lnTo>
                  <a:lnTo>
                    <a:pt x="802928" y="98227"/>
                  </a:lnTo>
                  <a:lnTo>
                    <a:pt x="563249" y="98227"/>
                  </a:lnTo>
                  <a:cubicBezTo>
                    <a:pt x="563249" y="151266"/>
                    <a:pt x="562352" y="194007"/>
                    <a:pt x="560556" y="226452"/>
                  </a:cubicBezTo>
                  <a:cubicBezTo>
                    <a:pt x="558761" y="258896"/>
                    <a:pt x="551924" y="291801"/>
                    <a:pt x="540046" y="325167"/>
                  </a:cubicBezTo>
                  <a:cubicBezTo>
                    <a:pt x="528168" y="358532"/>
                    <a:pt x="507504" y="390051"/>
                    <a:pt x="478054" y="419724"/>
                  </a:cubicBezTo>
                  <a:lnTo>
                    <a:pt x="466725" y="412803"/>
                  </a:lnTo>
                  <a:cubicBezTo>
                    <a:pt x="486649" y="378275"/>
                    <a:pt x="500681" y="347040"/>
                    <a:pt x="508820" y="319097"/>
                  </a:cubicBezTo>
                  <a:cubicBezTo>
                    <a:pt x="516959" y="291155"/>
                    <a:pt x="522191" y="260566"/>
                    <a:pt x="524517" y="227331"/>
                  </a:cubicBezTo>
                  <a:cubicBezTo>
                    <a:pt x="526842" y="194096"/>
                    <a:pt x="527428" y="120858"/>
                    <a:pt x="526275" y="7619"/>
                  </a:cubicBezTo>
                  <a:lnTo>
                    <a:pt x="559566" y="23413"/>
                  </a:lnTo>
                  <a:lnTo>
                    <a:pt x="801532" y="23413"/>
                  </a:lnTo>
                  <a:close/>
                  <a:moveTo>
                    <a:pt x="1967684" y="0"/>
                  </a:moveTo>
                  <a:lnTo>
                    <a:pt x="2016937" y="22632"/>
                  </a:lnTo>
                  <a:lnTo>
                    <a:pt x="2002929" y="37784"/>
                  </a:lnTo>
                  <a:lnTo>
                    <a:pt x="2002929" y="112738"/>
                  </a:lnTo>
                  <a:lnTo>
                    <a:pt x="2038564" y="112738"/>
                  </a:lnTo>
                  <a:lnTo>
                    <a:pt x="2060553" y="91669"/>
                  </a:lnTo>
                  <a:lnTo>
                    <a:pt x="2089046" y="124456"/>
                  </a:lnTo>
                  <a:lnTo>
                    <a:pt x="2096543" y="100427"/>
                  </a:lnTo>
                  <a:cubicBezTo>
                    <a:pt x="2105341" y="70492"/>
                    <a:pt x="2113622" y="37017"/>
                    <a:pt x="2121387" y="0"/>
                  </a:cubicBezTo>
                  <a:lnTo>
                    <a:pt x="2171030" y="29859"/>
                  </a:lnTo>
                  <a:cubicBezTo>
                    <a:pt x="2160761" y="35124"/>
                    <a:pt x="2153427" y="42728"/>
                    <a:pt x="2149027" y="52672"/>
                  </a:cubicBezTo>
                  <a:cubicBezTo>
                    <a:pt x="2144627" y="62615"/>
                    <a:pt x="2136204" y="82637"/>
                    <a:pt x="2123759" y="112738"/>
                  </a:cubicBezTo>
                  <a:lnTo>
                    <a:pt x="2215400" y="112738"/>
                  </a:lnTo>
                  <a:lnTo>
                    <a:pt x="2239147" y="89939"/>
                  </a:lnTo>
                  <a:lnTo>
                    <a:pt x="2276093" y="132160"/>
                  </a:lnTo>
                  <a:lnTo>
                    <a:pt x="2224831" y="132160"/>
                  </a:lnTo>
                  <a:cubicBezTo>
                    <a:pt x="2218041" y="215671"/>
                    <a:pt x="2203028" y="277835"/>
                    <a:pt x="2179792" y="318651"/>
                  </a:cubicBezTo>
                  <a:cubicBezTo>
                    <a:pt x="2205428" y="349160"/>
                    <a:pt x="2236942" y="368629"/>
                    <a:pt x="2274335" y="377056"/>
                  </a:cubicBezTo>
                  <a:lnTo>
                    <a:pt x="2274335" y="391177"/>
                  </a:lnTo>
                  <a:cubicBezTo>
                    <a:pt x="2251807" y="394730"/>
                    <a:pt x="2239779" y="401939"/>
                    <a:pt x="2238254" y="412803"/>
                  </a:cubicBezTo>
                  <a:cubicBezTo>
                    <a:pt x="2202461" y="390925"/>
                    <a:pt x="2175700" y="367104"/>
                    <a:pt x="2157970" y="341338"/>
                  </a:cubicBezTo>
                  <a:cubicBezTo>
                    <a:pt x="2121842" y="378080"/>
                    <a:pt x="2075203" y="405390"/>
                    <a:pt x="2018053" y="423268"/>
                  </a:cubicBezTo>
                  <a:lnTo>
                    <a:pt x="2011468" y="411687"/>
                  </a:lnTo>
                  <a:cubicBezTo>
                    <a:pt x="2025104" y="405334"/>
                    <a:pt x="2037995" y="398584"/>
                    <a:pt x="2050139" y="391438"/>
                  </a:cubicBezTo>
                  <a:lnTo>
                    <a:pt x="2068055" y="379583"/>
                  </a:lnTo>
                  <a:lnTo>
                    <a:pt x="2065855" y="380042"/>
                  </a:lnTo>
                  <a:cubicBezTo>
                    <a:pt x="2060795" y="380042"/>
                    <a:pt x="2055446" y="377224"/>
                    <a:pt x="2049810" y="371587"/>
                  </a:cubicBezTo>
                  <a:cubicBezTo>
                    <a:pt x="2037736" y="362806"/>
                    <a:pt x="2024658" y="355114"/>
                    <a:pt x="2010575" y="348509"/>
                  </a:cubicBezTo>
                  <a:cubicBezTo>
                    <a:pt x="1970689" y="380972"/>
                    <a:pt x="1920785" y="402571"/>
                    <a:pt x="1860863" y="413305"/>
                  </a:cubicBezTo>
                  <a:lnTo>
                    <a:pt x="1857375" y="400860"/>
                  </a:lnTo>
                  <a:cubicBezTo>
                    <a:pt x="1912292" y="382721"/>
                    <a:pt x="1954318" y="361402"/>
                    <a:pt x="1983451" y="336901"/>
                  </a:cubicBezTo>
                  <a:cubicBezTo>
                    <a:pt x="1962727" y="330576"/>
                    <a:pt x="1939965" y="325283"/>
                    <a:pt x="1915167" y="321023"/>
                  </a:cubicBezTo>
                  <a:cubicBezTo>
                    <a:pt x="1920152" y="310307"/>
                    <a:pt x="1929491" y="293787"/>
                    <a:pt x="1943184" y="271463"/>
                  </a:cubicBezTo>
                  <a:lnTo>
                    <a:pt x="1925771" y="271463"/>
                  </a:lnTo>
                  <a:cubicBezTo>
                    <a:pt x="1911074" y="271463"/>
                    <a:pt x="1896507" y="273212"/>
                    <a:pt x="1882071" y="276709"/>
                  </a:cubicBezTo>
                  <a:lnTo>
                    <a:pt x="1862621" y="252041"/>
                  </a:lnTo>
                  <a:lnTo>
                    <a:pt x="1947928" y="252041"/>
                  </a:lnTo>
                  <a:cubicBezTo>
                    <a:pt x="1951816" y="242348"/>
                    <a:pt x="1956569" y="227828"/>
                    <a:pt x="1962187" y="208481"/>
                  </a:cubicBezTo>
                  <a:lnTo>
                    <a:pt x="1969442" y="211969"/>
                  </a:lnTo>
                  <a:lnTo>
                    <a:pt x="1969442" y="151303"/>
                  </a:lnTo>
                  <a:cubicBezTo>
                    <a:pt x="1943788" y="186575"/>
                    <a:pt x="1908749" y="214425"/>
                    <a:pt x="1864323" y="234851"/>
                  </a:cubicBezTo>
                  <a:lnTo>
                    <a:pt x="1857375" y="223940"/>
                  </a:lnTo>
                  <a:cubicBezTo>
                    <a:pt x="1901130" y="192724"/>
                    <a:pt x="1933817" y="162130"/>
                    <a:pt x="1955434" y="132160"/>
                  </a:cubicBezTo>
                  <a:lnTo>
                    <a:pt x="1929287" y="132160"/>
                  </a:lnTo>
                  <a:cubicBezTo>
                    <a:pt x="1914590" y="132160"/>
                    <a:pt x="1900023" y="133908"/>
                    <a:pt x="1885587" y="137406"/>
                  </a:cubicBezTo>
                  <a:lnTo>
                    <a:pt x="1866137" y="112738"/>
                  </a:lnTo>
                  <a:lnTo>
                    <a:pt x="1969442" y="112738"/>
                  </a:lnTo>
                  <a:cubicBezTo>
                    <a:pt x="1969442" y="73019"/>
                    <a:pt x="1968856" y="35440"/>
                    <a:pt x="1967684" y="0"/>
                  </a:cubicBezTo>
                  <a:close/>
                  <a:moveTo>
                    <a:pt x="1190848" y="0"/>
                  </a:moveTo>
                  <a:lnTo>
                    <a:pt x="1243589" y="24390"/>
                  </a:lnTo>
                  <a:lnTo>
                    <a:pt x="1227851" y="41244"/>
                  </a:lnTo>
                  <a:cubicBezTo>
                    <a:pt x="1227851" y="75177"/>
                    <a:pt x="1227265" y="103771"/>
                    <a:pt x="1226093" y="127025"/>
                  </a:cubicBezTo>
                  <a:lnTo>
                    <a:pt x="1291363" y="127025"/>
                  </a:lnTo>
                  <a:lnTo>
                    <a:pt x="1309446" y="107715"/>
                  </a:lnTo>
                  <a:lnTo>
                    <a:pt x="1341648" y="136820"/>
                  </a:lnTo>
                  <a:lnTo>
                    <a:pt x="1327417" y="149266"/>
                  </a:lnTo>
                  <a:cubicBezTo>
                    <a:pt x="1322840" y="236367"/>
                    <a:pt x="1319361" y="295671"/>
                    <a:pt x="1316980" y="327176"/>
                  </a:cubicBezTo>
                  <a:cubicBezTo>
                    <a:pt x="1314599" y="358681"/>
                    <a:pt x="1308729" y="380679"/>
                    <a:pt x="1299372" y="393172"/>
                  </a:cubicBezTo>
                  <a:cubicBezTo>
                    <a:pt x="1290014" y="405664"/>
                    <a:pt x="1273857" y="415101"/>
                    <a:pt x="1250900" y="421482"/>
                  </a:cubicBezTo>
                  <a:cubicBezTo>
                    <a:pt x="1249561" y="404218"/>
                    <a:pt x="1227209" y="388470"/>
                    <a:pt x="1183844" y="374238"/>
                  </a:cubicBezTo>
                  <a:lnTo>
                    <a:pt x="1186439" y="356462"/>
                  </a:lnTo>
                  <a:cubicBezTo>
                    <a:pt x="1229581" y="364666"/>
                    <a:pt x="1255184" y="368769"/>
                    <a:pt x="1263248" y="368769"/>
                  </a:cubicBezTo>
                  <a:cubicBezTo>
                    <a:pt x="1271313" y="368769"/>
                    <a:pt x="1277029" y="356988"/>
                    <a:pt x="1280396" y="333427"/>
                  </a:cubicBezTo>
                  <a:cubicBezTo>
                    <a:pt x="1283763" y="309865"/>
                    <a:pt x="1287772" y="247539"/>
                    <a:pt x="1292423" y="146447"/>
                  </a:cubicBezTo>
                  <a:lnTo>
                    <a:pt x="1225646" y="146447"/>
                  </a:lnTo>
                  <a:cubicBezTo>
                    <a:pt x="1222353" y="191654"/>
                    <a:pt x="1215670" y="230247"/>
                    <a:pt x="1205596" y="262226"/>
                  </a:cubicBezTo>
                  <a:cubicBezTo>
                    <a:pt x="1195522" y="294206"/>
                    <a:pt x="1178542" y="323041"/>
                    <a:pt x="1154655" y="348733"/>
                  </a:cubicBezTo>
                  <a:cubicBezTo>
                    <a:pt x="1130768" y="374424"/>
                    <a:pt x="1094026" y="398674"/>
                    <a:pt x="1044429" y="421482"/>
                  </a:cubicBezTo>
                  <a:lnTo>
                    <a:pt x="1035025" y="410766"/>
                  </a:lnTo>
                  <a:cubicBezTo>
                    <a:pt x="1074278" y="387195"/>
                    <a:pt x="1104272" y="363597"/>
                    <a:pt x="1125006" y="339970"/>
                  </a:cubicBezTo>
                  <a:cubicBezTo>
                    <a:pt x="1145739" y="316344"/>
                    <a:pt x="1161320" y="289755"/>
                    <a:pt x="1171747" y="260203"/>
                  </a:cubicBezTo>
                  <a:cubicBezTo>
                    <a:pt x="1182174" y="230651"/>
                    <a:pt x="1189127" y="192733"/>
                    <a:pt x="1192606" y="146447"/>
                  </a:cubicBezTo>
                  <a:lnTo>
                    <a:pt x="1151530" y="146447"/>
                  </a:lnTo>
                  <a:lnTo>
                    <a:pt x="1127782" y="149963"/>
                  </a:lnTo>
                  <a:lnTo>
                    <a:pt x="1110314" y="127025"/>
                  </a:lnTo>
                  <a:lnTo>
                    <a:pt x="1192690" y="127025"/>
                  </a:lnTo>
                  <a:cubicBezTo>
                    <a:pt x="1193806" y="73298"/>
                    <a:pt x="1193192" y="30957"/>
                    <a:pt x="1190848" y="0"/>
                  </a:cubicBezTo>
                  <a:close/>
                  <a:moveTo>
                    <a:pt x="186547" y="0"/>
                  </a:moveTo>
                  <a:lnTo>
                    <a:pt x="231362" y="31003"/>
                  </a:lnTo>
                  <a:lnTo>
                    <a:pt x="215596" y="40770"/>
                  </a:lnTo>
                  <a:cubicBezTo>
                    <a:pt x="269267" y="116617"/>
                    <a:pt x="336975" y="159284"/>
                    <a:pt x="418718" y="168771"/>
                  </a:cubicBezTo>
                  <a:lnTo>
                    <a:pt x="418718" y="183729"/>
                  </a:lnTo>
                  <a:cubicBezTo>
                    <a:pt x="401268" y="184957"/>
                    <a:pt x="389399" y="193244"/>
                    <a:pt x="383111" y="208592"/>
                  </a:cubicBezTo>
                  <a:cubicBezTo>
                    <a:pt x="302707" y="179943"/>
                    <a:pt x="242748" y="127416"/>
                    <a:pt x="203234" y="51011"/>
                  </a:cubicBezTo>
                  <a:cubicBezTo>
                    <a:pt x="162548" y="130858"/>
                    <a:pt x="95910" y="188054"/>
                    <a:pt x="3320" y="222601"/>
                  </a:cubicBezTo>
                  <a:lnTo>
                    <a:pt x="0" y="208788"/>
                  </a:lnTo>
                  <a:cubicBezTo>
                    <a:pt x="81037" y="169832"/>
                    <a:pt x="143219" y="100236"/>
                    <a:pt x="18654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600" b="1" dirty="0"/>
            </a:p>
          </p:txBody>
        </p: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41DB7E15-B32E-475D-9286-C8378971F251}"/>
                </a:ext>
              </a:extLst>
            </p:cNvPr>
            <p:cNvGrpSpPr/>
            <p:nvPr/>
          </p:nvGrpSpPr>
          <p:grpSpPr>
            <a:xfrm>
              <a:off x="3712164" y="2454251"/>
              <a:ext cx="4767671" cy="2456481"/>
              <a:chOff x="3712164" y="2454251"/>
              <a:chExt cx="4767671" cy="2456481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190DBB-C1A2-4EE1-ACD1-93EB8D6F0E23}"/>
                  </a:ext>
                </a:extLst>
              </p:cNvPr>
              <p:cNvSpPr/>
              <p:nvPr/>
            </p:nvSpPr>
            <p:spPr>
              <a:xfrm>
                <a:off x="3712164" y="2454251"/>
                <a:ext cx="4767671" cy="24564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E9FAC7BB-8FEC-4FF4-9952-9C972E30E020}"/>
                  </a:ext>
                </a:extLst>
              </p:cNvPr>
              <p:cNvGrpSpPr/>
              <p:nvPr/>
            </p:nvGrpSpPr>
            <p:grpSpPr>
              <a:xfrm>
                <a:off x="3947226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65" name="椭圆 64">
                  <a:extLst>
                    <a:ext uri="{FF2B5EF4-FFF2-40B4-BE49-F238E27FC236}">
                      <a16:creationId xmlns:a16="http://schemas.microsoft.com/office/drawing/2014/main" id="{B2709DA4-5462-42F4-A728-7716BA16BB6C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6" name="椭圆 65">
                  <a:extLst>
                    <a:ext uri="{FF2B5EF4-FFF2-40B4-BE49-F238E27FC236}">
                      <a16:creationId xmlns:a16="http://schemas.microsoft.com/office/drawing/2014/main" id="{F6F66DD2-2A36-41A6-8C44-ECE996E81F00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7" name="椭圆 66">
                  <a:extLst>
                    <a:ext uri="{FF2B5EF4-FFF2-40B4-BE49-F238E27FC236}">
                      <a16:creationId xmlns:a16="http://schemas.microsoft.com/office/drawing/2014/main" id="{2B59355A-BAED-4460-BA14-FDEE636AE22C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8" name="椭圆 67">
                  <a:extLst>
                    <a:ext uri="{FF2B5EF4-FFF2-40B4-BE49-F238E27FC236}">
                      <a16:creationId xmlns:a16="http://schemas.microsoft.com/office/drawing/2014/main" id="{32FADE16-1398-4C1C-B49A-37BDAA98500E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9" name="椭圆 68">
                  <a:extLst>
                    <a:ext uri="{FF2B5EF4-FFF2-40B4-BE49-F238E27FC236}">
                      <a16:creationId xmlns:a16="http://schemas.microsoft.com/office/drawing/2014/main" id="{CF530462-1BEA-4D76-A72D-1298C7DA90FA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E2EA764F-5DAC-4228-9F00-C0E08EE6AC35}"/>
                  </a:ext>
                </a:extLst>
              </p:cNvPr>
              <p:cNvGrpSpPr/>
              <p:nvPr/>
            </p:nvGrpSpPr>
            <p:grpSpPr>
              <a:xfrm>
                <a:off x="7712187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60" name="椭圆 59">
                  <a:extLst>
                    <a:ext uri="{FF2B5EF4-FFF2-40B4-BE49-F238E27FC236}">
                      <a16:creationId xmlns:a16="http://schemas.microsoft.com/office/drawing/2014/main" id="{7A0056F1-2E54-4C4A-81D5-AC0B8E4653D0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FFA8A601-EDF3-41F6-8F5C-D12BB65518EE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2" name="椭圆 61">
                  <a:extLst>
                    <a:ext uri="{FF2B5EF4-FFF2-40B4-BE49-F238E27FC236}">
                      <a16:creationId xmlns:a16="http://schemas.microsoft.com/office/drawing/2014/main" id="{8B60BEF0-4BCD-4CC2-BD1F-A63554C03902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3" name="椭圆 62">
                  <a:extLst>
                    <a:ext uri="{FF2B5EF4-FFF2-40B4-BE49-F238E27FC236}">
                      <a16:creationId xmlns:a16="http://schemas.microsoft.com/office/drawing/2014/main" id="{608749BB-76EC-4FD4-A2F9-BF512FB3E052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4" name="椭圆 63">
                  <a:extLst>
                    <a:ext uri="{FF2B5EF4-FFF2-40B4-BE49-F238E27FC236}">
                      <a16:creationId xmlns:a16="http://schemas.microsoft.com/office/drawing/2014/main" id="{1637CFCD-E723-422B-9B0C-5EB8BD522BD3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050C5A5D-578D-4AF1-92E6-58A8FA85F8B6}"/>
                  </a:ext>
                </a:extLst>
              </p:cNvPr>
              <p:cNvGrpSpPr/>
              <p:nvPr/>
            </p:nvGrpSpPr>
            <p:grpSpPr>
              <a:xfrm>
                <a:off x="4888466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F2AF4482-F275-4950-9401-D691F93BCB17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6" name="椭圆 55">
                  <a:extLst>
                    <a:ext uri="{FF2B5EF4-FFF2-40B4-BE49-F238E27FC236}">
                      <a16:creationId xmlns:a16="http://schemas.microsoft.com/office/drawing/2014/main" id="{107578FE-34DC-4C26-A740-14C365C917F0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CEDF8F90-28D4-4112-9A14-E7DEE485B4B7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E4F40A19-C0DE-4BB8-99D3-0DAA515C4578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EEBF7EEC-386E-4A9B-9634-807FC4DEE0E6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1D1EF1F7-C14F-4903-8193-6AEF393EBB9D}"/>
                  </a:ext>
                </a:extLst>
              </p:cNvPr>
              <p:cNvGrpSpPr/>
              <p:nvPr/>
            </p:nvGrpSpPr>
            <p:grpSpPr>
              <a:xfrm>
                <a:off x="5829707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3E9F75D0-F6B3-45F5-A9DA-FD7DBFB0B280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FF58F600-308F-4486-A3E7-6737A62BCC72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2" name="椭圆 51">
                  <a:extLst>
                    <a:ext uri="{FF2B5EF4-FFF2-40B4-BE49-F238E27FC236}">
                      <a16:creationId xmlns:a16="http://schemas.microsoft.com/office/drawing/2014/main" id="{6FCF784F-DA85-4158-8B7B-72CE54AFF7CA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E4E9012F-3B5D-41D4-9031-6FA93DA75BFD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4" name="椭圆 53">
                  <a:extLst>
                    <a:ext uri="{FF2B5EF4-FFF2-40B4-BE49-F238E27FC236}">
                      <a16:creationId xmlns:a16="http://schemas.microsoft.com/office/drawing/2014/main" id="{2876EDC6-2D1B-4B2E-9AFE-13A4CE5C6E24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CADE1DD3-210B-4C4D-988A-9DBC8EA7405D}"/>
                  </a:ext>
                </a:extLst>
              </p:cNvPr>
              <p:cNvGrpSpPr/>
              <p:nvPr/>
            </p:nvGrpSpPr>
            <p:grpSpPr>
              <a:xfrm>
                <a:off x="6770947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6132F702-1C4E-4C48-A19B-11D10953B153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E806B51D-D04F-4560-B12C-1A71101B2525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750D4BC7-02C3-4A95-B72C-A9DFB0BA4154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C8C633F6-416A-4233-86F5-0629A5348075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14329E4F-B1D3-4CB4-8EFE-F9E4124DFDE4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8573C9CC-6677-44DA-ABAB-9609E75E5DD5}"/>
                  </a:ext>
                </a:extLst>
              </p:cNvPr>
              <p:cNvGrpSpPr/>
              <p:nvPr/>
            </p:nvGrpSpPr>
            <p:grpSpPr>
              <a:xfrm>
                <a:off x="4433513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3D01FCE5-0820-4F4E-A4AC-E5CCC1AABF73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F2F58FDA-A22D-4C9A-B818-B2054950DF78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471C84C7-1F95-4918-86CF-3104D2809FB9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D0027847-868F-4305-BFD5-3B148A5A1C41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DB9217F4-1625-40F7-8F46-F42F2F3E1DB1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28E46842-C6AE-402B-BC97-6B64CD45F29F}"/>
                  </a:ext>
                </a:extLst>
              </p:cNvPr>
              <p:cNvGrpSpPr/>
              <p:nvPr/>
            </p:nvGrpSpPr>
            <p:grpSpPr>
              <a:xfrm>
                <a:off x="8198474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1F26A331-CA78-4A3D-8819-CBF50282A6A4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245B2A96-117F-4D64-8C8B-C052617679DD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CCFAAD75-507F-4EB3-BC6A-DA0D95DAC554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12FAEC45-B84A-4EE6-B2F9-B51FA06BE78D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BC1F53F5-9171-4F6F-84B0-934C2D686AF8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E1C58794-5B4C-4137-8D63-2E0D6AFB385F}"/>
                  </a:ext>
                </a:extLst>
              </p:cNvPr>
              <p:cNvGrpSpPr/>
              <p:nvPr/>
            </p:nvGrpSpPr>
            <p:grpSpPr>
              <a:xfrm>
                <a:off x="5374753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419A6257-02EC-4715-8CD4-C31A581E02A7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0B93EFB9-FE4E-45C3-AFE1-889C84936435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AB4761C1-5D8A-4A82-807A-7ED7E345E69A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517D5A41-C600-4F35-8ADB-B652DDAA1355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" name="椭圆 28">
                  <a:extLst>
                    <a:ext uri="{FF2B5EF4-FFF2-40B4-BE49-F238E27FC236}">
                      <a16:creationId xmlns:a16="http://schemas.microsoft.com/office/drawing/2014/main" id="{407A27D0-ACDC-4CEE-AB28-8814D8EB5E0F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0C1C5991-9996-4C48-9A11-384D9B01F7F3}"/>
                  </a:ext>
                </a:extLst>
              </p:cNvPr>
              <p:cNvGrpSpPr/>
              <p:nvPr/>
            </p:nvGrpSpPr>
            <p:grpSpPr>
              <a:xfrm>
                <a:off x="6315994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4E467FCE-82FB-4F5D-9CB9-91201AEF807D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1C8D3A6A-8672-4CCE-B24C-5122F4B5D9F7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F6C36AF8-BDE3-495A-9CD0-280C11C74B73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C76CDC8F-BA7B-4DE9-81CB-504A4495D4BC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FED37101-A432-450B-894B-131712236AB6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BE8B8BE8-E692-4FE5-8C82-E529BF6E92D0}"/>
                  </a:ext>
                </a:extLst>
              </p:cNvPr>
              <p:cNvGrpSpPr/>
              <p:nvPr/>
            </p:nvGrpSpPr>
            <p:grpSpPr>
              <a:xfrm>
                <a:off x="7257234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71DDAEAD-0CF3-4D5B-B5C0-88F5501D7CEC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E003B4E2-E570-485C-A76C-913E5801CDA4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1F02142A-2BF1-4D5A-89FA-0E82C5D3B81F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5BB121A0-355E-47EA-BE49-9701E2E65F62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007C517A-0042-48FB-9D84-05DE381445B1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C0E5DE1A-C86B-4F37-87D2-FB4BFB407AB0}"/>
                </a:ext>
              </a:extLst>
            </p:cNvPr>
            <p:cNvGrpSpPr/>
            <p:nvPr/>
          </p:nvGrpSpPr>
          <p:grpSpPr>
            <a:xfrm>
              <a:off x="8893703" y="1806209"/>
              <a:ext cx="2338077" cy="817802"/>
              <a:chOff x="8893703" y="1806209"/>
              <a:chExt cx="2338077" cy="817802"/>
            </a:xfrm>
          </p:grpSpPr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89EEC44D-30B0-40BC-B317-9438FF9462A9}"/>
                  </a:ext>
                </a:extLst>
              </p:cNvPr>
              <p:cNvSpPr/>
              <p:nvPr/>
            </p:nvSpPr>
            <p:spPr>
              <a:xfrm>
                <a:off x="8893703" y="2513788"/>
                <a:ext cx="110223" cy="110223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1844F43B-3879-4804-BC5F-1DFD3222DED5}"/>
                  </a:ext>
                </a:extLst>
              </p:cNvPr>
              <p:cNvGrpSpPr/>
              <p:nvPr/>
            </p:nvGrpSpPr>
            <p:grpSpPr>
              <a:xfrm>
                <a:off x="9003926" y="1806209"/>
                <a:ext cx="2227854" cy="648042"/>
                <a:chOff x="9003926" y="1806209"/>
                <a:chExt cx="2227854" cy="648042"/>
              </a:xfrm>
            </p:grpSpPr>
            <p:sp>
              <p:nvSpPr>
                <p:cNvPr id="71" name="任意多边形: 形状 70">
                  <a:extLst>
                    <a:ext uri="{FF2B5EF4-FFF2-40B4-BE49-F238E27FC236}">
                      <a16:creationId xmlns:a16="http://schemas.microsoft.com/office/drawing/2014/main" id="{9792E1D6-5AF6-4B4C-9CB2-1380BE24CE03}"/>
                    </a:ext>
                  </a:extLst>
                </p:cNvPr>
                <p:cNvSpPr/>
                <p:nvPr/>
              </p:nvSpPr>
              <p:spPr>
                <a:xfrm flipH="1">
                  <a:off x="9003926" y="1806209"/>
                  <a:ext cx="2227854" cy="648042"/>
                </a:xfrm>
                <a:custGeom>
                  <a:avLst/>
                  <a:gdLst>
                    <a:gd name="connsiteX0" fmla="*/ 87311 w 2522548"/>
                    <a:gd name="connsiteY0" fmla="*/ 0 h 1354934"/>
                    <a:gd name="connsiteX1" fmla="*/ 2266473 w 2522548"/>
                    <a:gd name="connsiteY1" fmla="*/ 0 h 1354934"/>
                    <a:gd name="connsiteX2" fmla="*/ 2353784 w 2522548"/>
                    <a:gd name="connsiteY2" fmla="*/ 87311 h 1354934"/>
                    <a:gd name="connsiteX3" fmla="*/ 2353784 w 2522548"/>
                    <a:gd name="connsiteY3" fmla="*/ 1005055 h 1354934"/>
                    <a:gd name="connsiteX4" fmla="*/ 2522548 w 2522548"/>
                    <a:gd name="connsiteY4" fmla="*/ 1354934 h 1354934"/>
                    <a:gd name="connsiteX5" fmla="*/ 2266874 w 2522548"/>
                    <a:gd name="connsiteY5" fmla="*/ 1209545 h 1354934"/>
                    <a:gd name="connsiteX6" fmla="*/ 2266473 w 2522548"/>
                    <a:gd name="connsiteY6" fmla="*/ 1209626 h 1354934"/>
                    <a:gd name="connsiteX7" fmla="*/ 87311 w 2522548"/>
                    <a:gd name="connsiteY7" fmla="*/ 1209626 h 1354934"/>
                    <a:gd name="connsiteX8" fmla="*/ 0 w 2522548"/>
                    <a:gd name="connsiteY8" fmla="*/ 1122315 h 1354934"/>
                    <a:gd name="connsiteX9" fmla="*/ 0 w 2522548"/>
                    <a:gd name="connsiteY9" fmla="*/ 87311 h 1354934"/>
                    <a:gd name="connsiteX10" fmla="*/ 87311 w 2522548"/>
                    <a:gd name="connsiteY10" fmla="*/ 0 h 1354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522548" h="1354934">
                      <a:moveTo>
                        <a:pt x="87311" y="0"/>
                      </a:moveTo>
                      <a:lnTo>
                        <a:pt x="2266473" y="0"/>
                      </a:lnTo>
                      <a:cubicBezTo>
                        <a:pt x="2314694" y="0"/>
                        <a:pt x="2353784" y="39090"/>
                        <a:pt x="2353784" y="87311"/>
                      </a:cubicBezTo>
                      <a:lnTo>
                        <a:pt x="2353784" y="1005055"/>
                      </a:lnTo>
                      <a:lnTo>
                        <a:pt x="2522548" y="1354934"/>
                      </a:lnTo>
                      <a:lnTo>
                        <a:pt x="2266874" y="1209545"/>
                      </a:lnTo>
                      <a:lnTo>
                        <a:pt x="2266473" y="1209626"/>
                      </a:lnTo>
                      <a:lnTo>
                        <a:pt x="87311" y="1209626"/>
                      </a:lnTo>
                      <a:cubicBezTo>
                        <a:pt x="39090" y="1209626"/>
                        <a:pt x="0" y="1170536"/>
                        <a:pt x="0" y="1122315"/>
                      </a:cubicBezTo>
                      <a:lnTo>
                        <a:pt x="0" y="87311"/>
                      </a:lnTo>
                      <a:cubicBezTo>
                        <a:pt x="0" y="39090"/>
                        <a:pt x="39090" y="0"/>
                        <a:pt x="87311" y="0"/>
                      </a:cubicBez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B9D6886C-F363-4A4A-BD24-145A05680E9A}"/>
                    </a:ext>
                  </a:extLst>
                </p:cNvPr>
                <p:cNvSpPr txBox="1"/>
                <p:nvPr/>
              </p:nvSpPr>
              <p:spPr>
                <a:xfrm>
                  <a:off x="9395499" y="2017367"/>
                  <a:ext cx="1669070" cy="22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9070" h="224805">
                      <a:moveTo>
                        <a:pt x="1654671" y="167432"/>
                      </a:moveTo>
                      <a:cubicBezTo>
                        <a:pt x="1658615" y="167432"/>
                        <a:pt x="1662001" y="168809"/>
                        <a:pt x="1664829" y="171562"/>
                      </a:cubicBezTo>
                      <a:cubicBezTo>
                        <a:pt x="1667656" y="174315"/>
                        <a:pt x="1669070" y="177664"/>
                        <a:pt x="1669070" y="181608"/>
                      </a:cubicBezTo>
                      <a:cubicBezTo>
                        <a:pt x="1669070" y="185626"/>
                        <a:pt x="1667656" y="188993"/>
                        <a:pt x="1664829" y="191709"/>
                      </a:cubicBezTo>
                      <a:cubicBezTo>
                        <a:pt x="1662001" y="194426"/>
                        <a:pt x="1658615" y="195784"/>
                        <a:pt x="1654671" y="195784"/>
                      </a:cubicBezTo>
                      <a:cubicBezTo>
                        <a:pt x="1650727" y="195784"/>
                        <a:pt x="1647341" y="194426"/>
                        <a:pt x="1644513" y="191709"/>
                      </a:cubicBezTo>
                      <a:cubicBezTo>
                        <a:pt x="1641686" y="188993"/>
                        <a:pt x="1640272" y="185626"/>
                        <a:pt x="1640272" y="181608"/>
                      </a:cubicBezTo>
                      <a:cubicBezTo>
                        <a:pt x="1640272" y="177664"/>
                        <a:pt x="1641686" y="174315"/>
                        <a:pt x="1644513" y="171562"/>
                      </a:cubicBezTo>
                      <a:cubicBezTo>
                        <a:pt x="1647341" y="168809"/>
                        <a:pt x="1650727" y="167432"/>
                        <a:pt x="1654671" y="167432"/>
                      </a:cubicBezTo>
                      <a:close/>
                      <a:moveTo>
                        <a:pt x="502741" y="165311"/>
                      </a:moveTo>
                      <a:lnTo>
                        <a:pt x="523503" y="165311"/>
                      </a:lnTo>
                      <a:lnTo>
                        <a:pt x="504639" y="224805"/>
                      </a:lnTo>
                      <a:lnTo>
                        <a:pt x="489012" y="224805"/>
                      </a:lnTo>
                      <a:close/>
                      <a:moveTo>
                        <a:pt x="266551" y="96664"/>
                      </a:moveTo>
                      <a:lnTo>
                        <a:pt x="262533" y="125909"/>
                      </a:lnTo>
                      <a:lnTo>
                        <a:pt x="330622" y="125909"/>
                      </a:lnTo>
                      <a:lnTo>
                        <a:pt x="330622" y="96664"/>
                      </a:lnTo>
                      <a:close/>
                      <a:moveTo>
                        <a:pt x="1225153" y="83493"/>
                      </a:moveTo>
                      <a:lnTo>
                        <a:pt x="1360884" y="83493"/>
                      </a:lnTo>
                      <a:lnTo>
                        <a:pt x="1360884" y="100013"/>
                      </a:lnTo>
                      <a:lnTo>
                        <a:pt x="1318692" y="100013"/>
                      </a:lnTo>
                      <a:lnTo>
                        <a:pt x="1318692" y="188193"/>
                      </a:lnTo>
                      <a:cubicBezTo>
                        <a:pt x="1318692" y="195188"/>
                        <a:pt x="1322115" y="198686"/>
                        <a:pt x="1328961" y="198686"/>
                      </a:cubicBezTo>
                      <a:lnTo>
                        <a:pt x="1335881" y="198686"/>
                      </a:lnTo>
                      <a:cubicBezTo>
                        <a:pt x="1343174" y="198686"/>
                        <a:pt x="1347267" y="194593"/>
                        <a:pt x="1348159" y="186407"/>
                      </a:cubicBezTo>
                      <a:cubicBezTo>
                        <a:pt x="1349201" y="180008"/>
                        <a:pt x="1350094" y="171153"/>
                        <a:pt x="1350839" y="159842"/>
                      </a:cubicBezTo>
                      <a:cubicBezTo>
                        <a:pt x="1356196" y="162223"/>
                        <a:pt x="1361926" y="164381"/>
                        <a:pt x="1368028" y="166316"/>
                      </a:cubicBezTo>
                      <a:cubicBezTo>
                        <a:pt x="1366986" y="175841"/>
                        <a:pt x="1365796" y="184249"/>
                        <a:pt x="1364456" y="191542"/>
                      </a:cubicBezTo>
                      <a:cubicBezTo>
                        <a:pt x="1362075" y="207318"/>
                        <a:pt x="1354113" y="215206"/>
                        <a:pt x="1340569" y="215206"/>
                      </a:cubicBezTo>
                      <a:lnTo>
                        <a:pt x="1325166" y="215206"/>
                      </a:lnTo>
                      <a:cubicBezTo>
                        <a:pt x="1309092" y="215206"/>
                        <a:pt x="1301055" y="207095"/>
                        <a:pt x="1301055" y="190872"/>
                      </a:cubicBezTo>
                      <a:lnTo>
                        <a:pt x="1301055" y="100013"/>
                      </a:lnTo>
                      <a:lnTo>
                        <a:pt x="1268797" y="100013"/>
                      </a:lnTo>
                      <a:cubicBezTo>
                        <a:pt x="1268425" y="135434"/>
                        <a:pt x="1264444" y="161032"/>
                        <a:pt x="1256853" y="176808"/>
                      </a:cubicBezTo>
                      <a:cubicBezTo>
                        <a:pt x="1248370" y="195412"/>
                        <a:pt x="1232297" y="211187"/>
                        <a:pt x="1208633" y="224135"/>
                      </a:cubicBezTo>
                      <a:cubicBezTo>
                        <a:pt x="1205359" y="219224"/>
                        <a:pt x="1201415" y="213866"/>
                        <a:pt x="1196801" y="208062"/>
                      </a:cubicBezTo>
                      <a:cubicBezTo>
                        <a:pt x="1219423" y="195709"/>
                        <a:pt x="1234157" y="181868"/>
                        <a:pt x="1241003" y="166539"/>
                      </a:cubicBezTo>
                      <a:cubicBezTo>
                        <a:pt x="1247329" y="154633"/>
                        <a:pt x="1250677" y="132457"/>
                        <a:pt x="1251049" y="100013"/>
                      </a:cubicBezTo>
                      <a:lnTo>
                        <a:pt x="1225153" y="100013"/>
                      </a:lnTo>
                      <a:close/>
                      <a:moveTo>
                        <a:pt x="963067" y="57150"/>
                      </a:moveTo>
                      <a:cubicBezTo>
                        <a:pt x="974080" y="68015"/>
                        <a:pt x="984498" y="79623"/>
                        <a:pt x="994321" y="91976"/>
                      </a:cubicBezTo>
                      <a:lnTo>
                        <a:pt x="979587" y="104254"/>
                      </a:lnTo>
                      <a:cubicBezTo>
                        <a:pt x="971996" y="93836"/>
                        <a:pt x="962174" y="81632"/>
                        <a:pt x="950119" y="67643"/>
                      </a:cubicBezTo>
                      <a:close/>
                      <a:moveTo>
                        <a:pt x="1088529" y="56257"/>
                      </a:moveTo>
                      <a:lnTo>
                        <a:pt x="1103933" y="68089"/>
                      </a:lnTo>
                      <a:cubicBezTo>
                        <a:pt x="1092770" y="81335"/>
                        <a:pt x="1081311" y="93762"/>
                        <a:pt x="1069553" y="105371"/>
                      </a:cubicBezTo>
                      <a:lnTo>
                        <a:pt x="1056605" y="94208"/>
                      </a:lnTo>
                      <a:cubicBezTo>
                        <a:pt x="1070297" y="79623"/>
                        <a:pt x="1080939" y="66973"/>
                        <a:pt x="1088529" y="56257"/>
                      </a:cubicBezTo>
                      <a:close/>
                      <a:moveTo>
                        <a:pt x="348927" y="52239"/>
                      </a:moveTo>
                      <a:lnTo>
                        <a:pt x="348927" y="80591"/>
                      </a:lnTo>
                      <a:lnTo>
                        <a:pt x="413444" y="80591"/>
                      </a:lnTo>
                      <a:lnTo>
                        <a:pt x="413444" y="52239"/>
                      </a:lnTo>
                      <a:close/>
                      <a:moveTo>
                        <a:pt x="1401068" y="42639"/>
                      </a:moveTo>
                      <a:lnTo>
                        <a:pt x="1401068" y="152475"/>
                      </a:lnTo>
                      <a:lnTo>
                        <a:pt x="1426741" y="152475"/>
                      </a:lnTo>
                      <a:lnTo>
                        <a:pt x="1426741" y="42639"/>
                      </a:lnTo>
                      <a:close/>
                      <a:moveTo>
                        <a:pt x="45541" y="29245"/>
                      </a:moveTo>
                      <a:lnTo>
                        <a:pt x="45541" y="97111"/>
                      </a:lnTo>
                      <a:lnTo>
                        <a:pt x="176361" y="97111"/>
                      </a:lnTo>
                      <a:lnTo>
                        <a:pt x="176361" y="29245"/>
                      </a:lnTo>
                      <a:close/>
                      <a:moveTo>
                        <a:pt x="1384995" y="27013"/>
                      </a:moveTo>
                      <a:lnTo>
                        <a:pt x="1442814" y="27013"/>
                      </a:lnTo>
                      <a:lnTo>
                        <a:pt x="1442814" y="168102"/>
                      </a:lnTo>
                      <a:lnTo>
                        <a:pt x="1401068" y="168102"/>
                      </a:lnTo>
                      <a:lnTo>
                        <a:pt x="1401068" y="183505"/>
                      </a:lnTo>
                      <a:lnTo>
                        <a:pt x="1384995" y="183505"/>
                      </a:lnTo>
                      <a:close/>
                      <a:moveTo>
                        <a:pt x="1146125" y="20538"/>
                      </a:moveTo>
                      <a:lnTo>
                        <a:pt x="1220911" y="20538"/>
                      </a:lnTo>
                      <a:lnTo>
                        <a:pt x="1220911" y="36612"/>
                      </a:lnTo>
                      <a:lnTo>
                        <a:pt x="1192113" y="36612"/>
                      </a:lnTo>
                      <a:lnTo>
                        <a:pt x="1192113" y="86618"/>
                      </a:lnTo>
                      <a:lnTo>
                        <a:pt x="1217563" y="86618"/>
                      </a:lnTo>
                      <a:lnTo>
                        <a:pt x="1217563" y="102692"/>
                      </a:lnTo>
                      <a:lnTo>
                        <a:pt x="1192113" y="102692"/>
                      </a:lnTo>
                      <a:lnTo>
                        <a:pt x="1192113" y="160735"/>
                      </a:lnTo>
                      <a:cubicBezTo>
                        <a:pt x="1201787" y="157981"/>
                        <a:pt x="1211759" y="155005"/>
                        <a:pt x="1222028" y="151805"/>
                      </a:cubicBezTo>
                      <a:cubicBezTo>
                        <a:pt x="1222028" y="158949"/>
                        <a:pt x="1222177" y="164827"/>
                        <a:pt x="1222474" y="169441"/>
                      </a:cubicBezTo>
                      <a:cubicBezTo>
                        <a:pt x="1200597" y="175990"/>
                        <a:pt x="1175296" y="183803"/>
                        <a:pt x="1146572" y="192882"/>
                      </a:cubicBezTo>
                      <a:lnTo>
                        <a:pt x="1143223" y="173906"/>
                      </a:lnTo>
                      <a:cubicBezTo>
                        <a:pt x="1153418" y="171376"/>
                        <a:pt x="1164059" y="168585"/>
                        <a:pt x="1175147" y="165534"/>
                      </a:cubicBezTo>
                      <a:lnTo>
                        <a:pt x="1175147" y="102692"/>
                      </a:lnTo>
                      <a:lnTo>
                        <a:pt x="1147242" y="102692"/>
                      </a:lnTo>
                      <a:lnTo>
                        <a:pt x="1147242" y="86618"/>
                      </a:lnTo>
                      <a:lnTo>
                        <a:pt x="1175147" y="86618"/>
                      </a:lnTo>
                      <a:lnTo>
                        <a:pt x="1175147" y="36612"/>
                      </a:lnTo>
                      <a:lnTo>
                        <a:pt x="1146125" y="36612"/>
                      </a:lnTo>
                      <a:close/>
                      <a:moveTo>
                        <a:pt x="1643063" y="20204"/>
                      </a:moveTo>
                      <a:lnTo>
                        <a:pt x="1665610" y="20204"/>
                      </a:lnTo>
                      <a:lnTo>
                        <a:pt x="1663154" y="143880"/>
                      </a:lnTo>
                      <a:lnTo>
                        <a:pt x="1645518" y="143880"/>
                      </a:lnTo>
                      <a:close/>
                      <a:moveTo>
                        <a:pt x="1235422" y="18753"/>
                      </a:moveTo>
                      <a:lnTo>
                        <a:pt x="1348829" y="18753"/>
                      </a:lnTo>
                      <a:lnTo>
                        <a:pt x="1348829" y="35272"/>
                      </a:lnTo>
                      <a:lnTo>
                        <a:pt x="1235422" y="35272"/>
                      </a:lnTo>
                      <a:close/>
                      <a:moveTo>
                        <a:pt x="1455539" y="18083"/>
                      </a:moveTo>
                      <a:lnTo>
                        <a:pt x="1589484" y="18083"/>
                      </a:lnTo>
                      <a:lnTo>
                        <a:pt x="1589484" y="34156"/>
                      </a:lnTo>
                      <a:lnTo>
                        <a:pt x="1554435" y="34156"/>
                      </a:lnTo>
                      <a:lnTo>
                        <a:pt x="1554435" y="94432"/>
                      </a:lnTo>
                      <a:lnTo>
                        <a:pt x="1594172" y="94432"/>
                      </a:lnTo>
                      <a:lnTo>
                        <a:pt x="1594172" y="110505"/>
                      </a:lnTo>
                      <a:lnTo>
                        <a:pt x="1554435" y="110505"/>
                      </a:lnTo>
                      <a:lnTo>
                        <a:pt x="1554435" y="191542"/>
                      </a:lnTo>
                      <a:cubicBezTo>
                        <a:pt x="1554435" y="209699"/>
                        <a:pt x="1546324" y="218926"/>
                        <a:pt x="1530102" y="219224"/>
                      </a:cubicBezTo>
                      <a:cubicBezTo>
                        <a:pt x="1520726" y="219224"/>
                        <a:pt x="1510457" y="219150"/>
                        <a:pt x="1499295" y="219001"/>
                      </a:cubicBezTo>
                      <a:cubicBezTo>
                        <a:pt x="1498550" y="213048"/>
                        <a:pt x="1497360" y="206648"/>
                        <a:pt x="1495723" y="199802"/>
                      </a:cubicBezTo>
                      <a:cubicBezTo>
                        <a:pt x="1507629" y="200993"/>
                        <a:pt x="1517303" y="201588"/>
                        <a:pt x="1524744" y="201588"/>
                      </a:cubicBezTo>
                      <a:cubicBezTo>
                        <a:pt x="1532781" y="201588"/>
                        <a:pt x="1536799" y="196825"/>
                        <a:pt x="1536799" y="187300"/>
                      </a:cubicBezTo>
                      <a:lnTo>
                        <a:pt x="1536799" y="113407"/>
                      </a:lnTo>
                      <a:cubicBezTo>
                        <a:pt x="1514698" y="149052"/>
                        <a:pt x="1481882" y="180678"/>
                        <a:pt x="1438349" y="208285"/>
                      </a:cubicBezTo>
                      <a:cubicBezTo>
                        <a:pt x="1435224" y="203672"/>
                        <a:pt x="1431355" y="198686"/>
                        <a:pt x="1426741" y="193328"/>
                      </a:cubicBezTo>
                      <a:cubicBezTo>
                        <a:pt x="1463873" y="171822"/>
                        <a:pt x="1494346" y="144215"/>
                        <a:pt x="1518159" y="110505"/>
                      </a:cubicBezTo>
                      <a:lnTo>
                        <a:pt x="1461343" y="110505"/>
                      </a:lnTo>
                      <a:lnTo>
                        <a:pt x="1461343" y="94432"/>
                      </a:lnTo>
                      <a:lnTo>
                        <a:pt x="1477417" y="42863"/>
                      </a:lnTo>
                      <a:lnTo>
                        <a:pt x="1494383" y="46435"/>
                      </a:lnTo>
                      <a:lnTo>
                        <a:pt x="1479649" y="94432"/>
                      </a:lnTo>
                      <a:lnTo>
                        <a:pt x="1536799" y="94432"/>
                      </a:lnTo>
                      <a:lnTo>
                        <a:pt x="1536799" y="34156"/>
                      </a:lnTo>
                      <a:lnTo>
                        <a:pt x="1455539" y="34156"/>
                      </a:lnTo>
                      <a:close/>
                      <a:moveTo>
                        <a:pt x="27682" y="12279"/>
                      </a:moveTo>
                      <a:lnTo>
                        <a:pt x="194221" y="12279"/>
                      </a:lnTo>
                      <a:lnTo>
                        <a:pt x="194221" y="126579"/>
                      </a:lnTo>
                      <a:lnTo>
                        <a:pt x="176361" y="126579"/>
                      </a:lnTo>
                      <a:lnTo>
                        <a:pt x="176361" y="114077"/>
                      </a:lnTo>
                      <a:lnTo>
                        <a:pt x="144438" y="114077"/>
                      </a:lnTo>
                      <a:lnTo>
                        <a:pt x="144438" y="186407"/>
                      </a:lnTo>
                      <a:cubicBezTo>
                        <a:pt x="144438" y="196081"/>
                        <a:pt x="149126" y="200918"/>
                        <a:pt x="158502" y="200918"/>
                      </a:cubicBezTo>
                      <a:lnTo>
                        <a:pt x="184844" y="200918"/>
                      </a:lnTo>
                      <a:cubicBezTo>
                        <a:pt x="194369" y="200918"/>
                        <a:pt x="199578" y="196825"/>
                        <a:pt x="200471" y="188640"/>
                      </a:cubicBezTo>
                      <a:cubicBezTo>
                        <a:pt x="201513" y="178668"/>
                        <a:pt x="202332" y="167283"/>
                        <a:pt x="202927" y="154484"/>
                      </a:cubicBezTo>
                      <a:cubicBezTo>
                        <a:pt x="208285" y="156567"/>
                        <a:pt x="214685" y="158800"/>
                        <a:pt x="222126" y="161181"/>
                      </a:cubicBezTo>
                      <a:cubicBezTo>
                        <a:pt x="220935" y="174724"/>
                        <a:pt x="219745" y="185738"/>
                        <a:pt x="218554" y="194221"/>
                      </a:cubicBezTo>
                      <a:cubicBezTo>
                        <a:pt x="216470" y="209104"/>
                        <a:pt x="206201" y="216545"/>
                        <a:pt x="187747" y="216545"/>
                      </a:cubicBezTo>
                      <a:lnTo>
                        <a:pt x="154484" y="216545"/>
                      </a:lnTo>
                      <a:cubicBezTo>
                        <a:pt x="136178" y="216545"/>
                        <a:pt x="127025" y="207318"/>
                        <a:pt x="127025" y="188863"/>
                      </a:cubicBezTo>
                      <a:lnTo>
                        <a:pt x="127025" y="114077"/>
                      </a:lnTo>
                      <a:lnTo>
                        <a:pt x="90413" y="114077"/>
                      </a:lnTo>
                      <a:cubicBezTo>
                        <a:pt x="89743" y="136401"/>
                        <a:pt x="87139" y="153665"/>
                        <a:pt x="82600" y="165869"/>
                      </a:cubicBezTo>
                      <a:cubicBezTo>
                        <a:pt x="73223" y="192063"/>
                        <a:pt x="49411" y="211634"/>
                        <a:pt x="11162" y="224582"/>
                      </a:cubicBezTo>
                      <a:cubicBezTo>
                        <a:pt x="8185" y="219671"/>
                        <a:pt x="4465" y="214164"/>
                        <a:pt x="0" y="208062"/>
                      </a:cubicBezTo>
                      <a:cubicBezTo>
                        <a:pt x="34975" y="198090"/>
                        <a:pt x="56852" y="181868"/>
                        <a:pt x="65633" y="159395"/>
                      </a:cubicBezTo>
                      <a:cubicBezTo>
                        <a:pt x="69651" y="149498"/>
                        <a:pt x="71958" y="134392"/>
                        <a:pt x="72554" y="114077"/>
                      </a:cubicBezTo>
                      <a:lnTo>
                        <a:pt x="45541" y="114077"/>
                      </a:lnTo>
                      <a:lnTo>
                        <a:pt x="45541" y="126579"/>
                      </a:lnTo>
                      <a:lnTo>
                        <a:pt x="27682" y="126579"/>
                      </a:lnTo>
                      <a:close/>
                      <a:moveTo>
                        <a:pt x="787152" y="6474"/>
                      </a:moveTo>
                      <a:lnTo>
                        <a:pt x="806574" y="6474"/>
                      </a:lnTo>
                      <a:lnTo>
                        <a:pt x="806574" y="90190"/>
                      </a:lnTo>
                      <a:lnTo>
                        <a:pt x="865287" y="90190"/>
                      </a:lnTo>
                      <a:lnTo>
                        <a:pt x="865287" y="27013"/>
                      </a:lnTo>
                      <a:lnTo>
                        <a:pt x="884262" y="27013"/>
                      </a:lnTo>
                      <a:lnTo>
                        <a:pt x="884262" y="115416"/>
                      </a:lnTo>
                      <a:lnTo>
                        <a:pt x="865287" y="115416"/>
                      </a:lnTo>
                      <a:lnTo>
                        <a:pt x="865287" y="107157"/>
                      </a:lnTo>
                      <a:lnTo>
                        <a:pt x="806574" y="107157"/>
                      </a:lnTo>
                      <a:lnTo>
                        <a:pt x="806574" y="194667"/>
                      </a:lnTo>
                      <a:lnTo>
                        <a:pt x="871984" y="194667"/>
                      </a:lnTo>
                      <a:lnTo>
                        <a:pt x="871984" y="131043"/>
                      </a:lnTo>
                      <a:lnTo>
                        <a:pt x="890736" y="131043"/>
                      </a:lnTo>
                      <a:lnTo>
                        <a:pt x="890736" y="219671"/>
                      </a:lnTo>
                      <a:lnTo>
                        <a:pt x="871984" y="219671"/>
                      </a:lnTo>
                      <a:lnTo>
                        <a:pt x="871984" y="211634"/>
                      </a:lnTo>
                      <a:lnTo>
                        <a:pt x="704106" y="211634"/>
                      </a:lnTo>
                      <a:lnTo>
                        <a:pt x="704106" y="131043"/>
                      </a:lnTo>
                      <a:lnTo>
                        <a:pt x="723081" y="131043"/>
                      </a:lnTo>
                      <a:lnTo>
                        <a:pt x="723081" y="194667"/>
                      </a:lnTo>
                      <a:lnTo>
                        <a:pt x="787152" y="194667"/>
                      </a:lnTo>
                      <a:lnTo>
                        <a:pt x="787152" y="107157"/>
                      </a:lnTo>
                      <a:lnTo>
                        <a:pt x="710133" y="107157"/>
                      </a:lnTo>
                      <a:lnTo>
                        <a:pt x="710133" y="27013"/>
                      </a:lnTo>
                      <a:lnTo>
                        <a:pt x="729109" y="27013"/>
                      </a:lnTo>
                      <a:lnTo>
                        <a:pt x="729109" y="90190"/>
                      </a:lnTo>
                      <a:lnTo>
                        <a:pt x="787152" y="90190"/>
                      </a:lnTo>
                      <a:close/>
                      <a:moveTo>
                        <a:pt x="1017538" y="2233"/>
                      </a:moveTo>
                      <a:lnTo>
                        <a:pt x="1034504" y="2233"/>
                      </a:lnTo>
                      <a:lnTo>
                        <a:pt x="1034504" y="34379"/>
                      </a:lnTo>
                      <a:lnTo>
                        <a:pt x="1122462" y="34379"/>
                      </a:lnTo>
                      <a:lnTo>
                        <a:pt x="1122462" y="50006"/>
                      </a:lnTo>
                      <a:lnTo>
                        <a:pt x="1034504" y="50006"/>
                      </a:lnTo>
                      <a:lnTo>
                        <a:pt x="1034504" y="108719"/>
                      </a:lnTo>
                      <a:lnTo>
                        <a:pt x="1134070" y="108719"/>
                      </a:lnTo>
                      <a:lnTo>
                        <a:pt x="1134070" y="124346"/>
                      </a:lnTo>
                      <a:lnTo>
                        <a:pt x="1039081" y="124346"/>
                      </a:lnTo>
                      <a:cubicBezTo>
                        <a:pt x="1063563" y="151582"/>
                        <a:pt x="1096417" y="172790"/>
                        <a:pt x="1137642" y="187970"/>
                      </a:cubicBezTo>
                      <a:cubicBezTo>
                        <a:pt x="1132731" y="194221"/>
                        <a:pt x="1128564" y="199876"/>
                        <a:pt x="1125141" y="204937"/>
                      </a:cubicBezTo>
                      <a:cubicBezTo>
                        <a:pt x="1086296" y="187375"/>
                        <a:pt x="1056084" y="164939"/>
                        <a:pt x="1034504" y="137629"/>
                      </a:cubicBezTo>
                      <a:lnTo>
                        <a:pt x="1034504" y="223019"/>
                      </a:lnTo>
                      <a:lnTo>
                        <a:pt x="1017538" y="223019"/>
                      </a:lnTo>
                      <a:lnTo>
                        <a:pt x="1017538" y="136401"/>
                      </a:lnTo>
                      <a:cubicBezTo>
                        <a:pt x="995809" y="161851"/>
                        <a:pt x="965448" y="185589"/>
                        <a:pt x="926455" y="207615"/>
                      </a:cubicBezTo>
                      <a:cubicBezTo>
                        <a:pt x="923330" y="203151"/>
                        <a:pt x="919311" y="198016"/>
                        <a:pt x="914400" y="192212"/>
                      </a:cubicBezTo>
                      <a:cubicBezTo>
                        <a:pt x="953244" y="172715"/>
                        <a:pt x="985763" y="150093"/>
                        <a:pt x="1011957" y="124346"/>
                      </a:cubicBezTo>
                      <a:lnTo>
                        <a:pt x="918195" y="124346"/>
                      </a:lnTo>
                      <a:lnTo>
                        <a:pt x="918195" y="108719"/>
                      </a:lnTo>
                      <a:lnTo>
                        <a:pt x="1017538" y="108719"/>
                      </a:lnTo>
                      <a:lnTo>
                        <a:pt x="1017538" y="50006"/>
                      </a:lnTo>
                      <a:lnTo>
                        <a:pt x="931366" y="50006"/>
                      </a:lnTo>
                      <a:lnTo>
                        <a:pt x="931366" y="34379"/>
                      </a:lnTo>
                      <a:lnTo>
                        <a:pt x="1017538" y="34379"/>
                      </a:lnTo>
                      <a:close/>
                      <a:moveTo>
                        <a:pt x="384423" y="0"/>
                      </a:moveTo>
                      <a:lnTo>
                        <a:pt x="400050" y="11162"/>
                      </a:lnTo>
                      <a:cubicBezTo>
                        <a:pt x="392534" y="19943"/>
                        <a:pt x="384944" y="28278"/>
                        <a:pt x="377279" y="36165"/>
                      </a:cubicBezTo>
                      <a:lnTo>
                        <a:pt x="431304" y="36165"/>
                      </a:lnTo>
                      <a:lnTo>
                        <a:pt x="431304" y="104254"/>
                      </a:lnTo>
                      <a:lnTo>
                        <a:pt x="413444" y="104254"/>
                      </a:lnTo>
                      <a:lnTo>
                        <a:pt x="413444" y="96664"/>
                      </a:lnTo>
                      <a:lnTo>
                        <a:pt x="348927" y="96664"/>
                      </a:lnTo>
                      <a:lnTo>
                        <a:pt x="348927" y="125909"/>
                      </a:lnTo>
                      <a:lnTo>
                        <a:pt x="443805" y="125909"/>
                      </a:lnTo>
                      <a:cubicBezTo>
                        <a:pt x="443061" y="145554"/>
                        <a:pt x="442168" y="161851"/>
                        <a:pt x="441127" y="174799"/>
                      </a:cubicBezTo>
                      <a:cubicBezTo>
                        <a:pt x="439936" y="193402"/>
                        <a:pt x="429518" y="202704"/>
                        <a:pt x="409873" y="202704"/>
                      </a:cubicBezTo>
                      <a:cubicBezTo>
                        <a:pt x="401538" y="202704"/>
                        <a:pt x="391567" y="202630"/>
                        <a:pt x="379958" y="202481"/>
                      </a:cubicBezTo>
                      <a:cubicBezTo>
                        <a:pt x="378916" y="196528"/>
                        <a:pt x="377577" y="190277"/>
                        <a:pt x="375940" y="183729"/>
                      </a:cubicBezTo>
                      <a:cubicBezTo>
                        <a:pt x="388590" y="184622"/>
                        <a:pt x="398636" y="185068"/>
                        <a:pt x="406077" y="185068"/>
                      </a:cubicBezTo>
                      <a:cubicBezTo>
                        <a:pt x="417240" y="185068"/>
                        <a:pt x="423044" y="179561"/>
                        <a:pt x="423490" y="168548"/>
                      </a:cubicBezTo>
                      <a:cubicBezTo>
                        <a:pt x="424086" y="161553"/>
                        <a:pt x="424532" y="152698"/>
                        <a:pt x="424830" y="141982"/>
                      </a:cubicBezTo>
                      <a:lnTo>
                        <a:pt x="348927" y="141982"/>
                      </a:lnTo>
                      <a:lnTo>
                        <a:pt x="348927" y="223466"/>
                      </a:lnTo>
                      <a:lnTo>
                        <a:pt x="330622" y="223466"/>
                      </a:lnTo>
                      <a:lnTo>
                        <a:pt x="330622" y="142429"/>
                      </a:lnTo>
                      <a:cubicBezTo>
                        <a:pt x="309265" y="175320"/>
                        <a:pt x="278681" y="200993"/>
                        <a:pt x="238869" y="219447"/>
                      </a:cubicBezTo>
                      <a:cubicBezTo>
                        <a:pt x="236041" y="215280"/>
                        <a:pt x="232395" y="210369"/>
                        <a:pt x="227930" y="204713"/>
                      </a:cubicBezTo>
                      <a:cubicBezTo>
                        <a:pt x="260970" y="190724"/>
                        <a:pt x="288354" y="169813"/>
                        <a:pt x="310083" y="141982"/>
                      </a:cubicBezTo>
                      <a:lnTo>
                        <a:pt x="242664" y="141982"/>
                      </a:lnTo>
                      <a:lnTo>
                        <a:pt x="251371" y="80591"/>
                      </a:lnTo>
                      <a:lnTo>
                        <a:pt x="330622" y="80591"/>
                      </a:lnTo>
                      <a:lnTo>
                        <a:pt x="330622" y="52239"/>
                      </a:lnTo>
                      <a:lnTo>
                        <a:pt x="240655" y="52239"/>
                      </a:lnTo>
                      <a:lnTo>
                        <a:pt x="240655" y="36165"/>
                      </a:lnTo>
                      <a:lnTo>
                        <a:pt x="299479" y="36165"/>
                      </a:lnTo>
                      <a:cubicBezTo>
                        <a:pt x="292931" y="28724"/>
                        <a:pt x="285080" y="20762"/>
                        <a:pt x="275927" y="12279"/>
                      </a:cubicBezTo>
                      <a:lnTo>
                        <a:pt x="288652" y="893"/>
                      </a:lnTo>
                      <a:cubicBezTo>
                        <a:pt x="298624" y="9228"/>
                        <a:pt x="307702" y="17636"/>
                        <a:pt x="315888" y="26120"/>
                      </a:cubicBezTo>
                      <a:lnTo>
                        <a:pt x="304725" y="36165"/>
                      </a:lnTo>
                      <a:lnTo>
                        <a:pt x="367233" y="36165"/>
                      </a:lnTo>
                      <a:lnTo>
                        <a:pt x="359420" y="29915"/>
                      </a:lnTo>
                      <a:cubicBezTo>
                        <a:pt x="368350" y="20687"/>
                        <a:pt x="376684" y="10716"/>
                        <a:pt x="384423" y="0"/>
                      </a:cubicBez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1A5D5098-5628-4D78-AE79-09B60C9B5632}"/>
                </a:ext>
              </a:extLst>
            </p:cNvPr>
            <p:cNvGrpSpPr/>
            <p:nvPr/>
          </p:nvGrpSpPr>
          <p:grpSpPr>
            <a:xfrm>
              <a:off x="5631543" y="1559186"/>
              <a:ext cx="2566931" cy="950384"/>
              <a:chOff x="5631543" y="1559186"/>
              <a:chExt cx="2566931" cy="950384"/>
            </a:xfrm>
          </p:grpSpPr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B4E1253F-AF95-4084-88A7-79268CEC1599}"/>
                  </a:ext>
                </a:extLst>
              </p:cNvPr>
              <p:cNvSpPr/>
              <p:nvPr/>
            </p:nvSpPr>
            <p:spPr>
              <a:xfrm>
                <a:off x="5631543" y="1559186"/>
                <a:ext cx="2566931" cy="950384"/>
              </a:xfrm>
              <a:custGeom>
                <a:avLst/>
                <a:gdLst>
                  <a:gd name="connsiteX0" fmla="*/ 87311 w 2522548"/>
                  <a:gd name="connsiteY0" fmla="*/ 0 h 1354934"/>
                  <a:gd name="connsiteX1" fmla="*/ 2266473 w 2522548"/>
                  <a:gd name="connsiteY1" fmla="*/ 0 h 1354934"/>
                  <a:gd name="connsiteX2" fmla="*/ 2353784 w 2522548"/>
                  <a:gd name="connsiteY2" fmla="*/ 87311 h 1354934"/>
                  <a:gd name="connsiteX3" fmla="*/ 2353784 w 2522548"/>
                  <a:gd name="connsiteY3" fmla="*/ 1005055 h 1354934"/>
                  <a:gd name="connsiteX4" fmla="*/ 2522548 w 2522548"/>
                  <a:gd name="connsiteY4" fmla="*/ 1354934 h 1354934"/>
                  <a:gd name="connsiteX5" fmla="*/ 2266874 w 2522548"/>
                  <a:gd name="connsiteY5" fmla="*/ 1209545 h 1354934"/>
                  <a:gd name="connsiteX6" fmla="*/ 2266473 w 2522548"/>
                  <a:gd name="connsiteY6" fmla="*/ 1209626 h 1354934"/>
                  <a:gd name="connsiteX7" fmla="*/ 87311 w 2522548"/>
                  <a:gd name="connsiteY7" fmla="*/ 1209626 h 1354934"/>
                  <a:gd name="connsiteX8" fmla="*/ 0 w 2522548"/>
                  <a:gd name="connsiteY8" fmla="*/ 1122315 h 1354934"/>
                  <a:gd name="connsiteX9" fmla="*/ 0 w 2522548"/>
                  <a:gd name="connsiteY9" fmla="*/ 87311 h 1354934"/>
                  <a:gd name="connsiteX10" fmla="*/ 87311 w 2522548"/>
                  <a:gd name="connsiteY10" fmla="*/ 0 h 1354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22548" h="1354934">
                    <a:moveTo>
                      <a:pt x="87311" y="0"/>
                    </a:moveTo>
                    <a:lnTo>
                      <a:pt x="2266473" y="0"/>
                    </a:lnTo>
                    <a:cubicBezTo>
                      <a:pt x="2314694" y="0"/>
                      <a:pt x="2353784" y="39090"/>
                      <a:pt x="2353784" y="87311"/>
                    </a:cubicBezTo>
                    <a:lnTo>
                      <a:pt x="2353784" y="1005055"/>
                    </a:lnTo>
                    <a:lnTo>
                      <a:pt x="2522548" y="1354934"/>
                    </a:lnTo>
                    <a:lnTo>
                      <a:pt x="2266874" y="1209545"/>
                    </a:lnTo>
                    <a:lnTo>
                      <a:pt x="2266473" y="1209626"/>
                    </a:lnTo>
                    <a:lnTo>
                      <a:pt x="87311" y="1209626"/>
                    </a:lnTo>
                    <a:cubicBezTo>
                      <a:pt x="39090" y="1209626"/>
                      <a:pt x="0" y="1170536"/>
                      <a:pt x="0" y="1122315"/>
                    </a:cubicBezTo>
                    <a:lnTo>
                      <a:pt x="0" y="87311"/>
                    </a:lnTo>
                    <a:cubicBezTo>
                      <a:pt x="0" y="39090"/>
                      <a:pt x="39090" y="0"/>
                      <a:pt x="87311" y="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392E9BAD-897F-4C8A-A2AF-6782498A731E}"/>
                  </a:ext>
                </a:extLst>
              </p:cNvPr>
              <p:cNvSpPr txBox="1"/>
              <p:nvPr/>
            </p:nvSpPr>
            <p:spPr>
              <a:xfrm>
                <a:off x="5789099" y="1875497"/>
                <a:ext cx="2051373" cy="222572"/>
              </a:xfrm>
              <a:custGeom>
                <a:avLst/>
                <a:gdLst/>
                <a:ahLst/>
                <a:cxnLst/>
                <a:rect l="l" t="t" r="r" b="b"/>
                <a:pathLst>
                  <a:path w="2051373" h="222572">
                    <a:moveTo>
                      <a:pt x="959941" y="163078"/>
                    </a:moveTo>
                    <a:lnTo>
                      <a:pt x="980703" y="163078"/>
                    </a:lnTo>
                    <a:lnTo>
                      <a:pt x="961839" y="222572"/>
                    </a:lnTo>
                    <a:lnTo>
                      <a:pt x="946212" y="222572"/>
                    </a:lnTo>
                    <a:close/>
                    <a:moveTo>
                      <a:pt x="480194" y="150465"/>
                    </a:moveTo>
                    <a:lnTo>
                      <a:pt x="496937" y="156269"/>
                    </a:lnTo>
                    <a:cubicBezTo>
                      <a:pt x="489942" y="176361"/>
                      <a:pt x="482575" y="193253"/>
                      <a:pt x="474836" y="206945"/>
                    </a:cubicBezTo>
                    <a:cubicBezTo>
                      <a:pt x="470967" y="204862"/>
                      <a:pt x="465609" y="202183"/>
                      <a:pt x="458763" y="198908"/>
                    </a:cubicBezTo>
                    <a:cubicBezTo>
                      <a:pt x="467395" y="185216"/>
                      <a:pt x="474539" y="169068"/>
                      <a:pt x="480194" y="150465"/>
                    </a:cubicBezTo>
                    <a:close/>
                    <a:moveTo>
                      <a:pt x="649858" y="149349"/>
                    </a:moveTo>
                    <a:cubicBezTo>
                      <a:pt x="656853" y="157832"/>
                      <a:pt x="666973" y="171003"/>
                      <a:pt x="680219" y="188863"/>
                    </a:cubicBezTo>
                    <a:lnTo>
                      <a:pt x="664592" y="199355"/>
                    </a:lnTo>
                    <a:cubicBezTo>
                      <a:pt x="655216" y="184770"/>
                      <a:pt x="645840" y="171226"/>
                      <a:pt x="636464" y="158725"/>
                    </a:cubicBezTo>
                    <a:close/>
                    <a:moveTo>
                      <a:pt x="515913" y="147786"/>
                    </a:moveTo>
                    <a:lnTo>
                      <a:pt x="532879" y="147786"/>
                    </a:lnTo>
                    <a:lnTo>
                      <a:pt x="532879" y="186853"/>
                    </a:lnTo>
                    <a:cubicBezTo>
                      <a:pt x="532879" y="196081"/>
                      <a:pt x="537716" y="200694"/>
                      <a:pt x="547390" y="200694"/>
                    </a:cubicBezTo>
                    <a:lnTo>
                      <a:pt x="591369" y="200694"/>
                    </a:lnTo>
                    <a:cubicBezTo>
                      <a:pt x="601787" y="200694"/>
                      <a:pt x="607889" y="196453"/>
                      <a:pt x="609675" y="187970"/>
                    </a:cubicBezTo>
                    <a:cubicBezTo>
                      <a:pt x="611014" y="182463"/>
                      <a:pt x="612428" y="174426"/>
                      <a:pt x="613916" y="163859"/>
                    </a:cubicBezTo>
                    <a:cubicBezTo>
                      <a:pt x="618976" y="165943"/>
                      <a:pt x="624855" y="168175"/>
                      <a:pt x="631552" y="170557"/>
                    </a:cubicBezTo>
                    <a:cubicBezTo>
                      <a:pt x="629469" y="181123"/>
                      <a:pt x="627459" y="189607"/>
                      <a:pt x="625525" y="196006"/>
                    </a:cubicBezTo>
                    <a:cubicBezTo>
                      <a:pt x="621655" y="209550"/>
                      <a:pt x="611609" y="216321"/>
                      <a:pt x="595387" y="216321"/>
                    </a:cubicBezTo>
                    <a:lnTo>
                      <a:pt x="543372" y="216321"/>
                    </a:lnTo>
                    <a:cubicBezTo>
                      <a:pt x="525066" y="216321"/>
                      <a:pt x="515913" y="207020"/>
                      <a:pt x="515913" y="188416"/>
                    </a:cubicBezTo>
                    <a:close/>
                    <a:moveTo>
                      <a:pt x="558552" y="141312"/>
                    </a:moveTo>
                    <a:cubicBezTo>
                      <a:pt x="568821" y="149349"/>
                      <a:pt x="579239" y="158129"/>
                      <a:pt x="589806" y="167655"/>
                    </a:cubicBezTo>
                    <a:lnTo>
                      <a:pt x="577304" y="180603"/>
                    </a:lnTo>
                    <a:cubicBezTo>
                      <a:pt x="567184" y="169887"/>
                      <a:pt x="557362" y="160511"/>
                      <a:pt x="547837" y="152474"/>
                    </a:cubicBezTo>
                    <a:close/>
                    <a:moveTo>
                      <a:pt x="573286" y="97556"/>
                    </a:moveTo>
                    <a:lnTo>
                      <a:pt x="573286" y="118764"/>
                    </a:lnTo>
                    <a:lnTo>
                      <a:pt x="645617" y="118764"/>
                    </a:lnTo>
                    <a:lnTo>
                      <a:pt x="645617" y="97556"/>
                    </a:lnTo>
                    <a:close/>
                    <a:moveTo>
                      <a:pt x="1514252" y="88627"/>
                    </a:moveTo>
                    <a:cubicBezTo>
                      <a:pt x="1542083" y="105593"/>
                      <a:pt x="1568946" y="122857"/>
                      <a:pt x="1594842" y="140419"/>
                    </a:cubicBezTo>
                    <a:lnTo>
                      <a:pt x="1582118" y="158055"/>
                    </a:lnTo>
                    <a:cubicBezTo>
                      <a:pt x="1551459" y="135284"/>
                      <a:pt x="1525191" y="117202"/>
                      <a:pt x="1503313" y="103807"/>
                    </a:cubicBezTo>
                    <a:close/>
                    <a:moveTo>
                      <a:pt x="831354" y="77241"/>
                    </a:moveTo>
                    <a:lnTo>
                      <a:pt x="831354" y="141312"/>
                    </a:lnTo>
                    <a:lnTo>
                      <a:pt x="849437" y="141312"/>
                    </a:lnTo>
                    <a:lnTo>
                      <a:pt x="849437" y="77241"/>
                    </a:lnTo>
                    <a:close/>
                    <a:moveTo>
                      <a:pt x="817290" y="62731"/>
                    </a:moveTo>
                    <a:lnTo>
                      <a:pt x="863501" y="62731"/>
                    </a:lnTo>
                    <a:lnTo>
                      <a:pt x="863501" y="155823"/>
                    </a:lnTo>
                    <a:lnTo>
                      <a:pt x="831354" y="155823"/>
                    </a:lnTo>
                    <a:lnTo>
                      <a:pt x="831354" y="173459"/>
                    </a:lnTo>
                    <a:lnTo>
                      <a:pt x="817290" y="173459"/>
                    </a:lnTo>
                    <a:close/>
                    <a:moveTo>
                      <a:pt x="573286" y="62284"/>
                    </a:moveTo>
                    <a:lnTo>
                      <a:pt x="573286" y="83269"/>
                    </a:lnTo>
                    <a:lnTo>
                      <a:pt x="645617" y="83269"/>
                    </a:lnTo>
                    <a:lnTo>
                      <a:pt x="645617" y="62284"/>
                    </a:lnTo>
                    <a:close/>
                    <a:moveTo>
                      <a:pt x="1648867" y="54917"/>
                    </a:moveTo>
                    <a:cubicBezTo>
                      <a:pt x="1659880" y="65782"/>
                      <a:pt x="1670298" y="77390"/>
                      <a:pt x="1680121" y="89743"/>
                    </a:cubicBezTo>
                    <a:lnTo>
                      <a:pt x="1665387" y="102021"/>
                    </a:lnTo>
                    <a:cubicBezTo>
                      <a:pt x="1657797" y="91603"/>
                      <a:pt x="1647974" y="79399"/>
                      <a:pt x="1635919" y="65410"/>
                    </a:cubicBezTo>
                    <a:close/>
                    <a:moveTo>
                      <a:pt x="1774329" y="54024"/>
                    </a:moveTo>
                    <a:lnTo>
                      <a:pt x="1789733" y="65856"/>
                    </a:lnTo>
                    <a:cubicBezTo>
                      <a:pt x="1778571" y="79102"/>
                      <a:pt x="1767111" y="91529"/>
                      <a:pt x="1755353" y="103138"/>
                    </a:cubicBezTo>
                    <a:lnTo>
                      <a:pt x="1742405" y="91975"/>
                    </a:lnTo>
                    <a:cubicBezTo>
                      <a:pt x="1756098" y="77390"/>
                      <a:pt x="1766739" y="64740"/>
                      <a:pt x="1774329" y="54024"/>
                    </a:cubicBezTo>
                    <a:close/>
                    <a:moveTo>
                      <a:pt x="1858268" y="40406"/>
                    </a:moveTo>
                    <a:lnTo>
                      <a:pt x="1858268" y="150242"/>
                    </a:lnTo>
                    <a:lnTo>
                      <a:pt x="1883941" y="150242"/>
                    </a:lnTo>
                    <a:lnTo>
                      <a:pt x="1883941" y="40406"/>
                    </a:lnTo>
                    <a:close/>
                    <a:moveTo>
                      <a:pt x="710134" y="39960"/>
                    </a:moveTo>
                    <a:lnTo>
                      <a:pt x="710134" y="154260"/>
                    </a:lnTo>
                    <a:lnTo>
                      <a:pt x="727770" y="154260"/>
                    </a:lnTo>
                    <a:lnTo>
                      <a:pt x="727770" y="39960"/>
                    </a:lnTo>
                    <a:close/>
                    <a:moveTo>
                      <a:pt x="573286" y="27012"/>
                    </a:moveTo>
                    <a:lnTo>
                      <a:pt x="573286" y="47997"/>
                    </a:lnTo>
                    <a:lnTo>
                      <a:pt x="645617" y="47997"/>
                    </a:lnTo>
                    <a:lnTo>
                      <a:pt x="645617" y="27012"/>
                    </a:lnTo>
                    <a:close/>
                    <a:moveTo>
                      <a:pt x="695623" y="25003"/>
                    </a:moveTo>
                    <a:lnTo>
                      <a:pt x="742280" y="25003"/>
                    </a:lnTo>
                    <a:lnTo>
                      <a:pt x="742280" y="181942"/>
                    </a:lnTo>
                    <a:lnTo>
                      <a:pt x="727770" y="181942"/>
                    </a:lnTo>
                    <a:lnTo>
                      <a:pt x="727770" y="169217"/>
                    </a:lnTo>
                    <a:lnTo>
                      <a:pt x="710134" y="169217"/>
                    </a:lnTo>
                    <a:lnTo>
                      <a:pt x="710134" y="185514"/>
                    </a:lnTo>
                    <a:lnTo>
                      <a:pt x="695623" y="185514"/>
                    </a:lnTo>
                    <a:close/>
                    <a:moveTo>
                      <a:pt x="1842195" y="24780"/>
                    </a:moveTo>
                    <a:lnTo>
                      <a:pt x="1900014" y="24780"/>
                    </a:lnTo>
                    <a:lnTo>
                      <a:pt x="1900014" y="165869"/>
                    </a:lnTo>
                    <a:lnTo>
                      <a:pt x="1858268" y="165869"/>
                    </a:lnTo>
                    <a:lnTo>
                      <a:pt x="1858268" y="181272"/>
                    </a:lnTo>
                    <a:lnTo>
                      <a:pt x="1842195" y="181272"/>
                    </a:lnTo>
                    <a:close/>
                    <a:moveTo>
                      <a:pt x="1376958" y="20315"/>
                    </a:moveTo>
                    <a:lnTo>
                      <a:pt x="1589708" y="20315"/>
                    </a:lnTo>
                    <a:lnTo>
                      <a:pt x="1589708" y="37728"/>
                    </a:lnTo>
                    <a:lnTo>
                      <a:pt x="1507555" y="37728"/>
                    </a:lnTo>
                    <a:cubicBezTo>
                      <a:pt x="1500411" y="50080"/>
                      <a:pt x="1490886" y="64740"/>
                      <a:pt x="1478980" y="81706"/>
                    </a:cubicBezTo>
                    <a:lnTo>
                      <a:pt x="1491928" y="81706"/>
                    </a:lnTo>
                    <a:lnTo>
                      <a:pt x="1491928" y="221679"/>
                    </a:lnTo>
                    <a:lnTo>
                      <a:pt x="1472729" y="221679"/>
                    </a:lnTo>
                    <a:lnTo>
                      <a:pt x="1472729" y="88627"/>
                    </a:lnTo>
                    <a:cubicBezTo>
                      <a:pt x="1447279" y="120029"/>
                      <a:pt x="1417290" y="146819"/>
                      <a:pt x="1382762" y="168994"/>
                    </a:cubicBezTo>
                    <a:cubicBezTo>
                      <a:pt x="1379042" y="163636"/>
                      <a:pt x="1374874" y="158278"/>
                      <a:pt x="1370261" y="152921"/>
                    </a:cubicBezTo>
                    <a:cubicBezTo>
                      <a:pt x="1417142" y="123601"/>
                      <a:pt x="1454944" y="85204"/>
                      <a:pt x="1483668" y="37728"/>
                    </a:cubicBezTo>
                    <a:lnTo>
                      <a:pt x="1376958" y="37728"/>
                    </a:lnTo>
                    <a:close/>
                    <a:moveTo>
                      <a:pt x="1912739" y="15850"/>
                    </a:moveTo>
                    <a:lnTo>
                      <a:pt x="2046684" y="15850"/>
                    </a:lnTo>
                    <a:lnTo>
                      <a:pt x="2046684" y="31923"/>
                    </a:lnTo>
                    <a:lnTo>
                      <a:pt x="2011635" y="31923"/>
                    </a:lnTo>
                    <a:lnTo>
                      <a:pt x="2011635" y="92199"/>
                    </a:lnTo>
                    <a:lnTo>
                      <a:pt x="2051373" y="92199"/>
                    </a:lnTo>
                    <a:lnTo>
                      <a:pt x="2051373" y="108272"/>
                    </a:lnTo>
                    <a:lnTo>
                      <a:pt x="2011635" y="108272"/>
                    </a:lnTo>
                    <a:lnTo>
                      <a:pt x="2011635" y="189309"/>
                    </a:lnTo>
                    <a:cubicBezTo>
                      <a:pt x="2011635" y="207466"/>
                      <a:pt x="2003524" y="216693"/>
                      <a:pt x="1987302" y="216991"/>
                    </a:cubicBezTo>
                    <a:cubicBezTo>
                      <a:pt x="1977926" y="216991"/>
                      <a:pt x="1967657" y="216917"/>
                      <a:pt x="1956495" y="216768"/>
                    </a:cubicBezTo>
                    <a:cubicBezTo>
                      <a:pt x="1955751" y="210815"/>
                      <a:pt x="1954560" y="204415"/>
                      <a:pt x="1952923" y="197569"/>
                    </a:cubicBezTo>
                    <a:cubicBezTo>
                      <a:pt x="1964829" y="198760"/>
                      <a:pt x="1974503" y="199355"/>
                      <a:pt x="1981944" y="199355"/>
                    </a:cubicBezTo>
                    <a:cubicBezTo>
                      <a:pt x="1989981" y="199355"/>
                      <a:pt x="1993999" y="194592"/>
                      <a:pt x="1993999" y="185067"/>
                    </a:cubicBezTo>
                    <a:lnTo>
                      <a:pt x="1993999" y="111174"/>
                    </a:lnTo>
                    <a:cubicBezTo>
                      <a:pt x="1971898" y="146819"/>
                      <a:pt x="1939082" y="178445"/>
                      <a:pt x="1895550" y="206052"/>
                    </a:cubicBezTo>
                    <a:cubicBezTo>
                      <a:pt x="1892424" y="201438"/>
                      <a:pt x="1888555" y="196453"/>
                      <a:pt x="1883941" y="191095"/>
                    </a:cubicBezTo>
                    <a:cubicBezTo>
                      <a:pt x="1921074" y="169589"/>
                      <a:pt x="1951546" y="141982"/>
                      <a:pt x="1975359" y="108272"/>
                    </a:cubicBezTo>
                    <a:lnTo>
                      <a:pt x="1918544" y="108272"/>
                    </a:lnTo>
                    <a:lnTo>
                      <a:pt x="1918544" y="92199"/>
                    </a:lnTo>
                    <a:lnTo>
                      <a:pt x="1934617" y="40630"/>
                    </a:lnTo>
                    <a:lnTo>
                      <a:pt x="1951583" y="44202"/>
                    </a:lnTo>
                    <a:lnTo>
                      <a:pt x="1936849" y="92199"/>
                    </a:lnTo>
                    <a:lnTo>
                      <a:pt x="1993999" y="92199"/>
                    </a:lnTo>
                    <a:lnTo>
                      <a:pt x="1993999" y="31923"/>
                    </a:lnTo>
                    <a:lnTo>
                      <a:pt x="1912739" y="31923"/>
                    </a:lnTo>
                    <a:close/>
                    <a:moveTo>
                      <a:pt x="815057" y="15627"/>
                    </a:moveTo>
                    <a:lnTo>
                      <a:pt x="908149" y="15627"/>
                    </a:lnTo>
                    <a:lnTo>
                      <a:pt x="908149" y="30584"/>
                    </a:lnTo>
                    <a:lnTo>
                      <a:pt x="891183" y="30584"/>
                    </a:lnTo>
                    <a:lnTo>
                      <a:pt x="891183" y="191765"/>
                    </a:lnTo>
                    <a:cubicBezTo>
                      <a:pt x="891183" y="208880"/>
                      <a:pt x="883667" y="217512"/>
                      <a:pt x="868635" y="217661"/>
                    </a:cubicBezTo>
                    <a:cubicBezTo>
                      <a:pt x="860748" y="217810"/>
                      <a:pt x="851818" y="217735"/>
                      <a:pt x="841846" y="217438"/>
                    </a:cubicBezTo>
                    <a:cubicBezTo>
                      <a:pt x="841251" y="211782"/>
                      <a:pt x="840284" y="206052"/>
                      <a:pt x="838944" y="200248"/>
                    </a:cubicBezTo>
                    <a:cubicBezTo>
                      <a:pt x="847279" y="201438"/>
                      <a:pt x="855836" y="202034"/>
                      <a:pt x="864617" y="202034"/>
                    </a:cubicBezTo>
                    <a:cubicBezTo>
                      <a:pt x="872356" y="202034"/>
                      <a:pt x="876226" y="197495"/>
                      <a:pt x="876226" y="188416"/>
                    </a:cubicBezTo>
                    <a:lnTo>
                      <a:pt x="876226" y="30584"/>
                    </a:lnTo>
                    <a:lnTo>
                      <a:pt x="815057" y="30584"/>
                    </a:lnTo>
                    <a:close/>
                    <a:moveTo>
                      <a:pt x="753219" y="13171"/>
                    </a:moveTo>
                    <a:lnTo>
                      <a:pt x="807467" y="13171"/>
                    </a:lnTo>
                    <a:lnTo>
                      <a:pt x="807467" y="28128"/>
                    </a:lnTo>
                    <a:cubicBezTo>
                      <a:pt x="800621" y="54917"/>
                      <a:pt x="795114" y="75828"/>
                      <a:pt x="790947" y="90859"/>
                    </a:cubicBezTo>
                    <a:cubicBezTo>
                      <a:pt x="800175" y="105891"/>
                      <a:pt x="805607" y="120402"/>
                      <a:pt x="807244" y="134391"/>
                    </a:cubicBezTo>
                    <a:cubicBezTo>
                      <a:pt x="810965" y="162371"/>
                      <a:pt x="805160" y="177775"/>
                      <a:pt x="789831" y="180603"/>
                    </a:cubicBezTo>
                    <a:cubicBezTo>
                      <a:pt x="785515" y="181496"/>
                      <a:pt x="779636" y="181570"/>
                      <a:pt x="772195" y="180826"/>
                    </a:cubicBezTo>
                    <a:cubicBezTo>
                      <a:pt x="771302" y="175319"/>
                      <a:pt x="769962" y="169664"/>
                      <a:pt x="768176" y="163859"/>
                    </a:cubicBezTo>
                    <a:cubicBezTo>
                      <a:pt x="773981" y="165794"/>
                      <a:pt x="779339" y="166315"/>
                      <a:pt x="784250" y="165422"/>
                    </a:cubicBezTo>
                    <a:cubicBezTo>
                      <a:pt x="792584" y="164083"/>
                      <a:pt x="795338" y="153516"/>
                      <a:pt x="792510" y="133722"/>
                    </a:cubicBezTo>
                    <a:cubicBezTo>
                      <a:pt x="790873" y="121815"/>
                      <a:pt x="785292" y="108495"/>
                      <a:pt x="775767" y="93761"/>
                    </a:cubicBezTo>
                    <a:cubicBezTo>
                      <a:pt x="780529" y="75158"/>
                      <a:pt x="785813" y="53280"/>
                      <a:pt x="791617" y="28128"/>
                    </a:cubicBezTo>
                    <a:lnTo>
                      <a:pt x="767730" y="28128"/>
                    </a:lnTo>
                    <a:lnTo>
                      <a:pt x="767730" y="222349"/>
                    </a:lnTo>
                    <a:lnTo>
                      <a:pt x="753219" y="222349"/>
                    </a:lnTo>
                    <a:close/>
                    <a:moveTo>
                      <a:pt x="556766" y="11831"/>
                    </a:moveTo>
                    <a:lnTo>
                      <a:pt x="662137" y="11831"/>
                    </a:lnTo>
                    <a:lnTo>
                      <a:pt x="662137" y="140865"/>
                    </a:lnTo>
                    <a:lnTo>
                      <a:pt x="645617" y="140865"/>
                    </a:lnTo>
                    <a:lnTo>
                      <a:pt x="645617" y="133945"/>
                    </a:lnTo>
                    <a:lnTo>
                      <a:pt x="573286" y="133945"/>
                    </a:lnTo>
                    <a:lnTo>
                      <a:pt x="573286" y="139303"/>
                    </a:lnTo>
                    <a:lnTo>
                      <a:pt x="556766" y="139303"/>
                    </a:lnTo>
                    <a:close/>
                    <a:moveTo>
                      <a:pt x="168548" y="9822"/>
                    </a:moveTo>
                    <a:cubicBezTo>
                      <a:pt x="181645" y="19794"/>
                      <a:pt x="195039" y="30881"/>
                      <a:pt x="208732" y="43085"/>
                    </a:cubicBezTo>
                    <a:lnTo>
                      <a:pt x="195114" y="56926"/>
                    </a:lnTo>
                    <a:cubicBezTo>
                      <a:pt x="182910" y="44574"/>
                      <a:pt x="170185" y="32816"/>
                      <a:pt x="156939" y="21654"/>
                    </a:cubicBezTo>
                    <a:close/>
                    <a:moveTo>
                      <a:pt x="1244352" y="4241"/>
                    </a:moveTo>
                    <a:lnTo>
                      <a:pt x="1263774" y="4241"/>
                    </a:lnTo>
                    <a:lnTo>
                      <a:pt x="1263774" y="87957"/>
                    </a:lnTo>
                    <a:lnTo>
                      <a:pt x="1322487" y="87957"/>
                    </a:lnTo>
                    <a:lnTo>
                      <a:pt x="1322487" y="24780"/>
                    </a:lnTo>
                    <a:lnTo>
                      <a:pt x="1341462" y="24780"/>
                    </a:lnTo>
                    <a:lnTo>
                      <a:pt x="1341462" y="113183"/>
                    </a:lnTo>
                    <a:lnTo>
                      <a:pt x="1322487" y="113183"/>
                    </a:lnTo>
                    <a:lnTo>
                      <a:pt x="1322487" y="104923"/>
                    </a:lnTo>
                    <a:lnTo>
                      <a:pt x="1263774" y="104923"/>
                    </a:lnTo>
                    <a:lnTo>
                      <a:pt x="1263774" y="192434"/>
                    </a:lnTo>
                    <a:lnTo>
                      <a:pt x="1329184" y="192434"/>
                    </a:lnTo>
                    <a:lnTo>
                      <a:pt x="1329184" y="128810"/>
                    </a:lnTo>
                    <a:lnTo>
                      <a:pt x="1347936" y="128810"/>
                    </a:lnTo>
                    <a:lnTo>
                      <a:pt x="1347936" y="217438"/>
                    </a:lnTo>
                    <a:lnTo>
                      <a:pt x="1329184" y="217438"/>
                    </a:lnTo>
                    <a:lnTo>
                      <a:pt x="1329184" y="209401"/>
                    </a:lnTo>
                    <a:lnTo>
                      <a:pt x="1161306" y="209401"/>
                    </a:lnTo>
                    <a:lnTo>
                      <a:pt x="1161306" y="128810"/>
                    </a:lnTo>
                    <a:lnTo>
                      <a:pt x="1180282" y="128810"/>
                    </a:lnTo>
                    <a:lnTo>
                      <a:pt x="1180282" y="192434"/>
                    </a:lnTo>
                    <a:lnTo>
                      <a:pt x="1244352" y="192434"/>
                    </a:lnTo>
                    <a:lnTo>
                      <a:pt x="1244352" y="104923"/>
                    </a:lnTo>
                    <a:lnTo>
                      <a:pt x="1167334" y="104923"/>
                    </a:lnTo>
                    <a:lnTo>
                      <a:pt x="1167334" y="24780"/>
                    </a:lnTo>
                    <a:lnTo>
                      <a:pt x="1186309" y="24780"/>
                    </a:lnTo>
                    <a:lnTo>
                      <a:pt x="1186309" y="87957"/>
                    </a:lnTo>
                    <a:lnTo>
                      <a:pt x="1244352" y="87957"/>
                    </a:lnTo>
                    <a:close/>
                    <a:moveTo>
                      <a:pt x="499170" y="2902"/>
                    </a:moveTo>
                    <a:lnTo>
                      <a:pt x="515243" y="2902"/>
                    </a:lnTo>
                    <a:lnTo>
                      <a:pt x="515243" y="37058"/>
                    </a:lnTo>
                    <a:lnTo>
                      <a:pt x="546720" y="37058"/>
                    </a:lnTo>
                    <a:lnTo>
                      <a:pt x="546720" y="51792"/>
                    </a:lnTo>
                    <a:lnTo>
                      <a:pt x="515243" y="51792"/>
                    </a:lnTo>
                    <a:lnTo>
                      <a:pt x="515243" y="73000"/>
                    </a:lnTo>
                    <a:lnTo>
                      <a:pt x="522387" y="66079"/>
                    </a:lnTo>
                    <a:cubicBezTo>
                      <a:pt x="533251" y="74414"/>
                      <a:pt x="542776" y="82599"/>
                      <a:pt x="550962" y="90636"/>
                    </a:cubicBezTo>
                    <a:lnTo>
                      <a:pt x="539130" y="102468"/>
                    </a:lnTo>
                    <a:cubicBezTo>
                      <a:pt x="531837" y="93687"/>
                      <a:pt x="523875" y="85873"/>
                      <a:pt x="515243" y="79027"/>
                    </a:cubicBezTo>
                    <a:lnTo>
                      <a:pt x="515243" y="139972"/>
                    </a:lnTo>
                    <a:lnTo>
                      <a:pt x="499170" y="139972"/>
                    </a:lnTo>
                    <a:lnTo>
                      <a:pt x="499170" y="79920"/>
                    </a:lnTo>
                    <a:cubicBezTo>
                      <a:pt x="489496" y="99714"/>
                      <a:pt x="478408" y="116979"/>
                      <a:pt x="465907" y="131713"/>
                    </a:cubicBezTo>
                    <a:cubicBezTo>
                      <a:pt x="463823" y="125313"/>
                      <a:pt x="461293" y="119434"/>
                      <a:pt x="458316" y="114076"/>
                    </a:cubicBezTo>
                    <a:cubicBezTo>
                      <a:pt x="474687" y="96217"/>
                      <a:pt x="487635" y="75455"/>
                      <a:pt x="497160" y="51792"/>
                    </a:cubicBezTo>
                    <a:lnTo>
                      <a:pt x="461665" y="51792"/>
                    </a:lnTo>
                    <a:lnTo>
                      <a:pt x="461665" y="37058"/>
                    </a:lnTo>
                    <a:lnTo>
                      <a:pt x="499170" y="37058"/>
                    </a:lnTo>
                    <a:close/>
                    <a:moveTo>
                      <a:pt x="120328" y="1786"/>
                    </a:moveTo>
                    <a:lnTo>
                      <a:pt x="139080" y="1786"/>
                    </a:lnTo>
                    <a:cubicBezTo>
                      <a:pt x="139601" y="25598"/>
                      <a:pt x="140382" y="47625"/>
                      <a:pt x="141424" y="67865"/>
                    </a:cubicBezTo>
                    <a:lnTo>
                      <a:pt x="223019" y="67865"/>
                    </a:lnTo>
                    <a:lnTo>
                      <a:pt x="223019" y="84385"/>
                    </a:lnTo>
                    <a:lnTo>
                      <a:pt x="142429" y="84385"/>
                    </a:lnTo>
                    <a:cubicBezTo>
                      <a:pt x="144140" y="107379"/>
                      <a:pt x="147191" y="127173"/>
                      <a:pt x="151582" y="143768"/>
                    </a:cubicBezTo>
                    <a:cubicBezTo>
                      <a:pt x="168027" y="129182"/>
                      <a:pt x="182240" y="112960"/>
                      <a:pt x="194221" y="95101"/>
                    </a:cubicBezTo>
                    <a:lnTo>
                      <a:pt x="210294" y="105816"/>
                    </a:lnTo>
                    <a:cubicBezTo>
                      <a:pt x="194742" y="126876"/>
                      <a:pt x="177180" y="145591"/>
                      <a:pt x="157609" y="161962"/>
                    </a:cubicBezTo>
                    <a:cubicBezTo>
                      <a:pt x="161776" y="172529"/>
                      <a:pt x="166762" y="181198"/>
                      <a:pt x="172566" y="187970"/>
                    </a:cubicBezTo>
                    <a:cubicBezTo>
                      <a:pt x="180157" y="196899"/>
                      <a:pt x="186779" y="201364"/>
                      <a:pt x="192435" y="201364"/>
                    </a:cubicBezTo>
                    <a:cubicBezTo>
                      <a:pt x="195560" y="201364"/>
                      <a:pt x="197793" y="198908"/>
                      <a:pt x="199132" y="193997"/>
                    </a:cubicBezTo>
                    <a:cubicBezTo>
                      <a:pt x="201216" y="186258"/>
                      <a:pt x="203374" y="173682"/>
                      <a:pt x="205606" y="156269"/>
                    </a:cubicBezTo>
                    <a:cubicBezTo>
                      <a:pt x="211857" y="159097"/>
                      <a:pt x="217587" y="161255"/>
                      <a:pt x="222796" y="162743"/>
                    </a:cubicBezTo>
                    <a:cubicBezTo>
                      <a:pt x="220117" y="179412"/>
                      <a:pt x="217438" y="192360"/>
                      <a:pt x="214759" y="201587"/>
                    </a:cubicBezTo>
                    <a:cubicBezTo>
                      <a:pt x="211336" y="213494"/>
                      <a:pt x="204044" y="219521"/>
                      <a:pt x="192881" y="219670"/>
                    </a:cubicBezTo>
                    <a:cubicBezTo>
                      <a:pt x="180082" y="219521"/>
                      <a:pt x="167953" y="211856"/>
                      <a:pt x="156493" y="196676"/>
                    </a:cubicBezTo>
                    <a:cubicBezTo>
                      <a:pt x="151433" y="190053"/>
                      <a:pt x="146968" y="182277"/>
                      <a:pt x="143098" y="173347"/>
                    </a:cubicBezTo>
                    <a:cubicBezTo>
                      <a:pt x="126802" y="185402"/>
                      <a:pt x="109240" y="196006"/>
                      <a:pt x="90413" y="205159"/>
                    </a:cubicBezTo>
                    <a:cubicBezTo>
                      <a:pt x="86544" y="199355"/>
                      <a:pt x="82749" y="194667"/>
                      <a:pt x="79028" y="191095"/>
                    </a:cubicBezTo>
                    <a:cubicBezTo>
                      <a:pt x="100310" y="180975"/>
                      <a:pt x="119546" y="169292"/>
                      <a:pt x="136736" y="156046"/>
                    </a:cubicBezTo>
                    <a:cubicBezTo>
                      <a:pt x="130560" y="136326"/>
                      <a:pt x="126541" y="112439"/>
                      <a:pt x="124681" y="84385"/>
                    </a:cubicBezTo>
                    <a:lnTo>
                      <a:pt x="66526" y="84385"/>
                    </a:lnTo>
                    <a:lnTo>
                      <a:pt x="66526" y="121332"/>
                    </a:lnTo>
                    <a:cubicBezTo>
                      <a:pt x="81260" y="118727"/>
                      <a:pt x="96515" y="115937"/>
                      <a:pt x="112291" y="112960"/>
                    </a:cubicBezTo>
                    <a:cubicBezTo>
                      <a:pt x="112589" y="119657"/>
                      <a:pt x="112812" y="125536"/>
                      <a:pt x="112961" y="130596"/>
                    </a:cubicBezTo>
                    <a:cubicBezTo>
                      <a:pt x="97334" y="133573"/>
                      <a:pt x="81856" y="136549"/>
                      <a:pt x="66526" y="139526"/>
                    </a:cubicBezTo>
                    <a:lnTo>
                      <a:pt x="66526" y="191988"/>
                    </a:lnTo>
                    <a:cubicBezTo>
                      <a:pt x="66526" y="208954"/>
                      <a:pt x="58415" y="217512"/>
                      <a:pt x="42193" y="217661"/>
                    </a:cubicBezTo>
                    <a:cubicBezTo>
                      <a:pt x="32221" y="217810"/>
                      <a:pt x="22250" y="217586"/>
                      <a:pt x="12279" y="216991"/>
                    </a:cubicBezTo>
                    <a:cubicBezTo>
                      <a:pt x="11534" y="210294"/>
                      <a:pt x="10269" y="203969"/>
                      <a:pt x="8483" y="198015"/>
                    </a:cubicBezTo>
                    <a:cubicBezTo>
                      <a:pt x="19348" y="199504"/>
                      <a:pt x="29096" y="200248"/>
                      <a:pt x="37728" y="200248"/>
                    </a:cubicBezTo>
                    <a:cubicBezTo>
                      <a:pt x="44723" y="200397"/>
                      <a:pt x="48221" y="196825"/>
                      <a:pt x="48221" y="189532"/>
                    </a:cubicBezTo>
                    <a:lnTo>
                      <a:pt x="48221" y="143098"/>
                    </a:lnTo>
                    <a:cubicBezTo>
                      <a:pt x="33487" y="146000"/>
                      <a:pt x="18901" y="148902"/>
                      <a:pt x="4465" y="151804"/>
                    </a:cubicBezTo>
                    <a:lnTo>
                      <a:pt x="0" y="132605"/>
                    </a:lnTo>
                    <a:cubicBezTo>
                      <a:pt x="15404" y="130150"/>
                      <a:pt x="31477" y="127471"/>
                      <a:pt x="48221" y="124569"/>
                    </a:cubicBezTo>
                    <a:lnTo>
                      <a:pt x="48221" y="84385"/>
                    </a:lnTo>
                    <a:lnTo>
                      <a:pt x="223" y="84385"/>
                    </a:lnTo>
                    <a:lnTo>
                      <a:pt x="223" y="67865"/>
                    </a:lnTo>
                    <a:lnTo>
                      <a:pt x="48221" y="67865"/>
                    </a:lnTo>
                    <a:lnTo>
                      <a:pt x="48221" y="34156"/>
                    </a:lnTo>
                    <a:cubicBezTo>
                      <a:pt x="36463" y="35718"/>
                      <a:pt x="23813" y="37281"/>
                      <a:pt x="10269" y="38844"/>
                    </a:cubicBezTo>
                    <a:cubicBezTo>
                      <a:pt x="9228" y="33188"/>
                      <a:pt x="7590" y="27235"/>
                      <a:pt x="5358" y="20984"/>
                    </a:cubicBezTo>
                    <a:cubicBezTo>
                      <a:pt x="41970" y="17561"/>
                      <a:pt x="73447" y="13096"/>
                      <a:pt x="99789" y="7590"/>
                    </a:cubicBezTo>
                    <a:lnTo>
                      <a:pt x="105147" y="25449"/>
                    </a:lnTo>
                    <a:cubicBezTo>
                      <a:pt x="93911" y="27458"/>
                      <a:pt x="81037" y="29542"/>
                      <a:pt x="66526" y="31700"/>
                    </a:cubicBezTo>
                    <a:lnTo>
                      <a:pt x="66526" y="67865"/>
                    </a:lnTo>
                    <a:lnTo>
                      <a:pt x="123676" y="67865"/>
                    </a:lnTo>
                    <a:cubicBezTo>
                      <a:pt x="122635" y="49634"/>
                      <a:pt x="121518" y="27607"/>
                      <a:pt x="120328" y="1786"/>
                    </a:cubicBezTo>
                    <a:close/>
                    <a:moveTo>
                      <a:pt x="332185" y="1339"/>
                    </a:moveTo>
                    <a:lnTo>
                      <a:pt x="349821" y="1339"/>
                    </a:lnTo>
                    <a:lnTo>
                      <a:pt x="349821" y="53913"/>
                    </a:lnTo>
                    <a:lnTo>
                      <a:pt x="427732" y="39290"/>
                    </a:lnTo>
                    <a:cubicBezTo>
                      <a:pt x="426542" y="70693"/>
                      <a:pt x="425500" y="94952"/>
                      <a:pt x="424607" y="112067"/>
                    </a:cubicBezTo>
                    <a:cubicBezTo>
                      <a:pt x="424011" y="125462"/>
                      <a:pt x="421184" y="135061"/>
                      <a:pt x="416124" y="140865"/>
                    </a:cubicBezTo>
                    <a:cubicBezTo>
                      <a:pt x="411063" y="146223"/>
                      <a:pt x="402134" y="148902"/>
                      <a:pt x="389335" y="148902"/>
                    </a:cubicBezTo>
                    <a:cubicBezTo>
                      <a:pt x="382042" y="148902"/>
                      <a:pt x="374080" y="148753"/>
                      <a:pt x="365448" y="148456"/>
                    </a:cubicBezTo>
                    <a:cubicBezTo>
                      <a:pt x="364555" y="142800"/>
                      <a:pt x="363290" y="136549"/>
                      <a:pt x="361653" y="129703"/>
                    </a:cubicBezTo>
                    <a:cubicBezTo>
                      <a:pt x="368647" y="130596"/>
                      <a:pt x="377577" y="131192"/>
                      <a:pt x="388442" y="131489"/>
                    </a:cubicBezTo>
                    <a:cubicBezTo>
                      <a:pt x="395734" y="131638"/>
                      <a:pt x="400571" y="130224"/>
                      <a:pt x="402952" y="127248"/>
                    </a:cubicBezTo>
                    <a:cubicBezTo>
                      <a:pt x="405334" y="124420"/>
                      <a:pt x="406747" y="118913"/>
                      <a:pt x="407194" y="110728"/>
                    </a:cubicBezTo>
                    <a:cubicBezTo>
                      <a:pt x="408236" y="93017"/>
                      <a:pt x="408980" y="76200"/>
                      <a:pt x="409426" y="60275"/>
                    </a:cubicBezTo>
                    <a:lnTo>
                      <a:pt x="349821" y="71437"/>
                    </a:lnTo>
                    <a:lnTo>
                      <a:pt x="349821" y="171896"/>
                    </a:lnTo>
                    <a:lnTo>
                      <a:pt x="332185" y="171896"/>
                    </a:lnTo>
                    <a:lnTo>
                      <a:pt x="332185" y="74786"/>
                    </a:lnTo>
                    <a:lnTo>
                      <a:pt x="279499" y="84608"/>
                    </a:lnTo>
                    <a:lnTo>
                      <a:pt x="279499" y="175691"/>
                    </a:lnTo>
                    <a:cubicBezTo>
                      <a:pt x="279499" y="188193"/>
                      <a:pt x="285973" y="194444"/>
                      <a:pt x="298921" y="194444"/>
                    </a:cubicBezTo>
                    <a:lnTo>
                      <a:pt x="403176" y="194444"/>
                    </a:lnTo>
                    <a:cubicBezTo>
                      <a:pt x="417910" y="194444"/>
                      <a:pt x="426169" y="189086"/>
                      <a:pt x="427955" y="178370"/>
                    </a:cubicBezTo>
                    <a:cubicBezTo>
                      <a:pt x="429890" y="168547"/>
                      <a:pt x="431304" y="157385"/>
                      <a:pt x="432197" y="144884"/>
                    </a:cubicBezTo>
                    <a:cubicBezTo>
                      <a:pt x="438448" y="147414"/>
                      <a:pt x="444847" y="149721"/>
                      <a:pt x="451396" y="151804"/>
                    </a:cubicBezTo>
                    <a:cubicBezTo>
                      <a:pt x="449312" y="165794"/>
                      <a:pt x="447303" y="176956"/>
                      <a:pt x="445368" y="185291"/>
                    </a:cubicBezTo>
                    <a:cubicBezTo>
                      <a:pt x="441648" y="202852"/>
                      <a:pt x="428923" y="211633"/>
                      <a:pt x="407194" y="211633"/>
                    </a:cubicBezTo>
                    <a:lnTo>
                      <a:pt x="295350" y="211633"/>
                    </a:lnTo>
                    <a:cubicBezTo>
                      <a:pt x="273025" y="211633"/>
                      <a:pt x="261863" y="200918"/>
                      <a:pt x="261863" y="179486"/>
                    </a:cubicBezTo>
                    <a:lnTo>
                      <a:pt x="261863" y="87957"/>
                    </a:lnTo>
                    <a:lnTo>
                      <a:pt x="231726" y="93538"/>
                    </a:lnTo>
                    <a:lnTo>
                      <a:pt x="228823" y="76572"/>
                    </a:lnTo>
                    <a:lnTo>
                      <a:pt x="261863" y="70433"/>
                    </a:lnTo>
                    <a:lnTo>
                      <a:pt x="261863" y="26789"/>
                    </a:lnTo>
                    <a:lnTo>
                      <a:pt x="279499" y="26789"/>
                    </a:lnTo>
                    <a:lnTo>
                      <a:pt x="279499" y="67084"/>
                    </a:lnTo>
                    <a:lnTo>
                      <a:pt x="332185" y="57261"/>
                    </a:lnTo>
                    <a:close/>
                    <a:moveTo>
                      <a:pt x="1703338" y="0"/>
                    </a:moveTo>
                    <a:lnTo>
                      <a:pt x="1720304" y="0"/>
                    </a:lnTo>
                    <a:lnTo>
                      <a:pt x="1720304" y="32146"/>
                    </a:lnTo>
                    <a:lnTo>
                      <a:pt x="1808262" y="32146"/>
                    </a:lnTo>
                    <a:lnTo>
                      <a:pt x="1808262" y="47773"/>
                    </a:lnTo>
                    <a:lnTo>
                      <a:pt x="1720304" y="47773"/>
                    </a:lnTo>
                    <a:lnTo>
                      <a:pt x="1720304" y="106486"/>
                    </a:lnTo>
                    <a:lnTo>
                      <a:pt x="1819870" y="106486"/>
                    </a:lnTo>
                    <a:lnTo>
                      <a:pt x="1819870" y="122113"/>
                    </a:lnTo>
                    <a:lnTo>
                      <a:pt x="1724881" y="122113"/>
                    </a:lnTo>
                    <a:cubicBezTo>
                      <a:pt x="1749363" y="149349"/>
                      <a:pt x="1782217" y="170557"/>
                      <a:pt x="1823442" y="185737"/>
                    </a:cubicBezTo>
                    <a:cubicBezTo>
                      <a:pt x="1818531" y="191988"/>
                      <a:pt x="1814364" y="197643"/>
                      <a:pt x="1810941" y="202704"/>
                    </a:cubicBezTo>
                    <a:cubicBezTo>
                      <a:pt x="1772097" y="185142"/>
                      <a:pt x="1741885" y="162706"/>
                      <a:pt x="1720304" y="135396"/>
                    </a:cubicBezTo>
                    <a:lnTo>
                      <a:pt x="1720304" y="220786"/>
                    </a:lnTo>
                    <a:lnTo>
                      <a:pt x="1703338" y="220786"/>
                    </a:lnTo>
                    <a:lnTo>
                      <a:pt x="1703338" y="134168"/>
                    </a:lnTo>
                    <a:cubicBezTo>
                      <a:pt x="1681609" y="159618"/>
                      <a:pt x="1651248" y="183356"/>
                      <a:pt x="1612255" y="205382"/>
                    </a:cubicBezTo>
                    <a:cubicBezTo>
                      <a:pt x="1609130" y="200918"/>
                      <a:pt x="1605111" y="195783"/>
                      <a:pt x="1600200" y="189979"/>
                    </a:cubicBezTo>
                    <a:cubicBezTo>
                      <a:pt x="1639044" y="170482"/>
                      <a:pt x="1671563" y="147860"/>
                      <a:pt x="1697757" y="122113"/>
                    </a:cubicBezTo>
                    <a:lnTo>
                      <a:pt x="1603995" y="122113"/>
                    </a:lnTo>
                    <a:lnTo>
                      <a:pt x="1603995" y="106486"/>
                    </a:lnTo>
                    <a:lnTo>
                      <a:pt x="1703338" y="106486"/>
                    </a:lnTo>
                    <a:lnTo>
                      <a:pt x="1703338" y="47773"/>
                    </a:lnTo>
                    <a:lnTo>
                      <a:pt x="1617167" y="47773"/>
                    </a:lnTo>
                    <a:lnTo>
                      <a:pt x="1617167" y="32146"/>
                    </a:lnTo>
                    <a:lnTo>
                      <a:pt x="1703338" y="32146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7484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0DA81C63-62D8-44BF-A8CA-0F3C271108A4}"/>
              </a:ext>
            </a:extLst>
          </p:cNvPr>
          <p:cNvGrpSpPr/>
          <p:nvPr/>
        </p:nvGrpSpPr>
        <p:grpSpPr>
          <a:xfrm>
            <a:off x="454614" y="1966502"/>
            <a:ext cx="3736386" cy="2106610"/>
            <a:chOff x="3712164" y="671101"/>
            <a:chExt cx="7519616" cy="4239631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600EC3E-5564-4713-ACA9-D1DC67DCCC22}"/>
                </a:ext>
              </a:extLst>
            </p:cNvPr>
            <p:cNvSpPr txBox="1"/>
            <p:nvPr/>
          </p:nvSpPr>
          <p:spPr>
            <a:xfrm>
              <a:off x="4957953" y="671101"/>
              <a:ext cx="2276093" cy="423268"/>
            </a:xfrm>
            <a:custGeom>
              <a:avLst/>
              <a:gdLst/>
              <a:ahLst/>
              <a:cxnLst/>
              <a:rect l="l" t="t" r="r" b="b"/>
              <a:pathLst>
                <a:path w="2276093" h="423268">
                  <a:moveTo>
                    <a:pt x="1976028" y="271463"/>
                  </a:moveTo>
                  <a:cubicBezTo>
                    <a:pt x="1968103" y="284337"/>
                    <a:pt x="1960141" y="296466"/>
                    <a:pt x="1952141" y="307851"/>
                  </a:cubicBezTo>
                  <a:cubicBezTo>
                    <a:pt x="1964494" y="310400"/>
                    <a:pt x="1980028" y="313377"/>
                    <a:pt x="1998743" y="316781"/>
                  </a:cubicBezTo>
                  <a:cubicBezTo>
                    <a:pt x="2007394" y="307944"/>
                    <a:pt x="2016891" y="292838"/>
                    <a:pt x="2027234" y="271463"/>
                  </a:cubicBezTo>
                  <a:close/>
                  <a:moveTo>
                    <a:pt x="727834" y="197402"/>
                  </a:moveTo>
                  <a:lnTo>
                    <a:pt x="727834" y="225252"/>
                  </a:lnTo>
                  <a:lnTo>
                    <a:pt x="790677" y="225252"/>
                  </a:lnTo>
                  <a:lnTo>
                    <a:pt x="790677" y="197402"/>
                  </a:lnTo>
                  <a:close/>
                  <a:moveTo>
                    <a:pt x="636780" y="197402"/>
                  </a:moveTo>
                  <a:lnTo>
                    <a:pt x="636780" y="225252"/>
                  </a:lnTo>
                  <a:lnTo>
                    <a:pt x="694376" y="225252"/>
                  </a:lnTo>
                  <a:lnTo>
                    <a:pt x="694376" y="197402"/>
                  </a:lnTo>
                  <a:close/>
                  <a:moveTo>
                    <a:pt x="287340" y="159563"/>
                  </a:moveTo>
                  <a:lnTo>
                    <a:pt x="320659" y="200025"/>
                  </a:lnTo>
                  <a:lnTo>
                    <a:pt x="219084" y="200025"/>
                  </a:lnTo>
                  <a:lnTo>
                    <a:pt x="219084" y="255585"/>
                  </a:lnTo>
                  <a:lnTo>
                    <a:pt x="314269" y="255585"/>
                  </a:lnTo>
                  <a:lnTo>
                    <a:pt x="338128" y="232786"/>
                  </a:lnTo>
                  <a:lnTo>
                    <a:pt x="373177" y="275035"/>
                  </a:lnTo>
                  <a:lnTo>
                    <a:pt x="219084" y="275035"/>
                  </a:lnTo>
                  <a:lnTo>
                    <a:pt x="219084" y="384200"/>
                  </a:lnTo>
                  <a:lnTo>
                    <a:pt x="241408" y="384200"/>
                  </a:lnTo>
                  <a:cubicBezTo>
                    <a:pt x="266095" y="334808"/>
                    <a:pt x="281341" y="299191"/>
                    <a:pt x="287145" y="277351"/>
                  </a:cubicBezTo>
                  <a:lnTo>
                    <a:pt x="334668" y="310977"/>
                  </a:lnTo>
                  <a:lnTo>
                    <a:pt x="313460" y="320465"/>
                  </a:lnTo>
                  <a:cubicBezTo>
                    <a:pt x="297238" y="343124"/>
                    <a:pt x="279787" y="364369"/>
                    <a:pt x="261109" y="384200"/>
                  </a:cubicBezTo>
                  <a:lnTo>
                    <a:pt x="352778" y="384200"/>
                  </a:lnTo>
                  <a:lnTo>
                    <a:pt x="378423" y="359644"/>
                  </a:lnTo>
                  <a:lnTo>
                    <a:pt x="415202" y="403622"/>
                  </a:lnTo>
                  <a:lnTo>
                    <a:pt x="64907" y="403622"/>
                  </a:lnTo>
                  <a:cubicBezTo>
                    <a:pt x="50211" y="403622"/>
                    <a:pt x="35644" y="405380"/>
                    <a:pt x="21208" y="408896"/>
                  </a:cubicBezTo>
                  <a:lnTo>
                    <a:pt x="1758" y="384200"/>
                  </a:lnTo>
                  <a:lnTo>
                    <a:pt x="128836" y="384200"/>
                  </a:lnTo>
                  <a:lnTo>
                    <a:pt x="126864" y="382442"/>
                  </a:lnTo>
                  <a:cubicBezTo>
                    <a:pt x="124032" y="378814"/>
                    <a:pt x="121639" y="373373"/>
                    <a:pt x="119685" y="366118"/>
                  </a:cubicBezTo>
                  <a:cubicBezTo>
                    <a:pt x="113732" y="346975"/>
                    <a:pt x="99519" y="323134"/>
                    <a:pt x="77046" y="294596"/>
                  </a:cubicBezTo>
                  <a:lnTo>
                    <a:pt x="86534" y="283574"/>
                  </a:lnTo>
                  <a:cubicBezTo>
                    <a:pt x="127778" y="308298"/>
                    <a:pt x="149967" y="324767"/>
                    <a:pt x="153102" y="332980"/>
                  </a:cubicBezTo>
                  <a:cubicBezTo>
                    <a:pt x="156237" y="341194"/>
                    <a:pt x="157804" y="347700"/>
                    <a:pt x="157804" y="352500"/>
                  </a:cubicBezTo>
                  <a:cubicBezTo>
                    <a:pt x="157804" y="361839"/>
                    <a:pt x="155334" y="370071"/>
                    <a:pt x="150395" y="377196"/>
                  </a:cubicBezTo>
                  <a:lnTo>
                    <a:pt x="144162" y="384200"/>
                  </a:lnTo>
                  <a:lnTo>
                    <a:pt x="183868" y="384200"/>
                  </a:lnTo>
                  <a:lnTo>
                    <a:pt x="183868" y="275035"/>
                  </a:lnTo>
                  <a:lnTo>
                    <a:pt x="106933" y="275035"/>
                  </a:lnTo>
                  <a:cubicBezTo>
                    <a:pt x="92236" y="275035"/>
                    <a:pt x="77669" y="276783"/>
                    <a:pt x="63233" y="280281"/>
                  </a:cubicBezTo>
                  <a:lnTo>
                    <a:pt x="43783" y="255585"/>
                  </a:lnTo>
                  <a:lnTo>
                    <a:pt x="183868" y="255585"/>
                  </a:lnTo>
                  <a:lnTo>
                    <a:pt x="183868" y="200025"/>
                  </a:lnTo>
                  <a:lnTo>
                    <a:pt x="159451" y="200025"/>
                  </a:lnTo>
                  <a:cubicBezTo>
                    <a:pt x="144754" y="200025"/>
                    <a:pt x="130187" y="201783"/>
                    <a:pt x="115751" y="205299"/>
                  </a:cubicBezTo>
                  <a:lnTo>
                    <a:pt x="96301" y="180603"/>
                  </a:lnTo>
                  <a:lnTo>
                    <a:pt x="265239" y="180603"/>
                  </a:lnTo>
                  <a:close/>
                  <a:moveTo>
                    <a:pt x="2122001" y="132160"/>
                  </a:moveTo>
                  <a:cubicBezTo>
                    <a:pt x="2127768" y="195914"/>
                    <a:pt x="2139953" y="248962"/>
                    <a:pt x="2158556" y="291304"/>
                  </a:cubicBezTo>
                  <a:cubicBezTo>
                    <a:pt x="2173756" y="254841"/>
                    <a:pt x="2183681" y="201793"/>
                    <a:pt x="2188331" y="132160"/>
                  </a:cubicBezTo>
                  <a:close/>
                  <a:moveTo>
                    <a:pt x="2002929" y="132160"/>
                  </a:moveTo>
                  <a:lnTo>
                    <a:pt x="2002929" y="139917"/>
                  </a:lnTo>
                  <a:cubicBezTo>
                    <a:pt x="2028192" y="145387"/>
                    <a:pt x="2044429" y="151061"/>
                    <a:pt x="2051637" y="156940"/>
                  </a:cubicBezTo>
                  <a:cubicBezTo>
                    <a:pt x="2058846" y="162818"/>
                    <a:pt x="2062451" y="170176"/>
                    <a:pt x="2062451" y="179013"/>
                  </a:cubicBezTo>
                  <a:lnTo>
                    <a:pt x="2060201" y="194694"/>
                  </a:lnTo>
                  <a:lnTo>
                    <a:pt x="2060002" y="195125"/>
                  </a:lnTo>
                  <a:lnTo>
                    <a:pt x="2050089" y="205272"/>
                  </a:lnTo>
                  <a:cubicBezTo>
                    <a:pt x="2045903" y="205272"/>
                    <a:pt x="2040368" y="200481"/>
                    <a:pt x="2033485" y="190900"/>
                  </a:cubicBezTo>
                  <a:cubicBezTo>
                    <a:pt x="2024574" y="178715"/>
                    <a:pt x="2014389" y="167255"/>
                    <a:pt x="2002929" y="156521"/>
                  </a:cubicBezTo>
                  <a:lnTo>
                    <a:pt x="2002929" y="208034"/>
                  </a:lnTo>
                  <a:lnTo>
                    <a:pt x="1981916" y="219085"/>
                  </a:lnTo>
                  <a:lnTo>
                    <a:pt x="2006417" y="230470"/>
                  </a:lnTo>
                  <a:cubicBezTo>
                    <a:pt x="1999403" y="235047"/>
                    <a:pt x="1991822" y="242237"/>
                    <a:pt x="1983674" y="252041"/>
                  </a:cubicBezTo>
                  <a:lnTo>
                    <a:pt x="2029411" y="252041"/>
                  </a:lnTo>
                  <a:lnTo>
                    <a:pt x="2043894" y="234488"/>
                  </a:lnTo>
                  <a:lnTo>
                    <a:pt x="2076459" y="264152"/>
                  </a:lnTo>
                  <a:lnTo>
                    <a:pt x="2059493" y="275174"/>
                  </a:lnTo>
                  <a:cubicBezTo>
                    <a:pt x="2048070" y="301442"/>
                    <a:pt x="2037968" y="318307"/>
                    <a:pt x="2029188" y="325767"/>
                  </a:cubicBezTo>
                  <a:cubicBezTo>
                    <a:pt x="2046303" y="329506"/>
                    <a:pt x="2058460" y="334324"/>
                    <a:pt x="2065660" y="340221"/>
                  </a:cubicBezTo>
                  <a:cubicBezTo>
                    <a:pt x="2072859" y="346119"/>
                    <a:pt x="2076459" y="354230"/>
                    <a:pt x="2076459" y="364555"/>
                  </a:cubicBezTo>
                  <a:cubicBezTo>
                    <a:pt x="2076459" y="367136"/>
                    <a:pt x="2076238" y="369395"/>
                    <a:pt x="2075796" y="371331"/>
                  </a:cubicBezTo>
                  <a:lnTo>
                    <a:pt x="2074031" y="375629"/>
                  </a:lnTo>
                  <a:lnTo>
                    <a:pt x="2084335" y="368810"/>
                  </a:lnTo>
                  <a:cubicBezTo>
                    <a:pt x="2105641" y="352932"/>
                    <a:pt x="2123963" y="335468"/>
                    <a:pt x="2139302" y="316418"/>
                  </a:cubicBezTo>
                  <a:cubicBezTo>
                    <a:pt x="2117145" y="262580"/>
                    <a:pt x="2105629" y="204379"/>
                    <a:pt x="2104755" y="141815"/>
                  </a:cubicBezTo>
                  <a:cubicBezTo>
                    <a:pt x="2099416" y="170409"/>
                    <a:pt x="2084449" y="198965"/>
                    <a:pt x="2059856" y="227484"/>
                  </a:cubicBezTo>
                  <a:lnTo>
                    <a:pt x="2048247" y="220592"/>
                  </a:lnTo>
                  <a:lnTo>
                    <a:pt x="2060002" y="195125"/>
                  </a:lnTo>
                  <a:lnTo>
                    <a:pt x="2060162" y="194961"/>
                  </a:lnTo>
                  <a:lnTo>
                    <a:pt x="2060201" y="194694"/>
                  </a:lnTo>
                  <a:lnTo>
                    <a:pt x="2078258" y="155574"/>
                  </a:lnTo>
                  <a:lnTo>
                    <a:pt x="2086521" y="132160"/>
                  </a:lnTo>
                  <a:close/>
                  <a:moveTo>
                    <a:pt x="1507806" y="120133"/>
                  </a:moveTo>
                  <a:cubicBezTo>
                    <a:pt x="1538185" y="138494"/>
                    <a:pt x="1556477" y="151996"/>
                    <a:pt x="1562681" y="160637"/>
                  </a:cubicBezTo>
                  <a:cubicBezTo>
                    <a:pt x="1568886" y="169278"/>
                    <a:pt x="1571988" y="175506"/>
                    <a:pt x="1571988" y="179320"/>
                  </a:cubicBezTo>
                  <a:cubicBezTo>
                    <a:pt x="1571988" y="186370"/>
                    <a:pt x="1569183" y="193370"/>
                    <a:pt x="1563574" y="200318"/>
                  </a:cubicBezTo>
                  <a:cubicBezTo>
                    <a:pt x="1557965" y="207267"/>
                    <a:pt x="1553152" y="210741"/>
                    <a:pt x="1549133" y="210741"/>
                  </a:cubicBezTo>
                  <a:cubicBezTo>
                    <a:pt x="1542901" y="210741"/>
                    <a:pt x="1538194" y="205076"/>
                    <a:pt x="1535013" y="193747"/>
                  </a:cubicBezTo>
                  <a:cubicBezTo>
                    <a:pt x="1531739" y="181078"/>
                    <a:pt x="1519479" y="160149"/>
                    <a:pt x="1498234" y="130960"/>
                  </a:cubicBezTo>
                  <a:close/>
                  <a:moveTo>
                    <a:pt x="1112099" y="57736"/>
                  </a:moveTo>
                  <a:lnTo>
                    <a:pt x="1147288" y="98227"/>
                  </a:lnTo>
                  <a:lnTo>
                    <a:pt x="1059749" y="98227"/>
                  </a:lnTo>
                  <a:lnTo>
                    <a:pt x="1059749" y="278383"/>
                  </a:lnTo>
                  <a:cubicBezTo>
                    <a:pt x="1087692" y="271537"/>
                    <a:pt x="1115523" y="263361"/>
                    <a:pt x="1143242" y="253855"/>
                  </a:cubicBezTo>
                  <a:lnTo>
                    <a:pt x="1149046" y="269370"/>
                  </a:lnTo>
                  <a:cubicBezTo>
                    <a:pt x="1095449" y="289294"/>
                    <a:pt x="1053433" y="305577"/>
                    <a:pt x="1022998" y="318218"/>
                  </a:cubicBezTo>
                  <a:cubicBezTo>
                    <a:pt x="992563" y="330859"/>
                    <a:pt x="973903" y="340994"/>
                    <a:pt x="967020" y="348621"/>
                  </a:cubicBezTo>
                  <a:lnTo>
                    <a:pt x="936966" y="307516"/>
                  </a:lnTo>
                  <a:cubicBezTo>
                    <a:pt x="957039" y="304559"/>
                    <a:pt x="986805" y="297601"/>
                    <a:pt x="1026263" y="286643"/>
                  </a:cubicBezTo>
                  <a:lnTo>
                    <a:pt x="1026263" y="98227"/>
                  </a:lnTo>
                  <a:lnTo>
                    <a:pt x="1005362" y="98227"/>
                  </a:lnTo>
                  <a:cubicBezTo>
                    <a:pt x="990665" y="98227"/>
                    <a:pt x="976098" y="99976"/>
                    <a:pt x="961662" y="103473"/>
                  </a:cubicBezTo>
                  <a:lnTo>
                    <a:pt x="942212" y="78777"/>
                  </a:lnTo>
                  <a:lnTo>
                    <a:pt x="1090110" y="78777"/>
                  </a:lnTo>
                  <a:close/>
                  <a:moveTo>
                    <a:pt x="563249" y="42863"/>
                  </a:moveTo>
                  <a:lnTo>
                    <a:pt x="563249" y="78777"/>
                  </a:lnTo>
                  <a:lnTo>
                    <a:pt x="802928" y="78777"/>
                  </a:lnTo>
                  <a:lnTo>
                    <a:pt x="802928" y="42863"/>
                  </a:lnTo>
                  <a:close/>
                  <a:moveTo>
                    <a:pt x="1720109" y="26789"/>
                  </a:moveTo>
                  <a:lnTo>
                    <a:pt x="1750609" y="71605"/>
                  </a:lnTo>
                  <a:cubicBezTo>
                    <a:pt x="1735373" y="74768"/>
                    <a:pt x="1720220" y="79823"/>
                    <a:pt x="1705152" y="86772"/>
                  </a:cubicBezTo>
                  <a:cubicBezTo>
                    <a:pt x="1690083" y="93720"/>
                    <a:pt x="1664373" y="106971"/>
                    <a:pt x="1628021" y="126523"/>
                  </a:cubicBezTo>
                  <a:lnTo>
                    <a:pt x="1638542" y="133164"/>
                  </a:lnTo>
                  <a:lnTo>
                    <a:pt x="1626263" y="144075"/>
                  </a:lnTo>
                  <a:lnTo>
                    <a:pt x="1626263" y="200695"/>
                  </a:lnTo>
                  <a:cubicBezTo>
                    <a:pt x="1660419" y="164679"/>
                    <a:pt x="1683990" y="136662"/>
                    <a:pt x="1696975" y="116644"/>
                  </a:cubicBezTo>
                  <a:lnTo>
                    <a:pt x="1731327" y="157916"/>
                  </a:lnTo>
                  <a:lnTo>
                    <a:pt x="1710370" y="160484"/>
                  </a:lnTo>
                  <a:cubicBezTo>
                    <a:pt x="1663805" y="193077"/>
                    <a:pt x="1636356" y="211299"/>
                    <a:pt x="1628021" y="215150"/>
                  </a:cubicBezTo>
                  <a:cubicBezTo>
                    <a:pt x="1682158" y="241493"/>
                    <a:pt x="1712035" y="259343"/>
                    <a:pt x="1717653" y="268700"/>
                  </a:cubicBezTo>
                  <a:cubicBezTo>
                    <a:pt x="1723271" y="278058"/>
                    <a:pt x="1726081" y="286355"/>
                    <a:pt x="1726081" y="293592"/>
                  </a:cubicBezTo>
                  <a:cubicBezTo>
                    <a:pt x="1726081" y="300270"/>
                    <a:pt x="1724569" y="306628"/>
                    <a:pt x="1721546" y="312665"/>
                  </a:cubicBezTo>
                  <a:cubicBezTo>
                    <a:pt x="1718523" y="318702"/>
                    <a:pt x="1715328" y="321720"/>
                    <a:pt x="1711961" y="321720"/>
                  </a:cubicBezTo>
                  <a:cubicBezTo>
                    <a:pt x="1705245" y="321720"/>
                    <a:pt x="1696854" y="313525"/>
                    <a:pt x="1686790" y="297136"/>
                  </a:cubicBezTo>
                  <a:cubicBezTo>
                    <a:pt x="1672856" y="276244"/>
                    <a:pt x="1652680" y="253501"/>
                    <a:pt x="1626263" y="228907"/>
                  </a:cubicBezTo>
                  <a:lnTo>
                    <a:pt x="1626263" y="323367"/>
                  </a:lnTo>
                  <a:cubicBezTo>
                    <a:pt x="1626263" y="343310"/>
                    <a:pt x="1611213" y="358518"/>
                    <a:pt x="1581113" y="368992"/>
                  </a:cubicBezTo>
                  <a:cubicBezTo>
                    <a:pt x="1579773" y="354165"/>
                    <a:pt x="1563821" y="342045"/>
                    <a:pt x="1533255" y="332631"/>
                  </a:cubicBezTo>
                  <a:lnTo>
                    <a:pt x="1533255" y="316251"/>
                  </a:lnTo>
                  <a:cubicBezTo>
                    <a:pt x="1564695" y="319767"/>
                    <a:pt x="1582480" y="321399"/>
                    <a:pt x="1586610" y="321148"/>
                  </a:cubicBezTo>
                  <a:cubicBezTo>
                    <a:pt x="1590740" y="320897"/>
                    <a:pt x="1592805" y="318716"/>
                    <a:pt x="1592805" y="314604"/>
                  </a:cubicBezTo>
                  <a:lnTo>
                    <a:pt x="1592805" y="232423"/>
                  </a:lnTo>
                  <a:cubicBezTo>
                    <a:pt x="1542706" y="268942"/>
                    <a:pt x="1511303" y="294038"/>
                    <a:pt x="1498597" y="307712"/>
                  </a:cubicBezTo>
                  <a:lnTo>
                    <a:pt x="1475687" y="282468"/>
                  </a:lnTo>
                  <a:lnTo>
                    <a:pt x="1475687" y="369913"/>
                  </a:lnTo>
                  <a:lnTo>
                    <a:pt x="1739894" y="369913"/>
                  </a:lnTo>
                  <a:lnTo>
                    <a:pt x="1739894" y="221150"/>
                  </a:lnTo>
                  <a:cubicBezTo>
                    <a:pt x="1739894" y="195626"/>
                    <a:pt x="1739308" y="166986"/>
                    <a:pt x="1738136" y="135229"/>
                  </a:cubicBezTo>
                  <a:lnTo>
                    <a:pt x="1790877" y="159479"/>
                  </a:lnTo>
                  <a:lnTo>
                    <a:pt x="1775110" y="176222"/>
                  </a:lnTo>
                  <a:lnTo>
                    <a:pt x="1775110" y="336705"/>
                  </a:lnTo>
                  <a:cubicBezTo>
                    <a:pt x="1775110" y="357560"/>
                    <a:pt x="1775696" y="380359"/>
                    <a:pt x="1776868" y="405101"/>
                  </a:cubicBezTo>
                  <a:lnTo>
                    <a:pt x="1739894" y="421482"/>
                  </a:lnTo>
                  <a:lnTo>
                    <a:pt x="1739894" y="389335"/>
                  </a:lnTo>
                  <a:lnTo>
                    <a:pt x="1474124" y="389335"/>
                  </a:lnTo>
                  <a:lnTo>
                    <a:pt x="1454283" y="405101"/>
                  </a:lnTo>
                  <a:lnTo>
                    <a:pt x="1426434" y="377447"/>
                  </a:lnTo>
                  <a:lnTo>
                    <a:pt x="1440442" y="363578"/>
                  </a:lnTo>
                  <a:lnTo>
                    <a:pt x="1440442" y="207141"/>
                  </a:lnTo>
                  <a:cubicBezTo>
                    <a:pt x="1440442" y="187459"/>
                    <a:pt x="1439866" y="161153"/>
                    <a:pt x="1438712" y="128225"/>
                  </a:cubicBezTo>
                  <a:lnTo>
                    <a:pt x="1491453" y="152698"/>
                  </a:lnTo>
                  <a:lnTo>
                    <a:pt x="1475687" y="167767"/>
                  </a:lnTo>
                  <a:lnTo>
                    <a:pt x="1475687" y="271957"/>
                  </a:lnTo>
                  <a:lnTo>
                    <a:pt x="1495280" y="265052"/>
                  </a:lnTo>
                  <a:cubicBezTo>
                    <a:pt x="1505179" y="261029"/>
                    <a:pt x="1516038" y="256134"/>
                    <a:pt x="1527855" y="250366"/>
                  </a:cubicBezTo>
                  <a:cubicBezTo>
                    <a:pt x="1551491" y="238832"/>
                    <a:pt x="1573141" y="226517"/>
                    <a:pt x="1592805" y="213420"/>
                  </a:cubicBezTo>
                  <a:lnTo>
                    <a:pt x="1592805" y="164028"/>
                  </a:lnTo>
                  <a:cubicBezTo>
                    <a:pt x="1592805" y="143285"/>
                    <a:pt x="1592219" y="122821"/>
                    <a:pt x="1591047" y="102636"/>
                  </a:cubicBezTo>
                  <a:lnTo>
                    <a:pt x="1613790" y="114886"/>
                  </a:lnTo>
                  <a:lnTo>
                    <a:pt x="1690864" y="66080"/>
                  </a:lnTo>
                  <a:lnTo>
                    <a:pt x="1500104" y="66080"/>
                  </a:lnTo>
                  <a:cubicBezTo>
                    <a:pt x="1485407" y="66080"/>
                    <a:pt x="1470840" y="67829"/>
                    <a:pt x="1456404" y="71326"/>
                  </a:cubicBezTo>
                  <a:lnTo>
                    <a:pt x="1436954" y="46630"/>
                  </a:lnTo>
                  <a:lnTo>
                    <a:pt x="1693850" y="46630"/>
                  </a:lnTo>
                  <a:close/>
                  <a:moveTo>
                    <a:pt x="1901102" y="24529"/>
                  </a:moveTo>
                  <a:cubicBezTo>
                    <a:pt x="1926347" y="40919"/>
                    <a:pt x="1941458" y="52876"/>
                    <a:pt x="1946435" y="60401"/>
                  </a:cubicBezTo>
                  <a:cubicBezTo>
                    <a:pt x="1951411" y="67926"/>
                    <a:pt x="1953899" y="73642"/>
                    <a:pt x="1953899" y="77549"/>
                  </a:cubicBezTo>
                  <a:cubicBezTo>
                    <a:pt x="1953899" y="84525"/>
                    <a:pt x="1951430" y="91576"/>
                    <a:pt x="1946490" y="98701"/>
                  </a:cubicBezTo>
                  <a:cubicBezTo>
                    <a:pt x="1941551" y="105826"/>
                    <a:pt x="1936979" y="109389"/>
                    <a:pt x="1932775" y="109389"/>
                  </a:cubicBezTo>
                  <a:cubicBezTo>
                    <a:pt x="1926561" y="109389"/>
                    <a:pt x="1921334" y="102236"/>
                    <a:pt x="1917092" y="87930"/>
                  </a:cubicBezTo>
                  <a:cubicBezTo>
                    <a:pt x="1912572" y="71968"/>
                    <a:pt x="1903753" y="53672"/>
                    <a:pt x="1890638" y="33040"/>
                  </a:cubicBezTo>
                  <a:close/>
                  <a:moveTo>
                    <a:pt x="2048024" y="19283"/>
                  </a:moveTo>
                  <a:lnTo>
                    <a:pt x="2088737" y="48556"/>
                  </a:lnTo>
                  <a:cubicBezTo>
                    <a:pt x="2077910" y="52276"/>
                    <a:pt x="2069418" y="58267"/>
                    <a:pt x="2063260" y="66527"/>
                  </a:cubicBezTo>
                  <a:cubicBezTo>
                    <a:pt x="2054516" y="76610"/>
                    <a:pt x="2039847" y="91483"/>
                    <a:pt x="2019253" y="111147"/>
                  </a:cubicBezTo>
                  <a:lnTo>
                    <a:pt x="2007980" y="104143"/>
                  </a:lnTo>
                  <a:cubicBezTo>
                    <a:pt x="2030229" y="67029"/>
                    <a:pt x="2043577" y="38742"/>
                    <a:pt x="2048024" y="19283"/>
                  </a:cubicBezTo>
                  <a:close/>
                  <a:moveTo>
                    <a:pt x="815764" y="5358"/>
                  </a:moveTo>
                  <a:lnTo>
                    <a:pt x="850422" y="32566"/>
                  </a:lnTo>
                  <a:lnTo>
                    <a:pt x="838172" y="43254"/>
                  </a:lnTo>
                  <a:cubicBezTo>
                    <a:pt x="838172" y="64089"/>
                    <a:pt x="838749" y="82981"/>
                    <a:pt x="839902" y="99929"/>
                  </a:cubicBezTo>
                  <a:lnTo>
                    <a:pt x="810840" y="109602"/>
                  </a:lnTo>
                  <a:lnTo>
                    <a:pt x="836414" y="141982"/>
                  </a:lnTo>
                  <a:cubicBezTo>
                    <a:pt x="816657" y="141982"/>
                    <a:pt x="780464" y="143629"/>
                    <a:pt x="727834" y="146922"/>
                  </a:cubicBezTo>
                  <a:lnTo>
                    <a:pt x="727834" y="176808"/>
                  </a:lnTo>
                  <a:lnTo>
                    <a:pt x="791096" y="176808"/>
                  </a:lnTo>
                  <a:lnTo>
                    <a:pt x="805272" y="159284"/>
                  </a:lnTo>
                  <a:lnTo>
                    <a:pt x="838172" y="184622"/>
                  </a:lnTo>
                  <a:lnTo>
                    <a:pt x="824163" y="197263"/>
                  </a:lnTo>
                  <a:cubicBezTo>
                    <a:pt x="824163" y="216220"/>
                    <a:pt x="824740" y="233223"/>
                    <a:pt x="825894" y="248274"/>
                  </a:cubicBezTo>
                  <a:lnTo>
                    <a:pt x="790677" y="258682"/>
                  </a:lnTo>
                  <a:lnTo>
                    <a:pt x="790677" y="244674"/>
                  </a:lnTo>
                  <a:lnTo>
                    <a:pt x="727834" y="244674"/>
                  </a:lnTo>
                  <a:lnTo>
                    <a:pt x="727834" y="269872"/>
                  </a:lnTo>
                  <a:lnTo>
                    <a:pt x="819113" y="269872"/>
                  </a:lnTo>
                  <a:lnTo>
                    <a:pt x="833428" y="252320"/>
                  </a:lnTo>
                  <a:lnTo>
                    <a:pt x="866189" y="279639"/>
                  </a:lnTo>
                  <a:lnTo>
                    <a:pt x="853910" y="290271"/>
                  </a:lnTo>
                  <a:lnTo>
                    <a:pt x="853910" y="371671"/>
                  </a:lnTo>
                  <a:cubicBezTo>
                    <a:pt x="855083" y="394330"/>
                    <a:pt x="840051" y="410933"/>
                    <a:pt x="808816" y="421482"/>
                  </a:cubicBezTo>
                  <a:cubicBezTo>
                    <a:pt x="807458" y="407734"/>
                    <a:pt x="791486" y="396125"/>
                    <a:pt x="760902" y="386656"/>
                  </a:cubicBezTo>
                  <a:lnTo>
                    <a:pt x="760902" y="370248"/>
                  </a:lnTo>
                  <a:cubicBezTo>
                    <a:pt x="786649" y="373782"/>
                    <a:pt x="803011" y="375550"/>
                    <a:pt x="809988" y="375550"/>
                  </a:cubicBezTo>
                  <a:cubicBezTo>
                    <a:pt x="816964" y="375550"/>
                    <a:pt x="820452" y="372043"/>
                    <a:pt x="820452" y="365029"/>
                  </a:cubicBezTo>
                  <a:lnTo>
                    <a:pt x="820452" y="289322"/>
                  </a:lnTo>
                  <a:lnTo>
                    <a:pt x="727834" y="289322"/>
                  </a:lnTo>
                  <a:lnTo>
                    <a:pt x="727834" y="322362"/>
                  </a:lnTo>
                  <a:lnTo>
                    <a:pt x="766148" y="322725"/>
                  </a:lnTo>
                  <a:cubicBezTo>
                    <a:pt x="761925" y="316232"/>
                    <a:pt x="757256" y="308409"/>
                    <a:pt x="752140" y="299257"/>
                  </a:cubicBezTo>
                  <a:lnTo>
                    <a:pt x="762939" y="290857"/>
                  </a:lnTo>
                  <a:cubicBezTo>
                    <a:pt x="793133" y="313367"/>
                    <a:pt x="808550" y="329631"/>
                    <a:pt x="809192" y="339649"/>
                  </a:cubicBezTo>
                  <a:cubicBezTo>
                    <a:pt x="809834" y="349667"/>
                    <a:pt x="807271" y="357206"/>
                    <a:pt x="801504" y="362267"/>
                  </a:cubicBezTo>
                  <a:cubicBezTo>
                    <a:pt x="795737" y="367327"/>
                    <a:pt x="791579" y="369857"/>
                    <a:pt x="789031" y="369857"/>
                  </a:cubicBezTo>
                  <a:cubicBezTo>
                    <a:pt x="782594" y="369857"/>
                    <a:pt x="778529" y="365652"/>
                    <a:pt x="776836" y="357244"/>
                  </a:cubicBezTo>
                  <a:cubicBezTo>
                    <a:pt x="774548" y="349244"/>
                    <a:pt x="772706" y="342947"/>
                    <a:pt x="771311" y="338352"/>
                  </a:cubicBezTo>
                  <a:cubicBezTo>
                    <a:pt x="701752" y="347561"/>
                    <a:pt x="659857" y="357476"/>
                    <a:pt x="645626" y="368099"/>
                  </a:cubicBezTo>
                  <a:lnTo>
                    <a:pt x="626064" y="329869"/>
                  </a:lnTo>
                  <a:lnTo>
                    <a:pt x="694376" y="326213"/>
                  </a:lnTo>
                  <a:lnTo>
                    <a:pt x="694376" y="289322"/>
                  </a:lnTo>
                  <a:lnTo>
                    <a:pt x="610521" y="289322"/>
                  </a:lnTo>
                  <a:lnTo>
                    <a:pt x="610521" y="403622"/>
                  </a:lnTo>
                  <a:lnTo>
                    <a:pt x="575304" y="417966"/>
                  </a:lnTo>
                  <a:cubicBezTo>
                    <a:pt x="576458" y="398878"/>
                    <a:pt x="577034" y="373894"/>
                    <a:pt x="577034" y="343012"/>
                  </a:cubicBezTo>
                  <a:cubicBezTo>
                    <a:pt x="577034" y="312130"/>
                    <a:pt x="576458" y="283071"/>
                    <a:pt x="575304" y="255836"/>
                  </a:cubicBezTo>
                  <a:lnTo>
                    <a:pt x="606726" y="269872"/>
                  </a:lnTo>
                  <a:lnTo>
                    <a:pt x="694376" y="269872"/>
                  </a:lnTo>
                  <a:lnTo>
                    <a:pt x="694376" y="244674"/>
                  </a:lnTo>
                  <a:lnTo>
                    <a:pt x="636780" y="244674"/>
                  </a:lnTo>
                  <a:lnTo>
                    <a:pt x="636780" y="252152"/>
                  </a:lnTo>
                  <a:lnTo>
                    <a:pt x="601563" y="260440"/>
                  </a:lnTo>
                  <a:cubicBezTo>
                    <a:pt x="602735" y="238935"/>
                    <a:pt x="603321" y="221787"/>
                    <a:pt x="603321" y="208997"/>
                  </a:cubicBezTo>
                  <a:cubicBezTo>
                    <a:pt x="603321" y="196207"/>
                    <a:pt x="602735" y="180799"/>
                    <a:pt x="601563" y="162772"/>
                  </a:cubicBezTo>
                  <a:lnTo>
                    <a:pt x="632984" y="176808"/>
                  </a:lnTo>
                  <a:lnTo>
                    <a:pt x="694376" y="176808"/>
                  </a:lnTo>
                  <a:lnTo>
                    <a:pt x="694376" y="148987"/>
                  </a:lnTo>
                  <a:cubicBezTo>
                    <a:pt x="660592" y="150140"/>
                    <a:pt x="623813" y="150717"/>
                    <a:pt x="584039" y="150717"/>
                  </a:cubicBezTo>
                  <a:lnTo>
                    <a:pt x="584039" y="135146"/>
                  </a:lnTo>
                  <a:cubicBezTo>
                    <a:pt x="628873" y="132653"/>
                    <a:pt x="671857" y="128797"/>
                    <a:pt x="712989" y="123579"/>
                  </a:cubicBezTo>
                  <a:cubicBezTo>
                    <a:pt x="733555" y="120970"/>
                    <a:pt x="751459" y="117825"/>
                    <a:pt x="766700" y="114143"/>
                  </a:cubicBezTo>
                  <a:lnTo>
                    <a:pt x="802928" y="101997"/>
                  </a:lnTo>
                  <a:lnTo>
                    <a:pt x="802928" y="98227"/>
                  </a:lnTo>
                  <a:lnTo>
                    <a:pt x="563249" y="98227"/>
                  </a:lnTo>
                  <a:cubicBezTo>
                    <a:pt x="563249" y="151266"/>
                    <a:pt x="562352" y="194007"/>
                    <a:pt x="560556" y="226452"/>
                  </a:cubicBezTo>
                  <a:cubicBezTo>
                    <a:pt x="558761" y="258896"/>
                    <a:pt x="551924" y="291801"/>
                    <a:pt x="540046" y="325167"/>
                  </a:cubicBezTo>
                  <a:cubicBezTo>
                    <a:pt x="528168" y="358532"/>
                    <a:pt x="507504" y="390051"/>
                    <a:pt x="478054" y="419724"/>
                  </a:cubicBezTo>
                  <a:lnTo>
                    <a:pt x="466725" y="412803"/>
                  </a:lnTo>
                  <a:cubicBezTo>
                    <a:pt x="486649" y="378275"/>
                    <a:pt x="500681" y="347040"/>
                    <a:pt x="508820" y="319097"/>
                  </a:cubicBezTo>
                  <a:cubicBezTo>
                    <a:pt x="516959" y="291155"/>
                    <a:pt x="522191" y="260566"/>
                    <a:pt x="524517" y="227331"/>
                  </a:cubicBezTo>
                  <a:cubicBezTo>
                    <a:pt x="526842" y="194096"/>
                    <a:pt x="527428" y="120858"/>
                    <a:pt x="526275" y="7619"/>
                  </a:cubicBezTo>
                  <a:lnTo>
                    <a:pt x="559566" y="23413"/>
                  </a:lnTo>
                  <a:lnTo>
                    <a:pt x="801532" y="23413"/>
                  </a:lnTo>
                  <a:close/>
                  <a:moveTo>
                    <a:pt x="1967684" y="0"/>
                  </a:moveTo>
                  <a:lnTo>
                    <a:pt x="2016937" y="22632"/>
                  </a:lnTo>
                  <a:lnTo>
                    <a:pt x="2002929" y="37784"/>
                  </a:lnTo>
                  <a:lnTo>
                    <a:pt x="2002929" y="112738"/>
                  </a:lnTo>
                  <a:lnTo>
                    <a:pt x="2038564" y="112738"/>
                  </a:lnTo>
                  <a:lnTo>
                    <a:pt x="2060553" y="91669"/>
                  </a:lnTo>
                  <a:lnTo>
                    <a:pt x="2089046" y="124456"/>
                  </a:lnTo>
                  <a:lnTo>
                    <a:pt x="2096543" y="100427"/>
                  </a:lnTo>
                  <a:cubicBezTo>
                    <a:pt x="2105341" y="70492"/>
                    <a:pt x="2113622" y="37017"/>
                    <a:pt x="2121387" y="0"/>
                  </a:cubicBezTo>
                  <a:lnTo>
                    <a:pt x="2171030" y="29859"/>
                  </a:lnTo>
                  <a:cubicBezTo>
                    <a:pt x="2160761" y="35124"/>
                    <a:pt x="2153427" y="42728"/>
                    <a:pt x="2149027" y="52672"/>
                  </a:cubicBezTo>
                  <a:cubicBezTo>
                    <a:pt x="2144627" y="62615"/>
                    <a:pt x="2136204" y="82637"/>
                    <a:pt x="2123759" y="112738"/>
                  </a:cubicBezTo>
                  <a:lnTo>
                    <a:pt x="2215400" y="112738"/>
                  </a:lnTo>
                  <a:lnTo>
                    <a:pt x="2239147" y="89939"/>
                  </a:lnTo>
                  <a:lnTo>
                    <a:pt x="2276093" y="132160"/>
                  </a:lnTo>
                  <a:lnTo>
                    <a:pt x="2224831" y="132160"/>
                  </a:lnTo>
                  <a:cubicBezTo>
                    <a:pt x="2218041" y="215671"/>
                    <a:pt x="2203028" y="277835"/>
                    <a:pt x="2179792" y="318651"/>
                  </a:cubicBezTo>
                  <a:cubicBezTo>
                    <a:pt x="2205428" y="349160"/>
                    <a:pt x="2236942" y="368629"/>
                    <a:pt x="2274335" y="377056"/>
                  </a:cubicBezTo>
                  <a:lnTo>
                    <a:pt x="2274335" y="391177"/>
                  </a:lnTo>
                  <a:cubicBezTo>
                    <a:pt x="2251807" y="394730"/>
                    <a:pt x="2239779" y="401939"/>
                    <a:pt x="2238254" y="412803"/>
                  </a:cubicBezTo>
                  <a:cubicBezTo>
                    <a:pt x="2202461" y="390925"/>
                    <a:pt x="2175700" y="367104"/>
                    <a:pt x="2157970" y="341338"/>
                  </a:cubicBezTo>
                  <a:cubicBezTo>
                    <a:pt x="2121842" y="378080"/>
                    <a:pt x="2075203" y="405390"/>
                    <a:pt x="2018053" y="423268"/>
                  </a:cubicBezTo>
                  <a:lnTo>
                    <a:pt x="2011468" y="411687"/>
                  </a:lnTo>
                  <a:cubicBezTo>
                    <a:pt x="2025104" y="405334"/>
                    <a:pt x="2037995" y="398584"/>
                    <a:pt x="2050139" y="391438"/>
                  </a:cubicBezTo>
                  <a:lnTo>
                    <a:pt x="2068055" y="379583"/>
                  </a:lnTo>
                  <a:lnTo>
                    <a:pt x="2065855" y="380042"/>
                  </a:lnTo>
                  <a:cubicBezTo>
                    <a:pt x="2060795" y="380042"/>
                    <a:pt x="2055446" y="377224"/>
                    <a:pt x="2049810" y="371587"/>
                  </a:cubicBezTo>
                  <a:cubicBezTo>
                    <a:pt x="2037736" y="362806"/>
                    <a:pt x="2024658" y="355114"/>
                    <a:pt x="2010575" y="348509"/>
                  </a:cubicBezTo>
                  <a:cubicBezTo>
                    <a:pt x="1970689" y="380972"/>
                    <a:pt x="1920785" y="402571"/>
                    <a:pt x="1860863" y="413305"/>
                  </a:cubicBezTo>
                  <a:lnTo>
                    <a:pt x="1857375" y="400860"/>
                  </a:lnTo>
                  <a:cubicBezTo>
                    <a:pt x="1912292" y="382721"/>
                    <a:pt x="1954318" y="361402"/>
                    <a:pt x="1983451" y="336901"/>
                  </a:cubicBezTo>
                  <a:cubicBezTo>
                    <a:pt x="1962727" y="330576"/>
                    <a:pt x="1939965" y="325283"/>
                    <a:pt x="1915167" y="321023"/>
                  </a:cubicBezTo>
                  <a:cubicBezTo>
                    <a:pt x="1920152" y="310307"/>
                    <a:pt x="1929491" y="293787"/>
                    <a:pt x="1943184" y="271463"/>
                  </a:cubicBezTo>
                  <a:lnTo>
                    <a:pt x="1925771" y="271463"/>
                  </a:lnTo>
                  <a:cubicBezTo>
                    <a:pt x="1911074" y="271463"/>
                    <a:pt x="1896507" y="273212"/>
                    <a:pt x="1882071" y="276709"/>
                  </a:cubicBezTo>
                  <a:lnTo>
                    <a:pt x="1862621" y="252041"/>
                  </a:lnTo>
                  <a:lnTo>
                    <a:pt x="1947928" y="252041"/>
                  </a:lnTo>
                  <a:cubicBezTo>
                    <a:pt x="1951816" y="242348"/>
                    <a:pt x="1956569" y="227828"/>
                    <a:pt x="1962187" y="208481"/>
                  </a:cubicBezTo>
                  <a:lnTo>
                    <a:pt x="1969442" y="211969"/>
                  </a:lnTo>
                  <a:lnTo>
                    <a:pt x="1969442" y="151303"/>
                  </a:lnTo>
                  <a:cubicBezTo>
                    <a:pt x="1943788" y="186575"/>
                    <a:pt x="1908749" y="214425"/>
                    <a:pt x="1864323" y="234851"/>
                  </a:cubicBezTo>
                  <a:lnTo>
                    <a:pt x="1857375" y="223940"/>
                  </a:lnTo>
                  <a:cubicBezTo>
                    <a:pt x="1901130" y="192724"/>
                    <a:pt x="1933817" y="162130"/>
                    <a:pt x="1955434" y="132160"/>
                  </a:cubicBezTo>
                  <a:lnTo>
                    <a:pt x="1929287" y="132160"/>
                  </a:lnTo>
                  <a:cubicBezTo>
                    <a:pt x="1914590" y="132160"/>
                    <a:pt x="1900023" y="133908"/>
                    <a:pt x="1885587" y="137406"/>
                  </a:cubicBezTo>
                  <a:lnTo>
                    <a:pt x="1866137" y="112738"/>
                  </a:lnTo>
                  <a:lnTo>
                    <a:pt x="1969442" y="112738"/>
                  </a:lnTo>
                  <a:cubicBezTo>
                    <a:pt x="1969442" y="73019"/>
                    <a:pt x="1968856" y="35440"/>
                    <a:pt x="1967684" y="0"/>
                  </a:cubicBezTo>
                  <a:close/>
                  <a:moveTo>
                    <a:pt x="1190848" y="0"/>
                  </a:moveTo>
                  <a:lnTo>
                    <a:pt x="1243589" y="24390"/>
                  </a:lnTo>
                  <a:lnTo>
                    <a:pt x="1227851" y="41244"/>
                  </a:lnTo>
                  <a:cubicBezTo>
                    <a:pt x="1227851" y="75177"/>
                    <a:pt x="1227265" y="103771"/>
                    <a:pt x="1226093" y="127025"/>
                  </a:cubicBezTo>
                  <a:lnTo>
                    <a:pt x="1291363" y="127025"/>
                  </a:lnTo>
                  <a:lnTo>
                    <a:pt x="1309446" y="107715"/>
                  </a:lnTo>
                  <a:lnTo>
                    <a:pt x="1341648" y="136820"/>
                  </a:lnTo>
                  <a:lnTo>
                    <a:pt x="1327417" y="149266"/>
                  </a:lnTo>
                  <a:cubicBezTo>
                    <a:pt x="1322840" y="236367"/>
                    <a:pt x="1319361" y="295671"/>
                    <a:pt x="1316980" y="327176"/>
                  </a:cubicBezTo>
                  <a:cubicBezTo>
                    <a:pt x="1314599" y="358681"/>
                    <a:pt x="1308729" y="380679"/>
                    <a:pt x="1299372" y="393172"/>
                  </a:cubicBezTo>
                  <a:cubicBezTo>
                    <a:pt x="1290014" y="405664"/>
                    <a:pt x="1273857" y="415101"/>
                    <a:pt x="1250900" y="421482"/>
                  </a:cubicBezTo>
                  <a:cubicBezTo>
                    <a:pt x="1249561" y="404218"/>
                    <a:pt x="1227209" y="388470"/>
                    <a:pt x="1183844" y="374238"/>
                  </a:cubicBezTo>
                  <a:lnTo>
                    <a:pt x="1186439" y="356462"/>
                  </a:lnTo>
                  <a:cubicBezTo>
                    <a:pt x="1229581" y="364666"/>
                    <a:pt x="1255184" y="368769"/>
                    <a:pt x="1263248" y="368769"/>
                  </a:cubicBezTo>
                  <a:cubicBezTo>
                    <a:pt x="1271313" y="368769"/>
                    <a:pt x="1277029" y="356988"/>
                    <a:pt x="1280396" y="333427"/>
                  </a:cubicBezTo>
                  <a:cubicBezTo>
                    <a:pt x="1283763" y="309865"/>
                    <a:pt x="1287772" y="247539"/>
                    <a:pt x="1292423" y="146447"/>
                  </a:cubicBezTo>
                  <a:lnTo>
                    <a:pt x="1225646" y="146447"/>
                  </a:lnTo>
                  <a:cubicBezTo>
                    <a:pt x="1222353" y="191654"/>
                    <a:pt x="1215670" y="230247"/>
                    <a:pt x="1205596" y="262226"/>
                  </a:cubicBezTo>
                  <a:cubicBezTo>
                    <a:pt x="1195522" y="294206"/>
                    <a:pt x="1178542" y="323041"/>
                    <a:pt x="1154655" y="348733"/>
                  </a:cubicBezTo>
                  <a:cubicBezTo>
                    <a:pt x="1130768" y="374424"/>
                    <a:pt x="1094026" y="398674"/>
                    <a:pt x="1044429" y="421482"/>
                  </a:cubicBezTo>
                  <a:lnTo>
                    <a:pt x="1035025" y="410766"/>
                  </a:lnTo>
                  <a:cubicBezTo>
                    <a:pt x="1074278" y="387195"/>
                    <a:pt x="1104272" y="363597"/>
                    <a:pt x="1125006" y="339970"/>
                  </a:cubicBezTo>
                  <a:cubicBezTo>
                    <a:pt x="1145739" y="316344"/>
                    <a:pt x="1161320" y="289755"/>
                    <a:pt x="1171747" y="260203"/>
                  </a:cubicBezTo>
                  <a:cubicBezTo>
                    <a:pt x="1182174" y="230651"/>
                    <a:pt x="1189127" y="192733"/>
                    <a:pt x="1192606" y="146447"/>
                  </a:cubicBezTo>
                  <a:lnTo>
                    <a:pt x="1151530" y="146447"/>
                  </a:lnTo>
                  <a:lnTo>
                    <a:pt x="1127782" y="149963"/>
                  </a:lnTo>
                  <a:lnTo>
                    <a:pt x="1110314" y="127025"/>
                  </a:lnTo>
                  <a:lnTo>
                    <a:pt x="1192690" y="127025"/>
                  </a:lnTo>
                  <a:cubicBezTo>
                    <a:pt x="1193806" y="73298"/>
                    <a:pt x="1193192" y="30957"/>
                    <a:pt x="1190848" y="0"/>
                  </a:cubicBezTo>
                  <a:close/>
                  <a:moveTo>
                    <a:pt x="186547" y="0"/>
                  </a:moveTo>
                  <a:lnTo>
                    <a:pt x="231362" y="31003"/>
                  </a:lnTo>
                  <a:lnTo>
                    <a:pt x="215596" y="40770"/>
                  </a:lnTo>
                  <a:cubicBezTo>
                    <a:pt x="269267" y="116617"/>
                    <a:pt x="336975" y="159284"/>
                    <a:pt x="418718" y="168771"/>
                  </a:cubicBezTo>
                  <a:lnTo>
                    <a:pt x="418718" y="183729"/>
                  </a:lnTo>
                  <a:cubicBezTo>
                    <a:pt x="401268" y="184957"/>
                    <a:pt x="389399" y="193244"/>
                    <a:pt x="383111" y="208592"/>
                  </a:cubicBezTo>
                  <a:cubicBezTo>
                    <a:pt x="302707" y="179943"/>
                    <a:pt x="242748" y="127416"/>
                    <a:pt x="203234" y="51011"/>
                  </a:cubicBezTo>
                  <a:cubicBezTo>
                    <a:pt x="162548" y="130858"/>
                    <a:pt x="95910" y="188054"/>
                    <a:pt x="3320" y="222601"/>
                  </a:cubicBezTo>
                  <a:lnTo>
                    <a:pt x="0" y="208788"/>
                  </a:lnTo>
                  <a:cubicBezTo>
                    <a:pt x="81037" y="169832"/>
                    <a:pt x="143219" y="100236"/>
                    <a:pt x="18654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600" b="1" dirty="0"/>
            </a:p>
          </p:txBody>
        </p: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41DB7E15-B32E-475D-9286-C8378971F251}"/>
                </a:ext>
              </a:extLst>
            </p:cNvPr>
            <p:cNvGrpSpPr/>
            <p:nvPr/>
          </p:nvGrpSpPr>
          <p:grpSpPr>
            <a:xfrm>
              <a:off x="3712164" y="2454251"/>
              <a:ext cx="4767671" cy="2456481"/>
              <a:chOff x="3712164" y="2454251"/>
              <a:chExt cx="4767671" cy="2456481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8190DBB-C1A2-4EE1-ACD1-93EB8D6F0E23}"/>
                  </a:ext>
                </a:extLst>
              </p:cNvPr>
              <p:cNvSpPr/>
              <p:nvPr/>
            </p:nvSpPr>
            <p:spPr>
              <a:xfrm>
                <a:off x="3712164" y="2454251"/>
                <a:ext cx="4767671" cy="24564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40" name="组合 39">
                <a:extLst>
                  <a:ext uri="{FF2B5EF4-FFF2-40B4-BE49-F238E27FC236}">
                    <a16:creationId xmlns:a16="http://schemas.microsoft.com/office/drawing/2014/main" id="{E9FAC7BB-8FEC-4FF4-9952-9C972E30E020}"/>
                  </a:ext>
                </a:extLst>
              </p:cNvPr>
              <p:cNvGrpSpPr/>
              <p:nvPr/>
            </p:nvGrpSpPr>
            <p:grpSpPr>
              <a:xfrm>
                <a:off x="3947226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65" name="椭圆 64">
                  <a:extLst>
                    <a:ext uri="{FF2B5EF4-FFF2-40B4-BE49-F238E27FC236}">
                      <a16:creationId xmlns:a16="http://schemas.microsoft.com/office/drawing/2014/main" id="{B2709DA4-5462-42F4-A728-7716BA16BB6C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6" name="椭圆 65">
                  <a:extLst>
                    <a:ext uri="{FF2B5EF4-FFF2-40B4-BE49-F238E27FC236}">
                      <a16:creationId xmlns:a16="http://schemas.microsoft.com/office/drawing/2014/main" id="{F6F66DD2-2A36-41A6-8C44-ECE996E81F00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7" name="椭圆 66">
                  <a:extLst>
                    <a:ext uri="{FF2B5EF4-FFF2-40B4-BE49-F238E27FC236}">
                      <a16:creationId xmlns:a16="http://schemas.microsoft.com/office/drawing/2014/main" id="{2B59355A-BAED-4460-BA14-FDEE636AE22C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8" name="椭圆 67">
                  <a:extLst>
                    <a:ext uri="{FF2B5EF4-FFF2-40B4-BE49-F238E27FC236}">
                      <a16:creationId xmlns:a16="http://schemas.microsoft.com/office/drawing/2014/main" id="{32FADE16-1398-4C1C-B49A-37BDAA98500E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9" name="椭圆 68">
                  <a:extLst>
                    <a:ext uri="{FF2B5EF4-FFF2-40B4-BE49-F238E27FC236}">
                      <a16:creationId xmlns:a16="http://schemas.microsoft.com/office/drawing/2014/main" id="{CF530462-1BEA-4D76-A72D-1298C7DA90FA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1" name="组合 40">
                <a:extLst>
                  <a:ext uri="{FF2B5EF4-FFF2-40B4-BE49-F238E27FC236}">
                    <a16:creationId xmlns:a16="http://schemas.microsoft.com/office/drawing/2014/main" id="{E2EA764F-5DAC-4228-9F00-C0E08EE6AC35}"/>
                  </a:ext>
                </a:extLst>
              </p:cNvPr>
              <p:cNvGrpSpPr/>
              <p:nvPr/>
            </p:nvGrpSpPr>
            <p:grpSpPr>
              <a:xfrm>
                <a:off x="7712187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60" name="椭圆 59">
                  <a:extLst>
                    <a:ext uri="{FF2B5EF4-FFF2-40B4-BE49-F238E27FC236}">
                      <a16:creationId xmlns:a16="http://schemas.microsoft.com/office/drawing/2014/main" id="{7A0056F1-2E54-4C4A-81D5-AC0B8E4653D0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1" name="椭圆 60">
                  <a:extLst>
                    <a:ext uri="{FF2B5EF4-FFF2-40B4-BE49-F238E27FC236}">
                      <a16:creationId xmlns:a16="http://schemas.microsoft.com/office/drawing/2014/main" id="{FFA8A601-EDF3-41F6-8F5C-D12BB65518EE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2" name="椭圆 61">
                  <a:extLst>
                    <a:ext uri="{FF2B5EF4-FFF2-40B4-BE49-F238E27FC236}">
                      <a16:creationId xmlns:a16="http://schemas.microsoft.com/office/drawing/2014/main" id="{8B60BEF0-4BCD-4CC2-BD1F-A63554C03902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3" name="椭圆 62">
                  <a:extLst>
                    <a:ext uri="{FF2B5EF4-FFF2-40B4-BE49-F238E27FC236}">
                      <a16:creationId xmlns:a16="http://schemas.microsoft.com/office/drawing/2014/main" id="{608749BB-76EC-4FD4-A2F9-BF512FB3E052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4" name="椭圆 63">
                  <a:extLst>
                    <a:ext uri="{FF2B5EF4-FFF2-40B4-BE49-F238E27FC236}">
                      <a16:creationId xmlns:a16="http://schemas.microsoft.com/office/drawing/2014/main" id="{1637CFCD-E723-422B-9B0C-5EB8BD522BD3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050C5A5D-578D-4AF1-92E6-58A8FA85F8B6}"/>
                  </a:ext>
                </a:extLst>
              </p:cNvPr>
              <p:cNvGrpSpPr/>
              <p:nvPr/>
            </p:nvGrpSpPr>
            <p:grpSpPr>
              <a:xfrm>
                <a:off x="4888466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F2AF4482-F275-4950-9401-D691F93BCB17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6" name="椭圆 55">
                  <a:extLst>
                    <a:ext uri="{FF2B5EF4-FFF2-40B4-BE49-F238E27FC236}">
                      <a16:creationId xmlns:a16="http://schemas.microsoft.com/office/drawing/2014/main" id="{107578FE-34DC-4C26-A740-14C365C917F0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7" name="椭圆 56">
                  <a:extLst>
                    <a:ext uri="{FF2B5EF4-FFF2-40B4-BE49-F238E27FC236}">
                      <a16:creationId xmlns:a16="http://schemas.microsoft.com/office/drawing/2014/main" id="{CEDF8F90-28D4-4112-9A14-E7DEE485B4B7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8" name="椭圆 57">
                  <a:extLst>
                    <a:ext uri="{FF2B5EF4-FFF2-40B4-BE49-F238E27FC236}">
                      <a16:creationId xmlns:a16="http://schemas.microsoft.com/office/drawing/2014/main" id="{E4F40A19-C0DE-4BB8-99D3-0DAA515C4578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9" name="椭圆 58">
                  <a:extLst>
                    <a:ext uri="{FF2B5EF4-FFF2-40B4-BE49-F238E27FC236}">
                      <a16:creationId xmlns:a16="http://schemas.microsoft.com/office/drawing/2014/main" id="{EEBF7EEC-386E-4A9B-9634-807FC4DEE0E6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1D1EF1F7-C14F-4903-8193-6AEF393EBB9D}"/>
                  </a:ext>
                </a:extLst>
              </p:cNvPr>
              <p:cNvGrpSpPr/>
              <p:nvPr/>
            </p:nvGrpSpPr>
            <p:grpSpPr>
              <a:xfrm>
                <a:off x="5829707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50" name="椭圆 49">
                  <a:extLst>
                    <a:ext uri="{FF2B5EF4-FFF2-40B4-BE49-F238E27FC236}">
                      <a16:creationId xmlns:a16="http://schemas.microsoft.com/office/drawing/2014/main" id="{3E9F75D0-F6B3-45F5-A9DA-FD7DBFB0B280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1" name="椭圆 50">
                  <a:extLst>
                    <a:ext uri="{FF2B5EF4-FFF2-40B4-BE49-F238E27FC236}">
                      <a16:creationId xmlns:a16="http://schemas.microsoft.com/office/drawing/2014/main" id="{FF58F600-308F-4486-A3E7-6737A62BCC72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2" name="椭圆 51">
                  <a:extLst>
                    <a:ext uri="{FF2B5EF4-FFF2-40B4-BE49-F238E27FC236}">
                      <a16:creationId xmlns:a16="http://schemas.microsoft.com/office/drawing/2014/main" id="{6FCF784F-DA85-4158-8B7B-72CE54AFF7CA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3" name="椭圆 52">
                  <a:extLst>
                    <a:ext uri="{FF2B5EF4-FFF2-40B4-BE49-F238E27FC236}">
                      <a16:creationId xmlns:a16="http://schemas.microsoft.com/office/drawing/2014/main" id="{E4E9012F-3B5D-41D4-9031-6FA93DA75BFD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54" name="椭圆 53">
                  <a:extLst>
                    <a:ext uri="{FF2B5EF4-FFF2-40B4-BE49-F238E27FC236}">
                      <a16:creationId xmlns:a16="http://schemas.microsoft.com/office/drawing/2014/main" id="{2876EDC6-2D1B-4B2E-9AFE-13A4CE5C6E24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CADE1DD3-210B-4C4D-988A-9DBC8EA7405D}"/>
                  </a:ext>
                </a:extLst>
              </p:cNvPr>
              <p:cNvGrpSpPr/>
              <p:nvPr/>
            </p:nvGrpSpPr>
            <p:grpSpPr>
              <a:xfrm>
                <a:off x="6770947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45" name="椭圆 44">
                  <a:extLst>
                    <a:ext uri="{FF2B5EF4-FFF2-40B4-BE49-F238E27FC236}">
                      <a16:creationId xmlns:a16="http://schemas.microsoft.com/office/drawing/2014/main" id="{6132F702-1C4E-4C48-A19B-11D10953B153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6" name="椭圆 45">
                  <a:extLst>
                    <a:ext uri="{FF2B5EF4-FFF2-40B4-BE49-F238E27FC236}">
                      <a16:creationId xmlns:a16="http://schemas.microsoft.com/office/drawing/2014/main" id="{E806B51D-D04F-4560-B12C-1A71101B2525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" name="椭圆 46">
                  <a:extLst>
                    <a:ext uri="{FF2B5EF4-FFF2-40B4-BE49-F238E27FC236}">
                      <a16:creationId xmlns:a16="http://schemas.microsoft.com/office/drawing/2014/main" id="{750D4BC7-02C3-4A95-B72C-A9DFB0BA4154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8" name="椭圆 47">
                  <a:extLst>
                    <a:ext uri="{FF2B5EF4-FFF2-40B4-BE49-F238E27FC236}">
                      <a16:creationId xmlns:a16="http://schemas.microsoft.com/office/drawing/2014/main" id="{C8C633F6-416A-4233-86F5-0629A5348075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9" name="椭圆 48">
                  <a:extLst>
                    <a:ext uri="{FF2B5EF4-FFF2-40B4-BE49-F238E27FC236}">
                      <a16:creationId xmlns:a16="http://schemas.microsoft.com/office/drawing/2014/main" id="{14329E4F-B1D3-4CB4-8EFE-F9E4124DFDE4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8573C9CC-6677-44DA-ABAB-9609E75E5DD5}"/>
                  </a:ext>
                </a:extLst>
              </p:cNvPr>
              <p:cNvGrpSpPr/>
              <p:nvPr/>
            </p:nvGrpSpPr>
            <p:grpSpPr>
              <a:xfrm>
                <a:off x="4433513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35" name="椭圆 34">
                  <a:extLst>
                    <a:ext uri="{FF2B5EF4-FFF2-40B4-BE49-F238E27FC236}">
                      <a16:creationId xmlns:a16="http://schemas.microsoft.com/office/drawing/2014/main" id="{3D01FCE5-0820-4F4E-A4AC-E5CCC1AABF73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6" name="椭圆 35">
                  <a:extLst>
                    <a:ext uri="{FF2B5EF4-FFF2-40B4-BE49-F238E27FC236}">
                      <a16:creationId xmlns:a16="http://schemas.microsoft.com/office/drawing/2014/main" id="{F2F58FDA-A22D-4C9A-B818-B2054950DF78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7" name="椭圆 36">
                  <a:extLst>
                    <a:ext uri="{FF2B5EF4-FFF2-40B4-BE49-F238E27FC236}">
                      <a16:creationId xmlns:a16="http://schemas.microsoft.com/office/drawing/2014/main" id="{471C84C7-1F95-4918-86CF-3104D2809FB9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" name="椭圆 37">
                  <a:extLst>
                    <a:ext uri="{FF2B5EF4-FFF2-40B4-BE49-F238E27FC236}">
                      <a16:creationId xmlns:a16="http://schemas.microsoft.com/office/drawing/2014/main" id="{D0027847-868F-4305-BFD5-3B148A5A1C41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" name="椭圆 38">
                  <a:extLst>
                    <a:ext uri="{FF2B5EF4-FFF2-40B4-BE49-F238E27FC236}">
                      <a16:creationId xmlns:a16="http://schemas.microsoft.com/office/drawing/2014/main" id="{DB9217F4-1625-40F7-8F46-F42F2F3E1DB1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1" name="组合 10">
                <a:extLst>
                  <a:ext uri="{FF2B5EF4-FFF2-40B4-BE49-F238E27FC236}">
                    <a16:creationId xmlns:a16="http://schemas.microsoft.com/office/drawing/2014/main" id="{28E46842-C6AE-402B-BC97-6B64CD45F29F}"/>
                  </a:ext>
                </a:extLst>
              </p:cNvPr>
              <p:cNvGrpSpPr/>
              <p:nvPr/>
            </p:nvGrpSpPr>
            <p:grpSpPr>
              <a:xfrm>
                <a:off x="8198474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30" name="椭圆 29">
                  <a:extLst>
                    <a:ext uri="{FF2B5EF4-FFF2-40B4-BE49-F238E27FC236}">
                      <a16:creationId xmlns:a16="http://schemas.microsoft.com/office/drawing/2014/main" id="{1F26A331-CA78-4A3D-8819-CBF50282A6A4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1" name="椭圆 30">
                  <a:extLst>
                    <a:ext uri="{FF2B5EF4-FFF2-40B4-BE49-F238E27FC236}">
                      <a16:creationId xmlns:a16="http://schemas.microsoft.com/office/drawing/2014/main" id="{245B2A96-117F-4D64-8C8B-C052617679DD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2" name="椭圆 31">
                  <a:extLst>
                    <a:ext uri="{FF2B5EF4-FFF2-40B4-BE49-F238E27FC236}">
                      <a16:creationId xmlns:a16="http://schemas.microsoft.com/office/drawing/2014/main" id="{CCFAAD75-507F-4EB3-BC6A-DA0D95DAC554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3" name="椭圆 32">
                  <a:extLst>
                    <a:ext uri="{FF2B5EF4-FFF2-40B4-BE49-F238E27FC236}">
                      <a16:creationId xmlns:a16="http://schemas.microsoft.com/office/drawing/2014/main" id="{12FAEC45-B84A-4EE6-B2F9-B51FA06BE78D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4" name="椭圆 33">
                  <a:extLst>
                    <a:ext uri="{FF2B5EF4-FFF2-40B4-BE49-F238E27FC236}">
                      <a16:creationId xmlns:a16="http://schemas.microsoft.com/office/drawing/2014/main" id="{BC1F53F5-9171-4F6F-84B0-934C2D686AF8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2" name="组合 11">
                <a:extLst>
                  <a:ext uri="{FF2B5EF4-FFF2-40B4-BE49-F238E27FC236}">
                    <a16:creationId xmlns:a16="http://schemas.microsoft.com/office/drawing/2014/main" id="{E1C58794-5B4C-4137-8D63-2E0D6AFB385F}"/>
                  </a:ext>
                </a:extLst>
              </p:cNvPr>
              <p:cNvGrpSpPr/>
              <p:nvPr/>
            </p:nvGrpSpPr>
            <p:grpSpPr>
              <a:xfrm>
                <a:off x="5374753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5" name="椭圆 24">
                  <a:extLst>
                    <a:ext uri="{FF2B5EF4-FFF2-40B4-BE49-F238E27FC236}">
                      <a16:creationId xmlns:a16="http://schemas.microsoft.com/office/drawing/2014/main" id="{419A6257-02EC-4715-8CD4-C31A581E02A7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" name="椭圆 25">
                  <a:extLst>
                    <a:ext uri="{FF2B5EF4-FFF2-40B4-BE49-F238E27FC236}">
                      <a16:creationId xmlns:a16="http://schemas.microsoft.com/office/drawing/2014/main" id="{0B93EFB9-FE4E-45C3-AFE1-889C84936435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" name="椭圆 26">
                  <a:extLst>
                    <a:ext uri="{FF2B5EF4-FFF2-40B4-BE49-F238E27FC236}">
                      <a16:creationId xmlns:a16="http://schemas.microsoft.com/office/drawing/2014/main" id="{AB4761C1-5D8A-4A82-807A-7ED7E345E69A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517D5A41-C600-4F35-8ADB-B652DDAA1355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" name="椭圆 28">
                  <a:extLst>
                    <a:ext uri="{FF2B5EF4-FFF2-40B4-BE49-F238E27FC236}">
                      <a16:creationId xmlns:a16="http://schemas.microsoft.com/office/drawing/2014/main" id="{407A27D0-ACDC-4CEE-AB28-8814D8EB5E0F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3" name="组合 12">
                <a:extLst>
                  <a:ext uri="{FF2B5EF4-FFF2-40B4-BE49-F238E27FC236}">
                    <a16:creationId xmlns:a16="http://schemas.microsoft.com/office/drawing/2014/main" id="{0C1C5991-9996-4C48-9A11-384D9B01F7F3}"/>
                  </a:ext>
                </a:extLst>
              </p:cNvPr>
              <p:cNvGrpSpPr/>
              <p:nvPr/>
            </p:nvGrpSpPr>
            <p:grpSpPr>
              <a:xfrm>
                <a:off x="6315994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4E467FCE-82FB-4F5D-9CB9-91201AEF807D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1" name="椭圆 20">
                  <a:extLst>
                    <a:ext uri="{FF2B5EF4-FFF2-40B4-BE49-F238E27FC236}">
                      <a16:creationId xmlns:a16="http://schemas.microsoft.com/office/drawing/2014/main" id="{1C8D3A6A-8672-4CCE-B24C-5122F4B5D9F7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2" name="椭圆 21">
                  <a:extLst>
                    <a:ext uri="{FF2B5EF4-FFF2-40B4-BE49-F238E27FC236}">
                      <a16:creationId xmlns:a16="http://schemas.microsoft.com/office/drawing/2014/main" id="{F6C36AF8-BDE3-495A-9CD0-280C11C74B73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" name="椭圆 22">
                  <a:extLst>
                    <a:ext uri="{FF2B5EF4-FFF2-40B4-BE49-F238E27FC236}">
                      <a16:creationId xmlns:a16="http://schemas.microsoft.com/office/drawing/2014/main" id="{C76CDC8F-BA7B-4DE9-81CB-504A4495D4BC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4" name="椭圆 23">
                  <a:extLst>
                    <a:ext uri="{FF2B5EF4-FFF2-40B4-BE49-F238E27FC236}">
                      <a16:creationId xmlns:a16="http://schemas.microsoft.com/office/drawing/2014/main" id="{FED37101-A432-450B-894B-131712236AB6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BE8B8BE8-E692-4FE5-8C82-E529BF6E92D0}"/>
                  </a:ext>
                </a:extLst>
              </p:cNvPr>
              <p:cNvGrpSpPr/>
              <p:nvPr/>
            </p:nvGrpSpPr>
            <p:grpSpPr>
              <a:xfrm>
                <a:off x="7257234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15" name="椭圆 14">
                  <a:extLst>
                    <a:ext uri="{FF2B5EF4-FFF2-40B4-BE49-F238E27FC236}">
                      <a16:creationId xmlns:a16="http://schemas.microsoft.com/office/drawing/2014/main" id="{71DDAEAD-0CF3-4D5B-B5C0-88F5501D7CEC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" name="椭圆 15">
                  <a:extLst>
                    <a:ext uri="{FF2B5EF4-FFF2-40B4-BE49-F238E27FC236}">
                      <a16:creationId xmlns:a16="http://schemas.microsoft.com/office/drawing/2014/main" id="{E003B4E2-E570-485C-A76C-913E5801CDA4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" name="椭圆 16">
                  <a:extLst>
                    <a:ext uri="{FF2B5EF4-FFF2-40B4-BE49-F238E27FC236}">
                      <a16:creationId xmlns:a16="http://schemas.microsoft.com/office/drawing/2014/main" id="{1F02142A-2BF1-4D5A-89FA-0E82C5D3B81F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" name="椭圆 17">
                  <a:extLst>
                    <a:ext uri="{FF2B5EF4-FFF2-40B4-BE49-F238E27FC236}">
                      <a16:creationId xmlns:a16="http://schemas.microsoft.com/office/drawing/2014/main" id="{5BB121A0-355E-47EA-BE49-9701E2E65F62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" name="椭圆 18">
                  <a:extLst>
                    <a:ext uri="{FF2B5EF4-FFF2-40B4-BE49-F238E27FC236}">
                      <a16:creationId xmlns:a16="http://schemas.microsoft.com/office/drawing/2014/main" id="{007C517A-0042-48FB-9D84-05DE381445B1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84" name="组合 83">
              <a:extLst>
                <a:ext uri="{FF2B5EF4-FFF2-40B4-BE49-F238E27FC236}">
                  <a16:creationId xmlns:a16="http://schemas.microsoft.com/office/drawing/2014/main" id="{C0E5DE1A-C86B-4F37-87D2-FB4BFB407AB0}"/>
                </a:ext>
              </a:extLst>
            </p:cNvPr>
            <p:cNvGrpSpPr/>
            <p:nvPr/>
          </p:nvGrpSpPr>
          <p:grpSpPr>
            <a:xfrm>
              <a:off x="8893703" y="1806209"/>
              <a:ext cx="2338077" cy="817802"/>
              <a:chOff x="8893703" y="1806209"/>
              <a:chExt cx="2338077" cy="817802"/>
            </a:xfrm>
          </p:grpSpPr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89EEC44D-30B0-40BC-B317-9438FF9462A9}"/>
                  </a:ext>
                </a:extLst>
              </p:cNvPr>
              <p:cNvSpPr/>
              <p:nvPr/>
            </p:nvSpPr>
            <p:spPr>
              <a:xfrm>
                <a:off x="8893703" y="2513788"/>
                <a:ext cx="110223" cy="110223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83" name="组合 82">
                <a:extLst>
                  <a:ext uri="{FF2B5EF4-FFF2-40B4-BE49-F238E27FC236}">
                    <a16:creationId xmlns:a16="http://schemas.microsoft.com/office/drawing/2014/main" id="{1844F43B-3879-4804-BC5F-1DFD3222DED5}"/>
                  </a:ext>
                </a:extLst>
              </p:cNvPr>
              <p:cNvGrpSpPr/>
              <p:nvPr/>
            </p:nvGrpSpPr>
            <p:grpSpPr>
              <a:xfrm>
                <a:off x="9003926" y="1806209"/>
                <a:ext cx="2227854" cy="648042"/>
                <a:chOff x="9003926" y="1806209"/>
                <a:chExt cx="2227854" cy="648042"/>
              </a:xfrm>
            </p:grpSpPr>
            <p:sp>
              <p:nvSpPr>
                <p:cNvPr id="71" name="任意多边形: 形状 70">
                  <a:extLst>
                    <a:ext uri="{FF2B5EF4-FFF2-40B4-BE49-F238E27FC236}">
                      <a16:creationId xmlns:a16="http://schemas.microsoft.com/office/drawing/2014/main" id="{9792E1D6-5AF6-4B4C-9CB2-1380BE24CE03}"/>
                    </a:ext>
                  </a:extLst>
                </p:cNvPr>
                <p:cNvSpPr/>
                <p:nvPr/>
              </p:nvSpPr>
              <p:spPr>
                <a:xfrm flipH="1">
                  <a:off x="9003926" y="1806209"/>
                  <a:ext cx="2227854" cy="648042"/>
                </a:xfrm>
                <a:custGeom>
                  <a:avLst/>
                  <a:gdLst>
                    <a:gd name="connsiteX0" fmla="*/ 87311 w 2522548"/>
                    <a:gd name="connsiteY0" fmla="*/ 0 h 1354934"/>
                    <a:gd name="connsiteX1" fmla="*/ 2266473 w 2522548"/>
                    <a:gd name="connsiteY1" fmla="*/ 0 h 1354934"/>
                    <a:gd name="connsiteX2" fmla="*/ 2353784 w 2522548"/>
                    <a:gd name="connsiteY2" fmla="*/ 87311 h 1354934"/>
                    <a:gd name="connsiteX3" fmla="*/ 2353784 w 2522548"/>
                    <a:gd name="connsiteY3" fmla="*/ 1005055 h 1354934"/>
                    <a:gd name="connsiteX4" fmla="*/ 2522548 w 2522548"/>
                    <a:gd name="connsiteY4" fmla="*/ 1354934 h 1354934"/>
                    <a:gd name="connsiteX5" fmla="*/ 2266874 w 2522548"/>
                    <a:gd name="connsiteY5" fmla="*/ 1209545 h 1354934"/>
                    <a:gd name="connsiteX6" fmla="*/ 2266473 w 2522548"/>
                    <a:gd name="connsiteY6" fmla="*/ 1209626 h 1354934"/>
                    <a:gd name="connsiteX7" fmla="*/ 87311 w 2522548"/>
                    <a:gd name="connsiteY7" fmla="*/ 1209626 h 1354934"/>
                    <a:gd name="connsiteX8" fmla="*/ 0 w 2522548"/>
                    <a:gd name="connsiteY8" fmla="*/ 1122315 h 1354934"/>
                    <a:gd name="connsiteX9" fmla="*/ 0 w 2522548"/>
                    <a:gd name="connsiteY9" fmla="*/ 87311 h 1354934"/>
                    <a:gd name="connsiteX10" fmla="*/ 87311 w 2522548"/>
                    <a:gd name="connsiteY10" fmla="*/ 0 h 1354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522548" h="1354934">
                      <a:moveTo>
                        <a:pt x="87311" y="0"/>
                      </a:moveTo>
                      <a:lnTo>
                        <a:pt x="2266473" y="0"/>
                      </a:lnTo>
                      <a:cubicBezTo>
                        <a:pt x="2314694" y="0"/>
                        <a:pt x="2353784" y="39090"/>
                        <a:pt x="2353784" y="87311"/>
                      </a:cubicBezTo>
                      <a:lnTo>
                        <a:pt x="2353784" y="1005055"/>
                      </a:lnTo>
                      <a:lnTo>
                        <a:pt x="2522548" y="1354934"/>
                      </a:lnTo>
                      <a:lnTo>
                        <a:pt x="2266874" y="1209545"/>
                      </a:lnTo>
                      <a:lnTo>
                        <a:pt x="2266473" y="1209626"/>
                      </a:lnTo>
                      <a:lnTo>
                        <a:pt x="87311" y="1209626"/>
                      </a:lnTo>
                      <a:cubicBezTo>
                        <a:pt x="39090" y="1209626"/>
                        <a:pt x="0" y="1170536"/>
                        <a:pt x="0" y="1122315"/>
                      </a:cubicBezTo>
                      <a:lnTo>
                        <a:pt x="0" y="87311"/>
                      </a:lnTo>
                      <a:cubicBezTo>
                        <a:pt x="0" y="39090"/>
                        <a:pt x="39090" y="0"/>
                        <a:pt x="87311" y="0"/>
                      </a:cubicBez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B9D6886C-F363-4A4A-BD24-145A05680E9A}"/>
                    </a:ext>
                  </a:extLst>
                </p:cNvPr>
                <p:cNvSpPr txBox="1"/>
                <p:nvPr/>
              </p:nvSpPr>
              <p:spPr>
                <a:xfrm>
                  <a:off x="9395499" y="2017367"/>
                  <a:ext cx="1669070" cy="22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9070" h="224805">
                      <a:moveTo>
                        <a:pt x="1654671" y="167432"/>
                      </a:moveTo>
                      <a:cubicBezTo>
                        <a:pt x="1658615" y="167432"/>
                        <a:pt x="1662001" y="168809"/>
                        <a:pt x="1664829" y="171562"/>
                      </a:cubicBezTo>
                      <a:cubicBezTo>
                        <a:pt x="1667656" y="174315"/>
                        <a:pt x="1669070" y="177664"/>
                        <a:pt x="1669070" y="181608"/>
                      </a:cubicBezTo>
                      <a:cubicBezTo>
                        <a:pt x="1669070" y="185626"/>
                        <a:pt x="1667656" y="188993"/>
                        <a:pt x="1664829" y="191709"/>
                      </a:cubicBezTo>
                      <a:cubicBezTo>
                        <a:pt x="1662001" y="194426"/>
                        <a:pt x="1658615" y="195784"/>
                        <a:pt x="1654671" y="195784"/>
                      </a:cubicBezTo>
                      <a:cubicBezTo>
                        <a:pt x="1650727" y="195784"/>
                        <a:pt x="1647341" y="194426"/>
                        <a:pt x="1644513" y="191709"/>
                      </a:cubicBezTo>
                      <a:cubicBezTo>
                        <a:pt x="1641686" y="188993"/>
                        <a:pt x="1640272" y="185626"/>
                        <a:pt x="1640272" y="181608"/>
                      </a:cubicBezTo>
                      <a:cubicBezTo>
                        <a:pt x="1640272" y="177664"/>
                        <a:pt x="1641686" y="174315"/>
                        <a:pt x="1644513" y="171562"/>
                      </a:cubicBezTo>
                      <a:cubicBezTo>
                        <a:pt x="1647341" y="168809"/>
                        <a:pt x="1650727" y="167432"/>
                        <a:pt x="1654671" y="167432"/>
                      </a:cubicBezTo>
                      <a:close/>
                      <a:moveTo>
                        <a:pt x="502741" y="165311"/>
                      </a:moveTo>
                      <a:lnTo>
                        <a:pt x="523503" y="165311"/>
                      </a:lnTo>
                      <a:lnTo>
                        <a:pt x="504639" y="224805"/>
                      </a:lnTo>
                      <a:lnTo>
                        <a:pt x="489012" y="224805"/>
                      </a:lnTo>
                      <a:close/>
                      <a:moveTo>
                        <a:pt x="266551" y="96664"/>
                      </a:moveTo>
                      <a:lnTo>
                        <a:pt x="262533" y="125909"/>
                      </a:lnTo>
                      <a:lnTo>
                        <a:pt x="330622" y="125909"/>
                      </a:lnTo>
                      <a:lnTo>
                        <a:pt x="330622" y="96664"/>
                      </a:lnTo>
                      <a:close/>
                      <a:moveTo>
                        <a:pt x="1225153" y="83493"/>
                      </a:moveTo>
                      <a:lnTo>
                        <a:pt x="1360884" y="83493"/>
                      </a:lnTo>
                      <a:lnTo>
                        <a:pt x="1360884" y="100013"/>
                      </a:lnTo>
                      <a:lnTo>
                        <a:pt x="1318692" y="100013"/>
                      </a:lnTo>
                      <a:lnTo>
                        <a:pt x="1318692" y="188193"/>
                      </a:lnTo>
                      <a:cubicBezTo>
                        <a:pt x="1318692" y="195188"/>
                        <a:pt x="1322115" y="198686"/>
                        <a:pt x="1328961" y="198686"/>
                      </a:cubicBezTo>
                      <a:lnTo>
                        <a:pt x="1335881" y="198686"/>
                      </a:lnTo>
                      <a:cubicBezTo>
                        <a:pt x="1343174" y="198686"/>
                        <a:pt x="1347267" y="194593"/>
                        <a:pt x="1348159" y="186407"/>
                      </a:cubicBezTo>
                      <a:cubicBezTo>
                        <a:pt x="1349201" y="180008"/>
                        <a:pt x="1350094" y="171153"/>
                        <a:pt x="1350839" y="159842"/>
                      </a:cubicBezTo>
                      <a:cubicBezTo>
                        <a:pt x="1356196" y="162223"/>
                        <a:pt x="1361926" y="164381"/>
                        <a:pt x="1368028" y="166316"/>
                      </a:cubicBezTo>
                      <a:cubicBezTo>
                        <a:pt x="1366986" y="175841"/>
                        <a:pt x="1365796" y="184249"/>
                        <a:pt x="1364456" y="191542"/>
                      </a:cubicBezTo>
                      <a:cubicBezTo>
                        <a:pt x="1362075" y="207318"/>
                        <a:pt x="1354113" y="215206"/>
                        <a:pt x="1340569" y="215206"/>
                      </a:cubicBezTo>
                      <a:lnTo>
                        <a:pt x="1325166" y="215206"/>
                      </a:lnTo>
                      <a:cubicBezTo>
                        <a:pt x="1309092" y="215206"/>
                        <a:pt x="1301055" y="207095"/>
                        <a:pt x="1301055" y="190872"/>
                      </a:cubicBezTo>
                      <a:lnTo>
                        <a:pt x="1301055" y="100013"/>
                      </a:lnTo>
                      <a:lnTo>
                        <a:pt x="1268797" y="100013"/>
                      </a:lnTo>
                      <a:cubicBezTo>
                        <a:pt x="1268425" y="135434"/>
                        <a:pt x="1264444" y="161032"/>
                        <a:pt x="1256853" y="176808"/>
                      </a:cubicBezTo>
                      <a:cubicBezTo>
                        <a:pt x="1248370" y="195412"/>
                        <a:pt x="1232297" y="211187"/>
                        <a:pt x="1208633" y="224135"/>
                      </a:cubicBezTo>
                      <a:cubicBezTo>
                        <a:pt x="1205359" y="219224"/>
                        <a:pt x="1201415" y="213866"/>
                        <a:pt x="1196801" y="208062"/>
                      </a:cubicBezTo>
                      <a:cubicBezTo>
                        <a:pt x="1219423" y="195709"/>
                        <a:pt x="1234157" y="181868"/>
                        <a:pt x="1241003" y="166539"/>
                      </a:cubicBezTo>
                      <a:cubicBezTo>
                        <a:pt x="1247329" y="154633"/>
                        <a:pt x="1250677" y="132457"/>
                        <a:pt x="1251049" y="100013"/>
                      </a:cubicBezTo>
                      <a:lnTo>
                        <a:pt x="1225153" y="100013"/>
                      </a:lnTo>
                      <a:close/>
                      <a:moveTo>
                        <a:pt x="963067" y="57150"/>
                      </a:moveTo>
                      <a:cubicBezTo>
                        <a:pt x="974080" y="68015"/>
                        <a:pt x="984498" y="79623"/>
                        <a:pt x="994321" y="91976"/>
                      </a:cubicBezTo>
                      <a:lnTo>
                        <a:pt x="979587" y="104254"/>
                      </a:lnTo>
                      <a:cubicBezTo>
                        <a:pt x="971996" y="93836"/>
                        <a:pt x="962174" y="81632"/>
                        <a:pt x="950119" y="67643"/>
                      </a:cubicBezTo>
                      <a:close/>
                      <a:moveTo>
                        <a:pt x="1088529" y="56257"/>
                      </a:moveTo>
                      <a:lnTo>
                        <a:pt x="1103933" y="68089"/>
                      </a:lnTo>
                      <a:cubicBezTo>
                        <a:pt x="1092770" y="81335"/>
                        <a:pt x="1081311" y="93762"/>
                        <a:pt x="1069553" y="105371"/>
                      </a:cubicBezTo>
                      <a:lnTo>
                        <a:pt x="1056605" y="94208"/>
                      </a:lnTo>
                      <a:cubicBezTo>
                        <a:pt x="1070297" y="79623"/>
                        <a:pt x="1080939" y="66973"/>
                        <a:pt x="1088529" y="56257"/>
                      </a:cubicBezTo>
                      <a:close/>
                      <a:moveTo>
                        <a:pt x="348927" y="52239"/>
                      </a:moveTo>
                      <a:lnTo>
                        <a:pt x="348927" y="80591"/>
                      </a:lnTo>
                      <a:lnTo>
                        <a:pt x="413444" y="80591"/>
                      </a:lnTo>
                      <a:lnTo>
                        <a:pt x="413444" y="52239"/>
                      </a:lnTo>
                      <a:close/>
                      <a:moveTo>
                        <a:pt x="1401068" y="42639"/>
                      </a:moveTo>
                      <a:lnTo>
                        <a:pt x="1401068" y="152475"/>
                      </a:lnTo>
                      <a:lnTo>
                        <a:pt x="1426741" y="152475"/>
                      </a:lnTo>
                      <a:lnTo>
                        <a:pt x="1426741" y="42639"/>
                      </a:lnTo>
                      <a:close/>
                      <a:moveTo>
                        <a:pt x="45541" y="29245"/>
                      </a:moveTo>
                      <a:lnTo>
                        <a:pt x="45541" y="97111"/>
                      </a:lnTo>
                      <a:lnTo>
                        <a:pt x="176361" y="97111"/>
                      </a:lnTo>
                      <a:lnTo>
                        <a:pt x="176361" y="29245"/>
                      </a:lnTo>
                      <a:close/>
                      <a:moveTo>
                        <a:pt x="1384995" y="27013"/>
                      </a:moveTo>
                      <a:lnTo>
                        <a:pt x="1442814" y="27013"/>
                      </a:lnTo>
                      <a:lnTo>
                        <a:pt x="1442814" y="168102"/>
                      </a:lnTo>
                      <a:lnTo>
                        <a:pt x="1401068" y="168102"/>
                      </a:lnTo>
                      <a:lnTo>
                        <a:pt x="1401068" y="183505"/>
                      </a:lnTo>
                      <a:lnTo>
                        <a:pt x="1384995" y="183505"/>
                      </a:lnTo>
                      <a:close/>
                      <a:moveTo>
                        <a:pt x="1146125" y="20538"/>
                      </a:moveTo>
                      <a:lnTo>
                        <a:pt x="1220911" y="20538"/>
                      </a:lnTo>
                      <a:lnTo>
                        <a:pt x="1220911" y="36612"/>
                      </a:lnTo>
                      <a:lnTo>
                        <a:pt x="1192113" y="36612"/>
                      </a:lnTo>
                      <a:lnTo>
                        <a:pt x="1192113" y="86618"/>
                      </a:lnTo>
                      <a:lnTo>
                        <a:pt x="1217563" y="86618"/>
                      </a:lnTo>
                      <a:lnTo>
                        <a:pt x="1217563" y="102692"/>
                      </a:lnTo>
                      <a:lnTo>
                        <a:pt x="1192113" y="102692"/>
                      </a:lnTo>
                      <a:lnTo>
                        <a:pt x="1192113" y="160735"/>
                      </a:lnTo>
                      <a:cubicBezTo>
                        <a:pt x="1201787" y="157981"/>
                        <a:pt x="1211759" y="155005"/>
                        <a:pt x="1222028" y="151805"/>
                      </a:cubicBezTo>
                      <a:cubicBezTo>
                        <a:pt x="1222028" y="158949"/>
                        <a:pt x="1222177" y="164827"/>
                        <a:pt x="1222474" y="169441"/>
                      </a:cubicBezTo>
                      <a:cubicBezTo>
                        <a:pt x="1200597" y="175990"/>
                        <a:pt x="1175296" y="183803"/>
                        <a:pt x="1146572" y="192882"/>
                      </a:cubicBezTo>
                      <a:lnTo>
                        <a:pt x="1143223" y="173906"/>
                      </a:lnTo>
                      <a:cubicBezTo>
                        <a:pt x="1153418" y="171376"/>
                        <a:pt x="1164059" y="168585"/>
                        <a:pt x="1175147" y="165534"/>
                      </a:cubicBezTo>
                      <a:lnTo>
                        <a:pt x="1175147" y="102692"/>
                      </a:lnTo>
                      <a:lnTo>
                        <a:pt x="1147242" y="102692"/>
                      </a:lnTo>
                      <a:lnTo>
                        <a:pt x="1147242" y="86618"/>
                      </a:lnTo>
                      <a:lnTo>
                        <a:pt x="1175147" y="86618"/>
                      </a:lnTo>
                      <a:lnTo>
                        <a:pt x="1175147" y="36612"/>
                      </a:lnTo>
                      <a:lnTo>
                        <a:pt x="1146125" y="36612"/>
                      </a:lnTo>
                      <a:close/>
                      <a:moveTo>
                        <a:pt x="1643063" y="20204"/>
                      </a:moveTo>
                      <a:lnTo>
                        <a:pt x="1665610" y="20204"/>
                      </a:lnTo>
                      <a:lnTo>
                        <a:pt x="1663154" y="143880"/>
                      </a:lnTo>
                      <a:lnTo>
                        <a:pt x="1645518" y="143880"/>
                      </a:lnTo>
                      <a:close/>
                      <a:moveTo>
                        <a:pt x="1235422" y="18753"/>
                      </a:moveTo>
                      <a:lnTo>
                        <a:pt x="1348829" y="18753"/>
                      </a:lnTo>
                      <a:lnTo>
                        <a:pt x="1348829" y="35272"/>
                      </a:lnTo>
                      <a:lnTo>
                        <a:pt x="1235422" y="35272"/>
                      </a:lnTo>
                      <a:close/>
                      <a:moveTo>
                        <a:pt x="1455539" y="18083"/>
                      </a:moveTo>
                      <a:lnTo>
                        <a:pt x="1589484" y="18083"/>
                      </a:lnTo>
                      <a:lnTo>
                        <a:pt x="1589484" y="34156"/>
                      </a:lnTo>
                      <a:lnTo>
                        <a:pt x="1554435" y="34156"/>
                      </a:lnTo>
                      <a:lnTo>
                        <a:pt x="1554435" y="94432"/>
                      </a:lnTo>
                      <a:lnTo>
                        <a:pt x="1594172" y="94432"/>
                      </a:lnTo>
                      <a:lnTo>
                        <a:pt x="1594172" y="110505"/>
                      </a:lnTo>
                      <a:lnTo>
                        <a:pt x="1554435" y="110505"/>
                      </a:lnTo>
                      <a:lnTo>
                        <a:pt x="1554435" y="191542"/>
                      </a:lnTo>
                      <a:cubicBezTo>
                        <a:pt x="1554435" y="209699"/>
                        <a:pt x="1546324" y="218926"/>
                        <a:pt x="1530102" y="219224"/>
                      </a:cubicBezTo>
                      <a:cubicBezTo>
                        <a:pt x="1520726" y="219224"/>
                        <a:pt x="1510457" y="219150"/>
                        <a:pt x="1499295" y="219001"/>
                      </a:cubicBezTo>
                      <a:cubicBezTo>
                        <a:pt x="1498550" y="213048"/>
                        <a:pt x="1497360" y="206648"/>
                        <a:pt x="1495723" y="199802"/>
                      </a:cubicBezTo>
                      <a:cubicBezTo>
                        <a:pt x="1507629" y="200993"/>
                        <a:pt x="1517303" y="201588"/>
                        <a:pt x="1524744" y="201588"/>
                      </a:cubicBezTo>
                      <a:cubicBezTo>
                        <a:pt x="1532781" y="201588"/>
                        <a:pt x="1536799" y="196825"/>
                        <a:pt x="1536799" y="187300"/>
                      </a:cubicBezTo>
                      <a:lnTo>
                        <a:pt x="1536799" y="113407"/>
                      </a:lnTo>
                      <a:cubicBezTo>
                        <a:pt x="1514698" y="149052"/>
                        <a:pt x="1481882" y="180678"/>
                        <a:pt x="1438349" y="208285"/>
                      </a:cubicBezTo>
                      <a:cubicBezTo>
                        <a:pt x="1435224" y="203672"/>
                        <a:pt x="1431355" y="198686"/>
                        <a:pt x="1426741" y="193328"/>
                      </a:cubicBezTo>
                      <a:cubicBezTo>
                        <a:pt x="1463873" y="171822"/>
                        <a:pt x="1494346" y="144215"/>
                        <a:pt x="1518159" y="110505"/>
                      </a:cubicBezTo>
                      <a:lnTo>
                        <a:pt x="1461343" y="110505"/>
                      </a:lnTo>
                      <a:lnTo>
                        <a:pt x="1461343" y="94432"/>
                      </a:lnTo>
                      <a:lnTo>
                        <a:pt x="1477417" y="42863"/>
                      </a:lnTo>
                      <a:lnTo>
                        <a:pt x="1494383" y="46435"/>
                      </a:lnTo>
                      <a:lnTo>
                        <a:pt x="1479649" y="94432"/>
                      </a:lnTo>
                      <a:lnTo>
                        <a:pt x="1536799" y="94432"/>
                      </a:lnTo>
                      <a:lnTo>
                        <a:pt x="1536799" y="34156"/>
                      </a:lnTo>
                      <a:lnTo>
                        <a:pt x="1455539" y="34156"/>
                      </a:lnTo>
                      <a:close/>
                      <a:moveTo>
                        <a:pt x="27682" y="12279"/>
                      </a:moveTo>
                      <a:lnTo>
                        <a:pt x="194221" y="12279"/>
                      </a:lnTo>
                      <a:lnTo>
                        <a:pt x="194221" y="126579"/>
                      </a:lnTo>
                      <a:lnTo>
                        <a:pt x="176361" y="126579"/>
                      </a:lnTo>
                      <a:lnTo>
                        <a:pt x="176361" y="114077"/>
                      </a:lnTo>
                      <a:lnTo>
                        <a:pt x="144438" y="114077"/>
                      </a:lnTo>
                      <a:lnTo>
                        <a:pt x="144438" y="186407"/>
                      </a:lnTo>
                      <a:cubicBezTo>
                        <a:pt x="144438" y="196081"/>
                        <a:pt x="149126" y="200918"/>
                        <a:pt x="158502" y="200918"/>
                      </a:cubicBezTo>
                      <a:lnTo>
                        <a:pt x="184844" y="200918"/>
                      </a:lnTo>
                      <a:cubicBezTo>
                        <a:pt x="194369" y="200918"/>
                        <a:pt x="199578" y="196825"/>
                        <a:pt x="200471" y="188640"/>
                      </a:cubicBezTo>
                      <a:cubicBezTo>
                        <a:pt x="201513" y="178668"/>
                        <a:pt x="202332" y="167283"/>
                        <a:pt x="202927" y="154484"/>
                      </a:cubicBezTo>
                      <a:cubicBezTo>
                        <a:pt x="208285" y="156567"/>
                        <a:pt x="214685" y="158800"/>
                        <a:pt x="222126" y="161181"/>
                      </a:cubicBezTo>
                      <a:cubicBezTo>
                        <a:pt x="220935" y="174724"/>
                        <a:pt x="219745" y="185738"/>
                        <a:pt x="218554" y="194221"/>
                      </a:cubicBezTo>
                      <a:cubicBezTo>
                        <a:pt x="216470" y="209104"/>
                        <a:pt x="206201" y="216545"/>
                        <a:pt x="187747" y="216545"/>
                      </a:cubicBezTo>
                      <a:lnTo>
                        <a:pt x="154484" y="216545"/>
                      </a:lnTo>
                      <a:cubicBezTo>
                        <a:pt x="136178" y="216545"/>
                        <a:pt x="127025" y="207318"/>
                        <a:pt x="127025" y="188863"/>
                      </a:cubicBezTo>
                      <a:lnTo>
                        <a:pt x="127025" y="114077"/>
                      </a:lnTo>
                      <a:lnTo>
                        <a:pt x="90413" y="114077"/>
                      </a:lnTo>
                      <a:cubicBezTo>
                        <a:pt x="89743" y="136401"/>
                        <a:pt x="87139" y="153665"/>
                        <a:pt x="82600" y="165869"/>
                      </a:cubicBezTo>
                      <a:cubicBezTo>
                        <a:pt x="73223" y="192063"/>
                        <a:pt x="49411" y="211634"/>
                        <a:pt x="11162" y="224582"/>
                      </a:cubicBezTo>
                      <a:cubicBezTo>
                        <a:pt x="8185" y="219671"/>
                        <a:pt x="4465" y="214164"/>
                        <a:pt x="0" y="208062"/>
                      </a:cubicBezTo>
                      <a:cubicBezTo>
                        <a:pt x="34975" y="198090"/>
                        <a:pt x="56852" y="181868"/>
                        <a:pt x="65633" y="159395"/>
                      </a:cubicBezTo>
                      <a:cubicBezTo>
                        <a:pt x="69651" y="149498"/>
                        <a:pt x="71958" y="134392"/>
                        <a:pt x="72554" y="114077"/>
                      </a:cubicBezTo>
                      <a:lnTo>
                        <a:pt x="45541" y="114077"/>
                      </a:lnTo>
                      <a:lnTo>
                        <a:pt x="45541" y="126579"/>
                      </a:lnTo>
                      <a:lnTo>
                        <a:pt x="27682" y="126579"/>
                      </a:lnTo>
                      <a:close/>
                      <a:moveTo>
                        <a:pt x="787152" y="6474"/>
                      </a:moveTo>
                      <a:lnTo>
                        <a:pt x="806574" y="6474"/>
                      </a:lnTo>
                      <a:lnTo>
                        <a:pt x="806574" y="90190"/>
                      </a:lnTo>
                      <a:lnTo>
                        <a:pt x="865287" y="90190"/>
                      </a:lnTo>
                      <a:lnTo>
                        <a:pt x="865287" y="27013"/>
                      </a:lnTo>
                      <a:lnTo>
                        <a:pt x="884262" y="27013"/>
                      </a:lnTo>
                      <a:lnTo>
                        <a:pt x="884262" y="115416"/>
                      </a:lnTo>
                      <a:lnTo>
                        <a:pt x="865287" y="115416"/>
                      </a:lnTo>
                      <a:lnTo>
                        <a:pt x="865287" y="107157"/>
                      </a:lnTo>
                      <a:lnTo>
                        <a:pt x="806574" y="107157"/>
                      </a:lnTo>
                      <a:lnTo>
                        <a:pt x="806574" y="194667"/>
                      </a:lnTo>
                      <a:lnTo>
                        <a:pt x="871984" y="194667"/>
                      </a:lnTo>
                      <a:lnTo>
                        <a:pt x="871984" y="131043"/>
                      </a:lnTo>
                      <a:lnTo>
                        <a:pt x="890736" y="131043"/>
                      </a:lnTo>
                      <a:lnTo>
                        <a:pt x="890736" y="219671"/>
                      </a:lnTo>
                      <a:lnTo>
                        <a:pt x="871984" y="219671"/>
                      </a:lnTo>
                      <a:lnTo>
                        <a:pt x="871984" y="211634"/>
                      </a:lnTo>
                      <a:lnTo>
                        <a:pt x="704106" y="211634"/>
                      </a:lnTo>
                      <a:lnTo>
                        <a:pt x="704106" y="131043"/>
                      </a:lnTo>
                      <a:lnTo>
                        <a:pt x="723081" y="131043"/>
                      </a:lnTo>
                      <a:lnTo>
                        <a:pt x="723081" y="194667"/>
                      </a:lnTo>
                      <a:lnTo>
                        <a:pt x="787152" y="194667"/>
                      </a:lnTo>
                      <a:lnTo>
                        <a:pt x="787152" y="107157"/>
                      </a:lnTo>
                      <a:lnTo>
                        <a:pt x="710133" y="107157"/>
                      </a:lnTo>
                      <a:lnTo>
                        <a:pt x="710133" y="27013"/>
                      </a:lnTo>
                      <a:lnTo>
                        <a:pt x="729109" y="27013"/>
                      </a:lnTo>
                      <a:lnTo>
                        <a:pt x="729109" y="90190"/>
                      </a:lnTo>
                      <a:lnTo>
                        <a:pt x="787152" y="90190"/>
                      </a:lnTo>
                      <a:close/>
                      <a:moveTo>
                        <a:pt x="1017538" y="2233"/>
                      </a:moveTo>
                      <a:lnTo>
                        <a:pt x="1034504" y="2233"/>
                      </a:lnTo>
                      <a:lnTo>
                        <a:pt x="1034504" y="34379"/>
                      </a:lnTo>
                      <a:lnTo>
                        <a:pt x="1122462" y="34379"/>
                      </a:lnTo>
                      <a:lnTo>
                        <a:pt x="1122462" y="50006"/>
                      </a:lnTo>
                      <a:lnTo>
                        <a:pt x="1034504" y="50006"/>
                      </a:lnTo>
                      <a:lnTo>
                        <a:pt x="1034504" y="108719"/>
                      </a:lnTo>
                      <a:lnTo>
                        <a:pt x="1134070" y="108719"/>
                      </a:lnTo>
                      <a:lnTo>
                        <a:pt x="1134070" y="124346"/>
                      </a:lnTo>
                      <a:lnTo>
                        <a:pt x="1039081" y="124346"/>
                      </a:lnTo>
                      <a:cubicBezTo>
                        <a:pt x="1063563" y="151582"/>
                        <a:pt x="1096417" y="172790"/>
                        <a:pt x="1137642" y="187970"/>
                      </a:cubicBezTo>
                      <a:cubicBezTo>
                        <a:pt x="1132731" y="194221"/>
                        <a:pt x="1128564" y="199876"/>
                        <a:pt x="1125141" y="204937"/>
                      </a:cubicBezTo>
                      <a:cubicBezTo>
                        <a:pt x="1086296" y="187375"/>
                        <a:pt x="1056084" y="164939"/>
                        <a:pt x="1034504" y="137629"/>
                      </a:cubicBezTo>
                      <a:lnTo>
                        <a:pt x="1034504" y="223019"/>
                      </a:lnTo>
                      <a:lnTo>
                        <a:pt x="1017538" y="223019"/>
                      </a:lnTo>
                      <a:lnTo>
                        <a:pt x="1017538" y="136401"/>
                      </a:lnTo>
                      <a:cubicBezTo>
                        <a:pt x="995809" y="161851"/>
                        <a:pt x="965448" y="185589"/>
                        <a:pt x="926455" y="207615"/>
                      </a:cubicBezTo>
                      <a:cubicBezTo>
                        <a:pt x="923330" y="203151"/>
                        <a:pt x="919311" y="198016"/>
                        <a:pt x="914400" y="192212"/>
                      </a:cubicBezTo>
                      <a:cubicBezTo>
                        <a:pt x="953244" y="172715"/>
                        <a:pt x="985763" y="150093"/>
                        <a:pt x="1011957" y="124346"/>
                      </a:cubicBezTo>
                      <a:lnTo>
                        <a:pt x="918195" y="124346"/>
                      </a:lnTo>
                      <a:lnTo>
                        <a:pt x="918195" y="108719"/>
                      </a:lnTo>
                      <a:lnTo>
                        <a:pt x="1017538" y="108719"/>
                      </a:lnTo>
                      <a:lnTo>
                        <a:pt x="1017538" y="50006"/>
                      </a:lnTo>
                      <a:lnTo>
                        <a:pt x="931366" y="50006"/>
                      </a:lnTo>
                      <a:lnTo>
                        <a:pt x="931366" y="34379"/>
                      </a:lnTo>
                      <a:lnTo>
                        <a:pt x="1017538" y="34379"/>
                      </a:lnTo>
                      <a:close/>
                      <a:moveTo>
                        <a:pt x="384423" y="0"/>
                      </a:moveTo>
                      <a:lnTo>
                        <a:pt x="400050" y="11162"/>
                      </a:lnTo>
                      <a:cubicBezTo>
                        <a:pt x="392534" y="19943"/>
                        <a:pt x="384944" y="28278"/>
                        <a:pt x="377279" y="36165"/>
                      </a:cubicBezTo>
                      <a:lnTo>
                        <a:pt x="431304" y="36165"/>
                      </a:lnTo>
                      <a:lnTo>
                        <a:pt x="431304" y="104254"/>
                      </a:lnTo>
                      <a:lnTo>
                        <a:pt x="413444" y="104254"/>
                      </a:lnTo>
                      <a:lnTo>
                        <a:pt x="413444" y="96664"/>
                      </a:lnTo>
                      <a:lnTo>
                        <a:pt x="348927" y="96664"/>
                      </a:lnTo>
                      <a:lnTo>
                        <a:pt x="348927" y="125909"/>
                      </a:lnTo>
                      <a:lnTo>
                        <a:pt x="443805" y="125909"/>
                      </a:lnTo>
                      <a:cubicBezTo>
                        <a:pt x="443061" y="145554"/>
                        <a:pt x="442168" y="161851"/>
                        <a:pt x="441127" y="174799"/>
                      </a:cubicBezTo>
                      <a:cubicBezTo>
                        <a:pt x="439936" y="193402"/>
                        <a:pt x="429518" y="202704"/>
                        <a:pt x="409873" y="202704"/>
                      </a:cubicBezTo>
                      <a:cubicBezTo>
                        <a:pt x="401538" y="202704"/>
                        <a:pt x="391567" y="202630"/>
                        <a:pt x="379958" y="202481"/>
                      </a:cubicBezTo>
                      <a:cubicBezTo>
                        <a:pt x="378916" y="196528"/>
                        <a:pt x="377577" y="190277"/>
                        <a:pt x="375940" y="183729"/>
                      </a:cubicBezTo>
                      <a:cubicBezTo>
                        <a:pt x="388590" y="184622"/>
                        <a:pt x="398636" y="185068"/>
                        <a:pt x="406077" y="185068"/>
                      </a:cubicBezTo>
                      <a:cubicBezTo>
                        <a:pt x="417240" y="185068"/>
                        <a:pt x="423044" y="179561"/>
                        <a:pt x="423490" y="168548"/>
                      </a:cubicBezTo>
                      <a:cubicBezTo>
                        <a:pt x="424086" y="161553"/>
                        <a:pt x="424532" y="152698"/>
                        <a:pt x="424830" y="141982"/>
                      </a:cubicBezTo>
                      <a:lnTo>
                        <a:pt x="348927" y="141982"/>
                      </a:lnTo>
                      <a:lnTo>
                        <a:pt x="348927" y="223466"/>
                      </a:lnTo>
                      <a:lnTo>
                        <a:pt x="330622" y="223466"/>
                      </a:lnTo>
                      <a:lnTo>
                        <a:pt x="330622" y="142429"/>
                      </a:lnTo>
                      <a:cubicBezTo>
                        <a:pt x="309265" y="175320"/>
                        <a:pt x="278681" y="200993"/>
                        <a:pt x="238869" y="219447"/>
                      </a:cubicBezTo>
                      <a:cubicBezTo>
                        <a:pt x="236041" y="215280"/>
                        <a:pt x="232395" y="210369"/>
                        <a:pt x="227930" y="204713"/>
                      </a:cubicBezTo>
                      <a:cubicBezTo>
                        <a:pt x="260970" y="190724"/>
                        <a:pt x="288354" y="169813"/>
                        <a:pt x="310083" y="141982"/>
                      </a:cubicBezTo>
                      <a:lnTo>
                        <a:pt x="242664" y="141982"/>
                      </a:lnTo>
                      <a:lnTo>
                        <a:pt x="251371" y="80591"/>
                      </a:lnTo>
                      <a:lnTo>
                        <a:pt x="330622" y="80591"/>
                      </a:lnTo>
                      <a:lnTo>
                        <a:pt x="330622" y="52239"/>
                      </a:lnTo>
                      <a:lnTo>
                        <a:pt x="240655" y="52239"/>
                      </a:lnTo>
                      <a:lnTo>
                        <a:pt x="240655" y="36165"/>
                      </a:lnTo>
                      <a:lnTo>
                        <a:pt x="299479" y="36165"/>
                      </a:lnTo>
                      <a:cubicBezTo>
                        <a:pt x="292931" y="28724"/>
                        <a:pt x="285080" y="20762"/>
                        <a:pt x="275927" y="12279"/>
                      </a:cubicBezTo>
                      <a:lnTo>
                        <a:pt x="288652" y="893"/>
                      </a:lnTo>
                      <a:cubicBezTo>
                        <a:pt x="298624" y="9228"/>
                        <a:pt x="307702" y="17636"/>
                        <a:pt x="315888" y="26120"/>
                      </a:cubicBezTo>
                      <a:lnTo>
                        <a:pt x="304725" y="36165"/>
                      </a:lnTo>
                      <a:lnTo>
                        <a:pt x="367233" y="36165"/>
                      </a:lnTo>
                      <a:lnTo>
                        <a:pt x="359420" y="29915"/>
                      </a:lnTo>
                      <a:cubicBezTo>
                        <a:pt x="368350" y="20687"/>
                        <a:pt x="376684" y="10716"/>
                        <a:pt x="384423" y="0"/>
                      </a:cubicBez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1A5D5098-5628-4D78-AE79-09B60C9B5632}"/>
                </a:ext>
              </a:extLst>
            </p:cNvPr>
            <p:cNvGrpSpPr/>
            <p:nvPr/>
          </p:nvGrpSpPr>
          <p:grpSpPr>
            <a:xfrm>
              <a:off x="5631543" y="1559186"/>
              <a:ext cx="2566931" cy="950384"/>
              <a:chOff x="5631543" y="1559186"/>
              <a:chExt cx="2566931" cy="950384"/>
            </a:xfrm>
          </p:grpSpPr>
          <p:sp>
            <p:nvSpPr>
              <p:cNvPr id="73" name="任意多边形: 形状 72">
                <a:extLst>
                  <a:ext uri="{FF2B5EF4-FFF2-40B4-BE49-F238E27FC236}">
                    <a16:creationId xmlns:a16="http://schemas.microsoft.com/office/drawing/2014/main" id="{B4E1253F-AF95-4084-88A7-79268CEC1599}"/>
                  </a:ext>
                </a:extLst>
              </p:cNvPr>
              <p:cNvSpPr/>
              <p:nvPr/>
            </p:nvSpPr>
            <p:spPr>
              <a:xfrm>
                <a:off x="5631543" y="1559186"/>
                <a:ext cx="2566931" cy="950384"/>
              </a:xfrm>
              <a:custGeom>
                <a:avLst/>
                <a:gdLst>
                  <a:gd name="connsiteX0" fmla="*/ 87311 w 2522548"/>
                  <a:gd name="connsiteY0" fmla="*/ 0 h 1354934"/>
                  <a:gd name="connsiteX1" fmla="*/ 2266473 w 2522548"/>
                  <a:gd name="connsiteY1" fmla="*/ 0 h 1354934"/>
                  <a:gd name="connsiteX2" fmla="*/ 2353784 w 2522548"/>
                  <a:gd name="connsiteY2" fmla="*/ 87311 h 1354934"/>
                  <a:gd name="connsiteX3" fmla="*/ 2353784 w 2522548"/>
                  <a:gd name="connsiteY3" fmla="*/ 1005055 h 1354934"/>
                  <a:gd name="connsiteX4" fmla="*/ 2522548 w 2522548"/>
                  <a:gd name="connsiteY4" fmla="*/ 1354934 h 1354934"/>
                  <a:gd name="connsiteX5" fmla="*/ 2266874 w 2522548"/>
                  <a:gd name="connsiteY5" fmla="*/ 1209545 h 1354934"/>
                  <a:gd name="connsiteX6" fmla="*/ 2266473 w 2522548"/>
                  <a:gd name="connsiteY6" fmla="*/ 1209626 h 1354934"/>
                  <a:gd name="connsiteX7" fmla="*/ 87311 w 2522548"/>
                  <a:gd name="connsiteY7" fmla="*/ 1209626 h 1354934"/>
                  <a:gd name="connsiteX8" fmla="*/ 0 w 2522548"/>
                  <a:gd name="connsiteY8" fmla="*/ 1122315 h 1354934"/>
                  <a:gd name="connsiteX9" fmla="*/ 0 w 2522548"/>
                  <a:gd name="connsiteY9" fmla="*/ 87311 h 1354934"/>
                  <a:gd name="connsiteX10" fmla="*/ 87311 w 2522548"/>
                  <a:gd name="connsiteY10" fmla="*/ 0 h 1354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22548" h="1354934">
                    <a:moveTo>
                      <a:pt x="87311" y="0"/>
                    </a:moveTo>
                    <a:lnTo>
                      <a:pt x="2266473" y="0"/>
                    </a:lnTo>
                    <a:cubicBezTo>
                      <a:pt x="2314694" y="0"/>
                      <a:pt x="2353784" y="39090"/>
                      <a:pt x="2353784" y="87311"/>
                    </a:cubicBezTo>
                    <a:lnTo>
                      <a:pt x="2353784" y="1005055"/>
                    </a:lnTo>
                    <a:lnTo>
                      <a:pt x="2522548" y="1354934"/>
                    </a:lnTo>
                    <a:lnTo>
                      <a:pt x="2266874" y="1209545"/>
                    </a:lnTo>
                    <a:lnTo>
                      <a:pt x="2266473" y="1209626"/>
                    </a:lnTo>
                    <a:lnTo>
                      <a:pt x="87311" y="1209626"/>
                    </a:lnTo>
                    <a:cubicBezTo>
                      <a:pt x="39090" y="1209626"/>
                      <a:pt x="0" y="1170536"/>
                      <a:pt x="0" y="1122315"/>
                    </a:cubicBezTo>
                    <a:lnTo>
                      <a:pt x="0" y="87311"/>
                    </a:lnTo>
                    <a:cubicBezTo>
                      <a:pt x="0" y="39090"/>
                      <a:pt x="39090" y="0"/>
                      <a:pt x="87311" y="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392E9BAD-897F-4C8A-A2AF-6782498A731E}"/>
                  </a:ext>
                </a:extLst>
              </p:cNvPr>
              <p:cNvSpPr txBox="1"/>
              <p:nvPr/>
            </p:nvSpPr>
            <p:spPr>
              <a:xfrm>
                <a:off x="5789099" y="1875497"/>
                <a:ext cx="2051373" cy="222572"/>
              </a:xfrm>
              <a:custGeom>
                <a:avLst/>
                <a:gdLst/>
                <a:ahLst/>
                <a:cxnLst/>
                <a:rect l="l" t="t" r="r" b="b"/>
                <a:pathLst>
                  <a:path w="2051373" h="222572">
                    <a:moveTo>
                      <a:pt x="959941" y="163078"/>
                    </a:moveTo>
                    <a:lnTo>
                      <a:pt x="980703" y="163078"/>
                    </a:lnTo>
                    <a:lnTo>
                      <a:pt x="961839" y="222572"/>
                    </a:lnTo>
                    <a:lnTo>
                      <a:pt x="946212" y="222572"/>
                    </a:lnTo>
                    <a:close/>
                    <a:moveTo>
                      <a:pt x="480194" y="150465"/>
                    </a:moveTo>
                    <a:lnTo>
                      <a:pt x="496937" y="156269"/>
                    </a:lnTo>
                    <a:cubicBezTo>
                      <a:pt x="489942" y="176361"/>
                      <a:pt x="482575" y="193253"/>
                      <a:pt x="474836" y="206945"/>
                    </a:cubicBezTo>
                    <a:cubicBezTo>
                      <a:pt x="470967" y="204862"/>
                      <a:pt x="465609" y="202183"/>
                      <a:pt x="458763" y="198908"/>
                    </a:cubicBezTo>
                    <a:cubicBezTo>
                      <a:pt x="467395" y="185216"/>
                      <a:pt x="474539" y="169068"/>
                      <a:pt x="480194" y="150465"/>
                    </a:cubicBezTo>
                    <a:close/>
                    <a:moveTo>
                      <a:pt x="649858" y="149349"/>
                    </a:moveTo>
                    <a:cubicBezTo>
                      <a:pt x="656853" y="157832"/>
                      <a:pt x="666973" y="171003"/>
                      <a:pt x="680219" y="188863"/>
                    </a:cubicBezTo>
                    <a:lnTo>
                      <a:pt x="664592" y="199355"/>
                    </a:lnTo>
                    <a:cubicBezTo>
                      <a:pt x="655216" y="184770"/>
                      <a:pt x="645840" y="171226"/>
                      <a:pt x="636464" y="158725"/>
                    </a:cubicBezTo>
                    <a:close/>
                    <a:moveTo>
                      <a:pt x="515913" y="147786"/>
                    </a:moveTo>
                    <a:lnTo>
                      <a:pt x="532879" y="147786"/>
                    </a:lnTo>
                    <a:lnTo>
                      <a:pt x="532879" y="186853"/>
                    </a:lnTo>
                    <a:cubicBezTo>
                      <a:pt x="532879" y="196081"/>
                      <a:pt x="537716" y="200694"/>
                      <a:pt x="547390" y="200694"/>
                    </a:cubicBezTo>
                    <a:lnTo>
                      <a:pt x="591369" y="200694"/>
                    </a:lnTo>
                    <a:cubicBezTo>
                      <a:pt x="601787" y="200694"/>
                      <a:pt x="607889" y="196453"/>
                      <a:pt x="609675" y="187970"/>
                    </a:cubicBezTo>
                    <a:cubicBezTo>
                      <a:pt x="611014" y="182463"/>
                      <a:pt x="612428" y="174426"/>
                      <a:pt x="613916" y="163859"/>
                    </a:cubicBezTo>
                    <a:cubicBezTo>
                      <a:pt x="618976" y="165943"/>
                      <a:pt x="624855" y="168175"/>
                      <a:pt x="631552" y="170557"/>
                    </a:cubicBezTo>
                    <a:cubicBezTo>
                      <a:pt x="629469" y="181123"/>
                      <a:pt x="627459" y="189607"/>
                      <a:pt x="625525" y="196006"/>
                    </a:cubicBezTo>
                    <a:cubicBezTo>
                      <a:pt x="621655" y="209550"/>
                      <a:pt x="611609" y="216321"/>
                      <a:pt x="595387" y="216321"/>
                    </a:cubicBezTo>
                    <a:lnTo>
                      <a:pt x="543372" y="216321"/>
                    </a:lnTo>
                    <a:cubicBezTo>
                      <a:pt x="525066" y="216321"/>
                      <a:pt x="515913" y="207020"/>
                      <a:pt x="515913" y="188416"/>
                    </a:cubicBezTo>
                    <a:close/>
                    <a:moveTo>
                      <a:pt x="558552" y="141312"/>
                    </a:moveTo>
                    <a:cubicBezTo>
                      <a:pt x="568821" y="149349"/>
                      <a:pt x="579239" y="158129"/>
                      <a:pt x="589806" y="167655"/>
                    </a:cubicBezTo>
                    <a:lnTo>
                      <a:pt x="577304" y="180603"/>
                    </a:lnTo>
                    <a:cubicBezTo>
                      <a:pt x="567184" y="169887"/>
                      <a:pt x="557362" y="160511"/>
                      <a:pt x="547837" y="152474"/>
                    </a:cubicBezTo>
                    <a:close/>
                    <a:moveTo>
                      <a:pt x="573286" y="97556"/>
                    </a:moveTo>
                    <a:lnTo>
                      <a:pt x="573286" y="118764"/>
                    </a:lnTo>
                    <a:lnTo>
                      <a:pt x="645617" y="118764"/>
                    </a:lnTo>
                    <a:lnTo>
                      <a:pt x="645617" y="97556"/>
                    </a:lnTo>
                    <a:close/>
                    <a:moveTo>
                      <a:pt x="1514252" y="88627"/>
                    </a:moveTo>
                    <a:cubicBezTo>
                      <a:pt x="1542083" y="105593"/>
                      <a:pt x="1568946" y="122857"/>
                      <a:pt x="1594842" y="140419"/>
                    </a:cubicBezTo>
                    <a:lnTo>
                      <a:pt x="1582118" y="158055"/>
                    </a:lnTo>
                    <a:cubicBezTo>
                      <a:pt x="1551459" y="135284"/>
                      <a:pt x="1525191" y="117202"/>
                      <a:pt x="1503313" y="103807"/>
                    </a:cubicBezTo>
                    <a:close/>
                    <a:moveTo>
                      <a:pt x="831354" y="77241"/>
                    </a:moveTo>
                    <a:lnTo>
                      <a:pt x="831354" y="141312"/>
                    </a:lnTo>
                    <a:lnTo>
                      <a:pt x="849437" y="141312"/>
                    </a:lnTo>
                    <a:lnTo>
                      <a:pt x="849437" y="77241"/>
                    </a:lnTo>
                    <a:close/>
                    <a:moveTo>
                      <a:pt x="817290" y="62731"/>
                    </a:moveTo>
                    <a:lnTo>
                      <a:pt x="863501" y="62731"/>
                    </a:lnTo>
                    <a:lnTo>
                      <a:pt x="863501" y="155823"/>
                    </a:lnTo>
                    <a:lnTo>
                      <a:pt x="831354" y="155823"/>
                    </a:lnTo>
                    <a:lnTo>
                      <a:pt x="831354" y="173459"/>
                    </a:lnTo>
                    <a:lnTo>
                      <a:pt x="817290" y="173459"/>
                    </a:lnTo>
                    <a:close/>
                    <a:moveTo>
                      <a:pt x="573286" y="62284"/>
                    </a:moveTo>
                    <a:lnTo>
                      <a:pt x="573286" y="83269"/>
                    </a:lnTo>
                    <a:lnTo>
                      <a:pt x="645617" y="83269"/>
                    </a:lnTo>
                    <a:lnTo>
                      <a:pt x="645617" y="62284"/>
                    </a:lnTo>
                    <a:close/>
                    <a:moveTo>
                      <a:pt x="1648867" y="54917"/>
                    </a:moveTo>
                    <a:cubicBezTo>
                      <a:pt x="1659880" y="65782"/>
                      <a:pt x="1670298" y="77390"/>
                      <a:pt x="1680121" y="89743"/>
                    </a:cubicBezTo>
                    <a:lnTo>
                      <a:pt x="1665387" y="102021"/>
                    </a:lnTo>
                    <a:cubicBezTo>
                      <a:pt x="1657797" y="91603"/>
                      <a:pt x="1647974" y="79399"/>
                      <a:pt x="1635919" y="65410"/>
                    </a:cubicBezTo>
                    <a:close/>
                    <a:moveTo>
                      <a:pt x="1774329" y="54024"/>
                    </a:moveTo>
                    <a:lnTo>
                      <a:pt x="1789733" y="65856"/>
                    </a:lnTo>
                    <a:cubicBezTo>
                      <a:pt x="1778571" y="79102"/>
                      <a:pt x="1767111" y="91529"/>
                      <a:pt x="1755353" y="103138"/>
                    </a:cubicBezTo>
                    <a:lnTo>
                      <a:pt x="1742405" y="91975"/>
                    </a:lnTo>
                    <a:cubicBezTo>
                      <a:pt x="1756098" y="77390"/>
                      <a:pt x="1766739" y="64740"/>
                      <a:pt x="1774329" y="54024"/>
                    </a:cubicBezTo>
                    <a:close/>
                    <a:moveTo>
                      <a:pt x="1858268" y="40406"/>
                    </a:moveTo>
                    <a:lnTo>
                      <a:pt x="1858268" y="150242"/>
                    </a:lnTo>
                    <a:lnTo>
                      <a:pt x="1883941" y="150242"/>
                    </a:lnTo>
                    <a:lnTo>
                      <a:pt x="1883941" y="40406"/>
                    </a:lnTo>
                    <a:close/>
                    <a:moveTo>
                      <a:pt x="710134" y="39960"/>
                    </a:moveTo>
                    <a:lnTo>
                      <a:pt x="710134" y="154260"/>
                    </a:lnTo>
                    <a:lnTo>
                      <a:pt x="727770" y="154260"/>
                    </a:lnTo>
                    <a:lnTo>
                      <a:pt x="727770" y="39960"/>
                    </a:lnTo>
                    <a:close/>
                    <a:moveTo>
                      <a:pt x="573286" y="27012"/>
                    </a:moveTo>
                    <a:lnTo>
                      <a:pt x="573286" y="47997"/>
                    </a:lnTo>
                    <a:lnTo>
                      <a:pt x="645617" y="47997"/>
                    </a:lnTo>
                    <a:lnTo>
                      <a:pt x="645617" y="27012"/>
                    </a:lnTo>
                    <a:close/>
                    <a:moveTo>
                      <a:pt x="695623" y="25003"/>
                    </a:moveTo>
                    <a:lnTo>
                      <a:pt x="742280" y="25003"/>
                    </a:lnTo>
                    <a:lnTo>
                      <a:pt x="742280" y="181942"/>
                    </a:lnTo>
                    <a:lnTo>
                      <a:pt x="727770" y="181942"/>
                    </a:lnTo>
                    <a:lnTo>
                      <a:pt x="727770" y="169217"/>
                    </a:lnTo>
                    <a:lnTo>
                      <a:pt x="710134" y="169217"/>
                    </a:lnTo>
                    <a:lnTo>
                      <a:pt x="710134" y="185514"/>
                    </a:lnTo>
                    <a:lnTo>
                      <a:pt x="695623" y="185514"/>
                    </a:lnTo>
                    <a:close/>
                    <a:moveTo>
                      <a:pt x="1842195" y="24780"/>
                    </a:moveTo>
                    <a:lnTo>
                      <a:pt x="1900014" y="24780"/>
                    </a:lnTo>
                    <a:lnTo>
                      <a:pt x="1900014" y="165869"/>
                    </a:lnTo>
                    <a:lnTo>
                      <a:pt x="1858268" y="165869"/>
                    </a:lnTo>
                    <a:lnTo>
                      <a:pt x="1858268" y="181272"/>
                    </a:lnTo>
                    <a:lnTo>
                      <a:pt x="1842195" y="181272"/>
                    </a:lnTo>
                    <a:close/>
                    <a:moveTo>
                      <a:pt x="1376958" y="20315"/>
                    </a:moveTo>
                    <a:lnTo>
                      <a:pt x="1589708" y="20315"/>
                    </a:lnTo>
                    <a:lnTo>
                      <a:pt x="1589708" y="37728"/>
                    </a:lnTo>
                    <a:lnTo>
                      <a:pt x="1507555" y="37728"/>
                    </a:lnTo>
                    <a:cubicBezTo>
                      <a:pt x="1500411" y="50080"/>
                      <a:pt x="1490886" y="64740"/>
                      <a:pt x="1478980" y="81706"/>
                    </a:cubicBezTo>
                    <a:lnTo>
                      <a:pt x="1491928" y="81706"/>
                    </a:lnTo>
                    <a:lnTo>
                      <a:pt x="1491928" y="221679"/>
                    </a:lnTo>
                    <a:lnTo>
                      <a:pt x="1472729" y="221679"/>
                    </a:lnTo>
                    <a:lnTo>
                      <a:pt x="1472729" y="88627"/>
                    </a:lnTo>
                    <a:cubicBezTo>
                      <a:pt x="1447279" y="120029"/>
                      <a:pt x="1417290" y="146819"/>
                      <a:pt x="1382762" y="168994"/>
                    </a:cubicBezTo>
                    <a:cubicBezTo>
                      <a:pt x="1379042" y="163636"/>
                      <a:pt x="1374874" y="158278"/>
                      <a:pt x="1370261" y="152921"/>
                    </a:cubicBezTo>
                    <a:cubicBezTo>
                      <a:pt x="1417142" y="123601"/>
                      <a:pt x="1454944" y="85204"/>
                      <a:pt x="1483668" y="37728"/>
                    </a:cubicBezTo>
                    <a:lnTo>
                      <a:pt x="1376958" y="37728"/>
                    </a:lnTo>
                    <a:close/>
                    <a:moveTo>
                      <a:pt x="1912739" y="15850"/>
                    </a:moveTo>
                    <a:lnTo>
                      <a:pt x="2046684" y="15850"/>
                    </a:lnTo>
                    <a:lnTo>
                      <a:pt x="2046684" y="31923"/>
                    </a:lnTo>
                    <a:lnTo>
                      <a:pt x="2011635" y="31923"/>
                    </a:lnTo>
                    <a:lnTo>
                      <a:pt x="2011635" y="92199"/>
                    </a:lnTo>
                    <a:lnTo>
                      <a:pt x="2051373" y="92199"/>
                    </a:lnTo>
                    <a:lnTo>
                      <a:pt x="2051373" y="108272"/>
                    </a:lnTo>
                    <a:lnTo>
                      <a:pt x="2011635" y="108272"/>
                    </a:lnTo>
                    <a:lnTo>
                      <a:pt x="2011635" y="189309"/>
                    </a:lnTo>
                    <a:cubicBezTo>
                      <a:pt x="2011635" y="207466"/>
                      <a:pt x="2003524" y="216693"/>
                      <a:pt x="1987302" y="216991"/>
                    </a:cubicBezTo>
                    <a:cubicBezTo>
                      <a:pt x="1977926" y="216991"/>
                      <a:pt x="1967657" y="216917"/>
                      <a:pt x="1956495" y="216768"/>
                    </a:cubicBezTo>
                    <a:cubicBezTo>
                      <a:pt x="1955751" y="210815"/>
                      <a:pt x="1954560" y="204415"/>
                      <a:pt x="1952923" y="197569"/>
                    </a:cubicBezTo>
                    <a:cubicBezTo>
                      <a:pt x="1964829" y="198760"/>
                      <a:pt x="1974503" y="199355"/>
                      <a:pt x="1981944" y="199355"/>
                    </a:cubicBezTo>
                    <a:cubicBezTo>
                      <a:pt x="1989981" y="199355"/>
                      <a:pt x="1993999" y="194592"/>
                      <a:pt x="1993999" y="185067"/>
                    </a:cubicBezTo>
                    <a:lnTo>
                      <a:pt x="1993999" y="111174"/>
                    </a:lnTo>
                    <a:cubicBezTo>
                      <a:pt x="1971898" y="146819"/>
                      <a:pt x="1939082" y="178445"/>
                      <a:pt x="1895550" y="206052"/>
                    </a:cubicBezTo>
                    <a:cubicBezTo>
                      <a:pt x="1892424" y="201438"/>
                      <a:pt x="1888555" y="196453"/>
                      <a:pt x="1883941" y="191095"/>
                    </a:cubicBezTo>
                    <a:cubicBezTo>
                      <a:pt x="1921074" y="169589"/>
                      <a:pt x="1951546" y="141982"/>
                      <a:pt x="1975359" y="108272"/>
                    </a:cubicBezTo>
                    <a:lnTo>
                      <a:pt x="1918544" y="108272"/>
                    </a:lnTo>
                    <a:lnTo>
                      <a:pt x="1918544" y="92199"/>
                    </a:lnTo>
                    <a:lnTo>
                      <a:pt x="1934617" y="40630"/>
                    </a:lnTo>
                    <a:lnTo>
                      <a:pt x="1951583" y="44202"/>
                    </a:lnTo>
                    <a:lnTo>
                      <a:pt x="1936849" y="92199"/>
                    </a:lnTo>
                    <a:lnTo>
                      <a:pt x="1993999" y="92199"/>
                    </a:lnTo>
                    <a:lnTo>
                      <a:pt x="1993999" y="31923"/>
                    </a:lnTo>
                    <a:lnTo>
                      <a:pt x="1912739" y="31923"/>
                    </a:lnTo>
                    <a:close/>
                    <a:moveTo>
                      <a:pt x="815057" y="15627"/>
                    </a:moveTo>
                    <a:lnTo>
                      <a:pt x="908149" y="15627"/>
                    </a:lnTo>
                    <a:lnTo>
                      <a:pt x="908149" y="30584"/>
                    </a:lnTo>
                    <a:lnTo>
                      <a:pt x="891183" y="30584"/>
                    </a:lnTo>
                    <a:lnTo>
                      <a:pt x="891183" y="191765"/>
                    </a:lnTo>
                    <a:cubicBezTo>
                      <a:pt x="891183" y="208880"/>
                      <a:pt x="883667" y="217512"/>
                      <a:pt x="868635" y="217661"/>
                    </a:cubicBezTo>
                    <a:cubicBezTo>
                      <a:pt x="860748" y="217810"/>
                      <a:pt x="851818" y="217735"/>
                      <a:pt x="841846" y="217438"/>
                    </a:cubicBezTo>
                    <a:cubicBezTo>
                      <a:pt x="841251" y="211782"/>
                      <a:pt x="840284" y="206052"/>
                      <a:pt x="838944" y="200248"/>
                    </a:cubicBezTo>
                    <a:cubicBezTo>
                      <a:pt x="847279" y="201438"/>
                      <a:pt x="855836" y="202034"/>
                      <a:pt x="864617" y="202034"/>
                    </a:cubicBezTo>
                    <a:cubicBezTo>
                      <a:pt x="872356" y="202034"/>
                      <a:pt x="876226" y="197495"/>
                      <a:pt x="876226" y="188416"/>
                    </a:cubicBezTo>
                    <a:lnTo>
                      <a:pt x="876226" y="30584"/>
                    </a:lnTo>
                    <a:lnTo>
                      <a:pt x="815057" y="30584"/>
                    </a:lnTo>
                    <a:close/>
                    <a:moveTo>
                      <a:pt x="753219" y="13171"/>
                    </a:moveTo>
                    <a:lnTo>
                      <a:pt x="807467" y="13171"/>
                    </a:lnTo>
                    <a:lnTo>
                      <a:pt x="807467" y="28128"/>
                    </a:lnTo>
                    <a:cubicBezTo>
                      <a:pt x="800621" y="54917"/>
                      <a:pt x="795114" y="75828"/>
                      <a:pt x="790947" y="90859"/>
                    </a:cubicBezTo>
                    <a:cubicBezTo>
                      <a:pt x="800175" y="105891"/>
                      <a:pt x="805607" y="120402"/>
                      <a:pt x="807244" y="134391"/>
                    </a:cubicBezTo>
                    <a:cubicBezTo>
                      <a:pt x="810965" y="162371"/>
                      <a:pt x="805160" y="177775"/>
                      <a:pt x="789831" y="180603"/>
                    </a:cubicBezTo>
                    <a:cubicBezTo>
                      <a:pt x="785515" y="181496"/>
                      <a:pt x="779636" y="181570"/>
                      <a:pt x="772195" y="180826"/>
                    </a:cubicBezTo>
                    <a:cubicBezTo>
                      <a:pt x="771302" y="175319"/>
                      <a:pt x="769962" y="169664"/>
                      <a:pt x="768176" y="163859"/>
                    </a:cubicBezTo>
                    <a:cubicBezTo>
                      <a:pt x="773981" y="165794"/>
                      <a:pt x="779339" y="166315"/>
                      <a:pt x="784250" y="165422"/>
                    </a:cubicBezTo>
                    <a:cubicBezTo>
                      <a:pt x="792584" y="164083"/>
                      <a:pt x="795338" y="153516"/>
                      <a:pt x="792510" y="133722"/>
                    </a:cubicBezTo>
                    <a:cubicBezTo>
                      <a:pt x="790873" y="121815"/>
                      <a:pt x="785292" y="108495"/>
                      <a:pt x="775767" y="93761"/>
                    </a:cubicBezTo>
                    <a:cubicBezTo>
                      <a:pt x="780529" y="75158"/>
                      <a:pt x="785813" y="53280"/>
                      <a:pt x="791617" y="28128"/>
                    </a:cubicBezTo>
                    <a:lnTo>
                      <a:pt x="767730" y="28128"/>
                    </a:lnTo>
                    <a:lnTo>
                      <a:pt x="767730" y="222349"/>
                    </a:lnTo>
                    <a:lnTo>
                      <a:pt x="753219" y="222349"/>
                    </a:lnTo>
                    <a:close/>
                    <a:moveTo>
                      <a:pt x="556766" y="11831"/>
                    </a:moveTo>
                    <a:lnTo>
                      <a:pt x="662137" y="11831"/>
                    </a:lnTo>
                    <a:lnTo>
                      <a:pt x="662137" y="140865"/>
                    </a:lnTo>
                    <a:lnTo>
                      <a:pt x="645617" y="140865"/>
                    </a:lnTo>
                    <a:lnTo>
                      <a:pt x="645617" y="133945"/>
                    </a:lnTo>
                    <a:lnTo>
                      <a:pt x="573286" y="133945"/>
                    </a:lnTo>
                    <a:lnTo>
                      <a:pt x="573286" y="139303"/>
                    </a:lnTo>
                    <a:lnTo>
                      <a:pt x="556766" y="139303"/>
                    </a:lnTo>
                    <a:close/>
                    <a:moveTo>
                      <a:pt x="168548" y="9822"/>
                    </a:moveTo>
                    <a:cubicBezTo>
                      <a:pt x="181645" y="19794"/>
                      <a:pt x="195039" y="30881"/>
                      <a:pt x="208732" y="43085"/>
                    </a:cubicBezTo>
                    <a:lnTo>
                      <a:pt x="195114" y="56926"/>
                    </a:lnTo>
                    <a:cubicBezTo>
                      <a:pt x="182910" y="44574"/>
                      <a:pt x="170185" y="32816"/>
                      <a:pt x="156939" y="21654"/>
                    </a:cubicBezTo>
                    <a:close/>
                    <a:moveTo>
                      <a:pt x="1244352" y="4241"/>
                    </a:moveTo>
                    <a:lnTo>
                      <a:pt x="1263774" y="4241"/>
                    </a:lnTo>
                    <a:lnTo>
                      <a:pt x="1263774" y="87957"/>
                    </a:lnTo>
                    <a:lnTo>
                      <a:pt x="1322487" y="87957"/>
                    </a:lnTo>
                    <a:lnTo>
                      <a:pt x="1322487" y="24780"/>
                    </a:lnTo>
                    <a:lnTo>
                      <a:pt x="1341462" y="24780"/>
                    </a:lnTo>
                    <a:lnTo>
                      <a:pt x="1341462" y="113183"/>
                    </a:lnTo>
                    <a:lnTo>
                      <a:pt x="1322487" y="113183"/>
                    </a:lnTo>
                    <a:lnTo>
                      <a:pt x="1322487" y="104923"/>
                    </a:lnTo>
                    <a:lnTo>
                      <a:pt x="1263774" y="104923"/>
                    </a:lnTo>
                    <a:lnTo>
                      <a:pt x="1263774" y="192434"/>
                    </a:lnTo>
                    <a:lnTo>
                      <a:pt x="1329184" y="192434"/>
                    </a:lnTo>
                    <a:lnTo>
                      <a:pt x="1329184" y="128810"/>
                    </a:lnTo>
                    <a:lnTo>
                      <a:pt x="1347936" y="128810"/>
                    </a:lnTo>
                    <a:lnTo>
                      <a:pt x="1347936" y="217438"/>
                    </a:lnTo>
                    <a:lnTo>
                      <a:pt x="1329184" y="217438"/>
                    </a:lnTo>
                    <a:lnTo>
                      <a:pt x="1329184" y="209401"/>
                    </a:lnTo>
                    <a:lnTo>
                      <a:pt x="1161306" y="209401"/>
                    </a:lnTo>
                    <a:lnTo>
                      <a:pt x="1161306" y="128810"/>
                    </a:lnTo>
                    <a:lnTo>
                      <a:pt x="1180282" y="128810"/>
                    </a:lnTo>
                    <a:lnTo>
                      <a:pt x="1180282" y="192434"/>
                    </a:lnTo>
                    <a:lnTo>
                      <a:pt x="1244352" y="192434"/>
                    </a:lnTo>
                    <a:lnTo>
                      <a:pt x="1244352" y="104923"/>
                    </a:lnTo>
                    <a:lnTo>
                      <a:pt x="1167334" y="104923"/>
                    </a:lnTo>
                    <a:lnTo>
                      <a:pt x="1167334" y="24780"/>
                    </a:lnTo>
                    <a:lnTo>
                      <a:pt x="1186309" y="24780"/>
                    </a:lnTo>
                    <a:lnTo>
                      <a:pt x="1186309" y="87957"/>
                    </a:lnTo>
                    <a:lnTo>
                      <a:pt x="1244352" y="87957"/>
                    </a:lnTo>
                    <a:close/>
                    <a:moveTo>
                      <a:pt x="499170" y="2902"/>
                    </a:moveTo>
                    <a:lnTo>
                      <a:pt x="515243" y="2902"/>
                    </a:lnTo>
                    <a:lnTo>
                      <a:pt x="515243" y="37058"/>
                    </a:lnTo>
                    <a:lnTo>
                      <a:pt x="546720" y="37058"/>
                    </a:lnTo>
                    <a:lnTo>
                      <a:pt x="546720" y="51792"/>
                    </a:lnTo>
                    <a:lnTo>
                      <a:pt x="515243" y="51792"/>
                    </a:lnTo>
                    <a:lnTo>
                      <a:pt x="515243" y="73000"/>
                    </a:lnTo>
                    <a:lnTo>
                      <a:pt x="522387" y="66079"/>
                    </a:lnTo>
                    <a:cubicBezTo>
                      <a:pt x="533251" y="74414"/>
                      <a:pt x="542776" y="82599"/>
                      <a:pt x="550962" y="90636"/>
                    </a:cubicBezTo>
                    <a:lnTo>
                      <a:pt x="539130" y="102468"/>
                    </a:lnTo>
                    <a:cubicBezTo>
                      <a:pt x="531837" y="93687"/>
                      <a:pt x="523875" y="85873"/>
                      <a:pt x="515243" y="79027"/>
                    </a:cubicBezTo>
                    <a:lnTo>
                      <a:pt x="515243" y="139972"/>
                    </a:lnTo>
                    <a:lnTo>
                      <a:pt x="499170" y="139972"/>
                    </a:lnTo>
                    <a:lnTo>
                      <a:pt x="499170" y="79920"/>
                    </a:lnTo>
                    <a:cubicBezTo>
                      <a:pt x="489496" y="99714"/>
                      <a:pt x="478408" y="116979"/>
                      <a:pt x="465907" y="131713"/>
                    </a:cubicBezTo>
                    <a:cubicBezTo>
                      <a:pt x="463823" y="125313"/>
                      <a:pt x="461293" y="119434"/>
                      <a:pt x="458316" y="114076"/>
                    </a:cubicBezTo>
                    <a:cubicBezTo>
                      <a:pt x="474687" y="96217"/>
                      <a:pt x="487635" y="75455"/>
                      <a:pt x="497160" y="51792"/>
                    </a:cubicBezTo>
                    <a:lnTo>
                      <a:pt x="461665" y="51792"/>
                    </a:lnTo>
                    <a:lnTo>
                      <a:pt x="461665" y="37058"/>
                    </a:lnTo>
                    <a:lnTo>
                      <a:pt x="499170" y="37058"/>
                    </a:lnTo>
                    <a:close/>
                    <a:moveTo>
                      <a:pt x="120328" y="1786"/>
                    </a:moveTo>
                    <a:lnTo>
                      <a:pt x="139080" y="1786"/>
                    </a:lnTo>
                    <a:cubicBezTo>
                      <a:pt x="139601" y="25598"/>
                      <a:pt x="140382" y="47625"/>
                      <a:pt x="141424" y="67865"/>
                    </a:cubicBezTo>
                    <a:lnTo>
                      <a:pt x="223019" y="67865"/>
                    </a:lnTo>
                    <a:lnTo>
                      <a:pt x="223019" y="84385"/>
                    </a:lnTo>
                    <a:lnTo>
                      <a:pt x="142429" y="84385"/>
                    </a:lnTo>
                    <a:cubicBezTo>
                      <a:pt x="144140" y="107379"/>
                      <a:pt x="147191" y="127173"/>
                      <a:pt x="151582" y="143768"/>
                    </a:cubicBezTo>
                    <a:cubicBezTo>
                      <a:pt x="168027" y="129182"/>
                      <a:pt x="182240" y="112960"/>
                      <a:pt x="194221" y="95101"/>
                    </a:cubicBezTo>
                    <a:lnTo>
                      <a:pt x="210294" y="105816"/>
                    </a:lnTo>
                    <a:cubicBezTo>
                      <a:pt x="194742" y="126876"/>
                      <a:pt x="177180" y="145591"/>
                      <a:pt x="157609" y="161962"/>
                    </a:cubicBezTo>
                    <a:cubicBezTo>
                      <a:pt x="161776" y="172529"/>
                      <a:pt x="166762" y="181198"/>
                      <a:pt x="172566" y="187970"/>
                    </a:cubicBezTo>
                    <a:cubicBezTo>
                      <a:pt x="180157" y="196899"/>
                      <a:pt x="186779" y="201364"/>
                      <a:pt x="192435" y="201364"/>
                    </a:cubicBezTo>
                    <a:cubicBezTo>
                      <a:pt x="195560" y="201364"/>
                      <a:pt x="197793" y="198908"/>
                      <a:pt x="199132" y="193997"/>
                    </a:cubicBezTo>
                    <a:cubicBezTo>
                      <a:pt x="201216" y="186258"/>
                      <a:pt x="203374" y="173682"/>
                      <a:pt x="205606" y="156269"/>
                    </a:cubicBezTo>
                    <a:cubicBezTo>
                      <a:pt x="211857" y="159097"/>
                      <a:pt x="217587" y="161255"/>
                      <a:pt x="222796" y="162743"/>
                    </a:cubicBezTo>
                    <a:cubicBezTo>
                      <a:pt x="220117" y="179412"/>
                      <a:pt x="217438" y="192360"/>
                      <a:pt x="214759" y="201587"/>
                    </a:cubicBezTo>
                    <a:cubicBezTo>
                      <a:pt x="211336" y="213494"/>
                      <a:pt x="204044" y="219521"/>
                      <a:pt x="192881" y="219670"/>
                    </a:cubicBezTo>
                    <a:cubicBezTo>
                      <a:pt x="180082" y="219521"/>
                      <a:pt x="167953" y="211856"/>
                      <a:pt x="156493" y="196676"/>
                    </a:cubicBezTo>
                    <a:cubicBezTo>
                      <a:pt x="151433" y="190053"/>
                      <a:pt x="146968" y="182277"/>
                      <a:pt x="143098" y="173347"/>
                    </a:cubicBezTo>
                    <a:cubicBezTo>
                      <a:pt x="126802" y="185402"/>
                      <a:pt x="109240" y="196006"/>
                      <a:pt x="90413" y="205159"/>
                    </a:cubicBezTo>
                    <a:cubicBezTo>
                      <a:pt x="86544" y="199355"/>
                      <a:pt x="82749" y="194667"/>
                      <a:pt x="79028" y="191095"/>
                    </a:cubicBezTo>
                    <a:cubicBezTo>
                      <a:pt x="100310" y="180975"/>
                      <a:pt x="119546" y="169292"/>
                      <a:pt x="136736" y="156046"/>
                    </a:cubicBezTo>
                    <a:cubicBezTo>
                      <a:pt x="130560" y="136326"/>
                      <a:pt x="126541" y="112439"/>
                      <a:pt x="124681" y="84385"/>
                    </a:cubicBezTo>
                    <a:lnTo>
                      <a:pt x="66526" y="84385"/>
                    </a:lnTo>
                    <a:lnTo>
                      <a:pt x="66526" y="121332"/>
                    </a:lnTo>
                    <a:cubicBezTo>
                      <a:pt x="81260" y="118727"/>
                      <a:pt x="96515" y="115937"/>
                      <a:pt x="112291" y="112960"/>
                    </a:cubicBezTo>
                    <a:cubicBezTo>
                      <a:pt x="112589" y="119657"/>
                      <a:pt x="112812" y="125536"/>
                      <a:pt x="112961" y="130596"/>
                    </a:cubicBezTo>
                    <a:cubicBezTo>
                      <a:pt x="97334" y="133573"/>
                      <a:pt x="81856" y="136549"/>
                      <a:pt x="66526" y="139526"/>
                    </a:cubicBezTo>
                    <a:lnTo>
                      <a:pt x="66526" y="191988"/>
                    </a:lnTo>
                    <a:cubicBezTo>
                      <a:pt x="66526" y="208954"/>
                      <a:pt x="58415" y="217512"/>
                      <a:pt x="42193" y="217661"/>
                    </a:cubicBezTo>
                    <a:cubicBezTo>
                      <a:pt x="32221" y="217810"/>
                      <a:pt x="22250" y="217586"/>
                      <a:pt x="12279" y="216991"/>
                    </a:cubicBezTo>
                    <a:cubicBezTo>
                      <a:pt x="11534" y="210294"/>
                      <a:pt x="10269" y="203969"/>
                      <a:pt x="8483" y="198015"/>
                    </a:cubicBezTo>
                    <a:cubicBezTo>
                      <a:pt x="19348" y="199504"/>
                      <a:pt x="29096" y="200248"/>
                      <a:pt x="37728" y="200248"/>
                    </a:cubicBezTo>
                    <a:cubicBezTo>
                      <a:pt x="44723" y="200397"/>
                      <a:pt x="48221" y="196825"/>
                      <a:pt x="48221" y="189532"/>
                    </a:cubicBezTo>
                    <a:lnTo>
                      <a:pt x="48221" y="143098"/>
                    </a:lnTo>
                    <a:cubicBezTo>
                      <a:pt x="33487" y="146000"/>
                      <a:pt x="18901" y="148902"/>
                      <a:pt x="4465" y="151804"/>
                    </a:cubicBezTo>
                    <a:lnTo>
                      <a:pt x="0" y="132605"/>
                    </a:lnTo>
                    <a:cubicBezTo>
                      <a:pt x="15404" y="130150"/>
                      <a:pt x="31477" y="127471"/>
                      <a:pt x="48221" y="124569"/>
                    </a:cubicBezTo>
                    <a:lnTo>
                      <a:pt x="48221" y="84385"/>
                    </a:lnTo>
                    <a:lnTo>
                      <a:pt x="223" y="84385"/>
                    </a:lnTo>
                    <a:lnTo>
                      <a:pt x="223" y="67865"/>
                    </a:lnTo>
                    <a:lnTo>
                      <a:pt x="48221" y="67865"/>
                    </a:lnTo>
                    <a:lnTo>
                      <a:pt x="48221" y="34156"/>
                    </a:lnTo>
                    <a:cubicBezTo>
                      <a:pt x="36463" y="35718"/>
                      <a:pt x="23813" y="37281"/>
                      <a:pt x="10269" y="38844"/>
                    </a:cubicBezTo>
                    <a:cubicBezTo>
                      <a:pt x="9228" y="33188"/>
                      <a:pt x="7590" y="27235"/>
                      <a:pt x="5358" y="20984"/>
                    </a:cubicBezTo>
                    <a:cubicBezTo>
                      <a:pt x="41970" y="17561"/>
                      <a:pt x="73447" y="13096"/>
                      <a:pt x="99789" y="7590"/>
                    </a:cubicBezTo>
                    <a:lnTo>
                      <a:pt x="105147" y="25449"/>
                    </a:lnTo>
                    <a:cubicBezTo>
                      <a:pt x="93911" y="27458"/>
                      <a:pt x="81037" y="29542"/>
                      <a:pt x="66526" y="31700"/>
                    </a:cubicBezTo>
                    <a:lnTo>
                      <a:pt x="66526" y="67865"/>
                    </a:lnTo>
                    <a:lnTo>
                      <a:pt x="123676" y="67865"/>
                    </a:lnTo>
                    <a:cubicBezTo>
                      <a:pt x="122635" y="49634"/>
                      <a:pt x="121518" y="27607"/>
                      <a:pt x="120328" y="1786"/>
                    </a:cubicBezTo>
                    <a:close/>
                    <a:moveTo>
                      <a:pt x="332185" y="1339"/>
                    </a:moveTo>
                    <a:lnTo>
                      <a:pt x="349821" y="1339"/>
                    </a:lnTo>
                    <a:lnTo>
                      <a:pt x="349821" y="53913"/>
                    </a:lnTo>
                    <a:lnTo>
                      <a:pt x="427732" y="39290"/>
                    </a:lnTo>
                    <a:cubicBezTo>
                      <a:pt x="426542" y="70693"/>
                      <a:pt x="425500" y="94952"/>
                      <a:pt x="424607" y="112067"/>
                    </a:cubicBezTo>
                    <a:cubicBezTo>
                      <a:pt x="424011" y="125462"/>
                      <a:pt x="421184" y="135061"/>
                      <a:pt x="416124" y="140865"/>
                    </a:cubicBezTo>
                    <a:cubicBezTo>
                      <a:pt x="411063" y="146223"/>
                      <a:pt x="402134" y="148902"/>
                      <a:pt x="389335" y="148902"/>
                    </a:cubicBezTo>
                    <a:cubicBezTo>
                      <a:pt x="382042" y="148902"/>
                      <a:pt x="374080" y="148753"/>
                      <a:pt x="365448" y="148456"/>
                    </a:cubicBezTo>
                    <a:cubicBezTo>
                      <a:pt x="364555" y="142800"/>
                      <a:pt x="363290" y="136549"/>
                      <a:pt x="361653" y="129703"/>
                    </a:cubicBezTo>
                    <a:cubicBezTo>
                      <a:pt x="368647" y="130596"/>
                      <a:pt x="377577" y="131192"/>
                      <a:pt x="388442" y="131489"/>
                    </a:cubicBezTo>
                    <a:cubicBezTo>
                      <a:pt x="395734" y="131638"/>
                      <a:pt x="400571" y="130224"/>
                      <a:pt x="402952" y="127248"/>
                    </a:cubicBezTo>
                    <a:cubicBezTo>
                      <a:pt x="405334" y="124420"/>
                      <a:pt x="406747" y="118913"/>
                      <a:pt x="407194" y="110728"/>
                    </a:cubicBezTo>
                    <a:cubicBezTo>
                      <a:pt x="408236" y="93017"/>
                      <a:pt x="408980" y="76200"/>
                      <a:pt x="409426" y="60275"/>
                    </a:cubicBezTo>
                    <a:lnTo>
                      <a:pt x="349821" y="71437"/>
                    </a:lnTo>
                    <a:lnTo>
                      <a:pt x="349821" y="171896"/>
                    </a:lnTo>
                    <a:lnTo>
                      <a:pt x="332185" y="171896"/>
                    </a:lnTo>
                    <a:lnTo>
                      <a:pt x="332185" y="74786"/>
                    </a:lnTo>
                    <a:lnTo>
                      <a:pt x="279499" y="84608"/>
                    </a:lnTo>
                    <a:lnTo>
                      <a:pt x="279499" y="175691"/>
                    </a:lnTo>
                    <a:cubicBezTo>
                      <a:pt x="279499" y="188193"/>
                      <a:pt x="285973" y="194444"/>
                      <a:pt x="298921" y="194444"/>
                    </a:cubicBezTo>
                    <a:lnTo>
                      <a:pt x="403176" y="194444"/>
                    </a:lnTo>
                    <a:cubicBezTo>
                      <a:pt x="417910" y="194444"/>
                      <a:pt x="426169" y="189086"/>
                      <a:pt x="427955" y="178370"/>
                    </a:cubicBezTo>
                    <a:cubicBezTo>
                      <a:pt x="429890" y="168547"/>
                      <a:pt x="431304" y="157385"/>
                      <a:pt x="432197" y="144884"/>
                    </a:cubicBezTo>
                    <a:cubicBezTo>
                      <a:pt x="438448" y="147414"/>
                      <a:pt x="444847" y="149721"/>
                      <a:pt x="451396" y="151804"/>
                    </a:cubicBezTo>
                    <a:cubicBezTo>
                      <a:pt x="449312" y="165794"/>
                      <a:pt x="447303" y="176956"/>
                      <a:pt x="445368" y="185291"/>
                    </a:cubicBezTo>
                    <a:cubicBezTo>
                      <a:pt x="441648" y="202852"/>
                      <a:pt x="428923" y="211633"/>
                      <a:pt x="407194" y="211633"/>
                    </a:cubicBezTo>
                    <a:lnTo>
                      <a:pt x="295350" y="211633"/>
                    </a:lnTo>
                    <a:cubicBezTo>
                      <a:pt x="273025" y="211633"/>
                      <a:pt x="261863" y="200918"/>
                      <a:pt x="261863" y="179486"/>
                    </a:cubicBezTo>
                    <a:lnTo>
                      <a:pt x="261863" y="87957"/>
                    </a:lnTo>
                    <a:lnTo>
                      <a:pt x="231726" y="93538"/>
                    </a:lnTo>
                    <a:lnTo>
                      <a:pt x="228823" y="76572"/>
                    </a:lnTo>
                    <a:lnTo>
                      <a:pt x="261863" y="70433"/>
                    </a:lnTo>
                    <a:lnTo>
                      <a:pt x="261863" y="26789"/>
                    </a:lnTo>
                    <a:lnTo>
                      <a:pt x="279499" y="26789"/>
                    </a:lnTo>
                    <a:lnTo>
                      <a:pt x="279499" y="67084"/>
                    </a:lnTo>
                    <a:lnTo>
                      <a:pt x="332185" y="57261"/>
                    </a:lnTo>
                    <a:close/>
                    <a:moveTo>
                      <a:pt x="1703338" y="0"/>
                    </a:moveTo>
                    <a:lnTo>
                      <a:pt x="1720304" y="0"/>
                    </a:lnTo>
                    <a:lnTo>
                      <a:pt x="1720304" y="32146"/>
                    </a:lnTo>
                    <a:lnTo>
                      <a:pt x="1808262" y="32146"/>
                    </a:lnTo>
                    <a:lnTo>
                      <a:pt x="1808262" y="47773"/>
                    </a:lnTo>
                    <a:lnTo>
                      <a:pt x="1720304" y="47773"/>
                    </a:lnTo>
                    <a:lnTo>
                      <a:pt x="1720304" y="106486"/>
                    </a:lnTo>
                    <a:lnTo>
                      <a:pt x="1819870" y="106486"/>
                    </a:lnTo>
                    <a:lnTo>
                      <a:pt x="1819870" y="122113"/>
                    </a:lnTo>
                    <a:lnTo>
                      <a:pt x="1724881" y="122113"/>
                    </a:lnTo>
                    <a:cubicBezTo>
                      <a:pt x="1749363" y="149349"/>
                      <a:pt x="1782217" y="170557"/>
                      <a:pt x="1823442" y="185737"/>
                    </a:cubicBezTo>
                    <a:cubicBezTo>
                      <a:pt x="1818531" y="191988"/>
                      <a:pt x="1814364" y="197643"/>
                      <a:pt x="1810941" y="202704"/>
                    </a:cubicBezTo>
                    <a:cubicBezTo>
                      <a:pt x="1772097" y="185142"/>
                      <a:pt x="1741885" y="162706"/>
                      <a:pt x="1720304" y="135396"/>
                    </a:cubicBezTo>
                    <a:lnTo>
                      <a:pt x="1720304" y="220786"/>
                    </a:lnTo>
                    <a:lnTo>
                      <a:pt x="1703338" y="220786"/>
                    </a:lnTo>
                    <a:lnTo>
                      <a:pt x="1703338" y="134168"/>
                    </a:lnTo>
                    <a:cubicBezTo>
                      <a:pt x="1681609" y="159618"/>
                      <a:pt x="1651248" y="183356"/>
                      <a:pt x="1612255" y="205382"/>
                    </a:cubicBezTo>
                    <a:cubicBezTo>
                      <a:pt x="1609130" y="200918"/>
                      <a:pt x="1605111" y="195783"/>
                      <a:pt x="1600200" y="189979"/>
                    </a:cubicBezTo>
                    <a:cubicBezTo>
                      <a:pt x="1639044" y="170482"/>
                      <a:pt x="1671563" y="147860"/>
                      <a:pt x="1697757" y="122113"/>
                    </a:cubicBezTo>
                    <a:lnTo>
                      <a:pt x="1603995" y="122113"/>
                    </a:lnTo>
                    <a:lnTo>
                      <a:pt x="1603995" y="106486"/>
                    </a:lnTo>
                    <a:lnTo>
                      <a:pt x="1703338" y="106486"/>
                    </a:lnTo>
                    <a:lnTo>
                      <a:pt x="1703338" y="47773"/>
                    </a:lnTo>
                    <a:lnTo>
                      <a:pt x="1617167" y="47773"/>
                    </a:lnTo>
                    <a:lnTo>
                      <a:pt x="1617167" y="32146"/>
                    </a:lnTo>
                    <a:lnTo>
                      <a:pt x="1703338" y="32146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87663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表格 4">
            <a:extLst>
              <a:ext uri="{FF2B5EF4-FFF2-40B4-BE49-F238E27FC236}">
                <a16:creationId xmlns:a16="http://schemas.microsoft.com/office/drawing/2014/main" id="{864432C0-EE28-4EE2-8D8E-8403B3A0E0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098655"/>
              </p:ext>
            </p:extLst>
          </p:nvPr>
        </p:nvGraphicFramePr>
        <p:xfrm>
          <a:off x="4391729" y="1957816"/>
          <a:ext cx="3408542" cy="2261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271">
                  <a:extLst>
                    <a:ext uri="{9D8B030D-6E8A-4147-A177-3AD203B41FA5}">
                      <a16:colId xmlns:a16="http://schemas.microsoft.com/office/drawing/2014/main" val="3924596058"/>
                    </a:ext>
                  </a:extLst>
                </a:gridCol>
                <a:gridCol w="1704271">
                  <a:extLst>
                    <a:ext uri="{9D8B030D-6E8A-4147-A177-3AD203B41FA5}">
                      <a16:colId xmlns:a16="http://schemas.microsoft.com/office/drawing/2014/main" val="638768950"/>
                    </a:ext>
                  </a:extLst>
                </a:gridCol>
              </a:tblGrid>
              <a:tr h="452399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金属功函数</a:t>
                      </a:r>
                    </a:p>
                  </a:txBody>
                  <a:tcPr marL="111551" marR="111551" marT="55775" marB="55775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9139226"/>
                  </a:ext>
                </a:extLst>
              </a:tr>
              <a:tr h="4523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元素</a:t>
                      </a:r>
                    </a:p>
                  </a:txBody>
                  <a:tcPr marL="111551" marR="111551" marT="55775" marB="55775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功函数</a:t>
                      </a:r>
                    </a:p>
                  </a:txBody>
                  <a:tcPr marL="111551" marR="111551" marT="55775" marB="55775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709967"/>
                  </a:ext>
                </a:extLst>
              </a:tr>
              <a:tr h="45239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Ag</a:t>
                      </a:r>
                      <a:r>
                        <a:rPr lang="zh-CN" altLang="en-US" sz="2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，银</a:t>
                      </a:r>
                    </a:p>
                  </a:txBody>
                  <a:tcPr marL="111551" marR="111551" marT="55775" marB="55775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4.26eV</a:t>
                      </a:r>
                      <a:endParaRPr lang="zh-CN" altLang="en-US" sz="2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111551" marR="111551" marT="55775" marB="55775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142022"/>
                  </a:ext>
                </a:extLst>
              </a:tr>
              <a:tr h="45239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Al</a:t>
                      </a:r>
                      <a:r>
                        <a:rPr lang="zh-CN" altLang="en-US" sz="2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，铝</a:t>
                      </a:r>
                    </a:p>
                  </a:txBody>
                  <a:tcPr marL="111551" marR="111551" marT="55775" marB="55775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4.28eV</a:t>
                      </a:r>
                      <a:endParaRPr lang="zh-CN" altLang="en-US" sz="2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111551" marR="111551" marT="55775" marB="55775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234546"/>
                  </a:ext>
                </a:extLst>
              </a:tr>
              <a:tr h="45239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Au</a:t>
                      </a:r>
                      <a:r>
                        <a:rPr lang="zh-CN" altLang="en-US" sz="2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，金</a:t>
                      </a:r>
                    </a:p>
                  </a:txBody>
                  <a:tcPr marL="111551" marR="111551" marT="55775" marB="55775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5.1eV</a:t>
                      </a:r>
                      <a:endParaRPr lang="zh-CN" altLang="en-US" sz="2200" dirty="0"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111551" marR="111551" marT="55775" marB="55775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930438"/>
                  </a:ext>
                </a:extLst>
              </a:tr>
            </a:tbl>
          </a:graphicData>
        </a:graphic>
      </p:graphicFrame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6D85D6A3-07EF-46F0-BF02-30A7BB9F59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2191044"/>
              </p:ext>
            </p:extLst>
          </p:nvPr>
        </p:nvGraphicFramePr>
        <p:xfrm>
          <a:off x="8489373" y="1932345"/>
          <a:ext cx="3408542" cy="1804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4271">
                  <a:extLst>
                    <a:ext uri="{9D8B030D-6E8A-4147-A177-3AD203B41FA5}">
                      <a16:colId xmlns:a16="http://schemas.microsoft.com/office/drawing/2014/main" val="3924596058"/>
                    </a:ext>
                  </a:extLst>
                </a:gridCol>
                <a:gridCol w="1704271">
                  <a:extLst>
                    <a:ext uri="{9D8B030D-6E8A-4147-A177-3AD203B41FA5}">
                      <a16:colId xmlns:a16="http://schemas.microsoft.com/office/drawing/2014/main" val="638768950"/>
                    </a:ext>
                  </a:extLst>
                </a:gridCol>
              </a:tblGrid>
              <a:tr h="446202"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半导体亲合能</a:t>
                      </a:r>
                    </a:p>
                  </a:txBody>
                  <a:tcPr marL="111551" marR="111551" marT="55775" marB="557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649593"/>
                  </a:ext>
                </a:extLst>
              </a:tr>
              <a:tr h="45239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元素</a:t>
                      </a:r>
                    </a:p>
                  </a:txBody>
                  <a:tcPr marL="111551" marR="111551" marT="55775" marB="557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2200" b="1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电子亲合能</a:t>
                      </a:r>
                    </a:p>
                  </a:txBody>
                  <a:tcPr marL="111551" marR="111551" marT="55775" marB="557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3709967"/>
                  </a:ext>
                </a:extLst>
              </a:tr>
              <a:tr h="45239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Ge</a:t>
                      </a:r>
                      <a:r>
                        <a:rPr lang="zh-CN" altLang="en-US" sz="2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，锗</a:t>
                      </a:r>
                    </a:p>
                  </a:txBody>
                  <a:tcPr marL="111551" marR="111551" marT="55775" marB="557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4.13eV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111551" marR="111551" marT="55775" marB="55775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3142022"/>
                  </a:ext>
                </a:extLst>
              </a:tr>
              <a:tr h="45239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Si</a:t>
                      </a:r>
                      <a:r>
                        <a:rPr lang="zh-CN" altLang="en-US" sz="2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，硅</a:t>
                      </a:r>
                    </a:p>
                  </a:txBody>
                  <a:tcPr marL="111551" marR="111551" marT="55775" marB="55775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200" dirty="0">
                          <a:solidFill>
                            <a:schemeClr val="tx1"/>
                          </a:solidFill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4.01eV</a:t>
                      </a:r>
                      <a:endParaRPr lang="zh-CN" altLang="en-US" sz="2200" dirty="0">
                        <a:solidFill>
                          <a:schemeClr val="tx1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L="111551" marR="111551" marT="55775" marB="55775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234546"/>
                  </a:ext>
                </a:extLst>
              </a:tr>
            </a:tbl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C819B75F-5A42-4331-861A-8DA0B166BB8B}"/>
              </a:ext>
            </a:extLst>
          </p:cNvPr>
          <p:cNvGrpSpPr/>
          <p:nvPr/>
        </p:nvGrpSpPr>
        <p:grpSpPr>
          <a:xfrm>
            <a:off x="7775032" y="2956512"/>
            <a:ext cx="851058" cy="751234"/>
            <a:chOff x="7957389" y="3163474"/>
            <a:chExt cx="851058" cy="751234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22874395-90E0-4ED3-90AA-7AD3D7195D63}"/>
                </a:ext>
              </a:extLst>
            </p:cNvPr>
            <p:cNvSpPr txBox="1"/>
            <p:nvPr/>
          </p:nvSpPr>
          <p:spPr>
            <a:xfrm>
              <a:off x="7995780" y="3163474"/>
              <a:ext cx="65071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800" b="1" dirty="0">
                  <a:solidFill>
                    <a:srgbClr val="FF0000"/>
                  </a:solidFill>
                  <a:latin typeface="华文行楷" panose="02010800040101010101" pitchFamily="2" charset="-122"/>
                  <a:ea typeface="华文行楷" panose="02010800040101010101" pitchFamily="2" charset="-122"/>
                </a:rPr>
                <a:t>＞</a:t>
              </a: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A275E1EB-1E46-4657-BBF6-9B1E51238E86}"/>
                </a:ext>
              </a:extLst>
            </p:cNvPr>
            <p:cNvSpPr txBox="1"/>
            <p:nvPr/>
          </p:nvSpPr>
          <p:spPr>
            <a:xfrm>
              <a:off x="7957389" y="3514598"/>
              <a:ext cx="85105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00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rPr>
                <a:t>大于</a:t>
              </a:r>
            </a:p>
          </p:txBody>
        </p:sp>
      </p:grpSp>
      <p:grpSp>
        <p:nvGrpSpPr>
          <p:cNvPr id="229" name="组合 228">
            <a:extLst>
              <a:ext uri="{FF2B5EF4-FFF2-40B4-BE49-F238E27FC236}">
                <a16:creationId xmlns:a16="http://schemas.microsoft.com/office/drawing/2014/main" id="{1A19D542-6068-4DFA-B560-BCB3041AC02D}"/>
              </a:ext>
            </a:extLst>
          </p:cNvPr>
          <p:cNvGrpSpPr/>
          <p:nvPr/>
        </p:nvGrpSpPr>
        <p:grpSpPr>
          <a:xfrm>
            <a:off x="454614" y="1966502"/>
            <a:ext cx="3736386" cy="2106610"/>
            <a:chOff x="3712164" y="671101"/>
            <a:chExt cx="7519616" cy="4239631"/>
          </a:xfrm>
        </p:grpSpPr>
        <p:sp>
          <p:nvSpPr>
            <p:cNvPr id="230" name="文本框 229">
              <a:extLst>
                <a:ext uri="{FF2B5EF4-FFF2-40B4-BE49-F238E27FC236}">
                  <a16:creationId xmlns:a16="http://schemas.microsoft.com/office/drawing/2014/main" id="{34DCECD4-191B-4384-9C40-67C5890242FD}"/>
                </a:ext>
              </a:extLst>
            </p:cNvPr>
            <p:cNvSpPr txBox="1"/>
            <p:nvPr/>
          </p:nvSpPr>
          <p:spPr>
            <a:xfrm>
              <a:off x="4957953" y="671101"/>
              <a:ext cx="2276093" cy="423268"/>
            </a:xfrm>
            <a:custGeom>
              <a:avLst/>
              <a:gdLst/>
              <a:ahLst/>
              <a:cxnLst/>
              <a:rect l="l" t="t" r="r" b="b"/>
              <a:pathLst>
                <a:path w="2276093" h="423268">
                  <a:moveTo>
                    <a:pt x="1976028" y="271463"/>
                  </a:moveTo>
                  <a:cubicBezTo>
                    <a:pt x="1968103" y="284337"/>
                    <a:pt x="1960141" y="296466"/>
                    <a:pt x="1952141" y="307851"/>
                  </a:cubicBezTo>
                  <a:cubicBezTo>
                    <a:pt x="1964494" y="310400"/>
                    <a:pt x="1980028" y="313377"/>
                    <a:pt x="1998743" y="316781"/>
                  </a:cubicBezTo>
                  <a:cubicBezTo>
                    <a:pt x="2007394" y="307944"/>
                    <a:pt x="2016891" y="292838"/>
                    <a:pt x="2027234" y="271463"/>
                  </a:cubicBezTo>
                  <a:close/>
                  <a:moveTo>
                    <a:pt x="727834" y="197402"/>
                  </a:moveTo>
                  <a:lnTo>
                    <a:pt x="727834" y="225252"/>
                  </a:lnTo>
                  <a:lnTo>
                    <a:pt x="790677" y="225252"/>
                  </a:lnTo>
                  <a:lnTo>
                    <a:pt x="790677" y="197402"/>
                  </a:lnTo>
                  <a:close/>
                  <a:moveTo>
                    <a:pt x="636780" y="197402"/>
                  </a:moveTo>
                  <a:lnTo>
                    <a:pt x="636780" y="225252"/>
                  </a:lnTo>
                  <a:lnTo>
                    <a:pt x="694376" y="225252"/>
                  </a:lnTo>
                  <a:lnTo>
                    <a:pt x="694376" y="197402"/>
                  </a:lnTo>
                  <a:close/>
                  <a:moveTo>
                    <a:pt x="287340" y="159563"/>
                  </a:moveTo>
                  <a:lnTo>
                    <a:pt x="320659" y="200025"/>
                  </a:lnTo>
                  <a:lnTo>
                    <a:pt x="219084" y="200025"/>
                  </a:lnTo>
                  <a:lnTo>
                    <a:pt x="219084" y="255585"/>
                  </a:lnTo>
                  <a:lnTo>
                    <a:pt x="314269" y="255585"/>
                  </a:lnTo>
                  <a:lnTo>
                    <a:pt x="338128" y="232786"/>
                  </a:lnTo>
                  <a:lnTo>
                    <a:pt x="373177" y="275035"/>
                  </a:lnTo>
                  <a:lnTo>
                    <a:pt x="219084" y="275035"/>
                  </a:lnTo>
                  <a:lnTo>
                    <a:pt x="219084" y="384200"/>
                  </a:lnTo>
                  <a:lnTo>
                    <a:pt x="241408" y="384200"/>
                  </a:lnTo>
                  <a:cubicBezTo>
                    <a:pt x="266095" y="334808"/>
                    <a:pt x="281341" y="299191"/>
                    <a:pt x="287145" y="277351"/>
                  </a:cubicBezTo>
                  <a:lnTo>
                    <a:pt x="334668" y="310977"/>
                  </a:lnTo>
                  <a:lnTo>
                    <a:pt x="313460" y="320465"/>
                  </a:lnTo>
                  <a:cubicBezTo>
                    <a:pt x="297238" y="343124"/>
                    <a:pt x="279787" y="364369"/>
                    <a:pt x="261109" y="384200"/>
                  </a:cubicBezTo>
                  <a:lnTo>
                    <a:pt x="352778" y="384200"/>
                  </a:lnTo>
                  <a:lnTo>
                    <a:pt x="378423" y="359644"/>
                  </a:lnTo>
                  <a:lnTo>
                    <a:pt x="415202" y="403622"/>
                  </a:lnTo>
                  <a:lnTo>
                    <a:pt x="64907" y="403622"/>
                  </a:lnTo>
                  <a:cubicBezTo>
                    <a:pt x="50211" y="403622"/>
                    <a:pt x="35644" y="405380"/>
                    <a:pt x="21208" y="408896"/>
                  </a:cubicBezTo>
                  <a:lnTo>
                    <a:pt x="1758" y="384200"/>
                  </a:lnTo>
                  <a:lnTo>
                    <a:pt x="128836" y="384200"/>
                  </a:lnTo>
                  <a:lnTo>
                    <a:pt x="126864" y="382442"/>
                  </a:lnTo>
                  <a:cubicBezTo>
                    <a:pt x="124032" y="378814"/>
                    <a:pt x="121639" y="373373"/>
                    <a:pt x="119685" y="366118"/>
                  </a:cubicBezTo>
                  <a:cubicBezTo>
                    <a:pt x="113732" y="346975"/>
                    <a:pt x="99519" y="323134"/>
                    <a:pt x="77046" y="294596"/>
                  </a:cubicBezTo>
                  <a:lnTo>
                    <a:pt x="86534" y="283574"/>
                  </a:lnTo>
                  <a:cubicBezTo>
                    <a:pt x="127778" y="308298"/>
                    <a:pt x="149967" y="324767"/>
                    <a:pt x="153102" y="332980"/>
                  </a:cubicBezTo>
                  <a:cubicBezTo>
                    <a:pt x="156237" y="341194"/>
                    <a:pt x="157804" y="347700"/>
                    <a:pt x="157804" y="352500"/>
                  </a:cubicBezTo>
                  <a:cubicBezTo>
                    <a:pt x="157804" y="361839"/>
                    <a:pt x="155334" y="370071"/>
                    <a:pt x="150395" y="377196"/>
                  </a:cubicBezTo>
                  <a:lnTo>
                    <a:pt x="144162" y="384200"/>
                  </a:lnTo>
                  <a:lnTo>
                    <a:pt x="183868" y="384200"/>
                  </a:lnTo>
                  <a:lnTo>
                    <a:pt x="183868" y="275035"/>
                  </a:lnTo>
                  <a:lnTo>
                    <a:pt x="106933" y="275035"/>
                  </a:lnTo>
                  <a:cubicBezTo>
                    <a:pt x="92236" y="275035"/>
                    <a:pt x="77669" y="276783"/>
                    <a:pt x="63233" y="280281"/>
                  </a:cubicBezTo>
                  <a:lnTo>
                    <a:pt x="43783" y="255585"/>
                  </a:lnTo>
                  <a:lnTo>
                    <a:pt x="183868" y="255585"/>
                  </a:lnTo>
                  <a:lnTo>
                    <a:pt x="183868" y="200025"/>
                  </a:lnTo>
                  <a:lnTo>
                    <a:pt x="159451" y="200025"/>
                  </a:lnTo>
                  <a:cubicBezTo>
                    <a:pt x="144754" y="200025"/>
                    <a:pt x="130187" y="201783"/>
                    <a:pt x="115751" y="205299"/>
                  </a:cubicBezTo>
                  <a:lnTo>
                    <a:pt x="96301" y="180603"/>
                  </a:lnTo>
                  <a:lnTo>
                    <a:pt x="265239" y="180603"/>
                  </a:lnTo>
                  <a:close/>
                  <a:moveTo>
                    <a:pt x="2122001" y="132160"/>
                  </a:moveTo>
                  <a:cubicBezTo>
                    <a:pt x="2127768" y="195914"/>
                    <a:pt x="2139953" y="248962"/>
                    <a:pt x="2158556" y="291304"/>
                  </a:cubicBezTo>
                  <a:cubicBezTo>
                    <a:pt x="2173756" y="254841"/>
                    <a:pt x="2183681" y="201793"/>
                    <a:pt x="2188331" y="132160"/>
                  </a:cubicBezTo>
                  <a:close/>
                  <a:moveTo>
                    <a:pt x="2002929" y="132160"/>
                  </a:moveTo>
                  <a:lnTo>
                    <a:pt x="2002929" y="139917"/>
                  </a:lnTo>
                  <a:cubicBezTo>
                    <a:pt x="2028192" y="145387"/>
                    <a:pt x="2044429" y="151061"/>
                    <a:pt x="2051637" y="156940"/>
                  </a:cubicBezTo>
                  <a:cubicBezTo>
                    <a:pt x="2058846" y="162818"/>
                    <a:pt x="2062451" y="170176"/>
                    <a:pt x="2062451" y="179013"/>
                  </a:cubicBezTo>
                  <a:lnTo>
                    <a:pt x="2060201" y="194694"/>
                  </a:lnTo>
                  <a:lnTo>
                    <a:pt x="2060002" y="195125"/>
                  </a:lnTo>
                  <a:lnTo>
                    <a:pt x="2050089" y="205272"/>
                  </a:lnTo>
                  <a:cubicBezTo>
                    <a:pt x="2045903" y="205272"/>
                    <a:pt x="2040368" y="200481"/>
                    <a:pt x="2033485" y="190900"/>
                  </a:cubicBezTo>
                  <a:cubicBezTo>
                    <a:pt x="2024574" y="178715"/>
                    <a:pt x="2014389" y="167255"/>
                    <a:pt x="2002929" y="156521"/>
                  </a:cubicBezTo>
                  <a:lnTo>
                    <a:pt x="2002929" y="208034"/>
                  </a:lnTo>
                  <a:lnTo>
                    <a:pt x="1981916" y="219085"/>
                  </a:lnTo>
                  <a:lnTo>
                    <a:pt x="2006417" y="230470"/>
                  </a:lnTo>
                  <a:cubicBezTo>
                    <a:pt x="1999403" y="235047"/>
                    <a:pt x="1991822" y="242237"/>
                    <a:pt x="1983674" y="252041"/>
                  </a:cubicBezTo>
                  <a:lnTo>
                    <a:pt x="2029411" y="252041"/>
                  </a:lnTo>
                  <a:lnTo>
                    <a:pt x="2043894" y="234488"/>
                  </a:lnTo>
                  <a:lnTo>
                    <a:pt x="2076459" y="264152"/>
                  </a:lnTo>
                  <a:lnTo>
                    <a:pt x="2059493" y="275174"/>
                  </a:lnTo>
                  <a:cubicBezTo>
                    <a:pt x="2048070" y="301442"/>
                    <a:pt x="2037968" y="318307"/>
                    <a:pt x="2029188" y="325767"/>
                  </a:cubicBezTo>
                  <a:cubicBezTo>
                    <a:pt x="2046303" y="329506"/>
                    <a:pt x="2058460" y="334324"/>
                    <a:pt x="2065660" y="340221"/>
                  </a:cubicBezTo>
                  <a:cubicBezTo>
                    <a:pt x="2072859" y="346119"/>
                    <a:pt x="2076459" y="354230"/>
                    <a:pt x="2076459" y="364555"/>
                  </a:cubicBezTo>
                  <a:cubicBezTo>
                    <a:pt x="2076459" y="367136"/>
                    <a:pt x="2076238" y="369395"/>
                    <a:pt x="2075796" y="371331"/>
                  </a:cubicBezTo>
                  <a:lnTo>
                    <a:pt x="2074031" y="375629"/>
                  </a:lnTo>
                  <a:lnTo>
                    <a:pt x="2084335" y="368810"/>
                  </a:lnTo>
                  <a:cubicBezTo>
                    <a:pt x="2105641" y="352932"/>
                    <a:pt x="2123963" y="335468"/>
                    <a:pt x="2139302" y="316418"/>
                  </a:cubicBezTo>
                  <a:cubicBezTo>
                    <a:pt x="2117145" y="262580"/>
                    <a:pt x="2105629" y="204379"/>
                    <a:pt x="2104755" y="141815"/>
                  </a:cubicBezTo>
                  <a:cubicBezTo>
                    <a:pt x="2099416" y="170409"/>
                    <a:pt x="2084449" y="198965"/>
                    <a:pt x="2059856" y="227484"/>
                  </a:cubicBezTo>
                  <a:lnTo>
                    <a:pt x="2048247" y="220592"/>
                  </a:lnTo>
                  <a:lnTo>
                    <a:pt x="2060002" y="195125"/>
                  </a:lnTo>
                  <a:lnTo>
                    <a:pt x="2060162" y="194961"/>
                  </a:lnTo>
                  <a:lnTo>
                    <a:pt x="2060201" y="194694"/>
                  </a:lnTo>
                  <a:lnTo>
                    <a:pt x="2078258" y="155574"/>
                  </a:lnTo>
                  <a:lnTo>
                    <a:pt x="2086521" y="132160"/>
                  </a:lnTo>
                  <a:close/>
                  <a:moveTo>
                    <a:pt x="1507806" y="120133"/>
                  </a:moveTo>
                  <a:cubicBezTo>
                    <a:pt x="1538185" y="138494"/>
                    <a:pt x="1556477" y="151996"/>
                    <a:pt x="1562681" y="160637"/>
                  </a:cubicBezTo>
                  <a:cubicBezTo>
                    <a:pt x="1568886" y="169278"/>
                    <a:pt x="1571988" y="175506"/>
                    <a:pt x="1571988" y="179320"/>
                  </a:cubicBezTo>
                  <a:cubicBezTo>
                    <a:pt x="1571988" y="186370"/>
                    <a:pt x="1569183" y="193370"/>
                    <a:pt x="1563574" y="200318"/>
                  </a:cubicBezTo>
                  <a:cubicBezTo>
                    <a:pt x="1557965" y="207267"/>
                    <a:pt x="1553152" y="210741"/>
                    <a:pt x="1549133" y="210741"/>
                  </a:cubicBezTo>
                  <a:cubicBezTo>
                    <a:pt x="1542901" y="210741"/>
                    <a:pt x="1538194" y="205076"/>
                    <a:pt x="1535013" y="193747"/>
                  </a:cubicBezTo>
                  <a:cubicBezTo>
                    <a:pt x="1531739" y="181078"/>
                    <a:pt x="1519479" y="160149"/>
                    <a:pt x="1498234" y="130960"/>
                  </a:cubicBezTo>
                  <a:close/>
                  <a:moveTo>
                    <a:pt x="1112099" y="57736"/>
                  </a:moveTo>
                  <a:lnTo>
                    <a:pt x="1147288" y="98227"/>
                  </a:lnTo>
                  <a:lnTo>
                    <a:pt x="1059749" y="98227"/>
                  </a:lnTo>
                  <a:lnTo>
                    <a:pt x="1059749" y="278383"/>
                  </a:lnTo>
                  <a:cubicBezTo>
                    <a:pt x="1087692" y="271537"/>
                    <a:pt x="1115523" y="263361"/>
                    <a:pt x="1143242" y="253855"/>
                  </a:cubicBezTo>
                  <a:lnTo>
                    <a:pt x="1149046" y="269370"/>
                  </a:lnTo>
                  <a:cubicBezTo>
                    <a:pt x="1095449" y="289294"/>
                    <a:pt x="1053433" y="305577"/>
                    <a:pt x="1022998" y="318218"/>
                  </a:cubicBezTo>
                  <a:cubicBezTo>
                    <a:pt x="992563" y="330859"/>
                    <a:pt x="973903" y="340994"/>
                    <a:pt x="967020" y="348621"/>
                  </a:cubicBezTo>
                  <a:lnTo>
                    <a:pt x="936966" y="307516"/>
                  </a:lnTo>
                  <a:cubicBezTo>
                    <a:pt x="957039" y="304559"/>
                    <a:pt x="986805" y="297601"/>
                    <a:pt x="1026263" y="286643"/>
                  </a:cubicBezTo>
                  <a:lnTo>
                    <a:pt x="1026263" y="98227"/>
                  </a:lnTo>
                  <a:lnTo>
                    <a:pt x="1005362" y="98227"/>
                  </a:lnTo>
                  <a:cubicBezTo>
                    <a:pt x="990665" y="98227"/>
                    <a:pt x="976098" y="99976"/>
                    <a:pt x="961662" y="103473"/>
                  </a:cubicBezTo>
                  <a:lnTo>
                    <a:pt x="942212" y="78777"/>
                  </a:lnTo>
                  <a:lnTo>
                    <a:pt x="1090110" y="78777"/>
                  </a:lnTo>
                  <a:close/>
                  <a:moveTo>
                    <a:pt x="563249" y="42863"/>
                  </a:moveTo>
                  <a:lnTo>
                    <a:pt x="563249" y="78777"/>
                  </a:lnTo>
                  <a:lnTo>
                    <a:pt x="802928" y="78777"/>
                  </a:lnTo>
                  <a:lnTo>
                    <a:pt x="802928" y="42863"/>
                  </a:lnTo>
                  <a:close/>
                  <a:moveTo>
                    <a:pt x="1720109" y="26789"/>
                  </a:moveTo>
                  <a:lnTo>
                    <a:pt x="1750609" y="71605"/>
                  </a:lnTo>
                  <a:cubicBezTo>
                    <a:pt x="1735373" y="74768"/>
                    <a:pt x="1720220" y="79823"/>
                    <a:pt x="1705152" y="86772"/>
                  </a:cubicBezTo>
                  <a:cubicBezTo>
                    <a:pt x="1690083" y="93720"/>
                    <a:pt x="1664373" y="106971"/>
                    <a:pt x="1628021" y="126523"/>
                  </a:cubicBezTo>
                  <a:lnTo>
                    <a:pt x="1638542" y="133164"/>
                  </a:lnTo>
                  <a:lnTo>
                    <a:pt x="1626263" y="144075"/>
                  </a:lnTo>
                  <a:lnTo>
                    <a:pt x="1626263" y="200695"/>
                  </a:lnTo>
                  <a:cubicBezTo>
                    <a:pt x="1660419" y="164679"/>
                    <a:pt x="1683990" y="136662"/>
                    <a:pt x="1696975" y="116644"/>
                  </a:cubicBezTo>
                  <a:lnTo>
                    <a:pt x="1731327" y="157916"/>
                  </a:lnTo>
                  <a:lnTo>
                    <a:pt x="1710370" y="160484"/>
                  </a:lnTo>
                  <a:cubicBezTo>
                    <a:pt x="1663805" y="193077"/>
                    <a:pt x="1636356" y="211299"/>
                    <a:pt x="1628021" y="215150"/>
                  </a:cubicBezTo>
                  <a:cubicBezTo>
                    <a:pt x="1682158" y="241493"/>
                    <a:pt x="1712035" y="259343"/>
                    <a:pt x="1717653" y="268700"/>
                  </a:cubicBezTo>
                  <a:cubicBezTo>
                    <a:pt x="1723271" y="278058"/>
                    <a:pt x="1726081" y="286355"/>
                    <a:pt x="1726081" y="293592"/>
                  </a:cubicBezTo>
                  <a:cubicBezTo>
                    <a:pt x="1726081" y="300270"/>
                    <a:pt x="1724569" y="306628"/>
                    <a:pt x="1721546" y="312665"/>
                  </a:cubicBezTo>
                  <a:cubicBezTo>
                    <a:pt x="1718523" y="318702"/>
                    <a:pt x="1715328" y="321720"/>
                    <a:pt x="1711961" y="321720"/>
                  </a:cubicBezTo>
                  <a:cubicBezTo>
                    <a:pt x="1705245" y="321720"/>
                    <a:pt x="1696854" y="313525"/>
                    <a:pt x="1686790" y="297136"/>
                  </a:cubicBezTo>
                  <a:cubicBezTo>
                    <a:pt x="1672856" y="276244"/>
                    <a:pt x="1652680" y="253501"/>
                    <a:pt x="1626263" y="228907"/>
                  </a:cubicBezTo>
                  <a:lnTo>
                    <a:pt x="1626263" y="323367"/>
                  </a:lnTo>
                  <a:cubicBezTo>
                    <a:pt x="1626263" y="343310"/>
                    <a:pt x="1611213" y="358518"/>
                    <a:pt x="1581113" y="368992"/>
                  </a:cubicBezTo>
                  <a:cubicBezTo>
                    <a:pt x="1579773" y="354165"/>
                    <a:pt x="1563821" y="342045"/>
                    <a:pt x="1533255" y="332631"/>
                  </a:cubicBezTo>
                  <a:lnTo>
                    <a:pt x="1533255" y="316251"/>
                  </a:lnTo>
                  <a:cubicBezTo>
                    <a:pt x="1564695" y="319767"/>
                    <a:pt x="1582480" y="321399"/>
                    <a:pt x="1586610" y="321148"/>
                  </a:cubicBezTo>
                  <a:cubicBezTo>
                    <a:pt x="1590740" y="320897"/>
                    <a:pt x="1592805" y="318716"/>
                    <a:pt x="1592805" y="314604"/>
                  </a:cubicBezTo>
                  <a:lnTo>
                    <a:pt x="1592805" y="232423"/>
                  </a:lnTo>
                  <a:cubicBezTo>
                    <a:pt x="1542706" y="268942"/>
                    <a:pt x="1511303" y="294038"/>
                    <a:pt x="1498597" y="307712"/>
                  </a:cubicBezTo>
                  <a:lnTo>
                    <a:pt x="1475687" y="282468"/>
                  </a:lnTo>
                  <a:lnTo>
                    <a:pt x="1475687" y="369913"/>
                  </a:lnTo>
                  <a:lnTo>
                    <a:pt x="1739894" y="369913"/>
                  </a:lnTo>
                  <a:lnTo>
                    <a:pt x="1739894" y="221150"/>
                  </a:lnTo>
                  <a:cubicBezTo>
                    <a:pt x="1739894" y="195626"/>
                    <a:pt x="1739308" y="166986"/>
                    <a:pt x="1738136" y="135229"/>
                  </a:cubicBezTo>
                  <a:lnTo>
                    <a:pt x="1790877" y="159479"/>
                  </a:lnTo>
                  <a:lnTo>
                    <a:pt x="1775110" y="176222"/>
                  </a:lnTo>
                  <a:lnTo>
                    <a:pt x="1775110" y="336705"/>
                  </a:lnTo>
                  <a:cubicBezTo>
                    <a:pt x="1775110" y="357560"/>
                    <a:pt x="1775696" y="380359"/>
                    <a:pt x="1776868" y="405101"/>
                  </a:cubicBezTo>
                  <a:lnTo>
                    <a:pt x="1739894" y="421482"/>
                  </a:lnTo>
                  <a:lnTo>
                    <a:pt x="1739894" y="389335"/>
                  </a:lnTo>
                  <a:lnTo>
                    <a:pt x="1474124" y="389335"/>
                  </a:lnTo>
                  <a:lnTo>
                    <a:pt x="1454283" y="405101"/>
                  </a:lnTo>
                  <a:lnTo>
                    <a:pt x="1426434" y="377447"/>
                  </a:lnTo>
                  <a:lnTo>
                    <a:pt x="1440442" y="363578"/>
                  </a:lnTo>
                  <a:lnTo>
                    <a:pt x="1440442" y="207141"/>
                  </a:lnTo>
                  <a:cubicBezTo>
                    <a:pt x="1440442" y="187459"/>
                    <a:pt x="1439866" y="161153"/>
                    <a:pt x="1438712" y="128225"/>
                  </a:cubicBezTo>
                  <a:lnTo>
                    <a:pt x="1491453" y="152698"/>
                  </a:lnTo>
                  <a:lnTo>
                    <a:pt x="1475687" y="167767"/>
                  </a:lnTo>
                  <a:lnTo>
                    <a:pt x="1475687" y="271957"/>
                  </a:lnTo>
                  <a:lnTo>
                    <a:pt x="1495280" y="265052"/>
                  </a:lnTo>
                  <a:cubicBezTo>
                    <a:pt x="1505179" y="261029"/>
                    <a:pt x="1516038" y="256134"/>
                    <a:pt x="1527855" y="250366"/>
                  </a:cubicBezTo>
                  <a:cubicBezTo>
                    <a:pt x="1551491" y="238832"/>
                    <a:pt x="1573141" y="226517"/>
                    <a:pt x="1592805" y="213420"/>
                  </a:cubicBezTo>
                  <a:lnTo>
                    <a:pt x="1592805" y="164028"/>
                  </a:lnTo>
                  <a:cubicBezTo>
                    <a:pt x="1592805" y="143285"/>
                    <a:pt x="1592219" y="122821"/>
                    <a:pt x="1591047" y="102636"/>
                  </a:cubicBezTo>
                  <a:lnTo>
                    <a:pt x="1613790" y="114886"/>
                  </a:lnTo>
                  <a:lnTo>
                    <a:pt x="1690864" y="66080"/>
                  </a:lnTo>
                  <a:lnTo>
                    <a:pt x="1500104" y="66080"/>
                  </a:lnTo>
                  <a:cubicBezTo>
                    <a:pt x="1485407" y="66080"/>
                    <a:pt x="1470840" y="67829"/>
                    <a:pt x="1456404" y="71326"/>
                  </a:cubicBezTo>
                  <a:lnTo>
                    <a:pt x="1436954" y="46630"/>
                  </a:lnTo>
                  <a:lnTo>
                    <a:pt x="1693850" y="46630"/>
                  </a:lnTo>
                  <a:close/>
                  <a:moveTo>
                    <a:pt x="1901102" y="24529"/>
                  </a:moveTo>
                  <a:cubicBezTo>
                    <a:pt x="1926347" y="40919"/>
                    <a:pt x="1941458" y="52876"/>
                    <a:pt x="1946435" y="60401"/>
                  </a:cubicBezTo>
                  <a:cubicBezTo>
                    <a:pt x="1951411" y="67926"/>
                    <a:pt x="1953899" y="73642"/>
                    <a:pt x="1953899" y="77549"/>
                  </a:cubicBezTo>
                  <a:cubicBezTo>
                    <a:pt x="1953899" y="84525"/>
                    <a:pt x="1951430" y="91576"/>
                    <a:pt x="1946490" y="98701"/>
                  </a:cubicBezTo>
                  <a:cubicBezTo>
                    <a:pt x="1941551" y="105826"/>
                    <a:pt x="1936979" y="109389"/>
                    <a:pt x="1932775" y="109389"/>
                  </a:cubicBezTo>
                  <a:cubicBezTo>
                    <a:pt x="1926561" y="109389"/>
                    <a:pt x="1921334" y="102236"/>
                    <a:pt x="1917092" y="87930"/>
                  </a:cubicBezTo>
                  <a:cubicBezTo>
                    <a:pt x="1912572" y="71968"/>
                    <a:pt x="1903753" y="53672"/>
                    <a:pt x="1890638" y="33040"/>
                  </a:cubicBezTo>
                  <a:close/>
                  <a:moveTo>
                    <a:pt x="2048024" y="19283"/>
                  </a:moveTo>
                  <a:lnTo>
                    <a:pt x="2088737" y="48556"/>
                  </a:lnTo>
                  <a:cubicBezTo>
                    <a:pt x="2077910" y="52276"/>
                    <a:pt x="2069418" y="58267"/>
                    <a:pt x="2063260" y="66527"/>
                  </a:cubicBezTo>
                  <a:cubicBezTo>
                    <a:pt x="2054516" y="76610"/>
                    <a:pt x="2039847" y="91483"/>
                    <a:pt x="2019253" y="111147"/>
                  </a:cubicBezTo>
                  <a:lnTo>
                    <a:pt x="2007980" y="104143"/>
                  </a:lnTo>
                  <a:cubicBezTo>
                    <a:pt x="2030229" y="67029"/>
                    <a:pt x="2043577" y="38742"/>
                    <a:pt x="2048024" y="19283"/>
                  </a:cubicBezTo>
                  <a:close/>
                  <a:moveTo>
                    <a:pt x="815764" y="5358"/>
                  </a:moveTo>
                  <a:lnTo>
                    <a:pt x="850422" y="32566"/>
                  </a:lnTo>
                  <a:lnTo>
                    <a:pt x="838172" y="43254"/>
                  </a:lnTo>
                  <a:cubicBezTo>
                    <a:pt x="838172" y="64089"/>
                    <a:pt x="838749" y="82981"/>
                    <a:pt x="839902" y="99929"/>
                  </a:cubicBezTo>
                  <a:lnTo>
                    <a:pt x="810840" y="109602"/>
                  </a:lnTo>
                  <a:lnTo>
                    <a:pt x="836414" y="141982"/>
                  </a:lnTo>
                  <a:cubicBezTo>
                    <a:pt x="816657" y="141982"/>
                    <a:pt x="780464" y="143629"/>
                    <a:pt x="727834" y="146922"/>
                  </a:cubicBezTo>
                  <a:lnTo>
                    <a:pt x="727834" y="176808"/>
                  </a:lnTo>
                  <a:lnTo>
                    <a:pt x="791096" y="176808"/>
                  </a:lnTo>
                  <a:lnTo>
                    <a:pt x="805272" y="159284"/>
                  </a:lnTo>
                  <a:lnTo>
                    <a:pt x="838172" y="184622"/>
                  </a:lnTo>
                  <a:lnTo>
                    <a:pt x="824163" y="197263"/>
                  </a:lnTo>
                  <a:cubicBezTo>
                    <a:pt x="824163" y="216220"/>
                    <a:pt x="824740" y="233223"/>
                    <a:pt x="825894" y="248274"/>
                  </a:cubicBezTo>
                  <a:lnTo>
                    <a:pt x="790677" y="258682"/>
                  </a:lnTo>
                  <a:lnTo>
                    <a:pt x="790677" y="244674"/>
                  </a:lnTo>
                  <a:lnTo>
                    <a:pt x="727834" y="244674"/>
                  </a:lnTo>
                  <a:lnTo>
                    <a:pt x="727834" y="269872"/>
                  </a:lnTo>
                  <a:lnTo>
                    <a:pt x="819113" y="269872"/>
                  </a:lnTo>
                  <a:lnTo>
                    <a:pt x="833428" y="252320"/>
                  </a:lnTo>
                  <a:lnTo>
                    <a:pt x="866189" y="279639"/>
                  </a:lnTo>
                  <a:lnTo>
                    <a:pt x="853910" y="290271"/>
                  </a:lnTo>
                  <a:lnTo>
                    <a:pt x="853910" y="371671"/>
                  </a:lnTo>
                  <a:cubicBezTo>
                    <a:pt x="855083" y="394330"/>
                    <a:pt x="840051" y="410933"/>
                    <a:pt x="808816" y="421482"/>
                  </a:cubicBezTo>
                  <a:cubicBezTo>
                    <a:pt x="807458" y="407734"/>
                    <a:pt x="791486" y="396125"/>
                    <a:pt x="760902" y="386656"/>
                  </a:cubicBezTo>
                  <a:lnTo>
                    <a:pt x="760902" y="370248"/>
                  </a:lnTo>
                  <a:cubicBezTo>
                    <a:pt x="786649" y="373782"/>
                    <a:pt x="803011" y="375550"/>
                    <a:pt x="809988" y="375550"/>
                  </a:cubicBezTo>
                  <a:cubicBezTo>
                    <a:pt x="816964" y="375550"/>
                    <a:pt x="820452" y="372043"/>
                    <a:pt x="820452" y="365029"/>
                  </a:cubicBezTo>
                  <a:lnTo>
                    <a:pt x="820452" y="289322"/>
                  </a:lnTo>
                  <a:lnTo>
                    <a:pt x="727834" y="289322"/>
                  </a:lnTo>
                  <a:lnTo>
                    <a:pt x="727834" y="322362"/>
                  </a:lnTo>
                  <a:lnTo>
                    <a:pt x="766148" y="322725"/>
                  </a:lnTo>
                  <a:cubicBezTo>
                    <a:pt x="761925" y="316232"/>
                    <a:pt x="757256" y="308409"/>
                    <a:pt x="752140" y="299257"/>
                  </a:cubicBezTo>
                  <a:lnTo>
                    <a:pt x="762939" y="290857"/>
                  </a:lnTo>
                  <a:cubicBezTo>
                    <a:pt x="793133" y="313367"/>
                    <a:pt x="808550" y="329631"/>
                    <a:pt x="809192" y="339649"/>
                  </a:cubicBezTo>
                  <a:cubicBezTo>
                    <a:pt x="809834" y="349667"/>
                    <a:pt x="807271" y="357206"/>
                    <a:pt x="801504" y="362267"/>
                  </a:cubicBezTo>
                  <a:cubicBezTo>
                    <a:pt x="795737" y="367327"/>
                    <a:pt x="791579" y="369857"/>
                    <a:pt x="789031" y="369857"/>
                  </a:cubicBezTo>
                  <a:cubicBezTo>
                    <a:pt x="782594" y="369857"/>
                    <a:pt x="778529" y="365652"/>
                    <a:pt x="776836" y="357244"/>
                  </a:cubicBezTo>
                  <a:cubicBezTo>
                    <a:pt x="774548" y="349244"/>
                    <a:pt x="772706" y="342947"/>
                    <a:pt x="771311" y="338352"/>
                  </a:cubicBezTo>
                  <a:cubicBezTo>
                    <a:pt x="701752" y="347561"/>
                    <a:pt x="659857" y="357476"/>
                    <a:pt x="645626" y="368099"/>
                  </a:cubicBezTo>
                  <a:lnTo>
                    <a:pt x="626064" y="329869"/>
                  </a:lnTo>
                  <a:lnTo>
                    <a:pt x="694376" y="326213"/>
                  </a:lnTo>
                  <a:lnTo>
                    <a:pt x="694376" y="289322"/>
                  </a:lnTo>
                  <a:lnTo>
                    <a:pt x="610521" y="289322"/>
                  </a:lnTo>
                  <a:lnTo>
                    <a:pt x="610521" y="403622"/>
                  </a:lnTo>
                  <a:lnTo>
                    <a:pt x="575304" y="417966"/>
                  </a:lnTo>
                  <a:cubicBezTo>
                    <a:pt x="576458" y="398878"/>
                    <a:pt x="577034" y="373894"/>
                    <a:pt x="577034" y="343012"/>
                  </a:cubicBezTo>
                  <a:cubicBezTo>
                    <a:pt x="577034" y="312130"/>
                    <a:pt x="576458" y="283071"/>
                    <a:pt x="575304" y="255836"/>
                  </a:cubicBezTo>
                  <a:lnTo>
                    <a:pt x="606726" y="269872"/>
                  </a:lnTo>
                  <a:lnTo>
                    <a:pt x="694376" y="269872"/>
                  </a:lnTo>
                  <a:lnTo>
                    <a:pt x="694376" y="244674"/>
                  </a:lnTo>
                  <a:lnTo>
                    <a:pt x="636780" y="244674"/>
                  </a:lnTo>
                  <a:lnTo>
                    <a:pt x="636780" y="252152"/>
                  </a:lnTo>
                  <a:lnTo>
                    <a:pt x="601563" y="260440"/>
                  </a:lnTo>
                  <a:cubicBezTo>
                    <a:pt x="602735" y="238935"/>
                    <a:pt x="603321" y="221787"/>
                    <a:pt x="603321" y="208997"/>
                  </a:cubicBezTo>
                  <a:cubicBezTo>
                    <a:pt x="603321" y="196207"/>
                    <a:pt x="602735" y="180799"/>
                    <a:pt x="601563" y="162772"/>
                  </a:cubicBezTo>
                  <a:lnTo>
                    <a:pt x="632984" y="176808"/>
                  </a:lnTo>
                  <a:lnTo>
                    <a:pt x="694376" y="176808"/>
                  </a:lnTo>
                  <a:lnTo>
                    <a:pt x="694376" y="148987"/>
                  </a:lnTo>
                  <a:cubicBezTo>
                    <a:pt x="660592" y="150140"/>
                    <a:pt x="623813" y="150717"/>
                    <a:pt x="584039" y="150717"/>
                  </a:cubicBezTo>
                  <a:lnTo>
                    <a:pt x="584039" y="135146"/>
                  </a:lnTo>
                  <a:cubicBezTo>
                    <a:pt x="628873" y="132653"/>
                    <a:pt x="671857" y="128797"/>
                    <a:pt x="712989" y="123579"/>
                  </a:cubicBezTo>
                  <a:cubicBezTo>
                    <a:pt x="733555" y="120970"/>
                    <a:pt x="751459" y="117825"/>
                    <a:pt x="766700" y="114143"/>
                  </a:cubicBezTo>
                  <a:lnTo>
                    <a:pt x="802928" y="101997"/>
                  </a:lnTo>
                  <a:lnTo>
                    <a:pt x="802928" y="98227"/>
                  </a:lnTo>
                  <a:lnTo>
                    <a:pt x="563249" y="98227"/>
                  </a:lnTo>
                  <a:cubicBezTo>
                    <a:pt x="563249" y="151266"/>
                    <a:pt x="562352" y="194007"/>
                    <a:pt x="560556" y="226452"/>
                  </a:cubicBezTo>
                  <a:cubicBezTo>
                    <a:pt x="558761" y="258896"/>
                    <a:pt x="551924" y="291801"/>
                    <a:pt x="540046" y="325167"/>
                  </a:cubicBezTo>
                  <a:cubicBezTo>
                    <a:pt x="528168" y="358532"/>
                    <a:pt x="507504" y="390051"/>
                    <a:pt x="478054" y="419724"/>
                  </a:cubicBezTo>
                  <a:lnTo>
                    <a:pt x="466725" y="412803"/>
                  </a:lnTo>
                  <a:cubicBezTo>
                    <a:pt x="486649" y="378275"/>
                    <a:pt x="500681" y="347040"/>
                    <a:pt x="508820" y="319097"/>
                  </a:cubicBezTo>
                  <a:cubicBezTo>
                    <a:pt x="516959" y="291155"/>
                    <a:pt x="522191" y="260566"/>
                    <a:pt x="524517" y="227331"/>
                  </a:cubicBezTo>
                  <a:cubicBezTo>
                    <a:pt x="526842" y="194096"/>
                    <a:pt x="527428" y="120858"/>
                    <a:pt x="526275" y="7619"/>
                  </a:cubicBezTo>
                  <a:lnTo>
                    <a:pt x="559566" y="23413"/>
                  </a:lnTo>
                  <a:lnTo>
                    <a:pt x="801532" y="23413"/>
                  </a:lnTo>
                  <a:close/>
                  <a:moveTo>
                    <a:pt x="1967684" y="0"/>
                  </a:moveTo>
                  <a:lnTo>
                    <a:pt x="2016937" y="22632"/>
                  </a:lnTo>
                  <a:lnTo>
                    <a:pt x="2002929" y="37784"/>
                  </a:lnTo>
                  <a:lnTo>
                    <a:pt x="2002929" y="112738"/>
                  </a:lnTo>
                  <a:lnTo>
                    <a:pt x="2038564" y="112738"/>
                  </a:lnTo>
                  <a:lnTo>
                    <a:pt x="2060553" y="91669"/>
                  </a:lnTo>
                  <a:lnTo>
                    <a:pt x="2089046" y="124456"/>
                  </a:lnTo>
                  <a:lnTo>
                    <a:pt x="2096543" y="100427"/>
                  </a:lnTo>
                  <a:cubicBezTo>
                    <a:pt x="2105341" y="70492"/>
                    <a:pt x="2113622" y="37017"/>
                    <a:pt x="2121387" y="0"/>
                  </a:cubicBezTo>
                  <a:lnTo>
                    <a:pt x="2171030" y="29859"/>
                  </a:lnTo>
                  <a:cubicBezTo>
                    <a:pt x="2160761" y="35124"/>
                    <a:pt x="2153427" y="42728"/>
                    <a:pt x="2149027" y="52672"/>
                  </a:cubicBezTo>
                  <a:cubicBezTo>
                    <a:pt x="2144627" y="62615"/>
                    <a:pt x="2136204" y="82637"/>
                    <a:pt x="2123759" y="112738"/>
                  </a:cubicBezTo>
                  <a:lnTo>
                    <a:pt x="2215400" y="112738"/>
                  </a:lnTo>
                  <a:lnTo>
                    <a:pt x="2239147" y="89939"/>
                  </a:lnTo>
                  <a:lnTo>
                    <a:pt x="2276093" y="132160"/>
                  </a:lnTo>
                  <a:lnTo>
                    <a:pt x="2224831" y="132160"/>
                  </a:lnTo>
                  <a:cubicBezTo>
                    <a:pt x="2218041" y="215671"/>
                    <a:pt x="2203028" y="277835"/>
                    <a:pt x="2179792" y="318651"/>
                  </a:cubicBezTo>
                  <a:cubicBezTo>
                    <a:pt x="2205428" y="349160"/>
                    <a:pt x="2236942" y="368629"/>
                    <a:pt x="2274335" y="377056"/>
                  </a:cubicBezTo>
                  <a:lnTo>
                    <a:pt x="2274335" y="391177"/>
                  </a:lnTo>
                  <a:cubicBezTo>
                    <a:pt x="2251807" y="394730"/>
                    <a:pt x="2239779" y="401939"/>
                    <a:pt x="2238254" y="412803"/>
                  </a:cubicBezTo>
                  <a:cubicBezTo>
                    <a:pt x="2202461" y="390925"/>
                    <a:pt x="2175700" y="367104"/>
                    <a:pt x="2157970" y="341338"/>
                  </a:cubicBezTo>
                  <a:cubicBezTo>
                    <a:pt x="2121842" y="378080"/>
                    <a:pt x="2075203" y="405390"/>
                    <a:pt x="2018053" y="423268"/>
                  </a:cubicBezTo>
                  <a:lnTo>
                    <a:pt x="2011468" y="411687"/>
                  </a:lnTo>
                  <a:cubicBezTo>
                    <a:pt x="2025104" y="405334"/>
                    <a:pt x="2037995" y="398584"/>
                    <a:pt x="2050139" y="391438"/>
                  </a:cubicBezTo>
                  <a:lnTo>
                    <a:pt x="2068055" y="379583"/>
                  </a:lnTo>
                  <a:lnTo>
                    <a:pt x="2065855" y="380042"/>
                  </a:lnTo>
                  <a:cubicBezTo>
                    <a:pt x="2060795" y="380042"/>
                    <a:pt x="2055446" y="377224"/>
                    <a:pt x="2049810" y="371587"/>
                  </a:cubicBezTo>
                  <a:cubicBezTo>
                    <a:pt x="2037736" y="362806"/>
                    <a:pt x="2024658" y="355114"/>
                    <a:pt x="2010575" y="348509"/>
                  </a:cubicBezTo>
                  <a:cubicBezTo>
                    <a:pt x="1970689" y="380972"/>
                    <a:pt x="1920785" y="402571"/>
                    <a:pt x="1860863" y="413305"/>
                  </a:cubicBezTo>
                  <a:lnTo>
                    <a:pt x="1857375" y="400860"/>
                  </a:lnTo>
                  <a:cubicBezTo>
                    <a:pt x="1912292" y="382721"/>
                    <a:pt x="1954318" y="361402"/>
                    <a:pt x="1983451" y="336901"/>
                  </a:cubicBezTo>
                  <a:cubicBezTo>
                    <a:pt x="1962727" y="330576"/>
                    <a:pt x="1939965" y="325283"/>
                    <a:pt x="1915167" y="321023"/>
                  </a:cubicBezTo>
                  <a:cubicBezTo>
                    <a:pt x="1920152" y="310307"/>
                    <a:pt x="1929491" y="293787"/>
                    <a:pt x="1943184" y="271463"/>
                  </a:cubicBezTo>
                  <a:lnTo>
                    <a:pt x="1925771" y="271463"/>
                  </a:lnTo>
                  <a:cubicBezTo>
                    <a:pt x="1911074" y="271463"/>
                    <a:pt x="1896507" y="273212"/>
                    <a:pt x="1882071" y="276709"/>
                  </a:cubicBezTo>
                  <a:lnTo>
                    <a:pt x="1862621" y="252041"/>
                  </a:lnTo>
                  <a:lnTo>
                    <a:pt x="1947928" y="252041"/>
                  </a:lnTo>
                  <a:cubicBezTo>
                    <a:pt x="1951816" y="242348"/>
                    <a:pt x="1956569" y="227828"/>
                    <a:pt x="1962187" y="208481"/>
                  </a:cubicBezTo>
                  <a:lnTo>
                    <a:pt x="1969442" y="211969"/>
                  </a:lnTo>
                  <a:lnTo>
                    <a:pt x="1969442" y="151303"/>
                  </a:lnTo>
                  <a:cubicBezTo>
                    <a:pt x="1943788" y="186575"/>
                    <a:pt x="1908749" y="214425"/>
                    <a:pt x="1864323" y="234851"/>
                  </a:cubicBezTo>
                  <a:lnTo>
                    <a:pt x="1857375" y="223940"/>
                  </a:lnTo>
                  <a:cubicBezTo>
                    <a:pt x="1901130" y="192724"/>
                    <a:pt x="1933817" y="162130"/>
                    <a:pt x="1955434" y="132160"/>
                  </a:cubicBezTo>
                  <a:lnTo>
                    <a:pt x="1929287" y="132160"/>
                  </a:lnTo>
                  <a:cubicBezTo>
                    <a:pt x="1914590" y="132160"/>
                    <a:pt x="1900023" y="133908"/>
                    <a:pt x="1885587" y="137406"/>
                  </a:cubicBezTo>
                  <a:lnTo>
                    <a:pt x="1866137" y="112738"/>
                  </a:lnTo>
                  <a:lnTo>
                    <a:pt x="1969442" y="112738"/>
                  </a:lnTo>
                  <a:cubicBezTo>
                    <a:pt x="1969442" y="73019"/>
                    <a:pt x="1968856" y="35440"/>
                    <a:pt x="1967684" y="0"/>
                  </a:cubicBezTo>
                  <a:close/>
                  <a:moveTo>
                    <a:pt x="1190848" y="0"/>
                  </a:moveTo>
                  <a:lnTo>
                    <a:pt x="1243589" y="24390"/>
                  </a:lnTo>
                  <a:lnTo>
                    <a:pt x="1227851" y="41244"/>
                  </a:lnTo>
                  <a:cubicBezTo>
                    <a:pt x="1227851" y="75177"/>
                    <a:pt x="1227265" y="103771"/>
                    <a:pt x="1226093" y="127025"/>
                  </a:cubicBezTo>
                  <a:lnTo>
                    <a:pt x="1291363" y="127025"/>
                  </a:lnTo>
                  <a:lnTo>
                    <a:pt x="1309446" y="107715"/>
                  </a:lnTo>
                  <a:lnTo>
                    <a:pt x="1341648" y="136820"/>
                  </a:lnTo>
                  <a:lnTo>
                    <a:pt x="1327417" y="149266"/>
                  </a:lnTo>
                  <a:cubicBezTo>
                    <a:pt x="1322840" y="236367"/>
                    <a:pt x="1319361" y="295671"/>
                    <a:pt x="1316980" y="327176"/>
                  </a:cubicBezTo>
                  <a:cubicBezTo>
                    <a:pt x="1314599" y="358681"/>
                    <a:pt x="1308729" y="380679"/>
                    <a:pt x="1299372" y="393172"/>
                  </a:cubicBezTo>
                  <a:cubicBezTo>
                    <a:pt x="1290014" y="405664"/>
                    <a:pt x="1273857" y="415101"/>
                    <a:pt x="1250900" y="421482"/>
                  </a:cubicBezTo>
                  <a:cubicBezTo>
                    <a:pt x="1249561" y="404218"/>
                    <a:pt x="1227209" y="388470"/>
                    <a:pt x="1183844" y="374238"/>
                  </a:cubicBezTo>
                  <a:lnTo>
                    <a:pt x="1186439" y="356462"/>
                  </a:lnTo>
                  <a:cubicBezTo>
                    <a:pt x="1229581" y="364666"/>
                    <a:pt x="1255184" y="368769"/>
                    <a:pt x="1263248" y="368769"/>
                  </a:cubicBezTo>
                  <a:cubicBezTo>
                    <a:pt x="1271313" y="368769"/>
                    <a:pt x="1277029" y="356988"/>
                    <a:pt x="1280396" y="333427"/>
                  </a:cubicBezTo>
                  <a:cubicBezTo>
                    <a:pt x="1283763" y="309865"/>
                    <a:pt x="1287772" y="247539"/>
                    <a:pt x="1292423" y="146447"/>
                  </a:cubicBezTo>
                  <a:lnTo>
                    <a:pt x="1225646" y="146447"/>
                  </a:lnTo>
                  <a:cubicBezTo>
                    <a:pt x="1222353" y="191654"/>
                    <a:pt x="1215670" y="230247"/>
                    <a:pt x="1205596" y="262226"/>
                  </a:cubicBezTo>
                  <a:cubicBezTo>
                    <a:pt x="1195522" y="294206"/>
                    <a:pt x="1178542" y="323041"/>
                    <a:pt x="1154655" y="348733"/>
                  </a:cubicBezTo>
                  <a:cubicBezTo>
                    <a:pt x="1130768" y="374424"/>
                    <a:pt x="1094026" y="398674"/>
                    <a:pt x="1044429" y="421482"/>
                  </a:cubicBezTo>
                  <a:lnTo>
                    <a:pt x="1035025" y="410766"/>
                  </a:lnTo>
                  <a:cubicBezTo>
                    <a:pt x="1074278" y="387195"/>
                    <a:pt x="1104272" y="363597"/>
                    <a:pt x="1125006" y="339970"/>
                  </a:cubicBezTo>
                  <a:cubicBezTo>
                    <a:pt x="1145739" y="316344"/>
                    <a:pt x="1161320" y="289755"/>
                    <a:pt x="1171747" y="260203"/>
                  </a:cubicBezTo>
                  <a:cubicBezTo>
                    <a:pt x="1182174" y="230651"/>
                    <a:pt x="1189127" y="192733"/>
                    <a:pt x="1192606" y="146447"/>
                  </a:cubicBezTo>
                  <a:lnTo>
                    <a:pt x="1151530" y="146447"/>
                  </a:lnTo>
                  <a:lnTo>
                    <a:pt x="1127782" y="149963"/>
                  </a:lnTo>
                  <a:lnTo>
                    <a:pt x="1110314" y="127025"/>
                  </a:lnTo>
                  <a:lnTo>
                    <a:pt x="1192690" y="127025"/>
                  </a:lnTo>
                  <a:cubicBezTo>
                    <a:pt x="1193806" y="73298"/>
                    <a:pt x="1193192" y="30957"/>
                    <a:pt x="1190848" y="0"/>
                  </a:cubicBezTo>
                  <a:close/>
                  <a:moveTo>
                    <a:pt x="186547" y="0"/>
                  </a:moveTo>
                  <a:lnTo>
                    <a:pt x="231362" y="31003"/>
                  </a:lnTo>
                  <a:lnTo>
                    <a:pt x="215596" y="40770"/>
                  </a:lnTo>
                  <a:cubicBezTo>
                    <a:pt x="269267" y="116617"/>
                    <a:pt x="336975" y="159284"/>
                    <a:pt x="418718" y="168771"/>
                  </a:cubicBezTo>
                  <a:lnTo>
                    <a:pt x="418718" y="183729"/>
                  </a:lnTo>
                  <a:cubicBezTo>
                    <a:pt x="401268" y="184957"/>
                    <a:pt x="389399" y="193244"/>
                    <a:pt x="383111" y="208592"/>
                  </a:cubicBezTo>
                  <a:cubicBezTo>
                    <a:pt x="302707" y="179943"/>
                    <a:pt x="242748" y="127416"/>
                    <a:pt x="203234" y="51011"/>
                  </a:cubicBezTo>
                  <a:cubicBezTo>
                    <a:pt x="162548" y="130858"/>
                    <a:pt x="95910" y="188054"/>
                    <a:pt x="3320" y="222601"/>
                  </a:cubicBezTo>
                  <a:lnTo>
                    <a:pt x="0" y="208788"/>
                  </a:lnTo>
                  <a:cubicBezTo>
                    <a:pt x="81037" y="169832"/>
                    <a:pt x="143219" y="100236"/>
                    <a:pt x="186547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3600" b="1" dirty="0"/>
            </a:p>
          </p:txBody>
        </p:sp>
        <p:grpSp>
          <p:nvGrpSpPr>
            <p:cNvPr id="231" name="组合 230">
              <a:extLst>
                <a:ext uri="{FF2B5EF4-FFF2-40B4-BE49-F238E27FC236}">
                  <a16:creationId xmlns:a16="http://schemas.microsoft.com/office/drawing/2014/main" id="{DA644DF5-1CE7-440F-83CD-B0E3741B557B}"/>
                </a:ext>
              </a:extLst>
            </p:cNvPr>
            <p:cNvGrpSpPr/>
            <p:nvPr/>
          </p:nvGrpSpPr>
          <p:grpSpPr>
            <a:xfrm>
              <a:off x="3712164" y="2454251"/>
              <a:ext cx="4767671" cy="2456481"/>
              <a:chOff x="3712164" y="2454251"/>
              <a:chExt cx="4767671" cy="2456481"/>
            </a:xfrm>
          </p:grpSpPr>
          <p:sp>
            <p:nvSpPr>
              <p:cNvPr id="240" name="矩形 239">
                <a:extLst>
                  <a:ext uri="{FF2B5EF4-FFF2-40B4-BE49-F238E27FC236}">
                    <a16:creationId xmlns:a16="http://schemas.microsoft.com/office/drawing/2014/main" id="{881E26AF-7DE3-40EA-B0D0-A6180A8F66A5}"/>
                  </a:ext>
                </a:extLst>
              </p:cNvPr>
              <p:cNvSpPr/>
              <p:nvPr/>
            </p:nvSpPr>
            <p:spPr>
              <a:xfrm>
                <a:off x="3712164" y="2454251"/>
                <a:ext cx="4767671" cy="2456481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241" name="组合 240">
                <a:extLst>
                  <a:ext uri="{FF2B5EF4-FFF2-40B4-BE49-F238E27FC236}">
                    <a16:creationId xmlns:a16="http://schemas.microsoft.com/office/drawing/2014/main" id="{10918029-C449-4417-8F75-ED8858CD09CB}"/>
                  </a:ext>
                </a:extLst>
              </p:cNvPr>
              <p:cNvGrpSpPr/>
              <p:nvPr/>
            </p:nvGrpSpPr>
            <p:grpSpPr>
              <a:xfrm>
                <a:off x="3947226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96" name="椭圆 295">
                  <a:extLst>
                    <a:ext uri="{FF2B5EF4-FFF2-40B4-BE49-F238E27FC236}">
                      <a16:creationId xmlns:a16="http://schemas.microsoft.com/office/drawing/2014/main" id="{3D558934-C6B2-48E3-917B-C7BE6D9841D0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7" name="椭圆 296">
                  <a:extLst>
                    <a:ext uri="{FF2B5EF4-FFF2-40B4-BE49-F238E27FC236}">
                      <a16:creationId xmlns:a16="http://schemas.microsoft.com/office/drawing/2014/main" id="{2358E6EA-2C24-4E26-8996-E108DB57C66E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8" name="椭圆 297">
                  <a:extLst>
                    <a:ext uri="{FF2B5EF4-FFF2-40B4-BE49-F238E27FC236}">
                      <a16:creationId xmlns:a16="http://schemas.microsoft.com/office/drawing/2014/main" id="{A0EB998D-F67C-4C64-A85E-F8F4B0162F3E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9" name="椭圆 298">
                  <a:extLst>
                    <a:ext uri="{FF2B5EF4-FFF2-40B4-BE49-F238E27FC236}">
                      <a16:creationId xmlns:a16="http://schemas.microsoft.com/office/drawing/2014/main" id="{0F0C9C3D-F33E-4DF9-B6BA-AEDC372FD68D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00" name="椭圆 299">
                  <a:extLst>
                    <a:ext uri="{FF2B5EF4-FFF2-40B4-BE49-F238E27FC236}">
                      <a16:creationId xmlns:a16="http://schemas.microsoft.com/office/drawing/2014/main" id="{4F8EB63E-BEE9-4C94-8D9B-4D505275A7DB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42" name="组合 241">
                <a:extLst>
                  <a:ext uri="{FF2B5EF4-FFF2-40B4-BE49-F238E27FC236}">
                    <a16:creationId xmlns:a16="http://schemas.microsoft.com/office/drawing/2014/main" id="{4059E673-02B7-47E3-9AC5-F658FBCE4283}"/>
                  </a:ext>
                </a:extLst>
              </p:cNvPr>
              <p:cNvGrpSpPr/>
              <p:nvPr/>
            </p:nvGrpSpPr>
            <p:grpSpPr>
              <a:xfrm>
                <a:off x="7712187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91" name="椭圆 290">
                  <a:extLst>
                    <a:ext uri="{FF2B5EF4-FFF2-40B4-BE49-F238E27FC236}">
                      <a16:creationId xmlns:a16="http://schemas.microsoft.com/office/drawing/2014/main" id="{12371EEF-A13A-43FD-BDD2-077FF61403E7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2" name="椭圆 291">
                  <a:extLst>
                    <a:ext uri="{FF2B5EF4-FFF2-40B4-BE49-F238E27FC236}">
                      <a16:creationId xmlns:a16="http://schemas.microsoft.com/office/drawing/2014/main" id="{24203DD0-824C-421C-8662-FEE04640CEB9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3" name="椭圆 292">
                  <a:extLst>
                    <a:ext uri="{FF2B5EF4-FFF2-40B4-BE49-F238E27FC236}">
                      <a16:creationId xmlns:a16="http://schemas.microsoft.com/office/drawing/2014/main" id="{DE5A99B5-5E1E-450B-AA34-443AEB4D30F5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4" name="椭圆 293">
                  <a:extLst>
                    <a:ext uri="{FF2B5EF4-FFF2-40B4-BE49-F238E27FC236}">
                      <a16:creationId xmlns:a16="http://schemas.microsoft.com/office/drawing/2014/main" id="{EA365ECA-D209-4024-BE76-09421BE658F0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5" name="椭圆 294">
                  <a:extLst>
                    <a:ext uri="{FF2B5EF4-FFF2-40B4-BE49-F238E27FC236}">
                      <a16:creationId xmlns:a16="http://schemas.microsoft.com/office/drawing/2014/main" id="{968A8237-18C0-4447-B2B3-F88984613E9A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43" name="组合 242">
                <a:extLst>
                  <a:ext uri="{FF2B5EF4-FFF2-40B4-BE49-F238E27FC236}">
                    <a16:creationId xmlns:a16="http://schemas.microsoft.com/office/drawing/2014/main" id="{5006A8B8-7D51-48E9-8122-8866BAC2EB92}"/>
                  </a:ext>
                </a:extLst>
              </p:cNvPr>
              <p:cNvGrpSpPr/>
              <p:nvPr/>
            </p:nvGrpSpPr>
            <p:grpSpPr>
              <a:xfrm>
                <a:off x="4888466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86" name="椭圆 285">
                  <a:extLst>
                    <a:ext uri="{FF2B5EF4-FFF2-40B4-BE49-F238E27FC236}">
                      <a16:creationId xmlns:a16="http://schemas.microsoft.com/office/drawing/2014/main" id="{2056BDA6-24BD-463B-A971-303EAF7AA5CA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7" name="椭圆 286">
                  <a:extLst>
                    <a:ext uri="{FF2B5EF4-FFF2-40B4-BE49-F238E27FC236}">
                      <a16:creationId xmlns:a16="http://schemas.microsoft.com/office/drawing/2014/main" id="{9744A477-B71D-4D8C-8033-69FCBC0B5F24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8" name="椭圆 287">
                  <a:extLst>
                    <a:ext uri="{FF2B5EF4-FFF2-40B4-BE49-F238E27FC236}">
                      <a16:creationId xmlns:a16="http://schemas.microsoft.com/office/drawing/2014/main" id="{922D2F16-8718-462D-8D2E-A5DD2C4BCA8F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9" name="椭圆 288">
                  <a:extLst>
                    <a:ext uri="{FF2B5EF4-FFF2-40B4-BE49-F238E27FC236}">
                      <a16:creationId xmlns:a16="http://schemas.microsoft.com/office/drawing/2014/main" id="{0E95C11A-71C9-4548-9C3C-FAD3A0C3902F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90" name="椭圆 289">
                  <a:extLst>
                    <a:ext uri="{FF2B5EF4-FFF2-40B4-BE49-F238E27FC236}">
                      <a16:creationId xmlns:a16="http://schemas.microsoft.com/office/drawing/2014/main" id="{C773AE27-F36F-4C41-9550-282021212567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44" name="组合 243">
                <a:extLst>
                  <a:ext uri="{FF2B5EF4-FFF2-40B4-BE49-F238E27FC236}">
                    <a16:creationId xmlns:a16="http://schemas.microsoft.com/office/drawing/2014/main" id="{E059112A-ACD0-44EE-982C-39E88CBA4553}"/>
                  </a:ext>
                </a:extLst>
              </p:cNvPr>
              <p:cNvGrpSpPr/>
              <p:nvPr/>
            </p:nvGrpSpPr>
            <p:grpSpPr>
              <a:xfrm>
                <a:off x="5829707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81" name="椭圆 280">
                  <a:extLst>
                    <a:ext uri="{FF2B5EF4-FFF2-40B4-BE49-F238E27FC236}">
                      <a16:creationId xmlns:a16="http://schemas.microsoft.com/office/drawing/2014/main" id="{826B3C8D-51E0-42AE-BCD8-4BD10FC5D3C3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2" name="椭圆 281">
                  <a:extLst>
                    <a:ext uri="{FF2B5EF4-FFF2-40B4-BE49-F238E27FC236}">
                      <a16:creationId xmlns:a16="http://schemas.microsoft.com/office/drawing/2014/main" id="{8AD84EAA-C32F-4ABC-B891-978688B1BB3D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3" name="椭圆 282">
                  <a:extLst>
                    <a:ext uri="{FF2B5EF4-FFF2-40B4-BE49-F238E27FC236}">
                      <a16:creationId xmlns:a16="http://schemas.microsoft.com/office/drawing/2014/main" id="{09A3B80C-DDAC-41B0-A9C8-915623704008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4" name="椭圆 283">
                  <a:extLst>
                    <a:ext uri="{FF2B5EF4-FFF2-40B4-BE49-F238E27FC236}">
                      <a16:creationId xmlns:a16="http://schemas.microsoft.com/office/drawing/2014/main" id="{818E1534-45FD-4521-B633-912D24F6D9CE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5" name="椭圆 284">
                  <a:extLst>
                    <a:ext uri="{FF2B5EF4-FFF2-40B4-BE49-F238E27FC236}">
                      <a16:creationId xmlns:a16="http://schemas.microsoft.com/office/drawing/2014/main" id="{19AF6CC9-7BB3-425F-8A6D-7D52284EF510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45" name="组合 244">
                <a:extLst>
                  <a:ext uri="{FF2B5EF4-FFF2-40B4-BE49-F238E27FC236}">
                    <a16:creationId xmlns:a16="http://schemas.microsoft.com/office/drawing/2014/main" id="{D8B085E2-44D9-40EC-9749-A7C3C2DE5A25}"/>
                  </a:ext>
                </a:extLst>
              </p:cNvPr>
              <p:cNvGrpSpPr/>
              <p:nvPr/>
            </p:nvGrpSpPr>
            <p:grpSpPr>
              <a:xfrm>
                <a:off x="6770947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76" name="椭圆 275">
                  <a:extLst>
                    <a:ext uri="{FF2B5EF4-FFF2-40B4-BE49-F238E27FC236}">
                      <a16:creationId xmlns:a16="http://schemas.microsoft.com/office/drawing/2014/main" id="{36E07AAE-4B1E-41EA-B207-ED4B1F051FDD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7" name="椭圆 276">
                  <a:extLst>
                    <a:ext uri="{FF2B5EF4-FFF2-40B4-BE49-F238E27FC236}">
                      <a16:creationId xmlns:a16="http://schemas.microsoft.com/office/drawing/2014/main" id="{D499B728-73D7-4CD5-B8C5-E5C3E7FDB091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8" name="椭圆 277">
                  <a:extLst>
                    <a:ext uri="{FF2B5EF4-FFF2-40B4-BE49-F238E27FC236}">
                      <a16:creationId xmlns:a16="http://schemas.microsoft.com/office/drawing/2014/main" id="{847F43DE-73EA-4B0A-93E8-B0AD40408D47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9" name="椭圆 278">
                  <a:extLst>
                    <a:ext uri="{FF2B5EF4-FFF2-40B4-BE49-F238E27FC236}">
                      <a16:creationId xmlns:a16="http://schemas.microsoft.com/office/drawing/2014/main" id="{E4B8253E-3B92-4D04-963C-C219809174CD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80" name="椭圆 279">
                  <a:extLst>
                    <a:ext uri="{FF2B5EF4-FFF2-40B4-BE49-F238E27FC236}">
                      <a16:creationId xmlns:a16="http://schemas.microsoft.com/office/drawing/2014/main" id="{E35E630D-81A8-4B3C-B8D1-9AEFC3CCDA1A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46" name="组合 245">
                <a:extLst>
                  <a:ext uri="{FF2B5EF4-FFF2-40B4-BE49-F238E27FC236}">
                    <a16:creationId xmlns:a16="http://schemas.microsoft.com/office/drawing/2014/main" id="{C5BA6B51-0AB9-4F48-AAE2-4236305CA1BD}"/>
                  </a:ext>
                </a:extLst>
              </p:cNvPr>
              <p:cNvGrpSpPr/>
              <p:nvPr/>
            </p:nvGrpSpPr>
            <p:grpSpPr>
              <a:xfrm>
                <a:off x="4433513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71" name="椭圆 270">
                  <a:extLst>
                    <a:ext uri="{FF2B5EF4-FFF2-40B4-BE49-F238E27FC236}">
                      <a16:creationId xmlns:a16="http://schemas.microsoft.com/office/drawing/2014/main" id="{1401797D-71A8-4484-854C-34ED2D043BF3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2" name="椭圆 271">
                  <a:extLst>
                    <a:ext uri="{FF2B5EF4-FFF2-40B4-BE49-F238E27FC236}">
                      <a16:creationId xmlns:a16="http://schemas.microsoft.com/office/drawing/2014/main" id="{BD23E349-6A13-4CAC-A6F9-6E57F5908A84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3" name="椭圆 272">
                  <a:extLst>
                    <a:ext uri="{FF2B5EF4-FFF2-40B4-BE49-F238E27FC236}">
                      <a16:creationId xmlns:a16="http://schemas.microsoft.com/office/drawing/2014/main" id="{E52045B5-0C99-4F6D-BE36-8A7C23B10DEA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4" name="椭圆 273">
                  <a:extLst>
                    <a:ext uri="{FF2B5EF4-FFF2-40B4-BE49-F238E27FC236}">
                      <a16:creationId xmlns:a16="http://schemas.microsoft.com/office/drawing/2014/main" id="{5DE564B7-2B21-4805-91D5-5854DDA9A61D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5" name="椭圆 274">
                  <a:extLst>
                    <a:ext uri="{FF2B5EF4-FFF2-40B4-BE49-F238E27FC236}">
                      <a16:creationId xmlns:a16="http://schemas.microsoft.com/office/drawing/2014/main" id="{4D670437-7C2F-48ED-8F4D-8D3FC4792BD6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47" name="组合 246">
                <a:extLst>
                  <a:ext uri="{FF2B5EF4-FFF2-40B4-BE49-F238E27FC236}">
                    <a16:creationId xmlns:a16="http://schemas.microsoft.com/office/drawing/2014/main" id="{3129E209-3B61-41F8-8185-80F9DD8FF389}"/>
                  </a:ext>
                </a:extLst>
              </p:cNvPr>
              <p:cNvGrpSpPr/>
              <p:nvPr/>
            </p:nvGrpSpPr>
            <p:grpSpPr>
              <a:xfrm>
                <a:off x="8198474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66" name="椭圆 265">
                  <a:extLst>
                    <a:ext uri="{FF2B5EF4-FFF2-40B4-BE49-F238E27FC236}">
                      <a16:creationId xmlns:a16="http://schemas.microsoft.com/office/drawing/2014/main" id="{E11C0284-B6C8-456D-B7FF-142B3751E86E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7" name="椭圆 266">
                  <a:extLst>
                    <a:ext uri="{FF2B5EF4-FFF2-40B4-BE49-F238E27FC236}">
                      <a16:creationId xmlns:a16="http://schemas.microsoft.com/office/drawing/2014/main" id="{21973907-900E-47AC-8325-6305ACB96AAA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8" name="椭圆 267">
                  <a:extLst>
                    <a:ext uri="{FF2B5EF4-FFF2-40B4-BE49-F238E27FC236}">
                      <a16:creationId xmlns:a16="http://schemas.microsoft.com/office/drawing/2014/main" id="{5AE57A7B-D090-4A90-B9C9-0E0B3B7D9059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9" name="椭圆 268">
                  <a:extLst>
                    <a:ext uri="{FF2B5EF4-FFF2-40B4-BE49-F238E27FC236}">
                      <a16:creationId xmlns:a16="http://schemas.microsoft.com/office/drawing/2014/main" id="{59C8C940-2321-4B11-B011-705AD54C8365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70" name="椭圆 269">
                  <a:extLst>
                    <a:ext uri="{FF2B5EF4-FFF2-40B4-BE49-F238E27FC236}">
                      <a16:creationId xmlns:a16="http://schemas.microsoft.com/office/drawing/2014/main" id="{5191C23F-C030-4578-B2B0-127A31C1557A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48" name="组合 247">
                <a:extLst>
                  <a:ext uri="{FF2B5EF4-FFF2-40B4-BE49-F238E27FC236}">
                    <a16:creationId xmlns:a16="http://schemas.microsoft.com/office/drawing/2014/main" id="{BA7B7315-192E-4D78-9A33-DD3D4274C130}"/>
                  </a:ext>
                </a:extLst>
              </p:cNvPr>
              <p:cNvGrpSpPr/>
              <p:nvPr/>
            </p:nvGrpSpPr>
            <p:grpSpPr>
              <a:xfrm>
                <a:off x="5374753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61" name="椭圆 260">
                  <a:extLst>
                    <a:ext uri="{FF2B5EF4-FFF2-40B4-BE49-F238E27FC236}">
                      <a16:creationId xmlns:a16="http://schemas.microsoft.com/office/drawing/2014/main" id="{BA7D0D16-E77E-4763-9D18-4A660FD9EACF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2" name="椭圆 261">
                  <a:extLst>
                    <a:ext uri="{FF2B5EF4-FFF2-40B4-BE49-F238E27FC236}">
                      <a16:creationId xmlns:a16="http://schemas.microsoft.com/office/drawing/2014/main" id="{5DD944CE-4BF4-4C3E-B5C0-8675693AFC4F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3" name="椭圆 262">
                  <a:extLst>
                    <a:ext uri="{FF2B5EF4-FFF2-40B4-BE49-F238E27FC236}">
                      <a16:creationId xmlns:a16="http://schemas.microsoft.com/office/drawing/2014/main" id="{6FED284A-3B88-4D0B-93D8-C2CD51DB3B60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4" name="椭圆 263">
                  <a:extLst>
                    <a:ext uri="{FF2B5EF4-FFF2-40B4-BE49-F238E27FC236}">
                      <a16:creationId xmlns:a16="http://schemas.microsoft.com/office/drawing/2014/main" id="{A34C6E54-7611-458A-BF52-4AB00B2193EA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5" name="椭圆 264">
                  <a:extLst>
                    <a:ext uri="{FF2B5EF4-FFF2-40B4-BE49-F238E27FC236}">
                      <a16:creationId xmlns:a16="http://schemas.microsoft.com/office/drawing/2014/main" id="{F997DDC0-B12A-48FA-AB7C-E5A625D4FC66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49" name="组合 248">
                <a:extLst>
                  <a:ext uri="{FF2B5EF4-FFF2-40B4-BE49-F238E27FC236}">
                    <a16:creationId xmlns:a16="http://schemas.microsoft.com/office/drawing/2014/main" id="{48FE9A6C-1BE3-468B-97D8-D9837C381AAC}"/>
                  </a:ext>
                </a:extLst>
              </p:cNvPr>
              <p:cNvGrpSpPr/>
              <p:nvPr/>
            </p:nvGrpSpPr>
            <p:grpSpPr>
              <a:xfrm>
                <a:off x="6315994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56" name="椭圆 255">
                  <a:extLst>
                    <a:ext uri="{FF2B5EF4-FFF2-40B4-BE49-F238E27FC236}">
                      <a16:creationId xmlns:a16="http://schemas.microsoft.com/office/drawing/2014/main" id="{8B0F4EC9-67BF-4E8D-A472-D84FF9355391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7" name="椭圆 256">
                  <a:extLst>
                    <a:ext uri="{FF2B5EF4-FFF2-40B4-BE49-F238E27FC236}">
                      <a16:creationId xmlns:a16="http://schemas.microsoft.com/office/drawing/2014/main" id="{36B86BE6-6698-4A9B-979E-8FA2454A06E1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8" name="椭圆 257">
                  <a:extLst>
                    <a:ext uri="{FF2B5EF4-FFF2-40B4-BE49-F238E27FC236}">
                      <a16:creationId xmlns:a16="http://schemas.microsoft.com/office/drawing/2014/main" id="{F1A4CA89-F2C5-4011-A05B-45AEB1A8F874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9" name="椭圆 258">
                  <a:extLst>
                    <a:ext uri="{FF2B5EF4-FFF2-40B4-BE49-F238E27FC236}">
                      <a16:creationId xmlns:a16="http://schemas.microsoft.com/office/drawing/2014/main" id="{94B71FDE-F453-4460-AEFA-0BBCB02E5A9D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60" name="椭圆 259">
                  <a:extLst>
                    <a:ext uri="{FF2B5EF4-FFF2-40B4-BE49-F238E27FC236}">
                      <a16:creationId xmlns:a16="http://schemas.microsoft.com/office/drawing/2014/main" id="{7073F04E-093C-4454-B5E8-CD4D790C7CDA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250" name="组合 249">
                <a:extLst>
                  <a:ext uri="{FF2B5EF4-FFF2-40B4-BE49-F238E27FC236}">
                    <a16:creationId xmlns:a16="http://schemas.microsoft.com/office/drawing/2014/main" id="{F22BA141-C99A-431C-AAAE-D7995AD5ED26}"/>
                  </a:ext>
                </a:extLst>
              </p:cNvPr>
              <p:cNvGrpSpPr/>
              <p:nvPr/>
            </p:nvGrpSpPr>
            <p:grpSpPr>
              <a:xfrm>
                <a:off x="7257234" y="2564889"/>
                <a:ext cx="110223" cy="2250570"/>
                <a:chOff x="1214405" y="4592622"/>
                <a:chExt cx="84501" cy="1725373"/>
              </a:xfrm>
            </p:grpSpPr>
            <p:sp>
              <p:nvSpPr>
                <p:cNvPr id="251" name="椭圆 250">
                  <a:extLst>
                    <a:ext uri="{FF2B5EF4-FFF2-40B4-BE49-F238E27FC236}">
                      <a16:creationId xmlns:a16="http://schemas.microsoft.com/office/drawing/2014/main" id="{857CC60C-60DE-4301-B8B2-7B957CBAE001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2" name="椭圆 251">
                  <a:extLst>
                    <a:ext uri="{FF2B5EF4-FFF2-40B4-BE49-F238E27FC236}">
                      <a16:creationId xmlns:a16="http://schemas.microsoft.com/office/drawing/2014/main" id="{32A88AF0-A7AD-41DE-876C-6BAB0A61391D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3" name="椭圆 252">
                  <a:extLst>
                    <a:ext uri="{FF2B5EF4-FFF2-40B4-BE49-F238E27FC236}">
                      <a16:creationId xmlns:a16="http://schemas.microsoft.com/office/drawing/2014/main" id="{D866B466-C8C7-4F57-A0A2-86657E9AFF04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4" name="椭圆 253">
                  <a:extLst>
                    <a:ext uri="{FF2B5EF4-FFF2-40B4-BE49-F238E27FC236}">
                      <a16:creationId xmlns:a16="http://schemas.microsoft.com/office/drawing/2014/main" id="{1718A311-825D-4D00-8930-505ABABD4ED4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55" name="椭圆 254">
                  <a:extLst>
                    <a:ext uri="{FF2B5EF4-FFF2-40B4-BE49-F238E27FC236}">
                      <a16:creationId xmlns:a16="http://schemas.microsoft.com/office/drawing/2014/main" id="{135C74CE-898C-41B4-A2BB-0E19869E74ED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232" name="组合 231">
              <a:extLst>
                <a:ext uri="{FF2B5EF4-FFF2-40B4-BE49-F238E27FC236}">
                  <a16:creationId xmlns:a16="http://schemas.microsoft.com/office/drawing/2014/main" id="{8DF64B73-797D-4975-8DE0-E6DA64353033}"/>
                </a:ext>
              </a:extLst>
            </p:cNvPr>
            <p:cNvGrpSpPr/>
            <p:nvPr/>
          </p:nvGrpSpPr>
          <p:grpSpPr>
            <a:xfrm>
              <a:off x="8893703" y="1806209"/>
              <a:ext cx="2338077" cy="817802"/>
              <a:chOff x="8893703" y="1806209"/>
              <a:chExt cx="2338077" cy="817802"/>
            </a:xfrm>
          </p:grpSpPr>
          <p:sp>
            <p:nvSpPr>
              <p:cNvPr id="236" name="椭圆 235">
                <a:extLst>
                  <a:ext uri="{FF2B5EF4-FFF2-40B4-BE49-F238E27FC236}">
                    <a16:creationId xmlns:a16="http://schemas.microsoft.com/office/drawing/2014/main" id="{CA4A501E-80F2-4AA9-9EFB-C229798888F5}"/>
                  </a:ext>
                </a:extLst>
              </p:cNvPr>
              <p:cNvSpPr/>
              <p:nvPr/>
            </p:nvSpPr>
            <p:spPr>
              <a:xfrm>
                <a:off x="8893703" y="2513788"/>
                <a:ext cx="110223" cy="110223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grpSp>
            <p:nvGrpSpPr>
              <p:cNvPr id="237" name="组合 236">
                <a:extLst>
                  <a:ext uri="{FF2B5EF4-FFF2-40B4-BE49-F238E27FC236}">
                    <a16:creationId xmlns:a16="http://schemas.microsoft.com/office/drawing/2014/main" id="{0258DA86-FC6D-449B-8723-89E7ED526E8F}"/>
                  </a:ext>
                </a:extLst>
              </p:cNvPr>
              <p:cNvGrpSpPr/>
              <p:nvPr/>
            </p:nvGrpSpPr>
            <p:grpSpPr>
              <a:xfrm>
                <a:off x="9003926" y="1806209"/>
                <a:ext cx="2227854" cy="648042"/>
                <a:chOff x="9003926" y="1806209"/>
                <a:chExt cx="2227854" cy="648042"/>
              </a:xfrm>
            </p:grpSpPr>
            <p:sp>
              <p:nvSpPr>
                <p:cNvPr id="238" name="任意多边形: 形状 237">
                  <a:extLst>
                    <a:ext uri="{FF2B5EF4-FFF2-40B4-BE49-F238E27FC236}">
                      <a16:creationId xmlns:a16="http://schemas.microsoft.com/office/drawing/2014/main" id="{EA9F3476-7B23-4BA0-8629-8F56ED5FAAB6}"/>
                    </a:ext>
                  </a:extLst>
                </p:cNvPr>
                <p:cNvSpPr/>
                <p:nvPr/>
              </p:nvSpPr>
              <p:spPr>
                <a:xfrm flipH="1">
                  <a:off x="9003926" y="1806209"/>
                  <a:ext cx="2227854" cy="648042"/>
                </a:xfrm>
                <a:custGeom>
                  <a:avLst/>
                  <a:gdLst>
                    <a:gd name="connsiteX0" fmla="*/ 87311 w 2522548"/>
                    <a:gd name="connsiteY0" fmla="*/ 0 h 1354934"/>
                    <a:gd name="connsiteX1" fmla="*/ 2266473 w 2522548"/>
                    <a:gd name="connsiteY1" fmla="*/ 0 h 1354934"/>
                    <a:gd name="connsiteX2" fmla="*/ 2353784 w 2522548"/>
                    <a:gd name="connsiteY2" fmla="*/ 87311 h 1354934"/>
                    <a:gd name="connsiteX3" fmla="*/ 2353784 w 2522548"/>
                    <a:gd name="connsiteY3" fmla="*/ 1005055 h 1354934"/>
                    <a:gd name="connsiteX4" fmla="*/ 2522548 w 2522548"/>
                    <a:gd name="connsiteY4" fmla="*/ 1354934 h 1354934"/>
                    <a:gd name="connsiteX5" fmla="*/ 2266874 w 2522548"/>
                    <a:gd name="connsiteY5" fmla="*/ 1209545 h 1354934"/>
                    <a:gd name="connsiteX6" fmla="*/ 2266473 w 2522548"/>
                    <a:gd name="connsiteY6" fmla="*/ 1209626 h 1354934"/>
                    <a:gd name="connsiteX7" fmla="*/ 87311 w 2522548"/>
                    <a:gd name="connsiteY7" fmla="*/ 1209626 h 1354934"/>
                    <a:gd name="connsiteX8" fmla="*/ 0 w 2522548"/>
                    <a:gd name="connsiteY8" fmla="*/ 1122315 h 1354934"/>
                    <a:gd name="connsiteX9" fmla="*/ 0 w 2522548"/>
                    <a:gd name="connsiteY9" fmla="*/ 87311 h 1354934"/>
                    <a:gd name="connsiteX10" fmla="*/ 87311 w 2522548"/>
                    <a:gd name="connsiteY10" fmla="*/ 0 h 135493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2522548" h="1354934">
                      <a:moveTo>
                        <a:pt x="87311" y="0"/>
                      </a:moveTo>
                      <a:lnTo>
                        <a:pt x="2266473" y="0"/>
                      </a:lnTo>
                      <a:cubicBezTo>
                        <a:pt x="2314694" y="0"/>
                        <a:pt x="2353784" y="39090"/>
                        <a:pt x="2353784" y="87311"/>
                      </a:cubicBezTo>
                      <a:lnTo>
                        <a:pt x="2353784" y="1005055"/>
                      </a:lnTo>
                      <a:lnTo>
                        <a:pt x="2522548" y="1354934"/>
                      </a:lnTo>
                      <a:lnTo>
                        <a:pt x="2266874" y="1209545"/>
                      </a:lnTo>
                      <a:lnTo>
                        <a:pt x="2266473" y="1209626"/>
                      </a:lnTo>
                      <a:lnTo>
                        <a:pt x="87311" y="1209626"/>
                      </a:lnTo>
                      <a:cubicBezTo>
                        <a:pt x="39090" y="1209626"/>
                        <a:pt x="0" y="1170536"/>
                        <a:pt x="0" y="1122315"/>
                      </a:cubicBezTo>
                      <a:lnTo>
                        <a:pt x="0" y="87311"/>
                      </a:lnTo>
                      <a:cubicBezTo>
                        <a:pt x="0" y="39090"/>
                        <a:pt x="39090" y="0"/>
                        <a:pt x="87311" y="0"/>
                      </a:cubicBez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239" name="文本框 238">
                  <a:extLst>
                    <a:ext uri="{FF2B5EF4-FFF2-40B4-BE49-F238E27FC236}">
                      <a16:creationId xmlns:a16="http://schemas.microsoft.com/office/drawing/2014/main" id="{C2BAF9CA-0A84-4EA0-A47D-E1D07142D9AF}"/>
                    </a:ext>
                  </a:extLst>
                </p:cNvPr>
                <p:cNvSpPr txBox="1"/>
                <p:nvPr/>
              </p:nvSpPr>
              <p:spPr>
                <a:xfrm>
                  <a:off x="9395499" y="2017367"/>
                  <a:ext cx="1669070" cy="2248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9070" h="224805">
                      <a:moveTo>
                        <a:pt x="1654671" y="167432"/>
                      </a:moveTo>
                      <a:cubicBezTo>
                        <a:pt x="1658615" y="167432"/>
                        <a:pt x="1662001" y="168809"/>
                        <a:pt x="1664829" y="171562"/>
                      </a:cubicBezTo>
                      <a:cubicBezTo>
                        <a:pt x="1667656" y="174315"/>
                        <a:pt x="1669070" y="177664"/>
                        <a:pt x="1669070" y="181608"/>
                      </a:cubicBezTo>
                      <a:cubicBezTo>
                        <a:pt x="1669070" y="185626"/>
                        <a:pt x="1667656" y="188993"/>
                        <a:pt x="1664829" y="191709"/>
                      </a:cubicBezTo>
                      <a:cubicBezTo>
                        <a:pt x="1662001" y="194426"/>
                        <a:pt x="1658615" y="195784"/>
                        <a:pt x="1654671" y="195784"/>
                      </a:cubicBezTo>
                      <a:cubicBezTo>
                        <a:pt x="1650727" y="195784"/>
                        <a:pt x="1647341" y="194426"/>
                        <a:pt x="1644513" y="191709"/>
                      </a:cubicBezTo>
                      <a:cubicBezTo>
                        <a:pt x="1641686" y="188993"/>
                        <a:pt x="1640272" y="185626"/>
                        <a:pt x="1640272" y="181608"/>
                      </a:cubicBezTo>
                      <a:cubicBezTo>
                        <a:pt x="1640272" y="177664"/>
                        <a:pt x="1641686" y="174315"/>
                        <a:pt x="1644513" y="171562"/>
                      </a:cubicBezTo>
                      <a:cubicBezTo>
                        <a:pt x="1647341" y="168809"/>
                        <a:pt x="1650727" y="167432"/>
                        <a:pt x="1654671" y="167432"/>
                      </a:cubicBezTo>
                      <a:close/>
                      <a:moveTo>
                        <a:pt x="502741" y="165311"/>
                      </a:moveTo>
                      <a:lnTo>
                        <a:pt x="523503" y="165311"/>
                      </a:lnTo>
                      <a:lnTo>
                        <a:pt x="504639" y="224805"/>
                      </a:lnTo>
                      <a:lnTo>
                        <a:pt x="489012" y="224805"/>
                      </a:lnTo>
                      <a:close/>
                      <a:moveTo>
                        <a:pt x="266551" y="96664"/>
                      </a:moveTo>
                      <a:lnTo>
                        <a:pt x="262533" y="125909"/>
                      </a:lnTo>
                      <a:lnTo>
                        <a:pt x="330622" y="125909"/>
                      </a:lnTo>
                      <a:lnTo>
                        <a:pt x="330622" y="96664"/>
                      </a:lnTo>
                      <a:close/>
                      <a:moveTo>
                        <a:pt x="1225153" y="83493"/>
                      </a:moveTo>
                      <a:lnTo>
                        <a:pt x="1360884" y="83493"/>
                      </a:lnTo>
                      <a:lnTo>
                        <a:pt x="1360884" y="100013"/>
                      </a:lnTo>
                      <a:lnTo>
                        <a:pt x="1318692" y="100013"/>
                      </a:lnTo>
                      <a:lnTo>
                        <a:pt x="1318692" y="188193"/>
                      </a:lnTo>
                      <a:cubicBezTo>
                        <a:pt x="1318692" y="195188"/>
                        <a:pt x="1322115" y="198686"/>
                        <a:pt x="1328961" y="198686"/>
                      </a:cubicBezTo>
                      <a:lnTo>
                        <a:pt x="1335881" y="198686"/>
                      </a:lnTo>
                      <a:cubicBezTo>
                        <a:pt x="1343174" y="198686"/>
                        <a:pt x="1347267" y="194593"/>
                        <a:pt x="1348159" y="186407"/>
                      </a:cubicBezTo>
                      <a:cubicBezTo>
                        <a:pt x="1349201" y="180008"/>
                        <a:pt x="1350094" y="171153"/>
                        <a:pt x="1350839" y="159842"/>
                      </a:cubicBezTo>
                      <a:cubicBezTo>
                        <a:pt x="1356196" y="162223"/>
                        <a:pt x="1361926" y="164381"/>
                        <a:pt x="1368028" y="166316"/>
                      </a:cubicBezTo>
                      <a:cubicBezTo>
                        <a:pt x="1366986" y="175841"/>
                        <a:pt x="1365796" y="184249"/>
                        <a:pt x="1364456" y="191542"/>
                      </a:cubicBezTo>
                      <a:cubicBezTo>
                        <a:pt x="1362075" y="207318"/>
                        <a:pt x="1354113" y="215206"/>
                        <a:pt x="1340569" y="215206"/>
                      </a:cubicBezTo>
                      <a:lnTo>
                        <a:pt x="1325166" y="215206"/>
                      </a:lnTo>
                      <a:cubicBezTo>
                        <a:pt x="1309092" y="215206"/>
                        <a:pt x="1301055" y="207095"/>
                        <a:pt x="1301055" y="190872"/>
                      </a:cubicBezTo>
                      <a:lnTo>
                        <a:pt x="1301055" y="100013"/>
                      </a:lnTo>
                      <a:lnTo>
                        <a:pt x="1268797" y="100013"/>
                      </a:lnTo>
                      <a:cubicBezTo>
                        <a:pt x="1268425" y="135434"/>
                        <a:pt x="1264444" y="161032"/>
                        <a:pt x="1256853" y="176808"/>
                      </a:cubicBezTo>
                      <a:cubicBezTo>
                        <a:pt x="1248370" y="195412"/>
                        <a:pt x="1232297" y="211187"/>
                        <a:pt x="1208633" y="224135"/>
                      </a:cubicBezTo>
                      <a:cubicBezTo>
                        <a:pt x="1205359" y="219224"/>
                        <a:pt x="1201415" y="213866"/>
                        <a:pt x="1196801" y="208062"/>
                      </a:cubicBezTo>
                      <a:cubicBezTo>
                        <a:pt x="1219423" y="195709"/>
                        <a:pt x="1234157" y="181868"/>
                        <a:pt x="1241003" y="166539"/>
                      </a:cubicBezTo>
                      <a:cubicBezTo>
                        <a:pt x="1247329" y="154633"/>
                        <a:pt x="1250677" y="132457"/>
                        <a:pt x="1251049" y="100013"/>
                      </a:cubicBezTo>
                      <a:lnTo>
                        <a:pt x="1225153" y="100013"/>
                      </a:lnTo>
                      <a:close/>
                      <a:moveTo>
                        <a:pt x="963067" y="57150"/>
                      </a:moveTo>
                      <a:cubicBezTo>
                        <a:pt x="974080" y="68015"/>
                        <a:pt x="984498" y="79623"/>
                        <a:pt x="994321" y="91976"/>
                      </a:cubicBezTo>
                      <a:lnTo>
                        <a:pt x="979587" y="104254"/>
                      </a:lnTo>
                      <a:cubicBezTo>
                        <a:pt x="971996" y="93836"/>
                        <a:pt x="962174" y="81632"/>
                        <a:pt x="950119" y="67643"/>
                      </a:cubicBezTo>
                      <a:close/>
                      <a:moveTo>
                        <a:pt x="1088529" y="56257"/>
                      </a:moveTo>
                      <a:lnTo>
                        <a:pt x="1103933" y="68089"/>
                      </a:lnTo>
                      <a:cubicBezTo>
                        <a:pt x="1092770" y="81335"/>
                        <a:pt x="1081311" y="93762"/>
                        <a:pt x="1069553" y="105371"/>
                      </a:cubicBezTo>
                      <a:lnTo>
                        <a:pt x="1056605" y="94208"/>
                      </a:lnTo>
                      <a:cubicBezTo>
                        <a:pt x="1070297" y="79623"/>
                        <a:pt x="1080939" y="66973"/>
                        <a:pt x="1088529" y="56257"/>
                      </a:cubicBezTo>
                      <a:close/>
                      <a:moveTo>
                        <a:pt x="348927" y="52239"/>
                      </a:moveTo>
                      <a:lnTo>
                        <a:pt x="348927" y="80591"/>
                      </a:lnTo>
                      <a:lnTo>
                        <a:pt x="413444" y="80591"/>
                      </a:lnTo>
                      <a:lnTo>
                        <a:pt x="413444" y="52239"/>
                      </a:lnTo>
                      <a:close/>
                      <a:moveTo>
                        <a:pt x="1401068" y="42639"/>
                      </a:moveTo>
                      <a:lnTo>
                        <a:pt x="1401068" y="152475"/>
                      </a:lnTo>
                      <a:lnTo>
                        <a:pt x="1426741" y="152475"/>
                      </a:lnTo>
                      <a:lnTo>
                        <a:pt x="1426741" y="42639"/>
                      </a:lnTo>
                      <a:close/>
                      <a:moveTo>
                        <a:pt x="45541" y="29245"/>
                      </a:moveTo>
                      <a:lnTo>
                        <a:pt x="45541" y="97111"/>
                      </a:lnTo>
                      <a:lnTo>
                        <a:pt x="176361" y="97111"/>
                      </a:lnTo>
                      <a:lnTo>
                        <a:pt x="176361" y="29245"/>
                      </a:lnTo>
                      <a:close/>
                      <a:moveTo>
                        <a:pt x="1384995" y="27013"/>
                      </a:moveTo>
                      <a:lnTo>
                        <a:pt x="1442814" y="27013"/>
                      </a:lnTo>
                      <a:lnTo>
                        <a:pt x="1442814" y="168102"/>
                      </a:lnTo>
                      <a:lnTo>
                        <a:pt x="1401068" y="168102"/>
                      </a:lnTo>
                      <a:lnTo>
                        <a:pt x="1401068" y="183505"/>
                      </a:lnTo>
                      <a:lnTo>
                        <a:pt x="1384995" y="183505"/>
                      </a:lnTo>
                      <a:close/>
                      <a:moveTo>
                        <a:pt x="1146125" y="20538"/>
                      </a:moveTo>
                      <a:lnTo>
                        <a:pt x="1220911" y="20538"/>
                      </a:lnTo>
                      <a:lnTo>
                        <a:pt x="1220911" y="36612"/>
                      </a:lnTo>
                      <a:lnTo>
                        <a:pt x="1192113" y="36612"/>
                      </a:lnTo>
                      <a:lnTo>
                        <a:pt x="1192113" y="86618"/>
                      </a:lnTo>
                      <a:lnTo>
                        <a:pt x="1217563" y="86618"/>
                      </a:lnTo>
                      <a:lnTo>
                        <a:pt x="1217563" y="102692"/>
                      </a:lnTo>
                      <a:lnTo>
                        <a:pt x="1192113" y="102692"/>
                      </a:lnTo>
                      <a:lnTo>
                        <a:pt x="1192113" y="160735"/>
                      </a:lnTo>
                      <a:cubicBezTo>
                        <a:pt x="1201787" y="157981"/>
                        <a:pt x="1211759" y="155005"/>
                        <a:pt x="1222028" y="151805"/>
                      </a:cubicBezTo>
                      <a:cubicBezTo>
                        <a:pt x="1222028" y="158949"/>
                        <a:pt x="1222177" y="164827"/>
                        <a:pt x="1222474" y="169441"/>
                      </a:cubicBezTo>
                      <a:cubicBezTo>
                        <a:pt x="1200597" y="175990"/>
                        <a:pt x="1175296" y="183803"/>
                        <a:pt x="1146572" y="192882"/>
                      </a:cubicBezTo>
                      <a:lnTo>
                        <a:pt x="1143223" y="173906"/>
                      </a:lnTo>
                      <a:cubicBezTo>
                        <a:pt x="1153418" y="171376"/>
                        <a:pt x="1164059" y="168585"/>
                        <a:pt x="1175147" y="165534"/>
                      </a:cubicBezTo>
                      <a:lnTo>
                        <a:pt x="1175147" y="102692"/>
                      </a:lnTo>
                      <a:lnTo>
                        <a:pt x="1147242" y="102692"/>
                      </a:lnTo>
                      <a:lnTo>
                        <a:pt x="1147242" y="86618"/>
                      </a:lnTo>
                      <a:lnTo>
                        <a:pt x="1175147" y="86618"/>
                      </a:lnTo>
                      <a:lnTo>
                        <a:pt x="1175147" y="36612"/>
                      </a:lnTo>
                      <a:lnTo>
                        <a:pt x="1146125" y="36612"/>
                      </a:lnTo>
                      <a:close/>
                      <a:moveTo>
                        <a:pt x="1643063" y="20204"/>
                      </a:moveTo>
                      <a:lnTo>
                        <a:pt x="1665610" y="20204"/>
                      </a:lnTo>
                      <a:lnTo>
                        <a:pt x="1663154" y="143880"/>
                      </a:lnTo>
                      <a:lnTo>
                        <a:pt x="1645518" y="143880"/>
                      </a:lnTo>
                      <a:close/>
                      <a:moveTo>
                        <a:pt x="1235422" y="18753"/>
                      </a:moveTo>
                      <a:lnTo>
                        <a:pt x="1348829" y="18753"/>
                      </a:lnTo>
                      <a:lnTo>
                        <a:pt x="1348829" y="35272"/>
                      </a:lnTo>
                      <a:lnTo>
                        <a:pt x="1235422" y="35272"/>
                      </a:lnTo>
                      <a:close/>
                      <a:moveTo>
                        <a:pt x="1455539" y="18083"/>
                      </a:moveTo>
                      <a:lnTo>
                        <a:pt x="1589484" y="18083"/>
                      </a:lnTo>
                      <a:lnTo>
                        <a:pt x="1589484" y="34156"/>
                      </a:lnTo>
                      <a:lnTo>
                        <a:pt x="1554435" y="34156"/>
                      </a:lnTo>
                      <a:lnTo>
                        <a:pt x="1554435" y="94432"/>
                      </a:lnTo>
                      <a:lnTo>
                        <a:pt x="1594172" y="94432"/>
                      </a:lnTo>
                      <a:lnTo>
                        <a:pt x="1594172" y="110505"/>
                      </a:lnTo>
                      <a:lnTo>
                        <a:pt x="1554435" y="110505"/>
                      </a:lnTo>
                      <a:lnTo>
                        <a:pt x="1554435" y="191542"/>
                      </a:lnTo>
                      <a:cubicBezTo>
                        <a:pt x="1554435" y="209699"/>
                        <a:pt x="1546324" y="218926"/>
                        <a:pt x="1530102" y="219224"/>
                      </a:cubicBezTo>
                      <a:cubicBezTo>
                        <a:pt x="1520726" y="219224"/>
                        <a:pt x="1510457" y="219150"/>
                        <a:pt x="1499295" y="219001"/>
                      </a:cubicBezTo>
                      <a:cubicBezTo>
                        <a:pt x="1498550" y="213048"/>
                        <a:pt x="1497360" y="206648"/>
                        <a:pt x="1495723" y="199802"/>
                      </a:cubicBezTo>
                      <a:cubicBezTo>
                        <a:pt x="1507629" y="200993"/>
                        <a:pt x="1517303" y="201588"/>
                        <a:pt x="1524744" y="201588"/>
                      </a:cubicBezTo>
                      <a:cubicBezTo>
                        <a:pt x="1532781" y="201588"/>
                        <a:pt x="1536799" y="196825"/>
                        <a:pt x="1536799" y="187300"/>
                      </a:cubicBezTo>
                      <a:lnTo>
                        <a:pt x="1536799" y="113407"/>
                      </a:lnTo>
                      <a:cubicBezTo>
                        <a:pt x="1514698" y="149052"/>
                        <a:pt x="1481882" y="180678"/>
                        <a:pt x="1438349" y="208285"/>
                      </a:cubicBezTo>
                      <a:cubicBezTo>
                        <a:pt x="1435224" y="203672"/>
                        <a:pt x="1431355" y="198686"/>
                        <a:pt x="1426741" y="193328"/>
                      </a:cubicBezTo>
                      <a:cubicBezTo>
                        <a:pt x="1463873" y="171822"/>
                        <a:pt x="1494346" y="144215"/>
                        <a:pt x="1518159" y="110505"/>
                      </a:cubicBezTo>
                      <a:lnTo>
                        <a:pt x="1461343" y="110505"/>
                      </a:lnTo>
                      <a:lnTo>
                        <a:pt x="1461343" y="94432"/>
                      </a:lnTo>
                      <a:lnTo>
                        <a:pt x="1477417" y="42863"/>
                      </a:lnTo>
                      <a:lnTo>
                        <a:pt x="1494383" y="46435"/>
                      </a:lnTo>
                      <a:lnTo>
                        <a:pt x="1479649" y="94432"/>
                      </a:lnTo>
                      <a:lnTo>
                        <a:pt x="1536799" y="94432"/>
                      </a:lnTo>
                      <a:lnTo>
                        <a:pt x="1536799" y="34156"/>
                      </a:lnTo>
                      <a:lnTo>
                        <a:pt x="1455539" y="34156"/>
                      </a:lnTo>
                      <a:close/>
                      <a:moveTo>
                        <a:pt x="27682" y="12279"/>
                      </a:moveTo>
                      <a:lnTo>
                        <a:pt x="194221" y="12279"/>
                      </a:lnTo>
                      <a:lnTo>
                        <a:pt x="194221" y="126579"/>
                      </a:lnTo>
                      <a:lnTo>
                        <a:pt x="176361" y="126579"/>
                      </a:lnTo>
                      <a:lnTo>
                        <a:pt x="176361" y="114077"/>
                      </a:lnTo>
                      <a:lnTo>
                        <a:pt x="144438" y="114077"/>
                      </a:lnTo>
                      <a:lnTo>
                        <a:pt x="144438" y="186407"/>
                      </a:lnTo>
                      <a:cubicBezTo>
                        <a:pt x="144438" y="196081"/>
                        <a:pt x="149126" y="200918"/>
                        <a:pt x="158502" y="200918"/>
                      </a:cubicBezTo>
                      <a:lnTo>
                        <a:pt x="184844" y="200918"/>
                      </a:lnTo>
                      <a:cubicBezTo>
                        <a:pt x="194369" y="200918"/>
                        <a:pt x="199578" y="196825"/>
                        <a:pt x="200471" y="188640"/>
                      </a:cubicBezTo>
                      <a:cubicBezTo>
                        <a:pt x="201513" y="178668"/>
                        <a:pt x="202332" y="167283"/>
                        <a:pt x="202927" y="154484"/>
                      </a:cubicBezTo>
                      <a:cubicBezTo>
                        <a:pt x="208285" y="156567"/>
                        <a:pt x="214685" y="158800"/>
                        <a:pt x="222126" y="161181"/>
                      </a:cubicBezTo>
                      <a:cubicBezTo>
                        <a:pt x="220935" y="174724"/>
                        <a:pt x="219745" y="185738"/>
                        <a:pt x="218554" y="194221"/>
                      </a:cubicBezTo>
                      <a:cubicBezTo>
                        <a:pt x="216470" y="209104"/>
                        <a:pt x="206201" y="216545"/>
                        <a:pt x="187747" y="216545"/>
                      </a:cubicBezTo>
                      <a:lnTo>
                        <a:pt x="154484" y="216545"/>
                      </a:lnTo>
                      <a:cubicBezTo>
                        <a:pt x="136178" y="216545"/>
                        <a:pt x="127025" y="207318"/>
                        <a:pt x="127025" y="188863"/>
                      </a:cubicBezTo>
                      <a:lnTo>
                        <a:pt x="127025" y="114077"/>
                      </a:lnTo>
                      <a:lnTo>
                        <a:pt x="90413" y="114077"/>
                      </a:lnTo>
                      <a:cubicBezTo>
                        <a:pt x="89743" y="136401"/>
                        <a:pt x="87139" y="153665"/>
                        <a:pt x="82600" y="165869"/>
                      </a:cubicBezTo>
                      <a:cubicBezTo>
                        <a:pt x="73223" y="192063"/>
                        <a:pt x="49411" y="211634"/>
                        <a:pt x="11162" y="224582"/>
                      </a:cubicBezTo>
                      <a:cubicBezTo>
                        <a:pt x="8185" y="219671"/>
                        <a:pt x="4465" y="214164"/>
                        <a:pt x="0" y="208062"/>
                      </a:cubicBezTo>
                      <a:cubicBezTo>
                        <a:pt x="34975" y="198090"/>
                        <a:pt x="56852" y="181868"/>
                        <a:pt x="65633" y="159395"/>
                      </a:cubicBezTo>
                      <a:cubicBezTo>
                        <a:pt x="69651" y="149498"/>
                        <a:pt x="71958" y="134392"/>
                        <a:pt x="72554" y="114077"/>
                      </a:cubicBezTo>
                      <a:lnTo>
                        <a:pt x="45541" y="114077"/>
                      </a:lnTo>
                      <a:lnTo>
                        <a:pt x="45541" y="126579"/>
                      </a:lnTo>
                      <a:lnTo>
                        <a:pt x="27682" y="126579"/>
                      </a:lnTo>
                      <a:close/>
                      <a:moveTo>
                        <a:pt x="787152" y="6474"/>
                      </a:moveTo>
                      <a:lnTo>
                        <a:pt x="806574" y="6474"/>
                      </a:lnTo>
                      <a:lnTo>
                        <a:pt x="806574" y="90190"/>
                      </a:lnTo>
                      <a:lnTo>
                        <a:pt x="865287" y="90190"/>
                      </a:lnTo>
                      <a:lnTo>
                        <a:pt x="865287" y="27013"/>
                      </a:lnTo>
                      <a:lnTo>
                        <a:pt x="884262" y="27013"/>
                      </a:lnTo>
                      <a:lnTo>
                        <a:pt x="884262" y="115416"/>
                      </a:lnTo>
                      <a:lnTo>
                        <a:pt x="865287" y="115416"/>
                      </a:lnTo>
                      <a:lnTo>
                        <a:pt x="865287" y="107157"/>
                      </a:lnTo>
                      <a:lnTo>
                        <a:pt x="806574" y="107157"/>
                      </a:lnTo>
                      <a:lnTo>
                        <a:pt x="806574" y="194667"/>
                      </a:lnTo>
                      <a:lnTo>
                        <a:pt x="871984" y="194667"/>
                      </a:lnTo>
                      <a:lnTo>
                        <a:pt x="871984" y="131043"/>
                      </a:lnTo>
                      <a:lnTo>
                        <a:pt x="890736" y="131043"/>
                      </a:lnTo>
                      <a:lnTo>
                        <a:pt x="890736" y="219671"/>
                      </a:lnTo>
                      <a:lnTo>
                        <a:pt x="871984" y="219671"/>
                      </a:lnTo>
                      <a:lnTo>
                        <a:pt x="871984" y="211634"/>
                      </a:lnTo>
                      <a:lnTo>
                        <a:pt x="704106" y="211634"/>
                      </a:lnTo>
                      <a:lnTo>
                        <a:pt x="704106" y="131043"/>
                      </a:lnTo>
                      <a:lnTo>
                        <a:pt x="723081" y="131043"/>
                      </a:lnTo>
                      <a:lnTo>
                        <a:pt x="723081" y="194667"/>
                      </a:lnTo>
                      <a:lnTo>
                        <a:pt x="787152" y="194667"/>
                      </a:lnTo>
                      <a:lnTo>
                        <a:pt x="787152" y="107157"/>
                      </a:lnTo>
                      <a:lnTo>
                        <a:pt x="710133" y="107157"/>
                      </a:lnTo>
                      <a:lnTo>
                        <a:pt x="710133" y="27013"/>
                      </a:lnTo>
                      <a:lnTo>
                        <a:pt x="729109" y="27013"/>
                      </a:lnTo>
                      <a:lnTo>
                        <a:pt x="729109" y="90190"/>
                      </a:lnTo>
                      <a:lnTo>
                        <a:pt x="787152" y="90190"/>
                      </a:lnTo>
                      <a:close/>
                      <a:moveTo>
                        <a:pt x="1017538" y="2233"/>
                      </a:moveTo>
                      <a:lnTo>
                        <a:pt x="1034504" y="2233"/>
                      </a:lnTo>
                      <a:lnTo>
                        <a:pt x="1034504" y="34379"/>
                      </a:lnTo>
                      <a:lnTo>
                        <a:pt x="1122462" y="34379"/>
                      </a:lnTo>
                      <a:lnTo>
                        <a:pt x="1122462" y="50006"/>
                      </a:lnTo>
                      <a:lnTo>
                        <a:pt x="1034504" y="50006"/>
                      </a:lnTo>
                      <a:lnTo>
                        <a:pt x="1034504" y="108719"/>
                      </a:lnTo>
                      <a:lnTo>
                        <a:pt x="1134070" y="108719"/>
                      </a:lnTo>
                      <a:lnTo>
                        <a:pt x="1134070" y="124346"/>
                      </a:lnTo>
                      <a:lnTo>
                        <a:pt x="1039081" y="124346"/>
                      </a:lnTo>
                      <a:cubicBezTo>
                        <a:pt x="1063563" y="151582"/>
                        <a:pt x="1096417" y="172790"/>
                        <a:pt x="1137642" y="187970"/>
                      </a:cubicBezTo>
                      <a:cubicBezTo>
                        <a:pt x="1132731" y="194221"/>
                        <a:pt x="1128564" y="199876"/>
                        <a:pt x="1125141" y="204937"/>
                      </a:cubicBezTo>
                      <a:cubicBezTo>
                        <a:pt x="1086296" y="187375"/>
                        <a:pt x="1056084" y="164939"/>
                        <a:pt x="1034504" y="137629"/>
                      </a:cubicBezTo>
                      <a:lnTo>
                        <a:pt x="1034504" y="223019"/>
                      </a:lnTo>
                      <a:lnTo>
                        <a:pt x="1017538" y="223019"/>
                      </a:lnTo>
                      <a:lnTo>
                        <a:pt x="1017538" y="136401"/>
                      </a:lnTo>
                      <a:cubicBezTo>
                        <a:pt x="995809" y="161851"/>
                        <a:pt x="965448" y="185589"/>
                        <a:pt x="926455" y="207615"/>
                      </a:cubicBezTo>
                      <a:cubicBezTo>
                        <a:pt x="923330" y="203151"/>
                        <a:pt x="919311" y="198016"/>
                        <a:pt x="914400" y="192212"/>
                      </a:cubicBezTo>
                      <a:cubicBezTo>
                        <a:pt x="953244" y="172715"/>
                        <a:pt x="985763" y="150093"/>
                        <a:pt x="1011957" y="124346"/>
                      </a:cubicBezTo>
                      <a:lnTo>
                        <a:pt x="918195" y="124346"/>
                      </a:lnTo>
                      <a:lnTo>
                        <a:pt x="918195" y="108719"/>
                      </a:lnTo>
                      <a:lnTo>
                        <a:pt x="1017538" y="108719"/>
                      </a:lnTo>
                      <a:lnTo>
                        <a:pt x="1017538" y="50006"/>
                      </a:lnTo>
                      <a:lnTo>
                        <a:pt x="931366" y="50006"/>
                      </a:lnTo>
                      <a:lnTo>
                        <a:pt x="931366" y="34379"/>
                      </a:lnTo>
                      <a:lnTo>
                        <a:pt x="1017538" y="34379"/>
                      </a:lnTo>
                      <a:close/>
                      <a:moveTo>
                        <a:pt x="384423" y="0"/>
                      </a:moveTo>
                      <a:lnTo>
                        <a:pt x="400050" y="11162"/>
                      </a:lnTo>
                      <a:cubicBezTo>
                        <a:pt x="392534" y="19943"/>
                        <a:pt x="384944" y="28278"/>
                        <a:pt x="377279" y="36165"/>
                      </a:cubicBezTo>
                      <a:lnTo>
                        <a:pt x="431304" y="36165"/>
                      </a:lnTo>
                      <a:lnTo>
                        <a:pt x="431304" y="104254"/>
                      </a:lnTo>
                      <a:lnTo>
                        <a:pt x="413444" y="104254"/>
                      </a:lnTo>
                      <a:lnTo>
                        <a:pt x="413444" y="96664"/>
                      </a:lnTo>
                      <a:lnTo>
                        <a:pt x="348927" y="96664"/>
                      </a:lnTo>
                      <a:lnTo>
                        <a:pt x="348927" y="125909"/>
                      </a:lnTo>
                      <a:lnTo>
                        <a:pt x="443805" y="125909"/>
                      </a:lnTo>
                      <a:cubicBezTo>
                        <a:pt x="443061" y="145554"/>
                        <a:pt x="442168" y="161851"/>
                        <a:pt x="441127" y="174799"/>
                      </a:cubicBezTo>
                      <a:cubicBezTo>
                        <a:pt x="439936" y="193402"/>
                        <a:pt x="429518" y="202704"/>
                        <a:pt x="409873" y="202704"/>
                      </a:cubicBezTo>
                      <a:cubicBezTo>
                        <a:pt x="401538" y="202704"/>
                        <a:pt x="391567" y="202630"/>
                        <a:pt x="379958" y="202481"/>
                      </a:cubicBezTo>
                      <a:cubicBezTo>
                        <a:pt x="378916" y="196528"/>
                        <a:pt x="377577" y="190277"/>
                        <a:pt x="375940" y="183729"/>
                      </a:cubicBezTo>
                      <a:cubicBezTo>
                        <a:pt x="388590" y="184622"/>
                        <a:pt x="398636" y="185068"/>
                        <a:pt x="406077" y="185068"/>
                      </a:cubicBezTo>
                      <a:cubicBezTo>
                        <a:pt x="417240" y="185068"/>
                        <a:pt x="423044" y="179561"/>
                        <a:pt x="423490" y="168548"/>
                      </a:cubicBezTo>
                      <a:cubicBezTo>
                        <a:pt x="424086" y="161553"/>
                        <a:pt x="424532" y="152698"/>
                        <a:pt x="424830" y="141982"/>
                      </a:cubicBezTo>
                      <a:lnTo>
                        <a:pt x="348927" y="141982"/>
                      </a:lnTo>
                      <a:lnTo>
                        <a:pt x="348927" y="223466"/>
                      </a:lnTo>
                      <a:lnTo>
                        <a:pt x="330622" y="223466"/>
                      </a:lnTo>
                      <a:lnTo>
                        <a:pt x="330622" y="142429"/>
                      </a:lnTo>
                      <a:cubicBezTo>
                        <a:pt x="309265" y="175320"/>
                        <a:pt x="278681" y="200993"/>
                        <a:pt x="238869" y="219447"/>
                      </a:cubicBezTo>
                      <a:cubicBezTo>
                        <a:pt x="236041" y="215280"/>
                        <a:pt x="232395" y="210369"/>
                        <a:pt x="227930" y="204713"/>
                      </a:cubicBezTo>
                      <a:cubicBezTo>
                        <a:pt x="260970" y="190724"/>
                        <a:pt x="288354" y="169813"/>
                        <a:pt x="310083" y="141982"/>
                      </a:cubicBezTo>
                      <a:lnTo>
                        <a:pt x="242664" y="141982"/>
                      </a:lnTo>
                      <a:lnTo>
                        <a:pt x="251371" y="80591"/>
                      </a:lnTo>
                      <a:lnTo>
                        <a:pt x="330622" y="80591"/>
                      </a:lnTo>
                      <a:lnTo>
                        <a:pt x="330622" y="52239"/>
                      </a:lnTo>
                      <a:lnTo>
                        <a:pt x="240655" y="52239"/>
                      </a:lnTo>
                      <a:lnTo>
                        <a:pt x="240655" y="36165"/>
                      </a:lnTo>
                      <a:lnTo>
                        <a:pt x="299479" y="36165"/>
                      </a:lnTo>
                      <a:cubicBezTo>
                        <a:pt x="292931" y="28724"/>
                        <a:pt x="285080" y="20762"/>
                        <a:pt x="275927" y="12279"/>
                      </a:cubicBezTo>
                      <a:lnTo>
                        <a:pt x="288652" y="893"/>
                      </a:lnTo>
                      <a:cubicBezTo>
                        <a:pt x="298624" y="9228"/>
                        <a:pt x="307702" y="17636"/>
                        <a:pt x="315888" y="26120"/>
                      </a:cubicBezTo>
                      <a:lnTo>
                        <a:pt x="304725" y="36165"/>
                      </a:lnTo>
                      <a:lnTo>
                        <a:pt x="367233" y="36165"/>
                      </a:lnTo>
                      <a:lnTo>
                        <a:pt x="359420" y="29915"/>
                      </a:lnTo>
                      <a:cubicBezTo>
                        <a:pt x="368350" y="20687"/>
                        <a:pt x="376684" y="10716"/>
                        <a:pt x="384423" y="0"/>
                      </a:cubicBezTo>
                      <a:close/>
                    </a:path>
                  </a:pathLst>
                </a:custGeom>
                <a:solidFill>
                  <a:srgbClr val="7030A0"/>
                </a:solidFill>
                <a:ln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</p:grpSp>
        <p:grpSp>
          <p:nvGrpSpPr>
            <p:cNvPr id="233" name="组合 232">
              <a:extLst>
                <a:ext uri="{FF2B5EF4-FFF2-40B4-BE49-F238E27FC236}">
                  <a16:creationId xmlns:a16="http://schemas.microsoft.com/office/drawing/2014/main" id="{F5DEE246-5636-4474-A6ED-7200D1E63278}"/>
                </a:ext>
              </a:extLst>
            </p:cNvPr>
            <p:cNvGrpSpPr/>
            <p:nvPr/>
          </p:nvGrpSpPr>
          <p:grpSpPr>
            <a:xfrm>
              <a:off x="5631543" y="1559186"/>
              <a:ext cx="2566931" cy="950384"/>
              <a:chOff x="5631543" y="1559186"/>
              <a:chExt cx="2566931" cy="950384"/>
            </a:xfrm>
          </p:grpSpPr>
          <p:sp>
            <p:nvSpPr>
              <p:cNvPr id="234" name="任意多边形: 形状 233">
                <a:extLst>
                  <a:ext uri="{FF2B5EF4-FFF2-40B4-BE49-F238E27FC236}">
                    <a16:creationId xmlns:a16="http://schemas.microsoft.com/office/drawing/2014/main" id="{6D679BCF-4651-4052-9E01-7FE8A02FF5DA}"/>
                  </a:ext>
                </a:extLst>
              </p:cNvPr>
              <p:cNvSpPr/>
              <p:nvPr/>
            </p:nvSpPr>
            <p:spPr>
              <a:xfrm>
                <a:off x="5631543" y="1559186"/>
                <a:ext cx="2566931" cy="950384"/>
              </a:xfrm>
              <a:custGeom>
                <a:avLst/>
                <a:gdLst>
                  <a:gd name="connsiteX0" fmla="*/ 87311 w 2522548"/>
                  <a:gd name="connsiteY0" fmla="*/ 0 h 1354934"/>
                  <a:gd name="connsiteX1" fmla="*/ 2266473 w 2522548"/>
                  <a:gd name="connsiteY1" fmla="*/ 0 h 1354934"/>
                  <a:gd name="connsiteX2" fmla="*/ 2353784 w 2522548"/>
                  <a:gd name="connsiteY2" fmla="*/ 87311 h 1354934"/>
                  <a:gd name="connsiteX3" fmla="*/ 2353784 w 2522548"/>
                  <a:gd name="connsiteY3" fmla="*/ 1005055 h 1354934"/>
                  <a:gd name="connsiteX4" fmla="*/ 2522548 w 2522548"/>
                  <a:gd name="connsiteY4" fmla="*/ 1354934 h 1354934"/>
                  <a:gd name="connsiteX5" fmla="*/ 2266874 w 2522548"/>
                  <a:gd name="connsiteY5" fmla="*/ 1209545 h 1354934"/>
                  <a:gd name="connsiteX6" fmla="*/ 2266473 w 2522548"/>
                  <a:gd name="connsiteY6" fmla="*/ 1209626 h 1354934"/>
                  <a:gd name="connsiteX7" fmla="*/ 87311 w 2522548"/>
                  <a:gd name="connsiteY7" fmla="*/ 1209626 h 1354934"/>
                  <a:gd name="connsiteX8" fmla="*/ 0 w 2522548"/>
                  <a:gd name="connsiteY8" fmla="*/ 1122315 h 1354934"/>
                  <a:gd name="connsiteX9" fmla="*/ 0 w 2522548"/>
                  <a:gd name="connsiteY9" fmla="*/ 87311 h 1354934"/>
                  <a:gd name="connsiteX10" fmla="*/ 87311 w 2522548"/>
                  <a:gd name="connsiteY10" fmla="*/ 0 h 13549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522548" h="1354934">
                    <a:moveTo>
                      <a:pt x="87311" y="0"/>
                    </a:moveTo>
                    <a:lnTo>
                      <a:pt x="2266473" y="0"/>
                    </a:lnTo>
                    <a:cubicBezTo>
                      <a:pt x="2314694" y="0"/>
                      <a:pt x="2353784" y="39090"/>
                      <a:pt x="2353784" y="87311"/>
                    </a:cubicBezTo>
                    <a:lnTo>
                      <a:pt x="2353784" y="1005055"/>
                    </a:lnTo>
                    <a:lnTo>
                      <a:pt x="2522548" y="1354934"/>
                    </a:lnTo>
                    <a:lnTo>
                      <a:pt x="2266874" y="1209545"/>
                    </a:lnTo>
                    <a:lnTo>
                      <a:pt x="2266473" y="1209626"/>
                    </a:lnTo>
                    <a:lnTo>
                      <a:pt x="87311" y="1209626"/>
                    </a:lnTo>
                    <a:cubicBezTo>
                      <a:pt x="39090" y="1209626"/>
                      <a:pt x="0" y="1170536"/>
                      <a:pt x="0" y="1122315"/>
                    </a:cubicBezTo>
                    <a:lnTo>
                      <a:pt x="0" y="87311"/>
                    </a:lnTo>
                    <a:cubicBezTo>
                      <a:pt x="0" y="39090"/>
                      <a:pt x="39090" y="0"/>
                      <a:pt x="87311" y="0"/>
                    </a:cubicBez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35" name="文本框 234">
                <a:extLst>
                  <a:ext uri="{FF2B5EF4-FFF2-40B4-BE49-F238E27FC236}">
                    <a16:creationId xmlns:a16="http://schemas.microsoft.com/office/drawing/2014/main" id="{1BBFBB60-A27C-42CC-BF62-9B9235A64875}"/>
                  </a:ext>
                </a:extLst>
              </p:cNvPr>
              <p:cNvSpPr txBox="1"/>
              <p:nvPr/>
            </p:nvSpPr>
            <p:spPr>
              <a:xfrm>
                <a:off x="5789099" y="1875497"/>
                <a:ext cx="2051373" cy="222572"/>
              </a:xfrm>
              <a:custGeom>
                <a:avLst/>
                <a:gdLst/>
                <a:ahLst/>
                <a:cxnLst/>
                <a:rect l="l" t="t" r="r" b="b"/>
                <a:pathLst>
                  <a:path w="2051373" h="222572">
                    <a:moveTo>
                      <a:pt x="959941" y="163078"/>
                    </a:moveTo>
                    <a:lnTo>
                      <a:pt x="980703" y="163078"/>
                    </a:lnTo>
                    <a:lnTo>
                      <a:pt x="961839" y="222572"/>
                    </a:lnTo>
                    <a:lnTo>
                      <a:pt x="946212" y="222572"/>
                    </a:lnTo>
                    <a:close/>
                    <a:moveTo>
                      <a:pt x="480194" y="150465"/>
                    </a:moveTo>
                    <a:lnTo>
                      <a:pt x="496937" y="156269"/>
                    </a:lnTo>
                    <a:cubicBezTo>
                      <a:pt x="489942" y="176361"/>
                      <a:pt x="482575" y="193253"/>
                      <a:pt x="474836" y="206945"/>
                    </a:cubicBezTo>
                    <a:cubicBezTo>
                      <a:pt x="470967" y="204862"/>
                      <a:pt x="465609" y="202183"/>
                      <a:pt x="458763" y="198908"/>
                    </a:cubicBezTo>
                    <a:cubicBezTo>
                      <a:pt x="467395" y="185216"/>
                      <a:pt x="474539" y="169068"/>
                      <a:pt x="480194" y="150465"/>
                    </a:cubicBezTo>
                    <a:close/>
                    <a:moveTo>
                      <a:pt x="649858" y="149349"/>
                    </a:moveTo>
                    <a:cubicBezTo>
                      <a:pt x="656853" y="157832"/>
                      <a:pt x="666973" y="171003"/>
                      <a:pt x="680219" y="188863"/>
                    </a:cubicBezTo>
                    <a:lnTo>
                      <a:pt x="664592" y="199355"/>
                    </a:lnTo>
                    <a:cubicBezTo>
                      <a:pt x="655216" y="184770"/>
                      <a:pt x="645840" y="171226"/>
                      <a:pt x="636464" y="158725"/>
                    </a:cubicBezTo>
                    <a:close/>
                    <a:moveTo>
                      <a:pt x="515913" y="147786"/>
                    </a:moveTo>
                    <a:lnTo>
                      <a:pt x="532879" y="147786"/>
                    </a:lnTo>
                    <a:lnTo>
                      <a:pt x="532879" y="186853"/>
                    </a:lnTo>
                    <a:cubicBezTo>
                      <a:pt x="532879" y="196081"/>
                      <a:pt x="537716" y="200694"/>
                      <a:pt x="547390" y="200694"/>
                    </a:cubicBezTo>
                    <a:lnTo>
                      <a:pt x="591369" y="200694"/>
                    </a:lnTo>
                    <a:cubicBezTo>
                      <a:pt x="601787" y="200694"/>
                      <a:pt x="607889" y="196453"/>
                      <a:pt x="609675" y="187970"/>
                    </a:cubicBezTo>
                    <a:cubicBezTo>
                      <a:pt x="611014" y="182463"/>
                      <a:pt x="612428" y="174426"/>
                      <a:pt x="613916" y="163859"/>
                    </a:cubicBezTo>
                    <a:cubicBezTo>
                      <a:pt x="618976" y="165943"/>
                      <a:pt x="624855" y="168175"/>
                      <a:pt x="631552" y="170557"/>
                    </a:cubicBezTo>
                    <a:cubicBezTo>
                      <a:pt x="629469" y="181123"/>
                      <a:pt x="627459" y="189607"/>
                      <a:pt x="625525" y="196006"/>
                    </a:cubicBezTo>
                    <a:cubicBezTo>
                      <a:pt x="621655" y="209550"/>
                      <a:pt x="611609" y="216321"/>
                      <a:pt x="595387" y="216321"/>
                    </a:cubicBezTo>
                    <a:lnTo>
                      <a:pt x="543372" y="216321"/>
                    </a:lnTo>
                    <a:cubicBezTo>
                      <a:pt x="525066" y="216321"/>
                      <a:pt x="515913" y="207020"/>
                      <a:pt x="515913" y="188416"/>
                    </a:cubicBezTo>
                    <a:close/>
                    <a:moveTo>
                      <a:pt x="558552" y="141312"/>
                    </a:moveTo>
                    <a:cubicBezTo>
                      <a:pt x="568821" y="149349"/>
                      <a:pt x="579239" y="158129"/>
                      <a:pt x="589806" y="167655"/>
                    </a:cubicBezTo>
                    <a:lnTo>
                      <a:pt x="577304" y="180603"/>
                    </a:lnTo>
                    <a:cubicBezTo>
                      <a:pt x="567184" y="169887"/>
                      <a:pt x="557362" y="160511"/>
                      <a:pt x="547837" y="152474"/>
                    </a:cubicBezTo>
                    <a:close/>
                    <a:moveTo>
                      <a:pt x="573286" y="97556"/>
                    </a:moveTo>
                    <a:lnTo>
                      <a:pt x="573286" y="118764"/>
                    </a:lnTo>
                    <a:lnTo>
                      <a:pt x="645617" y="118764"/>
                    </a:lnTo>
                    <a:lnTo>
                      <a:pt x="645617" y="97556"/>
                    </a:lnTo>
                    <a:close/>
                    <a:moveTo>
                      <a:pt x="1514252" y="88627"/>
                    </a:moveTo>
                    <a:cubicBezTo>
                      <a:pt x="1542083" y="105593"/>
                      <a:pt x="1568946" y="122857"/>
                      <a:pt x="1594842" y="140419"/>
                    </a:cubicBezTo>
                    <a:lnTo>
                      <a:pt x="1582118" y="158055"/>
                    </a:lnTo>
                    <a:cubicBezTo>
                      <a:pt x="1551459" y="135284"/>
                      <a:pt x="1525191" y="117202"/>
                      <a:pt x="1503313" y="103807"/>
                    </a:cubicBezTo>
                    <a:close/>
                    <a:moveTo>
                      <a:pt x="831354" y="77241"/>
                    </a:moveTo>
                    <a:lnTo>
                      <a:pt x="831354" y="141312"/>
                    </a:lnTo>
                    <a:lnTo>
                      <a:pt x="849437" y="141312"/>
                    </a:lnTo>
                    <a:lnTo>
                      <a:pt x="849437" y="77241"/>
                    </a:lnTo>
                    <a:close/>
                    <a:moveTo>
                      <a:pt x="817290" y="62731"/>
                    </a:moveTo>
                    <a:lnTo>
                      <a:pt x="863501" y="62731"/>
                    </a:lnTo>
                    <a:lnTo>
                      <a:pt x="863501" y="155823"/>
                    </a:lnTo>
                    <a:lnTo>
                      <a:pt x="831354" y="155823"/>
                    </a:lnTo>
                    <a:lnTo>
                      <a:pt x="831354" y="173459"/>
                    </a:lnTo>
                    <a:lnTo>
                      <a:pt x="817290" y="173459"/>
                    </a:lnTo>
                    <a:close/>
                    <a:moveTo>
                      <a:pt x="573286" y="62284"/>
                    </a:moveTo>
                    <a:lnTo>
                      <a:pt x="573286" y="83269"/>
                    </a:lnTo>
                    <a:lnTo>
                      <a:pt x="645617" y="83269"/>
                    </a:lnTo>
                    <a:lnTo>
                      <a:pt x="645617" y="62284"/>
                    </a:lnTo>
                    <a:close/>
                    <a:moveTo>
                      <a:pt x="1648867" y="54917"/>
                    </a:moveTo>
                    <a:cubicBezTo>
                      <a:pt x="1659880" y="65782"/>
                      <a:pt x="1670298" y="77390"/>
                      <a:pt x="1680121" y="89743"/>
                    </a:cubicBezTo>
                    <a:lnTo>
                      <a:pt x="1665387" y="102021"/>
                    </a:lnTo>
                    <a:cubicBezTo>
                      <a:pt x="1657797" y="91603"/>
                      <a:pt x="1647974" y="79399"/>
                      <a:pt x="1635919" y="65410"/>
                    </a:cubicBezTo>
                    <a:close/>
                    <a:moveTo>
                      <a:pt x="1774329" y="54024"/>
                    </a:moveTo>
                    <a:lnTo>
                      <a:pt x="1789733" y="65856"/>
                    </a:lnTo>
                    <a:cubicBezTo>
                      <a:pt x="1778571" y="79102"/>
                      <a:pt x="1767111" y="91529"/>
                      <a:pt x="1755353" y="103138"/>
                    </a:cubicBezTo>
                    <a:lnTo>
                      <a:pt x="1742405" y="91975"/>
                    </a:lnTo>
                    <a:cubicBezTo>
                      <a:pt x="1756098" y="77390"/>
                      <a:pt x="1766739" y="64740"/>
                      <a:pt x="1774329" y="54024"/>
                    </a:cubicBezTo>
                    <a:close/>
                    <a:moveTo>
                      <a:pt x="1858268" y="40406"/>
                    </a:moveTo>
                    <a:lnTo>
                      <a:pt x="1858268" y="150242"/>
                    </a:lnTo>
                    <a:lnTo>
                      <a:pt x="1883941" y="150242"/>
                    </a:lnTo>
                    <a:lnTo>
                      <a:pt x="1883941" y="40406"/>
                    </a:lnTo>
                    <a:close/>
                    <a:moveTo>
                      <a:pt x="710134" y="39960"/>
                    </a:moveTo>
                    <a:lnTo>
                      <a:pt x="710134" y="154260"/>
                    </a:lnTo>
                    <a:lnTo>
                      <a:pt x="727770" y="154260"/>
                    </a:lnTo>
                    <a:lnTo>
                      <a:pt x="727770" y="39960"/>
                    </a:lnTo>
                    <a:close/>
                    <a:moveTo>
                      <a:pt x="573286" y="27012"/>
                    </a:moveTo>
                    <a:lnTo>
                      <a:pt x="573286" y="47997"/>
                    </a:lnTo>
                    <a:lnTo>
                      <a:pt x="645617" y="47997"/>
                    </a:lnTo>
                    <a:lnTo>
                      <a:pt x="645617" y="27012"/>
                    </a:lnTo>
                    <a:close/>
                    <a:moveTo>
                      <a:pt x="695623" y="25003"/>
                    </a:moveTo>
                    <a:lnTo>
                      <a:pt x="742280" y="25003"/>
                    </a:lnTo>
                    <a:lnTo>
                      <a:pt x="742280" y="181942"/>
                    </a:lnTo>
                    <a:lnTo>
                      <a:pt x="727770" y="181942"/>
                    </a:lnTo>
                    <a:lnTo>
                      <a:pt x="727770" y="169217"/>
                    </a:lnTo>
                    <a:lnTo>
                      <a:pt x="710134" y="169217"/>
                    </a:lnTo>
                    <a:lnTo>
                      <a:pt x="710134" y="185514"/>
                    </a:lnTo>
                    <a:lnTo>
                      <a:pt x="695623" y="185514"/>
                    </a:lnTo>
                    <a:close/>
                    <a:moveTo>
                      <a:pt x="1842195" y="24780"/>
                    </a:moveTo>
                    <a:lnTo>
                      <a:pt x="1900014" y="24780"/>
                    </a:lnTo>
                    <a:lnTo>
                      <a:pt x="1900014" y="165869"/>
                    </a:lnTo>
                    <a:lnTo>
                      <a:pt x="1858268" y="165869"/>
                    </a:lnTo>
                    <a:lnTo>
                      <a:pt x="1858268" y="181272"/>
                    </a:lnTo>
                    <a:lnTo>
                      <a:pt x="1842195" y="181272"/>
                    </a:lnTo>
                    <a:close/>
                    <a:moveTo>
                      <a:pt x="1376958" y="20315"/>
                    </a:moveTo>
                    <a:lnTo>
                      <a:pt x="1589708" y="20315"/>
                    </a:lnTo>
                    <a:lnTo>
                      <a:pt x="1589708" y="37728"/>
                    </a:lnTo>
                    <a:lnTo>
                      <a:pt x="1507555" y="37728"/>
                    </a:lnTo>
                    <a:cubicBezTo>
                      <a:pt x="1500411" y="50080"/>
                      <a:pt x="1490886" y="64740"/>
                      <a:pt x="1478980" y="81706"/>
                    </a:cubicBezTo>
                    <a:lnTo>
                      <a:pt x="1491928" y="81706"/>
                    </a:lnTo>
                    <a:lnTo>
                      <a:pt x="1491928" y="221679"/>
                    </a:lnTo>
                    <a:lnTo>
                      <a:pt x="1472729" y="221679"/>
                    </a:lnTo>
                    <a:lnTo>
                      <a:pt x="1472729" y="88627"/>
                    </a:lnTo>
                    <a:cubicBezTo>
                      <a:pt x="1447279" y="120029"/>
                      <a:pt x="1417290" y="146819"/>
                      <a:pt x="1382762" y="168994"/>
                    </a:cubicBezTo>
                    <a:cubicBezTo>
                      <a:pt x="1379042" y="163636"/>
                      <a:pt x="1374874" y="158278"/>
                      <a:pt x="1370261" y="152921"/>
                    </a:cubicBezTo>
                    <a:cubicBezTo>
                      <a:pt x="1417142" y="123601"/>
                      <a:pt x="1454944" y="85204"/>
                      <a:pt x="1483668" y="37728"/>
                    </a:cubicBezTo>
                    <a:lnTo>
                      <a:pt x="1376958" y="37728"/>
                    </a:lnTo>
                    <a:close/>
                    <a:moveTo>
                      <a:pt x="1912739" y="15850"/>
                    </a:moveTo>
                    <a:lnTo>
                      <a:pt x="2046684" y="15850"/>
                    </a:lnTo>
                    <a:lnTo>
                      <a:pt x="2046684" y="31923"/>
                    </a:lnTo>
                    <a:lnTo>
                      <a:pt x="2011635" y="31923"/>
                    </a:lnTo>
                    <a:lnTo>
                      <a:pt x="2011635" y="92199"/>
                    </a:lnTo>
                    <a:lnTo>
                      <a:pt x="2051373" y="92199"/>
                    </a:lnTo>
                    <a:lnTo>
                      <a:pt x="2051373" y="108272"/>
                    </a:lnTo>
                    <a:lnTo>
                      <a:pt x="2011635" y="108272"/>
                    </a:lnTo>
                    <a:lnTo>
                      <a:pt x="2011635" y="189309"/>
                    </a:lnTo>
                    <a:cubicBezTo>
                      <a:pt x="2011635" y="207466"/>
                      <a:pt x="2003524" y="216693"/>
                      <a:pt x="1987302" y="216991"/>
                    </a:cubicBezTo>
                    <a:cubicBezTo>
                      <a:pt x="1977926" y="216991"/>
                      <a:pt x="1967657" y="216917"/>
                      <a:pt x="1956495" y="216768"/>
                    </a:cubicBezTo>
                    <a:cubicBezTo>
                      <a:pt x="1955751" y="210815"/>
                      <a:pt x="1954560" y="204415"/>
                      <a:pt x="1952923" y="197569"/>
                    </a:cubicBezTo>
                    <a:cubicBezTo>
                      <a:pt x="1964829" y="198760"/>
                      <a:pt x="1974503" y="199355"/>
                      <a:pt x="1981944" y="199355"/>
                    </a:cubicBezTo>
                    <a:cubicBezTo>
                      <a:pt x="1989981" y="199355"/>
                      <a:pt x="1993999" y="194592"/>
                      <a:pt x="1993999" y="185067"/>
                    </a:cubicBezTo>
                    <a:lnTo>
                      <a:pt x="1993999" y="111174"/>
                    </a:lnTo>
                    <a:cubicBezTo>
                      <a:pt x="1971898" y="146819"/>
                      <a:pt x="1939082" y="178445"/>
                      <a:pt x="1895550" y="206052"/>
                    </a:cubicBezTo>
                    <a:cubicBezTo>
                      <a:pt x="1892424" y="201438"/>
                      <a:pt x="1888555" y="196453"/>
                      <a:pt x="1883941" y="191095"/>
                    </a:cubicBezTo>
                    <a:cubicBezTo>
                      <a:pt x="1921074" y="169589"/>
                      <a:pt x="1951546" y="141982"/>
                      <a:pt x="1975359" y="108272"/>
                    </a:cubicBezTo>
                    <a:lnTo>
                      <a:pt x="1918544" y="108272"/>
                    </a:lnTo>
                    <a:lnTo>
                      <a:pt x="1918544" y="92199"/>
                    </a:lnTo>
                    <a:lnTo>
                      <a:pt x="1934617" y="40630"/>
                    </a:lnTo>
                    <a:lnTo>
                      <a:pt x="1951583" y="44202"/>
                    </a:lnTo>
                    <a:lnTo>
                      <a:pt x="1936849" y="92199"/>
                    </a:lnTo>
                    <a:lnTo>
                      <a:pt x="1993999" y="92199"/>
                    </a:lnTo>
                    <a:lnTo>
                      <a:pt x="1993999" y="31923"/>
                    </a:lnTo>
                    <a:lnTo>
                      <a:pt x="1912739" y="31923"/>
                    </a:lnTo>
                    <a:close/>
                    <a:moveTo>
                      <a:pt x="815057" y="15627"/>
                    </a:moveTo>
                    <a:lnTo>
                      <a:pt x="908149" y="15627"/>
                    </a:lnTo>
                    <a:lnTo>
                      <a:pt x="908149" y="30584"/>
                    </a:lnTo>
                    <a:lnTo>
                      <a:pt x="891183" y="30584"/>
                    </a:lnTo>
                    <a:lnTo>
                      <a:pt x="891183" y="191765"/>
                    </a:lnTo>
                    <a:cubicBezTo>
                      <a:pt x="891183" y="208880"/>
                      <a:pt x="883667" y="217512"/>
                      <a:pt x="868635" y="217661"/>
                    </a:cubicBezTo>
                    <a:cubicBezTo>
                      <a:pt x="860748" y="217810"/>
                      <a:pt x="851818" y="217735"/>
                      <a:pt x="841846" y="217438"/>
                    </a:cubicBezTo>
                    <a:cubicBezTo>
                      <a:pt x="841251" y="211782"/>
                      <a:pt x="840284" y="206052"/>
                      <a:pt x="838944" y="200248"/>
                    </a:cubicBezTo>
                    <a:cubicBezTo>
                      <a:pt x="847279" y="201438"/>
                      <a:pt x="855836" y="202034"/>
                      <a:pt x="864617" y="202034"/>
                    </a:cubicBezTo>
                    <a:cubicBezTo>
                      <a:pt x="872356" y="202034"/>
                      <a:pt x="876226" y="197495"/>
                      <a:pt x="876226" y="188416"/>
                    </a:cubicBezTo>
                    <a:lnTo>
                      <a:pt x="876226" y="30584"/>
                    </a:lnTo>
                    <a:lnTo>
                      <a:pt x="815057" y="30584"/>
                    </a:lnTo>
                    <a:close/>
                    <a:moveTo>
                      <a:pt x="753219" y="13171"/>
                    </a:moveTo>
                    <a:lnTo>
                      <a:pt x="807467" y="13171"/>
                    </a:lnTo>
                    <a:lnTo>
                      <a:pt x="807467" y="28128"/>
                    </a:lnTo>
                    <a:cubicBezTo>
                      <a:pt x="800621" y="54917"/>
                      <a:pt x="795114" y="75828"/>
                      <a:pt x="790947" y="90859"/>
                    </a:cubicBezTo>
                    <a:cubicBezTo>
                      <a:pt x="800175" y="105891"/>
                      <a:pt x="805607" y="120402"/>
                      <a:pt x="807244" y="134391"/>
                    </a:cubicBezTo>
                    <a:cubicBezTo>
                      <a:pt x="810965" y="162371"/>
                      <a:pt x="805160" y="177775"/>
                      <a:pt x="789831" y="180603"/>
                    </a:cubicBezTo>
                    <a:cubicBezTo>
                      <a:pt x="785515" y="181496"/>
                      <a:pt x="779636" y="181570"/>
                      <a:pt x="772195" y="180826"/>
                    </a:cubicBezTo>
                    <a:cubicBezTo>
                      <a:pt x="771302" y="175319"/>
                      <a:pt x="769962" y="169664"/>
                      <a:pt x="768176" y="163859"/>
                    </a:cubicBezTo>
                    <a:cubicBezTo>
                      <a:pt x="773981" y="165794"/>
                      <a:pt x="779339" y="166315"/>
                      <a:pt x="784250" y="165422"/>
                    </a:cubicBezTo>
                    <a:cubicBezTo>
                      <a:pt x="792584" y="164083"/>
                      <a:pt x="795338" y="153516"/>
                      <a:pt x="792510" y="133722"/>
                    </a:cubicBezTo>
                    <a:cubicBezTo>
                      <a:pt x="790873" y="121815"/>
                      <a:pt x="785292" y="108495"/>
                      <a:pt x="775767" y="93761"/>
                    </a:cubicBezTo>
                    <a:cubicBezTo>
                      <a:pt x="780529" y="75158"/>
                      <a:pt x="785813" y="53280"/>
                      <a:pt x="791617" y="28128"/>
                    </a:cubicBezTo>
                    <a:lnTo>
                      <a:pt x="767730" y="28128"/>
                    </a:lnTo>
                    <a:lnTo>
                      <a:pt x="767730" y="222349"/>
                    </a:lnTo>
                    <a:lnTo>
                      <a:pt x="753219" y="222349"/>
                    </a:lnTo>
                    <a:close/>
                    <a:moveTo>
                      <a:pt x="556766" y="11831"/>
                    </a:moveTo>
                    <a:lnTo>
                      <a:pt x="662137" y="11831"/>
                    </a:lnTo>
                    <a:lnTo>
                      <a:pt x="662137" y="140865"/>
                    </a:lnTo>
                    <a:lnTo>
                      <a:pt x="645617" y="140865"/>
                    </a:lnTo>
                    <a:lnTo>
                      <a:pt x="645617" y="133945"/>
                    </a:lnTo>
                    <a:lnTo>
                      <a:pt x="573286" y="133945"/>
                    </a:lnTo>
                    <a:lnTo>
                      <a:pt x="573286" y="139303"/>
                    </a:lnTo>
                    <a:lnTo>
                      <a:pt x="556766" y="139303"/>
                    </a:lnTo>
                    <a:close/>
                    <a:moveTo>
                      <a:pt x="168548" y="9822"/>
                    </a:moveTo>
                    <a:cubicBezTo>
                      <a:pt x="181645" y="19794"/>
                      <a:pt x="195039" y="30881"/>
                      <a:pt x="208732" y="43085"/>
                    </a:cubicBezTo>
                    <a:lnTo>
                      <a:pt x="195114" y="56926"/>
                    </a:lnTo>
                    <a:cubicBezTo>
                      <a:pt x="182910" y="44574"/>
                      <a:pt x="170185" y="32816"/>
                      <a:pt x="156939" y="21654"/>
                    </a:cubicBezTo>
                    <a:close/>
                    <a:moveTo>
                      <a:pt x="1244352" y="4241"/>
                    </a:moveTo>
                    <a:lnTo>
                      <a:pt x="1263774" y="4241"/>
                    </a:lnTo>
                    <a:lnTo>
                      <a:pt x="1263774" y="87957"/>
                    </a:lnTo>
                    <a:lnTo>
                      <a:pt x="1322487" y="87957"/>
                    </a:lnTo>
                    <a:lnTo>
                      <a:pt x="1322487" y="24780"/>
                    </a:lnTo>
                    <a:lnTo>
                      <a:pt x="1341462" y="24780"/>
                    </a:lnTo>
                    <a:lnTo>
                      <a:pt x="1341462" y="113183"/>
                    </a:lnTo>
                    <a:lnTo>
                      <a:pt x="1322487" y="113183"/>
                    </a:lnTo>
                    <a:lnTo>
                      <a:pt x="1322487" y="104923"/>
                    </a:lnTo>
                    <a:lnTo>
                      <a:pt x="1263774" y="104923"/>
                    </a:lnTo>
                    <a:lnTo>
                      <a:pt x="1263774" y="192434"/>
                    </a:lnTo>
                    <a:lnTo>
                      <a:pt x="1329184" y="192434"/>
                    </a:lnTo>
                    <a:lnTo>
                      <a:pt x="1329184" y="128810"/>
                    </a:lnTo>
                    <a:lnTo>
                      <a:pt x="1347936" y="128810"/>
                    </a:lnTo>
                    <a:lnTo>
                      <a:pt x="1347936" y="217438"/>
                    </a:lnTo>
                    <a:lnTo>
                      <a:pt x="1329184" y="217438"/>
                    </a:lnTo>
                    <a:lnTo>
                      <a:pt x="1329184" y="209401"/>
                    </a:lnTo>
                    <a:lnTo>
                      <a:pt x="1161306" y="209401"/>
                    </a:lnTo>
                    <a:lnTo>
                      <a:pt x="1161306" y="128810"/>
                    </a:lnTo>
                    <a:lnTo>
                      <a:pt x="1180282" y="128810"/>
                    </a:lnTo>
                    <a:lnTo>
                      <a:pt x="1180282" y="192434"/>
                    </a:lnTo>
                    <a:lnTo>
                      <a:pt x="1244352" y="192434"/>
                    </a:lnTo>
                    <a:lnTo>
                      <a:pt x="1244352" y="104923"/>
                    </a:lnTo>
                    <a:lnTo>
                      <a:pt x="1167334" y="104923"/>
                    </a:lnTo>
                    <a:lnTo>
                      <a:pt x="1167334" y="24780"/>
                    </a:lnTo>
                    <a:lnTo>
                      <a:pt x="1186309" y="24780"/>
                    </a:lnTo>
                    <a:lnTo>
                      <a:pt x="1186309" y="87957"/>
                    </a:lnTo>
                    <a:lnTo>
                      <a:pt x="1244352" y="87957"/>
                    </a:lnTo>
                    <a:close/>
                    <a:moveTo>
                      <a:pt x="499170" y="2902"/>
                    </a:moveTo>
                    <a:lnTo>
                      <a:pt x="515243" y="2902"/>
                    </a:lnTo>
                    <a:lnTo>
                      <a:pt x="515243" y="37058"/>
                    </a:lnTo>
                    <a:lnTo>
                      <a:pt x="546720" y="37058"/>
                    </a:lnTo>
                    <a:lnTo>
                      <a:pt x="546720" y="51792"/>
                    </a:lnTo>
                    <a:lnTo>
                      <a:pt x="515243" y="51792"/>
                    </a:lnTo>
                    <a:lnTo>
                      <a:pt x="515243" y="73000"/>
                    </a:lnTo>
                    <a:lnTo>
                      <a:pt x="522387" y="66079"/>
                    </a:lnTo>
                    <a:cubicBezTo>
                      <a:pt x="533251" y="74414"/>
                      <a:pt x="542776" y="82599"/>
                      <a:pt x="550962" y="90636"/>
                    </a:cubicBezTo>
                    <a:lnTo>
                      <a:pt x="539130" y="102468"/>
                    </a:lnTo>
                    <a:cubicBezTo>
                      <a:pt x="531837" y="93687"/>
                      <a:pt x="523875" y="85873"/>
                      <a:pt x="515243" y="79027"/>
                    </a:cubicBezTo>
                    <a:lnTo>
                      <a:pt x="515243" y="139972"/>
                    </a:lnTo>
                    <a:lnTo>
                      <a:pt x="499170" y="139972"/>
                    </a:lnTo>
                    <a:lnTo>
                      <a:pt x="499170" y="79920"/>
                    </a:lnTo>
                    <a:cubicBezTo>
                      <a:pt x="489496" y="99714"/>
                      <a:pt x="478408" y="116979"/>
                      <a:pt x="465907" y="131713"/>
                    </a:cubicBezTo>
                    <a:cubicBezTo>
                      <a:pt x="463823" y="125313"/>
                      <a:pt x="461293" y="119434"/>
                      <a:pt x="458316" y="114076"/>
                    </a:cubicBezTo>
                    <a:cubicBezTo>
                      <a:pt x="474687" y="96217"/>
                      <a:pt x="487635" y="75455"/>
                      <a:pt x="497160" y="51792"/>
                    </a:cubicBezTo>
                    <a:lnTo>
                      <a:pt x="461665" y="51792"/>
                    </a:lnTo>
                    <a:lnTo>
                      <a:pt x="461665" y="37058"/>
                    </a:lnTo>
                    <a:lnTo>
                      <a:pt x="499170" y="37058"/>
                    </a:lnTo>
                    <a:close/>
                    <a:moveTo>
                      <a:pt x="120328" y="1786"/>
                    </a:moveTo>
                    <a:lnTo>
                      <a:pt x="139080" y="1786"/>
                    </a:lnTo>
                    <a:cubicBezTo>
                      <a:pt x="139601" y="25598"/>
                      <a:pt x="140382" y="47625"/>
                      <a:pt x="141424" y="67865"/>
                    </a:cubicBezTo>
                    <a:lnTo>
                      <a:pt x="223019" y="67865"/>
                    </a:lnTo>
                    <a:lnTo>
                      <a:pt x="223019" y="84385"/>
                    </a:lnTo>
                    <a:lnTo>
                      <a:pt x="142429" y="84385"/>
                    </a:lnTo>
                    <a:cubicBezTo>
                      <a:pt x="144140" y="107379"/>
                      <a:pt x="147191" y="127173"/>
                      <a:pt x="151582" y="143768"/>
                    </a:cubicBezTo>
                    <a:cubicBezTo>
                      <a:pt x="168027" y="129182"/>
                      <a:pt x="182240" y="112960"/>
                      <a:pt x="194221" y="95101"/>
                    </a:cubicBezTo>
                    <a:lnTo>
                      <a:pt x="210294" y="105816"/>
                    </a:lnTo>
                    <a:cubicBezTo>
                      <a:pt x="194742" y="126876"/>
                      <a:pt x="177180" y="145591"/>
                      <a:pt x="157609" y="161962"/>
                    </a:cubicBezTo>
                    <a:cubicBezTo>
                      <a:pt x="161776" y="172529"/>
                      <a:pt x="166762" y="181198"/>
                      <a:pt x="172566" y="187970"/>
                    </a:cubicBezTo>
                    <a:cubicBezTo>
                      <a:pt x="180157" y="196899"/>
                      <a:pt x="186779" y="201364"/>
                      <a:pt x="192435" y="201364"/>
                    </a:cubicBezTo>
                    <a:cubicBezTo>
                      <a:pt x="195560" y="201364"/>
                      <a:pt x="197793" y="198908"/>
                      <a:pt x="199132" y="193997"/>
                    </a:cubicBezTo>
                    <a:cubicBezTo>
                      <a:pt x="201216" y="186258"/>
                      <a:pt x="203374" y="173682"/>
                      <a:pt x="205606" y="156269"/>
                    </a:cubicBezTo>
                    <a:cubicBezTo>
                      <a:pt x="211857" y="159097"/>
                      <a:pt x="217587" y="161255"/>
                      <a:pt x="222796" y="162743"/>
                    </a:cubicBezTo>
                    <a:cubicBezTo>
                      <a:pt x="220117" y="179412"/>
                      <a:pt x="217438" y="192360"/>
                      <a:pt x="214759" y="201587"/>
                    </a:cubicBezTo>
                    <a:cubicBezTo>
                      <a:pt x="211336" y="213494"/>
                      <a:pt x="204044" y="219521"/>
                      <a:pt x="192881" y="219670"/>
                    </a:cubicBezTo>
                    <a:cubicBezTo>
                      <a:pt x="180082" y="219521"/>
                      <a:pt x="167953" y="211856"/>
                      <a:pt x="156493" y="196676"/>
                    </a:cubicBezTo>
                    <a:cubicBezTo>
                      <a:pt x="151433" y="190053"/>
                      <a:pt x="146968" y="182277"/>
                      <a:pt x="143098" y="173347"/>
                    </a:cubicBezTo>
                    <a:cubicBezTo>
                      <a:pt x="126802" y="185402"/>
                      <a:pt x="109240" y="196006"/>
                      <a:pt x="90413" y="205159"/>
                    </a:cubicBezTo>
                    <a:cubicBezTo>
                      <a:pt x="86544" y="199355"/>
                      <a:pt x="82749" y="194667"/>
                      <a:pt x="79028" y="191095"/>
                    </a:cubicBezTo>
                    <a:cubicBezTo>
                      <a:pt x="100310" y="180975"/>
                      <a:pt x="119546" y="169292"/>
                      <a:pt x="136736" y="156046"/>
                    </a:cubicBezTo>
                    <a:cubicBezTo>
                      <a:pt x="130560" y="136326"/>
                      <a:pt x="126541" y="112439"/>
                      <a:pt x="124681" y="84385"/>
                    </a:cubicBezTo>
                    <a:lnTo>
                      <a:pt x="66526" y="84385"/>
                    </a:lnTo>
                    <a:lnTo>
                      <a:pt x="66526" y="121332"/>
                    </a:lnTo>
                    <a:cubicBezTo>
                      <a:pt x="81260" y="118727"/>
                      <a:pt x="96515" y="115937"/>
                      <a:pt x="112291" y="112960"/>
                    </a:cubicBezTo>
                    <a:cubicBezTo>
                      <a:pt x="112589" y="119657"/>
                      <a:pt x="112812" y="125536"/>
                      <a:pt x="112961" y="130596"/>
                    </a:cubicBezTo>
                    <a:cubicBezTo>
                      <a:pt x="97334" y="133573"/>
                      <a:pt x="81856" y="136549"/>
                      <a:pt x="66526" y="139526"/>
                    </a:cubicBezTo>
                    <a:lnTo>
                      <a:pt x="66526" y="191988"/>
                    </a:lnTo>
                    <a:cubicBezTo>
                      <a:pt x="66526" y="208954"/>
                      <a:pt x="58415" y="217512"/>
                      <a:pt x="42193" y="217661"/>
                    </a:cubicBezTo>
                    <a:cubicBezTo>
                      <a:pt x="32221" y="217810"/>
                      <a:pt x="22250" y="217586"/>
                      <a:pt x="12279" y="216991"/>
                    </a:cubicBezTo>
                    <a:cubicBezTo>
                      <a:pt x="11534" y="210294"/>
                      <a:pt x="10269" y="203969"/>
                      <a:pt x="8483" y="198015"/>
                    </a:cubicBezTo>
                    <a:cubicBezTo>
                      <a:pt x="19348" y="199504"/>
                      <a:pt x="29096" y="200248"/>
                      <a:pt x="37728" y="200248"/>
                    </a:cubicBezTo>
                    <a:cubicBezTo>
                      <a:pt x="44723" y="200397"/>
                      <a:pt x="48221" y="196825"/>
                      <a:pt x="48221" y="189532"/>
                    </a:cubicBezTo>
                    <a:lnTo>
                      <a:pt x="48221" y="143098"/>
                    </a:lnTo>
                    <a:cubicBezTo>
                      <a:pt x="33487" y="146000"/>
                      <a:pt x="18901" y="148902"/>
                      <a:pt x="4465" y="151804"/>
                    </a:cubicBezTo>
                    <a:lnTo>
                      <a:pt x="0" y="132605"/>
                    </a:lnTo>
                    <a:cubicBezTo>
                      <a:pt x="15404" y="130150"/>
                      <a:pt x="31477" y="127471"/>
                      <a:pt x="48221" y="124569"/>
                    </a:cubicBezTo>
                    <a:lnTo>
                      <a:pt x="48221" y="84385"/>
                    </a:lnTo>
                    <a:lnTo>
                      <a:pt x="223" y="84385"/>
                    </a:lnTo>
                    <a:lnTo>
                      <a:pt x="223" y="67865"/>
                    </a:lnTo>
                    <a:lnTo>
                      <a:pt x="48221" y="67865"/>
                    </a:lnTo>
                    <a:lnTo>
                      <a:pt x="48221" y="34156"/>
                    </a:lnTo>
                    <a:cubicBezTo>
                      <a:pt x="36463" y="35718"/>
                      <a:pt x="23813" y="37281"/>
                      <a:pt x="10269" y="38844"/>
                    </a:cubicBezTo>
                    <a:cubicBezTo>
                      <a:pt x="9228" y="33188"/>
                      <a:pt x="7590" y="27235"/>
                      <a:pt x="5358" y="20984"/>
                    </a:cubicBezTo>
                    <a:cubicBezTo>
                      <a:pt x="41970" y="17561"/>
                      <a:pt x="73447" y="13096"/>
                      <a:pt x="99789" y="7590"/>
                    </a:cubicBezTo>
                    <a:lnTo>
                      <a:pt x="105147" y="25449"/>
                    </a:lnTo>
                    <a:cubicBezTo>
                      <a:pt x="93911" y="27458"/>
                      <a:pt x="81037" y="29542"/>
                      <a:pt x="66526" y="31700"/>
                    </a:cubicBezTo>
                    <a:lnTo>
                      <a:pt x="66526" y="67865"/>
                    </a:lnTo>
                    <a:lnTo>
                      <a:pt x="123676" y="67865"/>
                    </a:lnTo>
                    <a:cubicBezTo>
                      <a:pt x="122635" y="49634"/>
                      <a:pt x="121518" y="27607"/>
                      <a:pt x="120328" y="1786"/>
                    </a:cubicBezTo>
                    <a:close/>
                    <a:moveTo>
                      <a:pt x="332185" y="1339"/>
                    </a:moveTo>
                    <a:lnTo>
                      <a:pt x="349821" y="1339"/>
                    </a:lnTo>
                    <a:lnTo>
                      <a:pt x="349821" y="53913"/>
                    </a:lnTo>
                    <a:lnTo>
                      <a:pt x="427732" y="39290"/>
                    </a:lnTo>
                    <a:cubicBezTo>
                      <a:pt x="426542" y="70693"/>
                      <a:pt x="425500" y="94952"/>
                      <a:pt x="424607" y="112067"/>
                    </a:cubicBezTo>
                    <a:cubicBezTo>
                      <a:pt x="424011" y="125462"/>
                      <a:pt x="421184" y="135061"/>
                      <a:pt x="416124" y="140865"/>
                    </a:cubicBezTo>
                    <a:cubicBezTo>
                      <a:pt x="411063" y="146223"/>
                      <a:pt x="402134" y="148902"/>
                      <a:pt x="389335" y="148902"/>
                    </a:cubicBezTo>
                    <a:cubicBezTo>
                      <a:pt x="382042" y="148902"/>
                      <a:pt x="374080" y="148753"/>
                      <a:pt x="365448" y="148456"/>
                    </a:cubicBezTo>
                    <a:cubicBezTo>
                      <a:pt x="364555" y="142800"/>
                      <a:pt x="363290" y="136549"/>
                      <a:pt x="361653" y="129703"/>
                    </a:cubicBezTo>
                    <a:cubicBezTo>
                      <a:pt x="368647" y="130596"/>
                      <a:pt x="377577" y="131192"/>
                      <a:pt x="388442" y="131489"/>
                    </a:cubicBezTo>
                    <a:cubicBezTo>
                      <a:pt x="395734" y="131638"/>
                      <a:pt x="400571" y="130224"/>
                      <a:pt x="402952" y="127248"/>
                    </a:cubicBezTo>
                    <a:cubicBezTo>
                      <a:pt x="405334" y="124420"/>
                      <a:pt x="406747" y="118913"/>
                      <a:pt x="407194" y="110728"/>
                    </a:cubicBezTo>
                    <a:cubicBezTo>
                      <a:pt x="408236" y="93017"/>
                      <a:pt x="408980" y="76200"/>
                      <a:pt x="409426" y="60275"/>
                    </a:cubicBezTo>
                    <a:lnTo>
                      <a:pt x="349821" y="71437"/>
                    </a:lnTo>
                    <a:lnTo>
                      <a:pt x="349821" y="171896"/>
                    </a:lnTo>
                    <a:lnTo>
                      <a:pt x="332185" y="171896"/>
                    </a:lnTo>
                    <a:lnTo>
                      <a:pt x="332185" y="74786"/>
                    </a:lnTo>
                    <a:lnTo>
                      <a:pt x="279499" y="84608"/>
                    </a:lnTo>
                    <a:lnTo>
                      <a:pt x="279499" y="175691"/>
                    </a:lnTo>
                    <a:cubicBezTo>
                      <a:pt x="279499" y="188193"/>
                      <a:pt x="285973" y="194444"/>
                      <a:pt x="298921" y="194444"/>
                    </a:cubicBezTo>
                    <a:lnTo>
                      <a:pt x="403176" y="194444"/>
                    </a:lnTo>
                    <a:cubicBezTo>
                      <a:pt x="417910" y="194444"/>
                      <a:pt x="426169" y="189086"/>
                      <a:pt x="427955" y="178370"/>
                    </a:cubicBezTo>
                    <a:cubicBezTo>
                      <a:pt x="429890" y="168547"/>
                      <a:pt x="431304" y="157385"/>
                      <a:pt x="432197" y="144884"/>
                    </a:cubicBezTo>
                    <a:cubicBezTo>
                      <a:pt x="438448" y="147414"/>
                      <a:pt x="444847" y="149721"/>
                      <a:pt x="451396" y="151804"/>
                    </a:cubicBezTo>
                    <a:cubicBezTo>
                      <a:pt x="449312" y="165794"/>
                      <a:pt x="447303" y="176956"/>
                      <a:pt x="445368" y="185291"/>
                    </a:cubicBezTo>
                    <a:cubicBezTo>
                      <a:pt x="441648" y="202852"/>
                      <a:pt x="428923" y="211633"/>
                      <a:pt x="407194" y="211633"/>
                    </a:cubicBezTo>
                    <a:lnTo>
                      <a:pt x="295350" y="211633"/>
                    </a:lnTo>
                    <a:cubicBezTo>
                      <a:pt x="273025" y="211633"/>
                      <a:pt x="261863" y="200918"/>
                      <a:pt x="261863" y="179486"/>
                    </a:cubicBezTo>
                    <a:lnTo>
                      <a:pt x="261863" y="87957"/>
                    </a:lnTo>
                    <a:lnTo>
                      <a:pt x="231726" y="93538"/>
                    </a:lnTo>
                    <a:lnTo>
                      <a:pt x="228823" y="76572"/>
                    </a:lnTo>
                    <a:lnTo>
                      <a:pt x="261863" y="70433"/>
                    </a:lnTo>
                    <a:lnTo>
                      <a:pt x="261863" y="26789"/>
                    </a:lnTo>
                    <a:lnTo>
                      <a:pt x="279499" y="26789"/>
                    </a:lnTo>
                    <a:lnTo>
                      <a:pt x="279499" y="67084"/>
                    </a:lnTo>
                    <a:lnTo>
                      <a:pt x="332185" y="57261"/>
                    </a:lnTo>
                    <a:close/>
                    <a:moveTo>
                      <a:pt x="1703338" y="0"/>
                    </a:moveTo>
                    <a:lnTo>
                      <a:pt x="1720304" y="0"/>
                    </a:lnTo>
                    <a:lnTo>
                      <a:pt x="1720304" y="32146"/>
                    </a:lnTo>
                    <a:lnTo>
                      <a:pt x="1808262" y="32146"/>
                    </a:lnTo>
                    <a:lnTo>
                      <a:pt x="1808262" y="47773"/>
                    </a:lnTo>
                    <a:lnTo>
                      <a:pt x="1720304" y="47773"/>
                    </a:lnTo>
                    <a:lnTo>
                      <a:pt x="1720304" y="106486"/>
                    </a:lnTo>
                    <a:lnTo>
                      <a:pt x="1819870" y="106486"/>
                    </a:lnTo>
                    <a:lnTo>
                      <a:pt x="1819870" y="122113"/>
                    </a:lnTo>
                    <a:lnTo>
                      <a:pt x="1724881" y="122113"/>
                    </a:lnTo>
                    <a:cubicBezTo>
                      <a:pt x="1749363" y="149349"/>
                      <a:pt x="1782217" y="170557"/>
                      <a:pt x="1823442" y="185737"/>
                    </a:cubicBezTo>
                    <a:cubicBezTo>
                      <a:pt x="1818531" y="191988"/>
                      <a:pt x="1814364" y="197643"/>
                      <a:pt x="1810941" y="202704"/>
                    </a:cubicBezTo>
                    <a:cubicBezTo>
                      <a:pt x="1772097" y="185142"/>
                      <a:pt x="1741885" y="162706"/>
                      <a:pt x="1720304" y="135396"/>
                    </a:cubicBezTo>
                    <a:lnTo>
                      <a:pt x="1720304" y="220786"/>
                    </a:lnTo>
                    <a:lnTo>
                      <a:pt x="1703338" y="220786"/>
                    </a:lnTo>
                    <a:lnTo>
                      <a:pt x="1703338" y="134168"/>
                    </a:lnTo>
                    <a:cubicBezTo>
                      <a:pt x="1681609" y="159618"/>
                      <a:pt x="1651248" y="183356"/>
                      <a:pt x="1612255" y="205382"/>
                    </a:cubicBezTo>
                    <a:cubicBezTo>
                      <a:pt x="1609130" y="200918"/>
                      <a:pt x="1605111" y="195783"/>
                      <a:pt x="1600200" y="189979"/>
                    </a:cubicBezTo>
                    <a:cubicBezTo>
                      <a:pt x="1639044" y="170482"/>
                      <a:pt x="1671563" y="147860"/>
                      <a:pt x="1697757" y="122113"/>
                    </a:cubicBezTo>
                    <a:lnTo>
                      <a:pt x="1603995" y="122113"/>
                    </a:lnTo>
                    <a:lnTo>
                      <a:pt x="1603995" y="106486"/>
                    </a:lnTo>
                    <a:lnTo>
                      <a:pt x="1703338" y="106486"/>
                    </a:lnTo>
                    <a:lnTo>
                      <a:pt x="1703338" y="47773"/>
                    </a:lnTo>
                    <a:lnTo>
                      <a:pt x="1617167" y="47773"/>
                    </a:lnTo>
                    <a:lnTo>
                      <a:pt x="1617167" y="32146"/>
                    </a:lnTo>
                    <a:lnTo>
                      <a:pt x="1703338" y="32146"/>
                    </a:lnTo>
                    <a:close/>
                  </a:path>
                </a:pathLst>
              </a:custGeom>
              <a:solidFill>
                <a:srgbClr val="7030A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69672230-6A09-43E7-A73A-51300D4C5C03}"/>
              </a:ext>
            </a:extLst>
          </p:cNvPr>
          <p:cNvSpPr/>
          <p:nvPr/>
        </p:nvSpPr>
        <p:spPr>
          <a:xfrm>
            <a:off x="8824686" y="3307636"/>
            <a:ext cx="2795901" cy="452259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A53604B8-97BB-4BD2-8A72-22EA8BAFA07E}"/>
              </a:ext>
            </a:extLst>
          </p:cNvPr>
          <p:cNvSpPr txBox="1"/>
          <p:nvPr/>
        </p:nvSpPr>
        <p:spPr>
          <a:xfrm>
            <a:off x="2821427" y="4779702"/>
            <a:ext cx="6549146" cy="400110"/>
          </a:xfrm>
          <a:custGeom>
            <a:avLst/>
            <a:gdLst/>
            <a:ahLst/>
            <a:cxnLst/>
            <a:rect l="l" t="t" r="r" b="b"/>
            <a:pathLst>
              <a:path w="3650456" h="223019">
                <a:moveTo>
                  <a:pt x="1182849" y="161069"/>
                </a:moveTo>
                <a:lnTo>
                  <a:pt x="1214438" y="161069"/>
                </a:lnTo>
                <a:lnTo>
                  <a:pt x="1196355" y="221568"/>
                </a:lnTo>
                <a:lnTo>
                  <a:pt x="1170012" y="221568"/>
                </a:lnTo>
                <a:close/>
                <a:moveTo>
                  <a:pt x="3319611" y="159395"/>
                </a:moveTo>
                <a:lnTo>
                  <a:pt x="3319611" y="175245"/>
                </a:lnTo>
                <a:cubicBezTo>
                  <a:pt x="3319611" y="183133"/>
                  <a:pt x="3324151" y="187077"/>
                  <a:pt x="3333229" y="187077"/>
                </a:cubicBezTo>
                <a:lnTo>
                  <a:pt x="3366716" y="187077"/>
                </a:lnTo>
                <a:cubicBezTo>
                  <a:pt x="3372222" y="187077"/>
                  <a:pt x="3376575" y="186128"/>
                  <a:pt x="3379775" y="184230"/>
                </a:cubicBezTo>
                <a:cubicBezTo>
                  <a:pt x="3382975" y="182333"/>
                  <a:pt x="3385040" y="179728"/>
                  <a:pt x="3385970" y="176417"/>
                </a:cubicBezTo>
                <a:cubicBezTo>
                  <a:pt x="3386900" y="173105"/>
                  <a:pt x="3388035" y="167431"/>
                  <a:pt x="3389375" y="159395"/>
                </a:cubicBezTo>
                <a:close/>
                <a:moveTo>
                  <a:pt x="2352526" y="159395"/>
                </a:moveTo>
                <a:lnTo>
                  <a:pt x="2352526" y="185068"/>
                </a:lnTo>
                <a:lnTo>
                  <a:pt x="2442939" y="185068"/>
                </a:lnTo>
                <a:lnTo>
                  <a:pt x="2442939" y="159395"/>
                </a:lnTo>
                <a:close/>
                <a:moveTo>
                  <a:pt x="121890" y="153590"/>
                </a:moveTo>
                <a:lnTo>
                  <a:pt x="121890" y="181719"/>
                </a:lnTo>
                <a:lnTo>
                  <a:pt x="182612" y="181719"/>
                </a:lnTo>
                <a:lnTo>
                  <a:pt x="182612" y="153590"/>
                </a:lnTo>
                <a:close/>
                <a:moveTo>
                  <a:pt x="2114885" y="147116"/>
                </a:moveTo>
                <a:cubicBezTo>
                  <a:pt x="2123443" y="155079"/>
                  <a:pt x="2133712" y="161776"/>
                  <a:pt x="2145692" y="167208"/>
                </a:cubicBezTo>
                <a:cubicBezTo>
                  <a:pt x="2149711" y="162074"/>
                  <a:pt x="2152315" y="155376"/>
                  <a:pt x="2153506" y="147116"/>
                </a:cubicBezTo>
                <a:close/>
                <a:moveTo>
                  <a:pt x="813941" y="143321"/>
                </a:moveTo>
                <a:lnTo>
                  <a:pt x="813941" y="187077"/>
                </a:lnTo>
                <a:lnTo>
                  <a:pt x="848544" y="187077"/>
                </a:lnTo>
                <a:lnTo>
                  <a:pt x="827112" y="175245"/>
                </a:lnTo>
                <a:cubicBezTo>
                  <a:pt x="835298" y="164529"/>
                  <a:pt x="842888" y="153888"/>
                  <a:pt x="849883" y="143321"/>
                </a:cubicBezTo>
                <a:close/>
                <a:moveTo>
                  <a:pt x="2679911" y="141759"/>
                </a:moveTo>
                <a:cubicBezTo>
                  <a:pt x="2672767" y="159097"/>
                  <a:pt x="2663391" y="174501"/>
                  <a:pt x="2651782" y="187970"/>
                </a:cubicBezTo>
                <a:cubicBezTo>
                  <a:pt x="2659670" y="188937"/>
                  <a:pt x="2667223" y="189421"/>
                  <a:pt x="2674441" y="189421"/>
                </a:cubicBezTo>
                <a:cubicBezTo>
                  <a:pt x="2679576" y="189421"/>
                  <a:pt x="2683074" y="188956"/>
                  <a:pt x="2684934" y="188026"/>
                </a:cubicBezTo>
                <a:cubicBezTo>
                  <a:pt x="2686794" y="187095"/>
                  <a:pt x="2688376" y="185495"/>
                  <a:pt x="2689678" y="183226"/>
                </a:cubicBezTo>
                <a:cubicBezTo>
                  <a:pt x="2690980" y="180956"/>
                  <a:pt x="2692078" y="175375"/>
                  <a:pt x="2692971" y="166483"/>
                </a:cubicBezTo>
                <a:cubicBezTo>
                  <a:pt x="2693864" y="157590"/>
                  <a:pt x="2694459" y="149349"/>
                  <a:pt x="2694757" y="141759"/>
                </a:cubicBezTo>
                <a:close/>
                <a:moveTo>
                  <a:pt x="1752005" y="125908"/>
                </a:moveTo>
                <a:lnTo>
                  <a:pt x="1783259" y="125908"/>
                </a:lnTo>
                <a:lnTo>
                  <a:pt x="1783259" y="135731"/>
                </a:lnTo>
                <a:lnTo>
                  <a:pt x="1822996" y="135731"/>
                </a:lnTo>
                <a:lnTo>
                  <a:pt x="1822996" y="163413"/>
                </a:lnTo>
                <a:lnTo>
                  <a:pt x="1783259" y="163413"/>
                </a:lnTo>
                <a:lnTo>
                  <a:pt x="1783259" y="182165"/>
                </a:lnTo>
                <a:cubicBezTo>
                  <a:pt x="1783259" y="193104"/>
                  <a:pt x="1780450" y="201606"/>
                  <a:pt x="1774831" y="207671"/>
                </a:cubicBezTo>
                <a:cubicBezTo>
                  <a:pt x="1769213" y="213736"/>
                  <a:pt x="1761455" y="217140"/>
                  <a:pt x="1751558" y="217884"/>
                </a:cubicBezTo>
                <a:cubicBezTo>
                  <a:pt x="1741661" y="218628"/>
                  <a:pt x="1727448" y="219000"/>
                  <a:pt x="1708919" y="219000"/>
                </a:cubicBezTo>
                <a:cubicBezTo>
                  <a:pt x="1706240" y="207243"/>
                  <a:pt x="1703636" y="197271"/>
                  <a:pt x="1701106" y="189086"/>
                </a:cubicBezTo>
                <a:cubicBezTo>
                  <a:pt x="1715765" y="189979"/>
                  <a:pt x="1727002" y="190425"/>
                  <a:pt x="1734815" y="190425"/>
                </a:cubicBezTo>
                <a:cubicBezTo>
                  <a:pt x="1746424" y="190425"/>
                  <a:pt x="1752154" y="184770"/>
                  <a:pt x="1752005" y="173459"/>
                </a:cubicBezTo>
                <a:lnTo>
                  <a:pt x="1752005" y="163413"/>
                </a:lnTo>
                <a:lnTo>
                  <a:pt x="1671861" y="163413"/>
                </a:lnTo>
                <a:cubicBezTo>
                  <a:pt x="1678558" y="168994"/>
                  <a:pt x="1685404" y="174947"/>
                  <a:pt x="1692399" y="181272"/>
                </a:cubicBezTo>
                <a:lnTo>
                  <a:pt x="1673200" y="201587"/>
                </a:lnTo>
                <a:cubicBezTo>
                  <a:pt x="1663080" y="191616"/>
                  <a:pt x="1652067" y="181198"/>
                  <a:pt x="1640161" y="170334"/>
                </a:cubicBezTo>
                <a:lnTo>
                  <a:pt x="1646635" y="163413"/>
                </a:lnTo>
                <a:lnTo>
                  <a:pt x="1600870" y="163413"/>
                </a:lnTo>
                <a:lnTo>
                  <a:pt x="1600870" y="135731"/>
                </a:lnTo>
                <a:lnTo>
                  <a:pt x="1752005" y="135731"/>
                </a:lnTo>
                <a:close/>
                <a:moveTo>
                  <a:pt x="1060401" y="113407"/>
                </a:moveTo>
                <a:lnTo>
                  <a:pt x="1060401" y="123229"/>
                </a:lnTo>
                <a:lnTo>
                  <a:pt x="1092101" y="123229"/>
                </a:lnTo>
                <a:lnTo>
                  <a:pt x="1092101" y="113407"/>
                </a:lnTo>
                <a:close/>
                <a:moveTo>
                  <a:pt x="1001688" y="113407"/>
                </a:moveTo>
                <a:lnTo>
                  <a:pt x="1001688" y="123229"/>
                </a:lnTo>
                <a:lnTo>
                  <a:pt x="1033388" y="123229"/>
                </a:lnTo>
                <a:lnTo>
                  <a:pt x="1033388" y="113407"/>
                </a:lnTo>
                <a:close/>
                <a:moveTo>
                  <a:pt x="2185095" y="108719"/>
                </a:moveTo>
                <a:lnTo>
                  <a:pt x="2185095" y="123229"/>
                </a:lnTo>
                <a:lnTo>
                  <a:pt x="2229743" y="123229"/>
                </a:lnTo>
                <a:lnTo>
                  <a:pt x="2229743" y="108719"/>
                </a:lnTo>
                <a:close/>
                <a:moveTo>
                  <a:pt x="2109639" y="108719"/>
                </a:moveTo>
                <a:lnTo>
                  <a:pt x="2109639" y="123229"/>
                </a:lnTo>
                <a:lnTo>
                  <a:pt x="2154287" y="123229"/>
                </a:lnTo>
                <a:lnTo>
                  <a:pt x="2154287" y="108719"/>
                </a:lnTo>
                <a:close/>
                <a:moveTo>
                  <a:pt x="3319611" y="108272"/>
                </a:moveTo>
                <a:lnTo>
                  <a:pt x="3319611" y="131266"/>
                </a:lnTo>
                <a:lnTo>
                  <a:pt x="3364260" y="131266"/>
                </a:lnTo>
                <a:lnTo>
                  <a:pt x="3364260" y="108272"/>
                </a:lnTo>
                <a:close/>
                <a:moveTo>
                  <a:pt x="3243486" y="108272"/>
                </a:moveTo>
                <a:lnTo>
                  <a:pt x="3243486" y="131266"/>
                </a:lnTo>
                <a:lnTo>
                  <a:pt x="3287241" y="131266"/>
                </a:lnTo>
                <a:lnTo>
                  <a:pt x="3287241" y="108272"/>
                </a:lnTo>
                <a:close/>
                <a:moveTo>
                  <a:pt x="2397621" y="103584"/>
                </a:moveTo>
                <a:cubicBezTo>
                  <a:pt x="2387203" y="114449"/>
                  <a:pt x="2374330" y="124718"/>
                  <a:pt x="2359000" y="134392"/>
                </a:cubicBezTo>
                <a:lnTo>
                  <a:pt x="2434903" y="134392"/>
                </a:lnTo>
                <a:cubicBezTo>
                  <a:pt x="2420466" y="125164"/>
                  <a:pt x="2408039" y="114895"/>
                  <a:pt x="2397621" y="103584"/>
                </a:cubicBezTo>
                <a:close/>
                <a:moveTo>
                  <a:pt x="121890" y="97780"/>
                </a:moveTo>
                <a:lnTo>
                  <a:pt x="121890" y="125462"/>
                </a:lnTo>
                <a:lnTo>
                  <a:pt x="182612" y="125462"/>
                </a:lnTo>
                <a:lnTo>
                  <a:pt x="182612" y="97780"/>
                </a:lnTo>
                <a:close/>
                <a:moveTo>
                  <a:pt x="349597" y="81930"/>
                </a:moveTo>
                <a:cubicBezTo>
                  <a:pt x="364034" y="100236"/>
                  <a:pt x="377428" y="118318"/>
                  <a:pt x="389781" y="136178"/>
                </a:cubicBezTo>
                <a:lnTo>
                  <a:pt x="363215" y="153590"/>
                </a:lnTo>
                <a:cubicBezTo>
                  <a:pt x="352053" y="134540"/>
                  <a:pt x="339775" y="115862"/>
                  <a:pt x="326380" y="97557"/>
                </a:cubicBezTo>
                <a:close/>
                <a:moveTo>
                  <a:pt x="2386906" y="79251"/>
                </a:moveTo>
                <a:lnTo>
                  <a:pt x="2415704" y="79251"/>
                </a:lnTo>
                <a:lnTo>
                  <a:pt x="2412802" y="83269"/>
                </a:lnTo>
                <a:cubicBezTo>
                  <a:pt x="2439144" y="108719"/>
                  <a:pt x="2471217" y="126132"/>
                  <a:pt x="2509019" y="135508"/>
                </a:cubicBezTo>
                <a:cubicBezTo>
                  <a:pt x="2503810" y="144735"/>
                  <a:pt x="2499122" y="154037"/>
                  <a:pt x="2494955" y="163413"/>
                </a:cubicBezTo>
                <a:cubicBezTo>
                  <a:pt x="2486918" y="160585"/>
                  <a:pt x="2479253" y="157534"/>
                  <a:pt x="2471961" y="154260"/>
                </a:cubicBezTo>
                <a:lnTo>
                  <a:pt x="2471961" y="221679"/>
                </a:lnTo>
                <a:lnTo>
                  <a:pt x="2442939" y="221679"/>
                </a:lnTo>
                <a:lnTo>
                  <a:pt x="2442939" y="210071"/>
                </a:lnTo>
                <a:lnTo>
                  <a:pt x="2352526" y="210071"/>
                </a:lnTo>
                <a:lnTo>
                  <a:pt x="2352526" y="221679"/>
                </a:lnTo>
                <a:lnTo>
                  <a:pt x="2323505" y="221679"/>
                </a:lnTo>
                <a:lnTo>
                  <a:pt x="2323505" y="153814"/>
                </a:lnTo>
                <a:cubicBezTo>
                  <a:pt x="2316361" y="157088"/>
                  <a:pt x="2308920" y="160288"/>
                  <a:pt x="2301181" y="163413"/>
                </a:cubicBezTo>
                <a:cubicBezTo>
                  <a:pt x="2297460" y="155228"/>
                  <a:pt x="2292697" y="146447"/>
                  <a:pt x="2286893" y="137070"/>
                </a:cubicBezTo>
                <a:cubicBezTo>
                  <a:pt x="2326630" y="125164"/>
                  <a:pt x="2359968" y="105891"/>
                  <a:pt x="2386906" y="79251"/>
                </a:cubicBezTo>
                <a:close/>
                <a:moveTo>
                  <a:pt x="1978372" y="79028"/>
                </a:moveTo>
                <a:lnTo>
                  <a:pt x="1978372" y="155153"/>
                </a:lnTo>
                <a:lnTo>
                  <a:pt x="2011970" y="155153"/>
                </a:lnTo>
                <a:cubicBezTo>
                  <a:pt x="1998427" y="134466"/>
                  <a:pt x="1987228" y="109091"/>
                  <a:pt x="1978372" y="79028"/>
                </a:cubicBezTo>
                <a:close/>
                <a:moveTo>
                  <a:pt x="1948904" y="77800"/>
                </a:moveTo>
                <a:cubicBezTo>
                  <a:pt x="1941761" y="106151"/>
                  <a:pt x="1930710" y="131936"/>
                  <a:pt x="1915753" y="155153"/>
                </a:cubicBezTo>
                <a:lnTo>
                  <a:pt x="1948904" y="155153"/>
                </a:lnTo>
                <a:close/>
                <a:moveTo>
                  <a:pt x="2185095" y="72330"/>
                </a:moveTo>
                <a:lnTo>
                  <a:pt x="2185095" y="86841"/>
                </a:lnTo>
                <a:lnTo>
                  <a:pt x="2229743" y="86841"/>
                </a:lnTo>
                <a:lnTo>
                  <a:pt x="2229743" y="72330"/>
                </a:lnTo>
                <a:close/>
                <a:moveTo>
                  <a:pt x="2109639" y="72330"/>
                </a:moveTo>
                <a:lnTo>
                  <a:pt x="2109639" y="86841"/>
                </a:lnTo>
                <a:lnTo>
                  <a:pt x="2154287" y="86841"/>
                </a:lnTo>
                <a:lnTo>
                  <a:pt x="2154287" y="72330"/>
                </a:lnTo>
                <a:close/>
                <a:moveTo>
                  <a:pt x="1117997" y="67419"/>
                </a:moveTo>
                <a:lnTo>
                  <a:pt x="1123355" y="85278"/>
                </a:lnTo>
                <a:cubicBezTo>
                  <a:pt x="1107951" y="85948"/>
                  <a:pt x="1086966" y="86543"/>
                  <a:pt x="1060401" y="87064"/>
                </a:cubicBezTo>
                <a:lnTo>
                  <a:pt x="1060401" y="96440"/>
                </a:lnTo>
                <a:lnTo>
                  <a:pt x="1118667" y="96440"/>
                </a:lnTo>
                <a:lnTo>
                  <a:pt x="1118667" y="139973"/>
                </a:lnTo>
                <a:lnTo>
                  <a:pt x="1060401" y="139973"/>
                </a:lnTo>
                <a:lnTo>
                  <a:pt x="1060401" y="147786"/>
                </a:lnTo>
                <a:lnTo>
                  <a:pt x="1128489" y="147786"/>
                </a:lnTo>
                <a:lnTo>
                  <a:pt x="1128489" y="194444"/>
                </a:lnTo>
                <a:cubicBezTo>
                  <a:pt x="1128489" y="203001"/>
                  <a:pt x="1126871" y="209475"/>
                  <a:pt x="1123634" y="213866"/>
                </a:cubicBezTo>
                <a:cubicBezTo>
                  <a:pt x="1120397" y="218256"/>
                  <a:pt x="1115988" y="220582"/>
                  <a:pt x="1110407" y="220842"/>
                </a:cubicBezTo>
                <a:cubicBezTo>
                  <a:pt x="1104826" y="221103"/>
                  <a:pt x="1093366" y="221233"/>
                  <a:pt x="1076027" y="221233"/>
                </a:cubicBezTo>
                <a:cubicBezTo>
                  <a:pt x="1074539" y="214536"/>
                  <a:pt x="1072976" y="208657"/>
                  <a:pt x="1071339" y="203597"/>
                </a:cubicBezTo>
                <a:cubicBezTo>
                  <a:pt x="1079227" y="203894"/>
                  <a:pt x="1086297" y="204043"/>
                  <a:pt x="1092547" y="204043"/>
                </a:cubicBezTo>
                <a:cubicBezTo>
                  <a:pt x="1098501" y="204043"/>
                  <a:pt x="1101477" y="200620"/>
                  <a:pt x="1101477" y="193774"/>
                </a:cubicBezTo>
                <a:lnTo>
                  <a:pt x="1101477" y="167431"/>
                </a:lnTo>
                <a:lnTo>
                  <a:pt x="1060401" y="167431"/>
                </a:lnTo>
                <a:lnTo>
                  <a:pt x="1060401" y="179375"/>
                </a:lnTo>
                <a:lnTo>
                  <a:pt x="1072232" y="178594"/>
                </a:lnTo>
                <a:lnTo>
                  <a:pt x="1071339" y="172789"/>
                </a:lnTo>
                <a:lnTo>
                  <a:pt x="1088529" y="169887"/>
                </a:lnTo>
                <a:cubicBezTo>
                  <a:pt x="1089720" y="174947"/>
                  <a:pt x="1091803" y="184547"/>
                  <a:pt x="1094780" y="198685"/>
                </a:cubicBezTo>
                <a:lnTo>
                  <a:pt x="1076251" y="202034"/>
                </a:lnTo>
                <a:cubicBezTo>
                  <a:pt x="1075953" y="200248"/>
                  <a:pt x="1075618" y="198425"/>
                  <a:pt x="1075246" y="196565"/>
                </a:cubicBezTo>
                <a:lnTo>
                  <a:pt x="1001465" y="204266"/>
                </a:lnTo>
                <a:lnTo>
                  <a:pt x="998116" y="182165"/>
                </a:lnTo>
                <a:lnTo>
                  <a:pt x="1033388" y="180714"/>
                </a:lnTo>
                <a:lnTo>
                  <a:pt x="1033388" y="167431"/>
                </a:lnTo>
                <a:lnTo>
                  <a:pt x="992758" y="167431"/>
                </a:lnTo>
                <a:lnTo>
                  <a:pt x="992758" y="221456"/>
                </a:lnTo>
                <a:lnTo>
                  <a:pt x="965746" y="221456"/>
                </a:lnTo>
                <a:lnTo>
                  <a:pt x="965746" y="147786"/>
                </a:lnTo>
                <a:lnTo>
                  <a:pt x="1033388" y="147786"/>
                </a:lnTo>
                <a:lnTo>
                  <a:pt x="1033388" y="139973"/>
                </a:lnTo>
                <a:lnTo>
                  <a:pt x="974899" y="139973"/>
                </a:lnTo>
                <a:lnTo>
                  <a:pt x="974899" y="96440"/>
                </a:lnTo>
                <a:lnTo>
                  <a:pt x="1033388" y="96440"/>
                </a:lnTo>
                <a:lnTo>
                  <a:pt x="1033388" y="87511"/>
                </a:lnTo>
                <a:lnTo>
                  <a:pt x="971997" y="88404"/>
                </a:lnTo>
                <a:lnTo>
                  <a:pt x="966639" y="70098"/>
                </a:lnTo>
                <a:cubicBezTo>
                  <a:pt x="1025128" y="70395"/>
                  <a:pt x="1075581" y="69503"/>
                  <a:pt x="1117997" y="67419"/>
                </a:cubicBezTo>
                <a:close/>
                <a:moveTo>
                  <a:pt x="2571750" y="66749"/>
                </a:moveTo>
                <a:lnTo>
                  <a:pt x="2571750" y="79920"/>
                </a:lnTo>
                <a:lnTo>
                  <a:pt x="2682925" y="79920"/>
                </a:lnTo>
                <a:lnTo>
                  <a:pt x="2682925" y="66749"/>
                </a:lnTo>
                <a:close/>
                <a:moveTo>
                  <a:pt x="3319611" y="57373"/>
                </a:moveTo>
                <a:lnTo>
                  <a:pt x="3319611" y="80144"/>
                </a:lnTo>
                <a:lnTo>
                  <a:pt x="3364260" y="80144"/>
                </a:lnTo>
                <a:lnTo>
                  <a:pt x="3364260" y="57373"/>
                </a:lnTo>
                <a:close/>
                <a:moveTo>
                  <a:pt x="3243486" y="57373"/>
                </a:moveTo>
                <a:lnTo>
                  <a:pt x="3243486" y="80144"/>
                </a:lnTo>
                <a:lnTo>
                  <a:pt x="3287241" y="80144"/>
                </a:lnTo>
                <a:lnTo>
                  <a:pt x="3287241" y="57373"/>
                </a:lnTo>
                <a:close/>
                <a:moveTo>
                  <a:pt x="2425973" y="50453"/>
                </a:moveTo>
                <a:cubicBezTo>
                  <a:pt x="2449488" y="61466"/>
                  <a:pt x="2473672" y="73670"/>
                  <a:pt x="2498527" y="87064"/>
                </a:cubicBezTo>
                <a:lnTo>
                  <a:pt x="2482676" y="112291"/>
                </a:lnTo>
                <a:cubicBezTo>
                  <a:pt x="2461841" y="98450"/>
                  <a:pt x="2438177" y="84460"/>
                  <a:pt x="2411685" y="70321"/>
                </a:cubicBezTo>
                <a:close/>
                <a:moveTo>
                  <a:pt x="2368376" y="48890"/>
                </a:moveTo>
                <a:lnTo>
                  <a:pt x="2385789" y="69205"/>
                </a:lnTo>
                <a:cubicBezTo>
                  <a:pt x="2365400" y="83790"/>
                  <a:pt x="2340992" y="97929"/>
                  <a:pt x="2312566" y="111621"/>
                </a:cubicBezTo>
                <a:cubicBezTo>
                  <a:pt x="2308994" y="105072"/>
                  <a:pt x="2303859" y="96589"/>
                  <a:pt x="2297162" y="86171"/>
                </a:cubicBezTo>
                <a:cubicBezTo>
                  <a:pt x="2322016" y="76200"/>
                  <a:pt x="2345755" y="63773"/>
                  <a:pt x="2368376" y="48890"/>
                </a:cubicBezTo>
                <a:close/>
                <a:moveTo>
                  <a:pt x="121890" y="41969"/>
                </a:moveTo>
                <a:lnTo>
                  <a:pt x="121890" y="69651"/>
                </a:lnTo>
                <a:lnTo>
                  <a:pt x="182612" y="69651"/>
                </a:lnTo>
                <a:lnTo>
                  <a:pt x="182612" y="41969"/>
                </a:lnTo>
                <a:close/>
                <a:moveTo>
                  <a:pt x="1652885" y="35495"/>
                </a:moveTo>
                <a:lnTo>
                  <a:pt x="1652885" y="52238"/>
                </a:lnTo>
                <a:lnTo>
                  <a:pt x="1759818" y="52238"/>
                </a:lnTo>
                <a:lnTo>
                  <a:pt x="1759818" y="35495"/>
                </a:lnTo>
                <a:close/>
                <a:moveTo>
                  <a:pt x="2571750" y="32593"/>
                </a:moveTo>
                <a:lnTo>
                  <a:pt x="2571750" y="45764"/>
                </a:lnTo>
                <a:lnTo>
                  <a:pt x="2682925" y="45764"/>
                </a:lnTo>
                <a:lnTo>
                  <a:pt x="2682925" y="32593"/>
                </a:lnTo>
                <a:close/>
                <a:moveTo>
                  <a:pt x="961727" y="31700"/>
                </a:moveTo>
                <a:lnTo>
                  <a:pt x="961727" y="41076"/>
                </a:lnTo>
                <a:lnTo>
                  <a:pt x="1095673" y="41076"/>
                </a:lnTo>
                <a:lnTo>
                  <a:pt x="1095673" y="31700"/>
                </a:lnTo>
                <a:close/>
                <a:moveTo>
                  <a:pt x="797868" y="30807"/>
                </a:moveTo>
                <a:cubicBezTo>
                  <a:pt x="784473" y="44499"/>
                  <a:pt x="768921" y="57596"/>
                  <a:pt x="751210" y="70098"/>
                </a:cubicBezTo>
                <a:lnTo>
                  <a:pt x="844525" y="70098"/>
                </a:lnTo>
                <a:cubicBezTo>
                  <a:pt x="826517" y="58192"/>
                  <a:pt x="810965" y="45095"/>
                  <a:pt x="797868" y="30807"/>
                </a:cubicBezTo>
                <a:close/>
                <a:moveTo>
                  <a:pt x="232619" y="18082"/>
                </a:moveTo>
                <a:lnTo>
                  <a:pt x="329506" y="18082"/>
                </a:lnTo>
                <a:lnTo>
                  <a:pt x="329506" y="46881"/>
                </a:lnTo>
                <a:cubicBezTo>
                  <a:pt x="324966" y="77986"/>
                  <a:pt x="317190" y="106077"/>
                  <a:pt x="306177" y="131155"/>
                </a:cubicBezTo>
                <a:lnTo>
                  <a:pt x="339105" y="180826"/>
                </a:lnTo>
                <a:lnTo>
                  <a:pt x="311423" y="198909"/>
                </a:lnTo>
                <a:lnTo>
                  <a:pt x="289545" y="162967"/>
                </a:lnTo>
                <a:cubicBezTo>
                  <a:pt x="277341" y="182612"/>
                  <a:pt x="262682" y="200025"/>
                  <a:pt x="245567" y="215205"/>
                </a:cubicBezTo>
                <a:cubicBezTo>
                  <a:pt x="241251" y="206424"/>
                  <a:pt x="235744" y="196453"/>
                  <a:pt x="229047" y="185291"/>
                </a:cubicBezTo>
                <a:cubicBezTo>
                  <a:pt x="246385" y="170557"/>
                  <a:pt x="260561" y="153404"/>
                  <a:pt x="271574" y="133833"/>
                </a:cubicBezTo>
                <a:lnTo>
                  <a:pt x="232395" y="71437"/>
                </a:lnTo>
                <a:lnTo>
                  <a:pt x="256729" y="56034"/>
                </a:lnTo>
                <a:lnTo>
                  <a:pt x="286308" y="101128"/>
                </a:lnTo>
                <a:cubicBezTo>
                  <a:pt x="292113" y="84534"/>
                  <a:pt x="296094" y="66600"/>
                  <a:pt x="298252" y="47327"/>
                </a:cubicBezTo>
                <a:lnTo>
                  <a:pt x="232619" y="47327"/>
                </a:lnTo>
                <a:close/>
                <a:moveTo>
                  <a:pt x="476845" y="13394"/>
                </a:moveTo>
                <a:lnTo>
                  <a:pt x="661690" y="13394"/>
                </a:lnTo>
                <a:lnTo>
                  <a:pt x="661690" y="45095"/>
                </a:lnTo>
                <a:lnTo>
                  <a:pt x="588467" y="45095"/>
                </a:lnTo>
                <a:lnTo>
                  <a:pt x="588467" y="89297"/>
                </a:lnTo>
                <a:lnTo>
                  <a:pt x="677540" y="89297"/>
                </a:lnTo>
                <a:lnTo>
                  <a:pt x="677540" y="120997"/>
                </a:lnTo>
                <a:lnTo>
                  <a:pt x="588467" y="120997"/>
                </a:lnTo>
                <a:lnTo>
                  <a:pt x="588467" y="169887"/>
                </a:lnTo>
                <a:cubicBezTo>
                  <a:pt x="588467" y="184844"/>
                  <a:pt x="585434" y="196062"/>
                  <a:pt x="579369" y="203541"/>
                </a:cubicBezTo>
                <a:cubicBezTo>
                  <a:pt x="573305" y="211019"/>
                  <a:pt x="564487" y="214889"/>
                  <a:pt x="552915" y="215149"/>
                </a:cubicBezTo>
                <a:cubicBezTo>
                  <a:pt x="541344" y="215410"/>
                  <a:pt x="525661" y="215577"/>
                  <a:pt x="505867" y="215652"/>
                </a:cubicBezTo>
                <a:cubicBezTo>
                  <a:pt x="503783" y="204490"/>
                  <a:pt x="501104" y="193179"/>
                  <a:pt x="497830" y="181719"/>
                </a:cubicBezTo>
                <a:cubicBezTo>
                  <a:pt x="510629" y="183058"/>
                  <a:pt x="523354" y="183728"/>
                  <a:pt x="536005" y="183728"/>
                </a:cubicBezTo>
                <a:cubicBezTo>
                  <a:pt x="548357" y="183728"/>
                  <a:pt x="554534" y="177552"/>
                  <a:pt x="554534" y="165199"/>
                </a:cubicBezTo>
                <a:lnTo>
                  <a:pt x="554534" y="120997"/>
                </a:lnTo>
                <a:lnTo>
                  <a:pt x="460326" y="120997"/>
                </a:lnTo>
                <a:lnTo>
                  <a:pt x="460326" y="89297"/>
                </a:lnTo>
                <a:lnTo>
                  <a:pt x="554534" y="89297"/>
                </a:lnTo>
                <a:lnTo>
                  <a:pt x="554534" y="45095"/>
                </a:lnTo>
                <a:lnTo>
                  <a:pt x="476845" y="45095"/>
                </a:lnTo>
                <a:close/>
                <a:moveTo>
                  <a:pt x="91083" y="13394"/>
                </a:moveTo>
                <a:lnTo>
                  <a:pt x="213420" y="13394"/>
                </a:lnTo>
                <a:lnTo>
                  <a:pt x="213420" y="221456"/>
                </a:lnTo>
                <a:lnTo>
                  <a:pt x="182612" y="221456"/>
                </a:lnTo>
                <a:lnTo>
                  <a:pt x="182612" y="210294"/>
                </a:lnTo>
                <a:lnTo>
                  <a:pt x="121890" y="210294"/>
                </a:lnTo>
                <a:lnTo>
                  <a:pt x="121890" y="221456"/>
                </a:lnTo>
                <a:lnTo>
                  <a:pt x="91083" y="221456"/>
                </a:lnTo>
                <a:close/>
                <a:moveTo>
                  <a:pt x="3446636" y="12948"/>
                </a:moveTo>
                <a:lnTo>
                  <a:pt x="3634606" y="12948"/>
                </a:lnTo>
                <a:lnTo>
                  <a:pt x="3634606" y="42639"/>
                </a:lnTo>
                <a:lnTo>
                  <a:pt x="3560936" y="86618"/>
                </a:lnTo>
                <a:lnTo>
                  <a:pt x="3560936" y="98896"/>
                </a:lnTo>
                <a:lnTo>
                  <a:pt x="3650456" y="98896"/>
                </a:lnTo>
                <a:lnTo>
                  <a:pt x="3650456" y="129257"/>
                </a:lnTo>
                <a:lnTo>
                  <a:pt x="3560936" y="129257"/>
                </a:lnTo>
                <a:lnTo>
                  <a:pt x="3560936" y="171896"/>
                </a:lnTo>
                <a:cubicBezTo>
                  <a:pt x="3560936" y="187151"/>
                  <a:pt x="3557588" y="198499"/>
                  <a:pt x="3550890" y="205941"/>
                </a:cubicBezTo>
                <a:cubicBezTo>
                  <a:pt x="3544193" y="213382"/>
                  <a:pt x="3533738" y="217103"/>
                  <a:pt x="3519525" y="217103"/>
                </a:cubicBezTo>
                <a:lnTo>
                  <a:pt x="3478337" y="216768"/>
                </a:lnTo>
                <a:cubicBezTo>
                  <a:pt x="3476253" y="205755"/>
                  <a:pt x="3473500" y="194444"/>
                  <a:pt x="3470077" y="182835"/>
                </a:cubicBezTo>
                <a:cubicBezTo>
                  <a:pt x="3483471" y="184323"/>
                  <a:pt x="3496345" y="185068"/>
                  <a:pt x="3508698" y="185068"/>
                </a:cubicBezTo>
                <a:cubicBezTo>
                  <a:pt x="3521050" y="185068"/>
                  <a:pt x="3527152" y="178519"/>
                  <a:pt x="3527003" y="165422"/>
                </a:cubicBezTo>
                <a:lnTo>
                  <a:pt x="3527003" y="129257"/>
                </a:lnTo>
                <a:lnTo>
                  <a:pt x="3431456" y="129257"/>
                </a:lnTo>
                <a:lnTo>
                  <a:pt x="3431456" y="98896"/>
                </a:lnTo>
                <a:lnTo>
                  <a:pt x="3527003" y="98896"/>
                </a:lnTo>
                <a:lnTo>
                  <a:pt x="3527003" y="72777"/>
                </a:lnTo>
                <a:lnTo>
                  <a:pt x="3581251" y="42639"/>
                </a:lnTo>
                <a:lnTo>
                  <a:pt x="3446636" y="42639"/>
                </a:lnTo>
                <a:close/>
                <a:moveTo>
                  <a:pt x="2062535" y="9822"/>
                </a:moveTo>
                <a:lnTo>
                  <a:pt x="2275508" y="9822"/>
                </a:lnTo>
                <a:lnTo>
                  <a:pt x="2275508" y="35049"/>
                </a:lnTo>
                <a:lnTo>
                  <a:pt x="2185095" y="35049"/>
                </a:lnTo>
                <a:lnTo>
                  <a:pt x="2185095" y="48443"/>
                </a:lnTo>
                <a:lnTo>
                  <a:pt x="2259658" y="48443"/>
                </a:lnTo>
                <a:lnTo>
                  <a:pt x="2259658" y="159618"/>
                </a:lnTo>
                <a:lnTo>
                  <a:pt x="2229743" y="159618"/>
                </a:lnTo>
                <a:lnTo>
                  <a:pt x="2229743" y="147116"/>
                </a:lnTo>
                <a:lnTo>
                  <a:pt x="2184648" y="147116"/>
                </a:lnTo>
                <a:cubicBezTo>
                  <a:pt x="2183606" y="159097"/>
                  <a:pt x="2180816" y="169180"/>
                  <a:pt x="2176277" y="177366"/>
                </a:cubicBezTo>
                <a:cubicBezTo>
                  <a:pt x="2202842" y="183542"/>
                  <a:pt x="2237184" y="187002"/>
                  <a:pt x="2279303" y="187746"/>
                </a:cubicBezTo>
                <a:lnTo>
                  <a:pt x="2262113" y="218331"/>
                </a:lnTo>
                <a:cubicBezTo>
                  <a:pt x="2213744" y="216173"/>
                  <a:pt x="2176946" y="210108"/>
                  <a:pt x="2151720" y="200136"/>
                </a:cubicBezTo>
                <a:cubicBezTo>
                  <a:pt x="2135795" y="208620"/>
                  <a:pt x="2111648" y="215801"/>
                  <a:pt x="2079278" y="221679"/>
                </a:cubicBezTo>
                <a:cubicBezTo>
                  <a:pt x="2074218" y="213791"/>
                  <a:pt x="2067148" y="203969"/>
                  <a:pt x="2058070" y="192211"/>
                </a:cubicBezTo>
                <a:cubicBezTo>
                  <a:pt x="2085082" y="189681"/>
                  <a:pt x="2105658" y="186333"/>
                  <a:pt x="2119796" y="182165"/>
                </a:cubicBezTo>
                <a:cubicBezTo>
                  <a:pt x="2109155" y="174798"/>
                  <a:pt x="2099816" y="166911"/>
                  <a:pt x="2091779" y="158502"/>
                </a:cubicBezTo>
                <a:lnTo>
                  <a:pt x="2108188" y="147116"/>
                </a:lnTo>
                <a:lnTo>
                  <a:pt x="2079724" y="147116"/>
                </a:lnTo>
                <a:lnTo>
                  <a:pt x="2079724" y="48443"/>
                </a:lnTo>
                <a:lnTo>
                  <a:pt x="2154287" y="48443"/>
                </a:lnTo>
                <a:lnTo>
                  <a:pt x="2154287" y="35049"/>
                </a:lnTo>
                <a:lnTo>
                  <a:pt x="2062535" y="35049"/>
                </a:lnTo>
                <a:close/>
                <a:moveTo>
                  <a:pt x="1621631" y="8929"/>
                </a:moveTo>
                <a:lnTo>
                  <a:pt x="1791072" y="8929"/>
                </a:lnTo>
                <a:lnTo>
                  <a:pt x="1791072" y="76795"/>
                </a:lnTo>
                <a:lnTo>
                  <a:pt x="1652885" y="76795"/>
                </a:lnTo>
                <a:lnTo>
                  <a:pt x="1652885" y="79028"/>
                </a:lnTo>
                <a:cubicBezTo>
                  <a:pt x="1652885" y="89148"/>
                  <a:pt x="1658690" y="94208"/>
                  <a:pt x="1670298" y="94208"/>
                </a:cubicBezTo>
                <a:lnTo>
                  <a:pt x="1770757" y="94208"/>
                </a:lnTo>
                <a:cubicBezTo>
                  <a:pt x="1776785" y="94208"/>
                  <a:pt x="1781547" y="93129"/>
                  <a:pt x="1785045" y="90971"/>
                </a:cubicBezTo>
                <a:cubicBezTo>
                  <a:pt x="1788542" y="88813"/>
                  <a:pt x="1790775" y="85706"/>
                  <a:pt x="1791742" y="81651"/>
                </a:cubicBezTo>
                <a:cubicBezTo>
                  <a:pt x="1792709" y="77595"/>
                  <a:pt x="1793826" y="70172"/>
                  <a:pt x="1795091" y="59382"/>
                </a:cubicBezTo>
                <a:cubicBezTo>
                  <a:pt x="1801490" y="61763"/>
                  <a:pt x="1810569" y="64666"/>
                  <a:pt x="1822326" y="68089"/>
                </a:cubicBezTo>
                <a:cubicBezTo>
                  <a:pt x="1819126" y="84609"/>
                  <a:pt x="1816689" y="95361"/>
                  <a:pt x="1815015" y="100347"/>
                </a:cubicBezTo>
                <a:cubicBezTo>
                  <a:pt x="1813341" y="105333"/>
                  <a:pt x="1810829" y="109295"/>
                  <a:pt x="1807481" y="112235"/>
                </a:cubicBezTo>
                <a:cubicBezTo>
                  <a:pt x="1804132" y="115174"/>
                  <a:pt x="1799797" y="117369"/>
                  <a:pt x="1794477" y="118820"/>
                </a:cubicBezTo>
                <a:cubicBezTo>
                  <a:pt x="1789156" y="120272"/>
                  <a:pt x="1782887" y="120997"/>
                  <a:pt x="1775669" y="120997"/>
                </a:cubicBezTo>
                <a:lnTo>
                  <a:pt x="1664494" y="120997"/>
                </a:lnTo>
                <a:cubicBezTo>
                  <a:pt x="1635919" y="120997"/>
                  <a:pt x="1621631" y="108049"/>
                  <a:pt x="1621631" y="82153"/>
                </a:cubicBezTo>
                <a:close/>
                <a:moveTo>
                  <a:pt x="932260" y="8483"/>
                </a:moveTo>
                <a:lnTo>
                  <a:pt x="1124471" y="8483"/>
                </a:lnTo>
                <a:lnTo>
                  <a:pt x="1124471" y="62061"/>
                </a:lnTo>
                <a:lnTo>
                  <a:pt x="961727" y="62061"/>
                </a:lnTo>
                <a:lnTo>
                  <a:pt x="961727" y="107156"/>
                </a:lnTo>
                <a:cubicBezTo>
                  <a:pt x="961727" y="160064"/>
                  <a:pt x="952872" y="198685"/>
                  <a:pt x="935162" y="223019"/>
                </a:cubicBezTo>
                <a:cubicBezTo>
                  <a:pt x="927720" y="212601"/>
                  <a:pt x="921023" y="203745"/>
                  <a:pt x="915070" y="196453"/>
                </a:cubicBezTo>
                <a:cubicBezTo>
                  <a:pt x="920874" y="185440"/>
                  <a:pt x="925153" y="173701"/>
                  <a:pt x="927906" y="161236"/>
                </a:cubicBezTo>
                <a:cubicBezTo>
                  <a:pt x="930660" y="148772"/>
                  <a:pt x="932111" y="130894"/>
                  <a:pt x="932260" y="107603"/>
                </a:cubicBezTo>
                <a:close/>
                <a:moveTo>
                  <a:pt x="2540719" y="7813"/>
                </a:moveTo>
                <a:lnTo>
                  <a:pt x="2713955" y="7813"/>
                </a:lnTo>
                <a:lnTo>
                  <a:pt x="2713955" y="104700"/>
                </a:lnTo>
                <a:lnTo>
                  <a:pt x="2598428" y="104700"/>
                </a:lnTo>
                <a:cubicBezTo>
                  <a:pt x="2595674" y="108793"/>
                  <a:pt x="2592772" y="112737"/>
                  <a:pt x="2589721" y="116532"/>
                </a:cubicBezTo>
                <a:lnTo>
                  <a:pt x="2727350" y="116532"/>
                </a:lnTo>
                <a:lnTo>
                  <a:pt x="2723443" y="178259"/>
                </a:lnTo>
                <a:cubicBezTo>
                  <a:pt x="2722550" y="190686"/>
                  <a:pt x="2719778" y="200043"/>
                  <a:pt x="2715127" y="206331"/>
                </a:cubicBezTo>
                <a:cubicBezTo>
                  <a:pt x="2710477" y="212619"/>
                  <a:pt x="2705658" y="216340"/>
                  <a:pt x="2700672" y="217493"/>
                </a:cubicBezTo>
                <a:cubicBezTo>
                  <a:pt x="2695687" y="218647"/>
                  <a:pt x="2681660" y="219224"/>
                  <a:pt x="2658591" y="219224"/>
                </a:cubicBezTo>
                <a:cubicBezTo>
                  <a:pt x="2656582" y="209847"/>
                  <a:pt x="2653903" y="199876"/>
                  <a:pt x="2650555" y="189309"/>
                </a:cubicBezTo>
                <a:cubicBezTo>
                  <a:pt x="2639392" y="201885"/>
                  <a:pt x="2626221" y="212750"/>
                  <a:pt x="2611041" y="221903"/>
                </a:cubicBezTo>
                <a:cubicBezTo>
                  <a:pt x="2603748" y="216247"/>
                  <a:pt x="2594818" y="210071"/>
                  <a:pt x="2584252" y="203373"/>
                </a:cubicBezTo>
                <a:cubicBezTo>
                  <a:pt x="2615357" y="186481"/>
                  <a:pt x="2636267" y="165943"/>
                  <a:pt x="2646983" y="141759"/>
                </a:cubicBezTo>
                <a:lnTo>
                  <a:pt x="2624993" y="141759"/>
                </a:lnTo>
                <a:cubicBezTo>
                  <a:pt x="2607878" y="172194"/>
                  <a:pt x="2578299" y="196453"/>
                  <a:pt x="2536255" y="214536"/>
                </a:cubicBezTo>
                <a:cubicBezTo>
                  <a:pt x="2530897" y="208136"/>
                  <a:pt x="2523604" y="200620"/>
                  <a:pt x="2514377" y="191988"/>
                </a:cubicBezTo>
                <a:cubicBezTo>
                  <a:pt x="2550021" y="178221"/>
                  <a:pt x="2574689" y="161478"/>
                  <a:pt x="2588382" y="141759"/>
                </a:cubicBezTo>
                <a:lnTo>
                  <a:pt x="2566169" y="141759"/>
                </a:lnTo>
                <a:cubicBezTo>
                  <a:pt x="2557239" y="149870"/>
                  <a:pt x="2547566" y="157311"/>
                  <a:pt x="2537148" y="164083"/>
                </a:cubicBezTo>
                <a:cubicBezTo>
                  <a:pt x="2532087" y="158725"/>
                  <a:pt x="2524795" y="151730"/>
                  <a:pt x="2515270" y="143098"/>
                </a:cubicBezTo>
                <a:cubicBezTo>
                  <a:pt x="2534245" y="133499"/>
                  <a:pt x="2550356" y="120699"/>
                  <a:pt x="2563602" y="104700"/>
                </a:cubicBezTo>
                <a:lnTo>
                  <a:pt x="2540719" y="104700"/>
                </a:lnTo>
                <a:close/>
                <a:moveTo>
                  <a:pt x="1407319" y="7590"/>
                </a:moveTo>
                <a:cubicBezTo>
                  <a:pt x="1422797" y="23366"/>
                  <a:pt x="1437233" y="39290"/>
                  <a:pt x="1450628" y="55364"/>
                </a:cubicBezTo>
                <a:lnTo>
                  <a:pt x="1425848" y="75456"/>
                </a:lnTo>
                <a:cubicBezTo>
                  <a:pt x="1413049" y="58936"/>
                  <a:pt x="1399208" y="42639"/>
                  <a:pt x="1384325" y="26566"/>
                </a:cubicBezTo>
                <a:close/>
                <a:moveTo>
                  <a:pt x="1555552" y="6697"/>
                </a:moveTo>
                <a:lnTo>
                  <a:pt x="1581448" y="26342"/>
                </a:lnTo>
                <a:cubicBezTo>
                  <a:pt x="1567458" y="42118"/>
                  <a:pt x="1551905" y="58564"/>
                  <a:pt x="1534790" y="75679"/>
                </a:cubicBezTo>
                <a:lnTo>
                  <a:pt x="1512912" y="56257"/>
                </a:lnTo>
                <a:cubicBezTo>
                  <a:pt x="1527944" y="41374"/>
                  <a:pt x="1542157" y="24854"/>
                  <a:pt x="1555552" y="6697"/>
                </a:cubicBezTo>
                <a:close/>
                <a:moveTo>
                  <a:pt x="30808" y="2455"/>
                </a:moveTo>
                <a:lnTo>
                  <a:pt x="60276" y="2455"/>
                </a:lnTo>
                <a:lnTo>
                  <a:pt x="60276" y="43755"/>
                </a:lnTo>
                <a:lnTo>
                  <a:pt x="85055" y="43755"/>
                </a:lnTo>
                <a:lnTo>
                  <a:pt x="85055" y="73000"/>
                </a:lnTo>
                <a:lnTo>
                  <a:pt x="60276" y="73000"/>
                </a:lnTo>
                <a:lnTo>
                  <a:pt x="60276" y="92869"/>
                </a:lnTo>
                <a:cubicBezTo>
                  <a:pt x="70545" y="98524"/>
                  <a:pt x="80144" y="104179"/>
                  <a:pt x="89074" y="109835"/>
                </a:cubicBezTo>
                <a:lnTo>
                  <a:pt x="75903" y="135285"/>
                </a:lnTo>
                <a:cubicBezTo>
                  <a:pt x="70842" y="131266"/>
                  <a:pt x="65633" y="127285"/>
                  <a:pt x="60276" y="123341"/>
                </a:cubicBezTo>
                <a:lnTo>
                  <a:pt x="60276" y="220563"/>
                </a:lnTo>
                <a:lnTo>
                  <a:pt x="30808" y="220563"/>
                </a:lnTo>
                <a:lnTo>
                  <a:pt x="30808" y="132159"/>
                </a:lnTo>
                <a:cubicBezTo>
                  <a:pt x="24482" y="146595"/>
                  <a:pt x="16967" y="160660"/>
                  <a:pt x="8260" y="174352"/>
                </a:cubicBezTo>
                <a:cubicBezTo>
                  <a:pt x="5581" y="160362"/>
                  <a:pt x="2828" y="147265"/>
                  <a:pt x="0" y="135061"/>
                </a:cubicBezTo>
                <a:cubicBezTo>
                  <a:pt x="13990" y="113407"/>
                  <a:pt x="23999" y="92720"/>
                  <a:pt x="30026" y="73000"/>
                </a:cubicBezTo>
                <a:lnTo>
                  <a:pt x="2233" y="73000"/>
                </a:lnTo>
                <a:lnTo>
                  <a:pt x="2233" y="43755"/>
                </a:lnTo>
                <a:lnTo>
                  <a:pt x="30808" y="43755"/>
                </a:lnTo>
                <a:close/>
                <a:moveTo>
                  <a:pt x="3287241" y="1786"/>
                </a:moveTo>
                <a:lnTo>
                  <a:pt x="3319611" y="1786"/>
                </a:lnTo>
                <a:lnTo>
                  <a:pt x="3319611" y="29245"/>
                </a:lnTo>
                <a:lnTo>
                  <a:pt x="3396407" y="29245"/>
                </a:lnTo>
                <a:lnTo>
                  <a:pt x="3396407" y="150577"/>
                </a:lnTo>
                <a:cubicBezTo>
                  <a:pt x="3403625" y="153628"/>
                  <a:pt x="3412406" y="156567"/>
                  <a:pt x="3422749" y="159395"/>
                </a:cubicBezTo>
                <a:cubicBezTo>
                  <a:pt x="3418731" y="185588"/>
                  <a:pt x="3413113" y="201364"/>
                  <a:pt x="3405895" y="206722"/>
                </a:cubicBezTo>
                <a:cubicBezTo>
                  <a:pt x="3398676" y="212080"/>
                  <a:pt x="3389114" y="214759"/>
                  <a:pt x="3377208" y="214759"/>
                </a:cubicBezTo>
                <a:lnTo>
                  <a:pt x="3323630" y="214759"/>
                </a:lnTo>
                <a:cubicBezTo>
                  <a:pt x="3299371" y="214759"/>
                  <a:pt x="3287241" y="203745"/>
                  <a:pt x="3287241" y="181719"/>
                </a:cubicBezTo>
                <a:lnTo>
                  <a:pt x="3287241" y="159395"/>
                </a:lnTo>
                <a:lnTo>
                  <a:pt x="3243486" y="159395"/>
                </a:lnTo>
                <a:lnTo>
                  <a:pt x="3243486" y="176808"/>
                </a:lnTo>
                <a:lnTo>
                  <a:pt x="3211339" y="176808"/>
                </a:lnTo>
                <a:lnTo>
                  <a:pt x="3211339" y="29245"/>
                </a:lnTo>
                <a:lnTo>
                  <a:pt x="3287241" y="29245"/>
                </a:lnTo>
                <a:close/>
                <a:moveTo>
                  <a:pt x="1465585" y="1786"/>
                </a:moveTo>
                <a:lnTo>
                  <a:pt x="1500634" y="1786"/>
                </a:lnTo>
                <a:lnTo>
                  <a:pt x="1500634" y="80367"/>
                </a:lnTo>
                <a:lnTo>
                  <a:pt x="1583680" y="80367"/>
                </a:lnTo>
                <a:lnTo>
                  <a:pt x="1583680" y="109835"/>
                </a:lnTo>
                <a:lnTo>
                  <a:pt x="1500634" y="109835"/>
                </a:lnTo>
                <a:lnTo>
                  <a:pt x="1500634" y="137963"/>
                </a:lnTo>
                <a:lnTo>
                  <a:pt x="1592833" y="137963"/>
                </a:lnTo>
                <a:lnTo>
                  <a:pt x="1592833" y="167431"/>
                </a:lnTo>
                <a:lnTo>
                  <a:pt x="1500634" y="167431"/>
                </a:lnTo>
                <a:lnTo>
                  <a:pt x="1500634" y="220117"/>
                </a:lnTo>
                <a:lnTo>
                  <a:pt x="1465585" y="220117"/>
                </a:lnTo>
                <a:lnTo>
                  <a:pt x="1465585" y="167431"/>
                </a:lnTo>
                <a:lnTo>
                  <a:pt x="1373609" y="167431"/>
                </a:lnTo>
                <a:lnTo>
                  <a:pt x="1373609" y="137963"/>
                </a:lnTo>
                <a:lnTo>
                  <a:pt x="1465585" y="137963"/>
                </a:lnTo>
                <a:lnTo>
                  <a:pt x="1465585" y="109835"/>
                </a:lnTo>
                <a:lnTo>
                  <a:pt x="1382762" y="109835"/>
                </a:lnTo>
                <a:lnTo>
                  <a:pt x="1382762" y="80367"/>
                </a:lnTo>
                <a:lnTo>
                  <a:pt x="1465585" y="80367"/>
                </a:lnTo>
                <a:close/>
                <a:moveTo>
                  <a:pt x="783580" y="1562"/>
                </a:moveTo>
                <a:lnTo>
                  <a:pt x="828898" y="1562"/>
                </a:lnTo>
                <a:lnTo>
                  <a:pt x="818853" y="11608"/>
                </a:lnTo>
                <a:cubicBezTo>
                  <a:pt x="841921" y="35719"/>
                  <a:pt x="872282" y="53876"/>
                  <a:pt x="909935" y="66079"/>
                </a:cubicBezTo>
                <a:cubicBezTo>
                  <a:pt x="902940" y="77539"/>
                  <a:pt x="896913" y="87585"/>
                  <a:pt x="891853" y="96217"/>
                </a:cubicBezTo>
                <a:cubicBezTo>
                  <a:pt x="879649" y="90562"/>
                  <a:pt x="868263" y="84609"/>
                  <a:pt x="857697" y="78358"/>
                </a:cubicBezTo>
                <a:lnTo>
                  <a:pt x="857697" y="97333"/>
                </a:lnTo>
                <a:lnTo>
                  <a:pt x="813941" y="97333"/>
                </a:lnTo>
                <a:lnTo>
                  <a:pt x="813941" y="116086"/>
                </a:lnTo>
                <a:lnTo>
                  <a:pt x="884486" y="116086"/>
                </a:lnTo>
                <a:lnTo>
                  <a:pt x="884486" y="143321"/>
                </a:lnTo>
                <a:lnTo>
                  <a:pt x="850999" y="143321"/>
                </a:lnTo>
                <a:lnTo>
                  <a:pt x="878235" y="157609"/>
                </a:lnTo>
                <a:cubicBezTo>
                  <a:pt x="870049" y="168176"/>
                  <a:pt x="862162" y="177998"/>
                  <a:pt x="854571" y="187077"/>
                </a:cubicBezTo>
                <a:lnTo>
                  <a:pt x="902792" y="187077"/>
                </a:lnTo>
                <a:lnTo>
                  <a:pt x="902792" y="214312"/>
                </a:lnTo>
                <a:lnTo>
                  <a:pt x="692497" y="214312"/>
                </a:lnTo>
                <a:lnTo>
                  <a:pt x="692497" y="187077"/>
                </a:lnTo>
                <a:lnTo>
                  <a:pt x="740271" y="187077"/>
                </a:lnTo>
                <a:cubicBezTo>
                  <a:pt x="734467" y="179338"/>
                  <a:pt x="727100" y="170110"/>
                  <a:pt x="718170" y="159395"/>
                </a:cubicBezTo>
                <a:lnTo>
                  <a:pt x="744066" y="143768"/>
                </a:lnTo>
                <a:cubicBezTo>
                  <a:pt x="751805" y="152697"/>
                  <a:pt x="759842" y="162595"/>
                  <a:pt x="768177" y="173459"/>
                </a:cubicBezTo>
                <a:lnTo>
                  <a:pt x="746522" y="187077"/>
                </a:lnTo>
                <a:lnTo>
                  <a:pt x="780678" y="187077"/>
                </a:lnTo>
                <a:lnTo>
                  <a:pt x="780678" y="143321"/>
                </a:lnTo>
                <a:lnTo>
                  <a:pt x="710357" y="143321"/>
                </a:lnTo>
                <a:lnTo>
                  <a:pt x="710357" y="116086"/>
                </a:lnTo>
                <a:lnTo>
                  <a:pt x="780678" y="116086"/>
                </a:lnTo>
                <a:lnTo>
                  <a:pt x="780678" y="97333"/>
                </a:lnTo>
                <a:lnTo>
                  <a:pt x="738039" y="97333"/>
                </a:lnTo>
                <a:lnTo>
                  <a:pt x="738039" y="79251"/>
                </a:lnTo>
                <a:cubicBezTo>
                  <a:pt x="727174" y="86246"/>
                  <a:pt x="715640" y="93092"/>
                  <a:pt x="703436" y="99789"/>
                </a:cubicBezTo>
                <a:cubicBezTo>
                  <a:pt x="698079" y="91008"/>
                  <a:pt x="691902" y="81334"/>
                  <a:pt x="684907" y="70768"/>
                </a:cubicBezTo>
                <a:cubicBezTo>
                  <a:pt x="729853" y="51420"/>
                  <a:pt x="762744" y="28352"/>
                  <a:pt x="783580" y="1562"/>
                </a:cubicBezTo>
                <a:close/>
                <a:moveTo>
                  <a:pt x="2842096" y="1339"/>
                </a:moveTo>
                <a:lnTo>
                  <a:pt x="2874020" y="1339"/>
                </a:lnTo>
                <a:cubicBezTo>
                  <a:pt x="2874094" y="14808"/>
                  <a:pt x="2873946" y="28352"/>
                  <a:pt x="2873574" y="41969"/>
                </a:cubicBezTo>
                <a:lnTo>
                  <a:pt x="2950815" y="41969"/>
                </a:lnTo>
                <a:lnTo>
                  <a:pt x="2950815" y="70098"/>
                </a:lnTo>
                <a:lnTo>
                  <a:pt x="2872457" y="70098"/>
                </a:lnTo>
                <a:cubicBezTo>
                  <a:pt x="2871936" y="81558"/>
                  <a:pt x="2871267" y="93092"/>
                  <a:pt x="2870448" y="104700"/>
                </a:cubicBezTo>
                <a:lnTo>
                  <a:pt x="2963540" y="104700"/>
                </a:lnTo>
                <a:lnTo>
                  <a:pt x="2963540" y="132829"/>
                </a:lnTo>
                <a:lnTo>
                  <a:pt x="2879824" y="132829"/>
                </a:lnTo>
                <a:cubicBezTo>
                  <a:pt x="2901925" y="162892"/>
                  <a:pt x="2929979" y="181645"/>
                  <a:pt x="2963987" y="189086"/>
                </a:cubicBezTo>
                <a:cubicBezTo>
                  <a:pt x="2955652" y="198611"/>
                  <a:pt x="2947392" y="208806"/>
                  <a:pt x="2939207" y="219670"/>
                </a:cubicBezTo>
                <a:cubicBezTo>
                  <a:pt x="2903339" y="204936"/>
                  <a:pt x="2875694" y="180826"/>
                  <a:pt x="2856272" y="147340"/>
                </a:cubicBezTo>
                <a:cubicBezTo>
                  <a:pt x="2842357" y="176361"/>
                  <a:pt x="2813819" y="200992"/>
                  <a:pt x="2770659" y="221233"/>
                </a:cubicBezTo>
                <a:cubicBezTo>
                  <a:pt x="2762176" y="210964"/>
                  <a:pt x="2754065" y="201513"/>
                  <a:pt x="2746325" y="192881"/>
                </a:cubicBezTo>
                <a:cubicBezTo>
                  <a:pt x="2792760" y="174724"/>
                  <a:pt x="2820330" y="154707"/>
                  <a:pt x="2829037" y="132829"/>
                </a:cubicBezTo>
                <a:lnTo>
                  <a:pt x="2746772" y="132829"/>
                </a:lnTo>
                <a:lnTo>
                  <a:pt x="2746772" y="104700"/>
                </a:lnTo>
                <a:lnTo>
                  <a:pt x="2837632" y="104700"/>
                </a:lnTo>
                <a:cubicBezTo>
                  <a:pt x="2838971" y="93241"/>
                  <a:pt x="2839901" y="81706"/>
                  <a:pt x="2840422" y="70098"/>
                </a:cubicBezTo>
                <a:lnTo>
                  <a:pt x="2794769" y="70098"/>
                </a:lnTo>
                <a:cubicBezTo>
                  <a:pt x="2790527" y="79995"/>
                  <a:pt x="2785914" y="89371"/>
                  <a:pt x="2780928" y="98226"/>
                </a:cubicBezTo>
                <a:cubicBezTo>
                  <a:pt x="2769766" y="91529"/>
                  <a:pt x="2760539" y="86618"/>
                  <a:pt x="2753246" y="83492"/>
                </a:cubicBezTo>
                <a:cubicBezTo>
                  <a:pt x="2767980" y="59085"/>
                  <a:pt x="2778100" y="33709"/>
                  <a:pt x="2783607" y="7367"/>
                </a:cubicBezTo>
                <a:lnTo>
                  <a:pt x="2813968" y="13171"/>
                </a:lnTo>
                <a:cubicBezTo>
                  <a:pt x="2811438" y="23143"/>
                  <a:pt x="2808610" y="32742"/>
                  <a:pt x="2805485" y="41969"/>
                </a:cubicBezTo>
                <a:lnTo>
                  <a:pt x="2841427" y="41969"/>
                </a:lnTo>
                <a:cubicBezTo>
                  <a:pt x="2841799" y="28724"/>
                  <a:pt x="2842022" y="15180"/>
                  <a:pt x="2842096" y="1339"/>
                </a:cubicBezTo>
                <a:close/>
                <a:moveTo>
                  <a:pt x="1865412" y="1116"/>
                </a:moveTo>
                <a:lnTo>
                  <a:pt x="1894210" y="8483"/>
                </a:lnTo>
                <a:cubicBezTo>
                  <a:pt x="1889224" y="27533"/>
                  <a:pt x="1883792" y="45281"/>
                  <a:pt x="1877913" y="61726"/>
                </a:cubicBezTo>
                <a:lnTo>
                  <a:pt x="1877913" y="152474"/>
                </a:lnTo>
                <a:cubicBezTo>
                  <a:pt x="1901726" y="127620"/>
                  <a:pt x="1919399" y="98524"/>
                  <a:pt x="1930933" y="65187"/>
                </a:cubicBezTo>
                <a:lnTo>
                  <a:pt x="1890638" y="65187"/>
                </a:lnTo>
                <a:lnTo>
                  <a:pt x="1890638" y="37281"/>
                </a:lnTo>
                <a:lnTo>
                  <a:pt x="1948904" y="37281"/>
                </a:lnTo>
                <a:lnTo>
                  <a:pt x="1948904" y="1116"/>
                </a:lnTo>
                <a:lnTo>
                  <a:pt x="1978372" y="1116"/>
                </a:lnTo>
                <a:lnTo>
                  <a:pt x="1978372" y="37281"/>
                </a:lnTo>
                <a:lnTo>
                  <a:pt x="2042666" y="37281"/>
                </a:lnTo>
                <a:lnTo>
                  <a:pt x="2042666" y="65187"/>
                </a:lnTo>
                <a:lnTo>
                  <a:pt x="1994557" y="65187"/>
                </a:lnTo>
                <a:cubicBezTo>
                  <a:pt x="2005868" y="96812"/>
                  <a:pt x="2024881" y="124792"/>
                  <a:pt x="2051596" y="149126"/>
                </a:cubicBezTo>
                <a:cubicBezTo>
                  <a:pt x="2045196" y="158799"/>
                  <a:pt x="2038722" y="169366"/>
                  <a:pt x="2032174" y="180826"/>
                </a:cubicBezTo>
                <a:cubicBezTo>
                  <a:pt x="2026221" y="174650"/>
                  <a:pt x="2020640" y="167803"/>
                  <a:pt x="2015431" y="160288"/>
                </a:cubicBezTo>
                <a:lnTo>
                  <a:pt x="2015431" y="183282"/>
                </a:lnTo>
                <a:lnTo>
                  <a:pt x="1978372" y="183282"/>
                </a:lnTo>
                <a:lnTo>
                  <a:pt x="1978372" y="220786"/>
                </a:lnTo>
                <a:lnTo>
                  <a:pt x="1948904" y="220786"/>
                </a:lnTo>
                <a:lnTo>
                  <a:pt x="1948904" y="183282"/>
                </a:lnTo>
                <a:lnTo>
                  <a:pt x="1912962" y="183282"/>
                </a:lnTo>
                <a:lnTo>
                  <a:pt x="1912962" y="159395"/>
                </a:lnTo>
                <a:cubicBezTo>
                  <a:pt x="1907233" y="167952"/>
                  <a:pt x="1900982" y="176138"/>
                  <a:pt x="1894210" y="183951"/>
                </a:cubicBezTo>
                <a:cubicBezTo>
                  <a:pt x="1889820" y="176808"/>
                  <a:pt x="1884387" y="168362"/>
                  <a:pt x="1877913" y="158613"/>
                </a:cubicBezTo>
                <a:lnTo>
                  <a:pt x="1877913" y="220340"/>
                </a:lnTo>
                <a:lnTo>
                  <a:pt x="1851124" y="220340"/>
                </a:lnTo>
                <a:lnTo>
                  <a:pt x="1851124" y="122113"/>
                </a:lnTo>
                <a:cubicBezTo>
                  <a:pt x="1846362" y="130671"/>
                  <a:pt x="1841451" y="138633"/>
                  <a:pt x="1836390" y="146000"/>
                </a:cubicBezTo>
                <a:cubicBezTo>
                  <a:pt x="1834604" y="132457"/>
                  <a:pt x="1832223" y="118393"/>
                  <a:pt x="1829247" y="103807"/>
                </a:cubicBezTo>
                <a:cubicBezTo>
                  <a:pt x="1841004" y="81781"/>
                  <a:pt x="1853059" y="47550"/>
                  <a:pt x="1865412" y="1116"/>
                </a:cubicBezTo>
                <a:close/>
                <a:moveTo>
                  <a:pt x="399157" y="1116"/>
                </a:moveTo>
                <a:lnTo>
                  <a:pt x="431081" y="1116"/>
                </a:lnTo>
                <a:lnTo>
                  <a:pt x="431081" y="39514"/>
                </a:lnTo>
                <a:lnTo>
                  <a:pt x="451619" y="39514"/>
                </a:lnTo>
                <a:lnTo>
                  <a:pt x="451619" y="68982"/>
                </a:lnTo>
                <a:lnTo>
                  <a:pt x="431081" y="68982"/>
                </a:lnTo>
                <a:lnTo>
                  <a:pt x="431081" y="183058"/>
                </a:lnTo>
                <a:cubicBezTo>
                  <a:pt x="431081" y="194146"/>
                  <a:pt x="428644" y="202555"/>
                  <a:pt x="423770" y="208285"/>
                </a:cubicBezTo>
                <a:cubicBezTo>
                  <a:pt x="418896" y="214015"/>
                  <a:pt x="412328" y="217159"/>
                  <a:pt x="404069" y="217717"/>
                </a:cubicBezTo>
                <a:cubicBezTo>
                  <a:pt x="395809" y="218275"/>
                  <a:pt x="379958" y="218554"/>
                  <a:pt x="356518" y="218554"/>
                </a:cubicBezTo>
                <a:cubicBezTo>
                  <a:pt x="355030" y="208582"/>
                  <a:pt x="352574" y="197569"/>
                  <a:pt x="349151" y="185514"/>
                </a:cubicBezTo>
                <a:cubicBezTo>
                  <a:pt x="360611" y="186407"/>
                  <a:pt x="372033" y="186853"/>
                  <a:pt x="383419" y="186853"/>
                </a:cubicBezTo>
                <a:cubicBezTo>
                  <a:pt x="393911" y="186853"/>
                  <a:pt x="399157" y="182017"/>
                  <a:pt x="399157" y="172343"/>
                </a:cubicBezTo>
                <a:lnTo>
                  <a:pt x="399157" y="68982"/>
                </a:lnTo>
                <a:lnTo>
                  <a:pt x="334863" y="68982"/>
                </a:lnTo>
                <a:lnTo>
                  <a:pt x="334863" y="39514"/>
                </a:lnTo>
                <a:lnTo>
                  <a:pt x="399157" y="39514"/>
                </a:lnTo>
                <a:close/>
                <a:moveTo>
                  <a:pt x="3066455" y="223"/>
                </a:moveTo>
                <a:lnTo>
                  <a:pt x="3099495" y="223"/>
                </a:lnTo>
                <a:lnTo>
                  <a:pt x="3099495" y="33933"/>
                </a:lnTo>
                <a:lnTo>
                  <a:pt x="3180308" y="33933"/>
                </a:lnTo>
                <a:lnTo>
                  <a:pt x="3180308" y="63401"/>
                </a:lnTo>
                <a:lnTo>
                  <a:pt x="3099495" y="63401"/>
                </a:lnTo>
                <a:lnTo>
                  <a:pt x="3099495" y="94878"/>
                </a:lnTo>
                <a:lnTo>
                  <a:pt x="3194149" y="94878"/>
                </a:lnTo>
                <a:lnTo>
                  <a:pt x="3194149" y="124346"/>
                </a:lnTo>
                <a:lnTo>
                  <a:pt x="3084203" y="124346"/>
                </a:lnTo>
                <a:cubicBezTo>
                  <a:pt x="3070064" y="142726"/>
                  <a:pt x="3054697" y="161032"/>
                  <a:pt x="3038103" y="179263"/>
                </a:cubicBezTo>
                <a:cubicBezTo>
                  <a:pt x="3070027" y="178519"/>
                  <a:pt x="3098416" y="177515"/>
                  <a:pt x="3123270" y="176249"/>
                </a:cubicBezTo>
                <a:lnTo>
                  <a:pt x="3097932" y="146670"/>
                </a:lnTo>
                <a:lnTo>
                  <a:pt x="3124498" y="130373"/>
                </a:lnTo>
                <a:cubicBezTo>
                  <a:pt x="3145483" y="152697"/>
                  <a:pt x="3166765" y="176361"/>
                  <a:pt x="3188345" y="201364"/>
                </a:cubicBezTo>
                <a:lnTo>
                  <a:pt x="3159324" y="220117"/>
                </a:lnTo>
                <a:cubicBezTo>
                  <a:pt x="3155677" y="215503"/>
                  <a:pt x="3151770" y="210666"/>
                  <a:pt x="3147603" y="205606"/>
                </a:cubicBezTo>
                <a:cubicBezTo>
                  <a:pt x="3058158" y="208731"/>
                  <a:pt x="3008933" y="211857"/>
                  <a:pt x="2999929" y="214982"/>
                </a:cubicBezTo>
                <a:lnTo>
                  <a:pt x="2985641" y="185068"/>
                </a:lnTo>
                <a:cubicBezTo>
                  <a:pt x="3003575" y="171971"/>
                  <a:pt x="3022402" y="151730"/>
                  <a:pt x="3042121" y="124346"/>
                </a:cubicBezTo>
                <a:lnTo>
                  <a:pt x="2973140" y="124346"/>
                </a:lnTo>
                <a:lnTo>
                  <a:pt x="2973140" y="94878"/>
                </a:lnTo>
                <a:lnTo>
                  <a:pt x="3066455" y="94878"/>
                </a:lnTo>
                <a:lnTo>
                  <a:pt x="3066455" y="63401"/>
                </a:lnTo>
                <a:lnTo>
                  <a:pt x="2986534" y="63401"/>
                </a:lnTo>
                <a:lnTo>
                  <a:pt x="2986534" y="33933"/>
                </a:lnTo>
                <a:lnTo>
                  <a:pt x="3066455" y="33933"/>
                </a:lnTo>
                <a:close/>
                <a:moveTo>
                  <a:pt x="2411239" y="0"/>
                </a:moveTo>
                <a:cubicBezTo>
                  <a:pt x="2413323" y="5209"/>
                  <a:pt x="2416001" y="12055"/>
                  <a:pt x="2419276" y="20538"/>
                </a:cubicBezTo>
                <a:lnTo>
                  <a:pt x="2499420" y="20538"/>
                </a:lnTo>
                <a:lnTo>
                  <a:pt x="2499420" y="69428"/>
                </a:lnTo>
                <a:lnTo>
                  <a:pt x="2467050" y="69428"/>
                </a:lnTo>
                <a:lnTo>
                  <a:pt x="2467050" y="46211"/>
                </a:lnTo>
                <a:lnTo>
                  <a:pt x="2328193" y="46211"/>
                </a:lnTo>
                <a:lnTo>
                  <a:pt x="2328193" y="69428"/>
                </a:lnTo>
                <a:lnTo>
                  <a:pt x="2295823" y="69428"/>
                </a:lnTo>
                <a:lnTo>
                  <a:pt x="2295823" y="20538"/>
                </a:lnTo>
                <a:lnTo>
                  <a:pt x="2381101" y="20538"/>
                </a:lnTo>
                <a:cubicBezTo>
                  <a:pt x="2378571" y="14287"/>
                  <a:pt x="2376339" y="8929"/>
                  <a:pt x="2374404" y="4465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71758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6" presetClass="entr" presetSubtype="37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500"/>
                            </p:stCondLst>
                            <p:childTnLst>
                              <p:par>
                                <p:cTn id="25" presetID="42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8ECEBED3-3A5D-4E71-A9D4-53776B87CDA1}"/>
              </a:ext>
            </a:extLst>
          </p:cNvPr>
          <p:cNvSpPr/>
          <p:nvPr/>
        </p:nvSpPr>
        <p:spPr>
          <a:xfrm>
            <a:off x="2304132" y="2206918"/>
            <a:ext cx="3710159" cy="2003571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4AD109E-2DFF-45FF-86B5-DA246CBCFAB5}"/>
              </a:ext>
            </a:extLst>
          </p:cNvPr>
          <p:cNvSpPr txBox="1"/>
          <p:nvPr/>
        </p:nvSpPr>
        <p:spPr>
          <a:xfrm>
            <a:off x="3674791" y="1605251"/>
            <a:ext cx="775863" cy="414201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58FC9EA9-B590-4014-A6C7-424F0ACC499E}"/>
              </a:ext>
            </a:extLst>
          </p:cNvPr>
          <p:cNvGrpSpPr/>
          <p:nvPr/>
        </p:nvGrpSpPr>
        <p:grpSpPr>
          <a:xfrm>
            <a:off x="2406233" y="2290660"/>
            <a:ext cx="90146" cy="1840634"/>
            <a:chOff x="1214405" y="4592622"/>
            <a:chExt cx="84501" cy="1725373"/>
          </a:xfrm>
        </p:grpSpPr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5028AC55-EBDA-4A41-AF54-24B837C68088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1135C095-159B-4B60-A172-471D59A90193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BA78054B-E682-4403-B1F2-C6F940E577CF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椭圆 35">
              <a:extLst>
                <a:ext uri="{FF2B5EF4-FFF2-40B4-BE49-F238E27FC236}">
                  <a16:creationId xmlns:a16="http://schemas.microsoft.com/office/drawing/2014/main" id="{32BF3269-A1DA-4BA6-BDA1-D63DF6ADFA7D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椭圆 36">
              <a:extLst>
                <a:ext uri="{FF2B5EF4-FFF2-40B4-BE49-F238E27FC236}">
                  <a16:creationId xmlns:a16="http://schemas.microsoft.com/office/drawing/2014/main" id="{3FE7D08D-0EA5-4DFA-8B86-5F2BC8B8179F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id="{FC83616F-7C78-4AD6-89A2-1CBDE16022C6}"/>
              </a:ext>
            </a:extLst>
          </p:cNvPr>
          <p:cNvGrpSpPr/>
          <p:nvPr/>
        </p:nvGrpSpPr>
        <p:grpSpPr>
          <a:xfrm>
            <a:off x="5485416" y="2290660"/>
            <a:ext cx="90146" cy="1840634"/>
            <a:chOff x="1214405" y="4592622"/>
            <a:chExt cx="84501" cy="1725373"/>
          </a:xfrm>
        </p:grpSpPr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C2A3F663-D03F-4245-931A-C9BAF02D463C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B37747B2-EDA5-434F-BBE5-DC4B9E8D0A82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32484DB0-AE25-4213-B323-243013E38D5F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BB271725-1006-4703-A6A4-F3C339B8AA4E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28736EA6-7C5B-4008-BA3E-3F7DC32D6E76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ADA6038-C8E3-472A-A822-1DBC59D1C3FC}"/>
              </a:ext>
            </a:extLst>
          </p:cNvPr>
          <p:cNvGrpSpPr/>
          <p:nvPr/>
        </p:nvGrpSpPr>
        <p:grpSpPr>
          <a:xfrm>
            <a:off x="3176029" y="2290660"/>
            <a:ext cx="90146" cy="1840634"/>
            <a:chOff x="1214405" y="4592622"/>
            <a:chExt cx="84501" cy="1725373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CE28593A-D066-41ED-8DDD-A9E44F42390D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78879857-ADE8-4E93-889B-D81F3EC5C51F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C7A43690-04E8-40AB-A953-658626C05782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7AA49226-7350-44CF-93E7-A00898CDC07C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74C6DF21-D779-4F5C-AC8E-B8060A67D434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151832C8-A9E8-45E3-8D77-B6348B4BE0CE}"/>
              </a:ext>
            </a:extLst>
          </p:cNvPr>
          <p:cNvGrpSpPr/>
          <p:nvPr/>
        </p:nvGrpSpPr>
        <p:grpSpPr>
          <a:xfrm>
            <a:off x="3945825" y="2290660"/>
            <a:ext cx="90146" cy="1840634"/>
            <a:chOff x="1214405" y="4592622"/>
            <a:chExt cx="84501" cy="1725373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1A3585AD-27C9-462F-92BA-49FFA5069510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2BBC82C7-082A-47F5-B380-44C40873EF4A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BA5C1829-308C-46E5-B556-05DA5D051C50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F4D4E54C-8650-4A8E-8100-894652D3E6E1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CA8011AE-AAA2-4779-B7E6-B3C3F2BA720C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324E0D5-58C1-4AF3-A63B-833894F4B4EB}"/>
              </a:ext>
            </a:extLst>
          </p:cNvPr>
          <p:cNvGrpSpPr/>
          <p:nvPr/>
        </p:nvGrpSpPr>
        <p:grpSpPr>
          <a:xfrm>
            <a:off x="4715620" y="2290660"/>
            <a:ext cx="90146" cy="1840634"/>
            <a:chOff x="1214405" y="4592622"/>
            <a:chExt cx="84501" cy="1725373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7CA595D2-1412-4E24-92C4-CA387DB6C697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E1981909-9F57-46EE-933A-41D0069F614F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CC884364-95C0-4E4D-AF10-16FB8FCE5A37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DAD55900-EFDC-4564-A3BB-C1A001E4802E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B5522BAD-43B1-44D3-9A62-906748151F5F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1" name="矩形 40">
            <a:extLst>
              <a:ext uri="{FF2B5EF4-FFF2-40B4-BE49-F238E27FC236}">
                <a16:creationId xmlns:a16="http://schemas.microsoft.com/office/drawing/2014/main" id="{365DA7B7-B4D1-4074-A187-505F2DE6DC13}"/>
              </a:ext>
            </a:extLst>
          </p:cNvPr>
          <p:cNvSpPr/>
          <p:nvPr/>
        </p:nvSpPr>
        <p:spPr>
          <a:xfrm>
            <a:off x="6014291" y="2206918"/>
            <a:ext cx="3899251" cy="2003571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9833E20B-9084-42CE-9169-A6F7208B4A4D}"/>
              </a:ext>
            </a:extLst>
          </p:cNvPr>
          <p:cNvSpPr txBox="1"/>
          <p:nvPr/>
        </p:nvSpPr>
        <p:spPr>
          <a:xfrm>
            <a:off x="7652347" y="1568864"/>
            <a:ext cx="837902" cy="405059"/>
          </a:xfrm>
          <a:custGeom>
            <a:avLst/>
            <a:gdLst/>
            <a:ahLst/>
            <a:cxnLst/>
            <a:rect l="l" t="t" r="r" b="b"/>
            <a:pathLst>
              <a:path w="591145" h="294085">
                <a:moveTo>
                  <a:pt x="62805" y="190500"/>
                </a:moveTo>
                <a:cubicBezTo>
                  <a:pt x="77291" y="205185"/>
                  <a:pt x="91479" y="220465"/>
                  <a:pt x="105370" y="236340"/>
                </a:cubicBezTo>
                <a:lnTo>
                  <a:pt x="85129" y="252413"/>
                </a:lnTo>
                <a:cubicBezTo>
                  <a:pt x="73223" y="236736"/>
                  <a:pt x="59928" y="220762"/>
                  <a:pt x="45243" y="204490"/>
                </a:cubicBezTo>
                <a:close/>
                <a:moveTo>
                  <a:pt x="233362" y="189905"/>
                </a:moveTo>
                <a:lnTo>
                  <a:pt x="254198" y="203300"/>
                </a:lnTo>
                <a:cubicBezTo>
                  <a:pt x="240307" y="220564"/>
                  <a:pt x="225722" y="237133"/>
                  <a:pt x="210442" y="253008"/>
                </a:cubicBezTo>
                <a:lnTo>
                  <a:pt x="192583" y="238721"/>
                </a:lnTo>
                <a:cubicBezTo>
                  <a:pt x="208657" y="222052"/>
                  <a:pt x="222249" y="205780"/>
                  <a:pt x="233362" y="189905"/>
                </a:cubicBezTo>
                <a:close/>
                <a:moveTo>
                  <a:pt x="490834" y="139304"/>
                </a:moveTo>
                <a:lnTo>
                  <a:pt x="490834" y="161330"/>
                </a:lnTo>
                <a:lnTo>
                  <a:pt x="552747" y="161330"/>
                </a:lnTo>
                <a:lnTo>
                  <a:pt x="552747" y="139304"/>
                </a:lnTo>
                <a:close/>
                <a:moveTo>
                  <a:pt x="411063" y="139304"/>
                </a:moveTo>
                <a:lnTo>
                  <a:pt x="411063" y="161330"/>
                </a:lnTo>
                <a:lnTo>
                  <a:pt x="471487" y="161330"/>
                </a:lnTo>
                <a:lnTo>
                  <a:pt x="471487" y="139304"/>
                </a:lnTo>
                <a:close/>
                <a:moveTo>
                  <a:pt x="581024" y="82451"/>
                </a:moveTo>
                <a:lnTo>
                  <a:pt x="585787" y="99715"/>
                </a:lnTo>
                <a:cubicBezTo>
                  <a:pt x="559990" y="101104"/>
                  <a:pt x="528339" y="102493"/>
                  <a:pt x="490834" y="103882"/>
                </a:cubicBezTo>
                <a:lnTo>
                  <a:pt x="490834" y="123230"/>
                </a:lnTo>
                <a:lnTo>
                  <a:pt x="572392" y="123230"/>
                </a:lnTo>
                <a:lnTo>
                  <a:pt x="572392" y="183357"/>
                </a:lnTo>
                <a:lnTo>
                  <a:pt x="552747" y="183357"/>
                </a:lnTo>
                <a:lnTo>
                  <a:pt x="552747" y="177404"/>
                </a:lnTo>
                <a:lnTo>
                  <a:pt x="490834" y="177404"/>
                </a:lnTo>
                <a:lnTo>
                  <a:pt x="490834" y="196454"/>
                </a:lnTo>
                <a:lnTo>
                  <a:pt x="591145" y="196454"/>
                </a:lnTo>
                <a:lnTo>
                  <a:pt x="591145" y="261045"/>
                </a:lnTo>
                <a:cubicBezTo>
                  <a:pt x="591145" y="281286"/>
                  <a:pt x="581123" y="291406"/>
                  <a:pt x="561081" y="291406"/>
                </a:cubicBezTo>
                <a:cubicBezTo>
                  <a:pt x="551159" y="291406"/>
                  <a:pt x="538757" y="291208"/>
                  <a:pt x="523874" y="290811"/>
                </a:cubicBezTo>
                <a:cubicBezTo>
                  <a:pt x="522882" y="285254"/>
                  <a:pt x="521394" y="278408"/>
                  <a:pt x="519409" y="270272"/>
                </a:cubicBezTo>
                <a:cubicBezTo>
                  <a:pt x="533300" y="271463"/>
                  <a:pt x="545107" y="272058"/>
                  <a:pt x="554831" y="272058"/>
                </a:cubicBezTo>
                <a:cubicBezTo>
                  <a:pt x="565546" y="272058"/>
                  <a:pt x="570904" y="266998"/>
                  <a:pt x="570904" y="256878"/>
                </a:cubicBezTo>
                <a:lnTo>
                  <a:pt x="570904" y="212527"/>
                </a:lnTo>
                <a:lnTo>
                  <a:pt x="490834" y="212527"/>
                </a:lnTo>
                <a:lnTo>
                  <a:pt x="490834" y="239018"/>
                </a:lnTo>
                <a:cubicBezTo>
                  <a:pt x="502344" y="238423"/>
                  <a:pt x="513754" y="237729"/>
                  <a:pt x="525065" y="236935"/>
                </a:cubicBezTo>
                <a:cubicBezTo>
                  <a:pt x="522882" y="232371"/>
                  <a:pt x="520600" y="227807"/>
                  <a:pt x="518219" y="223243"/>
                </a:cubicBezTo>
                <a:lnTo>
                  <a:pt x="534292" y="215801"/>
                </a:lnTo>
                <a:cubicBezTo>
                  <a:pt x="541436" y="228700"/>
                  <a:pt x="548580" y="242590"/>
                  <a:pt x="555723" y="257473"/>
                </a:cubicBezTo>
                <a:lnTo>
                  <a:pt x="538162" y="265510"/>
                </a:lnTo>
                <a:cubicBezTo>
                  <a:pt x="536376" y="261343"/>
                  <a:pt x="534590" y="257275"/>
                  <a:pt x="532804" y="253306"/>
                </a:cubicBezTo>
                <a:cubicBezTo>
                  <a:pt x="499466" y="254695"/>
                  <a:pt x="462160" y="257374"/>
                  <a:pt x="420885" y="261343"/>
                </a:cubicBezTo>
                <a:lnTo>
                  <a:pt x="417314" y="242293"/>
                </a:lnTo>
                <a:cubicBezTo>
                  <a:pt x="435570" y="241697"/>
                  <a:pt x="453628" y="240904"/>
                  <a:pt x="471487" y="239911"/>
                </a:cubicBezTo>
                <a:lnTo>
                  <a:pt x="471487" y="212527"/>
                </a:lnTo>
                <a:lnTo>
                  <a:pt x="397668" y="212527"/>
                </a:lnTo>
                <a:lnTo>
                  <a:pt x="397668" y="292894"/>
                </a:lnTo>
                <a:lnTo>
                  <a:pt x="377428" y="292894"/>
                </a:lnTo>
                <a:lnTo>
                  <a:pt x="377428" y="196454"/>
                </a:lnTo>
                <a:lnTo>
                  <a:pt x="471487" y="196454"/>
                </a:lnTo>
                <a:lnTo>
                  <a:pt x="471487" y="177404"/>
                </a:lnTo>
                <a:lnTo>
                  <a:pt x="411063" y="177404"/>
                </a:lnTo>
                <a:lnTo>
                  <a:pt x="411063" y="183357"/>
                </a:lnTo>
                <a:lnTo>
                  <a:pt x="391417" y="183357"/>
                </a:lnTo>
                <a:lnTo>
                  <a:pt x="391417" y="123230"/>
                </a:lnTo>
                <a:lnTo>
                  <a:pt x="471487" y="123230"/>
                </a:lnTo>
                <a:lnTo>
                  <a:pt x="471487" y="104478"/>
                </a:lnTo>
                <a:cubicBezTo>
                  <a:pt x="442912" y="105470"/>
                  <a:pt x="411360" y="106462"/>
                  <a:pt x="376832" y="107454"/>
                </a:cubicBezTo>
                <a:cubicBezTo>
                  <a:pt x="375840" y="102097"/>
                  <a:pt x="374451" y="96143"/>
                  <a:pt x="372665" y="89595"/>
                </a:cubicBezTo>
                <a:cubicBezTo>
                  <a:pt x="467121" y="87412"/>
                  <a:pt x="536574" y="85031"/>
                  <a:pt x="581024" y="82451"/>
                </a:cubicBezTo>
                <a:close/>
                <a:moveTo>
                  <a:pt x="361949" y="30361"/>
                </a:moveTo>
                <a:lnTo>
                  <a:pt x="361949" y="53281"/>
                </a:lnTo>
                <a:lnTo>
                  <a:pt x="566141" y="53281"/>
                </a:lnTo>
                <a:lnTo>
                  <a:pt x="566141" y="30361"/>
                </a:lnTo>
                <a:close/>
                <a:moveTo>
                  <a:pt x="150316" y="25301"/>
                </a:moveTo>
                <a:cubicBezTo>
                  <a:pt x="129877" y="51098"/>
                  <a:pt x="100409" y="76399"/>
                  <a:pt x="61912" y="101204"/>
                </a:cubicBezTo>
                <a:lnTo>
                  <a:pt x="236636" y="101204"/>
                </a:lnTo>
                <a:cubicBezTo>
                  <a:pt x="205680" y="81558"/>
                  <a:pt x="176907" y="56257"/>
                  <a:pt x="150316" y="25301"/>
                </a:cubicBezTo>
                <a:close/>
                <a:moveTo>
                  <a:pt x="341411" y="13097"/>
                </a:moveTo>
                <a:lnTo>
                  <a:pt x="586382" y="13097"/>
                </a:lnTo>
                <a:lnTo>
                  <a:pt x="586382" y="76498"/>
                </a:lnTo>
                <a:lnTo>
                  <a:pt x="566141" y="76498"/>
                </a:lnTo>
                <a:lnTo>
                  <a:pt x="566141" y="70545"/>
                </a:lnTo>
                <a:lnTo>
                  <a:pt x="361949" y="70545"/>
                </a:lnTo>
                <a:lnTo>
                  <a:pt x="361949" y="141387"/>
                </a:lnTo>
                <a:cubicBezTo>
                  <a:pt x="361949" y="208856"/>
                  <a:pt x="348059" y="259755"/>
                  <a:pt x="320278" y="294085"/>
                </a:cubicBezTo>
                <a:cubicBezTo>
                  <a:pt x="315714" y="287140"/>
                  <a:pt x="310753" y="280492"/>
                  <a:pt x="305395" y="274142"/>
                </a:cubicBezTo>
                <a:cubicBezTo>
                  <a:pt x="329604" y="246361"/>
                  <a:pt x="341610" y="200720"/>
                  <a:pt x="341411" y="137220"/>
                </a:cubicBezTo>
                <a:close/>
                <a:moveTo>
                  <a:pt x="140196" y="0"/>
                </a:moveTo>
                <a:lnTo>
                  <a:pt x="172640" y="0"/>
                </a:lnTo>
                <a:lnTo>
                  <a:pt x="165794" y="8335"/>
                </a:lnTo>
                <a:cubicBezTo>
                  <a:pt x="197346" y="48618"/>
                  <a:pt x="241994" y="79971"/>
                  <a:pt x="299739" y="102394"/>
                </a:cubicBezTo>
                <a:cubicBezTo>
                  <a:pt x="294382" y="109935"/>
                  <a:pt x="289123" y="117872"/>
                  <a:pt x="283964" y="126207"/>
                </a:cubicBezTo>
                <a:cubicBezTo>
                  <a:pt x="268485" y="119658"/>
                  <a:pt x="253503" y="111820"/>
                  <a:pt x="239017" y="102692"/>
                </a:cubicBezTo>
                <a:lnTo>
                  <a:pt x="239017" y="122932"/>
                </a:lnTo>
                <a:lnTo>
                  <a:pt x="161925" y="122932"/>
                </a:lnTo>
                <a:lnTo>
                  <a:pt x="161925" y="164604"/>
                </a:lnTo>
                <a:lnTo>
                  <a:pt x="267890" y="164604"/>
                </a:lnTo>
                <a:lnTo>
                  <a:pt x="267890" y="186333"/>
                </a:lnTo>
                <a:lnTo>
                  <a:pt x="161925" y="186333"/>
                </a:lnTo>
                <a:lnTo>
                  <a:pt x="161925" y="258961"/>
                </a:lnTo>
                <a:lnTo>
                  <a:pt x="288726" y="258961"/>
                </a:lnTo>
                <a:lnTo>
                  <a:pt x="288726" y="280988"/>
                </a:lnTo>
                <a:lnTo>
                  <a:pt x="11906" y="280988"/>
                </a:lnTo>
                <a:lnTo>
                  <a:pt x="11906" y="258961"/>
                </a:lnTo>
                <a:lnTo>
                  <a:pt x="138112" y="258961"/>
                </a:lnTo>
                <a:lnTo>
                  <a:pt x="138112" y="186333"/>
                </a:lnTo>
                <a:lnTo>
                  <a:pt x="31551" y="186333"/>
                </a:lnTo>
                <a:lnTo>
                  <a:pt x="31551" y="164604"/>
                </a:lnTo>
                <a:lnTo>
                  <a:pt x="138112" y="164604"/>
                </a:lnTo>
                <a:lnTo>
                  <a:pt x="138112" y="122932"/>
                </a:lnTo>
                <a:lnTo>
                  <a:pt x="60721" y="122932"/>
                </a:lnTo>
                <a:lnTo>
                  <a:pt x="60721" y="102097"/>
                </a:lnTo>
                <a:cubicBezTo>
                  <a:pt x="46632" y="111026"/>
                  <a:pt x="31353" y="119956"/>
                  <a:pt x="14882" y="128886"/>
                </a:cubicBezTo>
                <a:cubicBezTo>
                  <a:pt x="10715" y="121345"/>
                  <a:pt x="5754" y="113904"/>
                  <a:pt x="0" y="106561"/>
                </a:cubicBezTo>
                <a:cubicBezTo>
                  <a:pt x="66079" y="75605"/>
                  <a:pt x="112811" y="40085"/>
                  <a:pt x="140196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E3328577-30D0-4EAB-9F88-DBE07DC639EF}"/>
              </a:ext>
            </a:extLst>
          </p:cNvPr>
          <p:cNvGrpSpPr/>
          <p:nvPr/>
        </p:nvGrpSpPr>
        <p:grpSpPr>
          <a:xfrm>
            <a:off x="6180862" y="2345279"/>
            <a:ext cx="3169328" cy="1788599"/>
            <a:chOff x="1214405" y="4590491"/>
            <a:chExt cx="2970865" cy="1725373"/>
          </a:xfrm>
        </p:grpSpPr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68426279-9222-4EFC-A1FD-B86B4C1528B4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CDBE11F0-F60B-466B-B534-44D7F97F8675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B9425E37-5723-402B-B0B8-B182FAB6F374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331F0FD0-C755-4F7D-940D-D548EE5C103F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D1DF1145-E35F-45B3-B157-0DCF640116A8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4" name="椭圆 103">
                <a:extLst>
                  <a:ext uri="{FF2B5EF4-FFF2-40B4-BE49-F238E27FC236}">
                    <a16:creationId xmlns:a16="http://schemas.microsoft.com/office/drawing/2014/main" id="{11BE053A-CB5E-46B9-B172-7B63B32C2192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id="{047982DB-389E-4B2F-B489-8FE12AD58B6C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CE82242A-EC46-4118-9C4F-82FE2EA4E0F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908E8EDF-8F15-41F8-AC66-00D009E11547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09C8A3BA-5509-4D3A-9DF7-2EA2B919FDC9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88249BA1-DD02-4457-9CF1-C92EAA24574D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77925E2B-61F2-4AD2-A16C-4B752D10BC0A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1C1E31F7-3FFE-45CE-87A9-F1D5A71F47CB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24A9A295-2EE6-43A0-9825-99E3ACD4E457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141ED4F4-FAC9-4E52-8234-D0F9418AEADE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7C895485-F696-4274-8DFA-330D67D7F6E1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F334EB93-49B0-4AA8-B750-C60E76670C2C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F057F299-0209-454B-B103-31EC3AC4DFAD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E5D9E9D2-149A-4973-A513-1739ABAB07DF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CDFC62D6-8BC3-4595-8657-5705F875A822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39F74412-2685-49E0-820A-F29D01D31C1F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463F83E1-06AF-4C2E-98AA-746BC3EBC28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91126E13-1E00-45A1-BDC7-6150F6F1764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1FE1D928-6826-4F64-B45B-8A474CF25672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9" name="组合 78">
              <a:extLst>
                <a:ext uri="{FF2B5EF4-FFF2-40B4-BE49-F238E27FC236}">
                  <a16:creationId xmlns:a16="http://schemas.microsoft.com/office/drawing/2014/main" id="{6B845D26-44AD-4ADD-8A5A-8948DB5BE1A1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68691001-3696-47BC-A558-98B168B9BD44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64F6600E-F63C-4940-B8D1-271587F6EE86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DF70C82F-E3C4-452E-A1F3-E03E03D4B184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BC179AB1-8E9A-439E-A57D-7030C8354ACD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FA05EB5C-66DF-45CF-BE11-B7E9CEF4DF6B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79C83D41-B28D-418F-AD17-87AB68AA7FE1}"/>
              </a:ext>
            </a:extLst>
          </p:cNvPr>
          <p:cNvGrpSpPr/>
          <p:nvPr/>
        </p:nvGrpSpPr>
        <p:grpSpPr>
          <a:xfrm>
            <a:off x="6578573" y="2345279"/>
            <a:ext cx="3169328" cy="1788599"/>
            <a:chOff x="1214405" y="4590491"/>
            <a:chExt cx="2970865" cy="1725373"/>
          </a:xfrm>
        </p:grpSpPr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id="{72EECA9D-B388-45EB-87A9-76864CB3043C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750AD2A5-C1C6-4532-B482-AB83A31A45F8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072E9569-0003-4933-9B2C-C9C88F92A47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C225B068-3511-4F2B-8F54-BFC0B11DD3C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5644D36D-38A6-44D5-AE2B-1AFBD83CECB7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8BC46884-2A04-4085-8DA5-3C32E3F325BA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6" name="组合 45">
              <a:extLst>
                <a:ext uri="{FF2B5EF4-FFF2-40B4-BE49-F238E27FC236}">
                  <a16:creationId xmlns:a16="http://schemas.microsoft.com/office/drawing/2014/main" id="{DC304583-F6F1-4960-A2D4-FD6B259A1628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0EFAFB22-758A-40EA-BAFD-E99DB95B78B4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B146CB47-C4E0-4590-B420-CA5BFE5C3712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0743D5E1-DD01-441B-A135-55A92B4742D1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00724BE1-92D3-4515-9603-1E4861E1CC78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FB5E080E-E602-4C29-B88B-1D040D74751D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A0F31A7F-AD74-47E8-AEAB-16CE34C21EAE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B846785F-388F-4D45-B3DB-8CF9111C7E90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37C609A5-3E5E-4DBA-AD31-9ADA798F6096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71361482-6ED0-439E-87A9-B8BE2C86E7AC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812E5919-BB09-4057-913C-09E7223F97A8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A2C50B5E-543B-4882-AC95-80597729CDFD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389C1C8C-1231-4676-9C3F-9E1E21A2C916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05B3D170-9B78-4551-888D-332EBC78A127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54F04541-999D-4539-A129-4531F748D230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8EBEFB41-40C7-4A53-9703-39D7ACEADDAC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02853956-5BD4-4D83-82A1-521CC334B809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176AE3BB-20C5-4B6B-857A-DE3EEDDAF545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9" name="组合 48">
              <a:extLst>
                <a:ext uri="{FF2B5EF4-FFF2-40B4-BE49-F238E27FC236}">
                  <a16:creationId xmlns:a16="http://schemas.microsoft.com/office/drawing/2014/main" id="{98B994A0-92D3-46E2-B082-A8CD840499D8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EBB7B885-0448-4557-89F0-CE28AC0A03F1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453E056D-6B42-4D2E-9E93-96064AC8BF83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F22157FF-0892-4C6F-A34C-158E391B802E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3512E442-1E05-4B8F-A6F2-B673740D43F1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6E1380F4-D069-4A24-AE89-37F26EA458C5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2500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0">
        <p:push dir="u"/>
      </p:transition>
    </mc:Choice>
    <mc:Fallback xmlns="">
      <p:transition spd="slow" advClick="0" advTm="0">
        <p:push dir="u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C8C59ED-4458-4831-A606-BBF69EC08E07}"/>
              </a:ext>
            </a:extLst>
          </p:cNvPr>
          <p:cNvSpPr/>
          <p:nvPr/>
        </p:nvSpPr>
        <p:spPr>
          <a:xfrm>
            <a:off x="2304132" y="2206918"/>
            <a:ext cx="3710159" cy="2003571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93BA8E4-A89C-431C-BACD-C289E046E26E}"/>
              </a:ext>
            </a:extLst>
          </p:cNvPr>
          <p:cNvSpPr txBox="1"/>
          <p:nvPr/>
        </p:nvSpPr>
        <p:spPr>
          <a:xfrm>
            <a:off x="3674791" y="1605251"/>
            <a:ext cx="775863" cy="414201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6491F121-65F6-4236-B4B2-5AA03FAEEF61}"/>
              </a:ext>
            </a:extLst>
          </p:cNvPr>
          <p:cNvGrpSpPr/>
          <p:nvPr/>
        </p:nvGrpSpPr>
        <p:grpSpPr>
          <a:xfrm>
            <a:off x="2406233" y="2290660"/>
            <a:ext cx="90146" cy="1840634"/>
            <a:chOff x="1214405" y="4592622"/>
            <a:chExt cx="84501" cy="1725373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1F265E75-F0D3-4EA1-8CB3-F56532914C66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059F02F3-CD86-418E-84D8-FD72C06EC41F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91C0064C-84FC-4422-B0AF-764D78E35FAF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27415CAB-404F-4BF8-A603-4695ED27F430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68B1AF98-DFEC-4A33-9838-D3347C92B5CD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A1B52712-0837-4A2E-A158-6F43E80E8352}"/>
              </a:ext>
            </a:extLst>
          </p:cNvPr>
          <p:cNvGrpSpPr/>
          <p:nvPr/>
        </p:nvGrpSpPr>
        <p:grpSpPr>
          <a:xfrm>
            <a:off x="3176029" y="2290660"/>
            <a:ext cx="90146" cy="1840634"/>
            <a:chOff x="1214405" y="4592622"/>
            <a:chExt cx="84501" cy="1725373"/>
          </a:xfrm>
        </p:grpSpPr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59C2F450-0D83-43E6-BA7D-F7482B75CA80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AC1DF48C-391E-4C62-8D96-2FBEBA933B76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F4C3B7B1-2BCB-45E0-944C-3D64ABFDA6CF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85B18C55-3AA4-463E-9688-568DD22A5A0C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03317422-127B-4088-A8E9-234FDB23FACF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78500A91-C7B4-4756-8EA0-157BBF644721}"/>
              </a:ext>
            </a:extLst>
          </p:cNvPr>
          <p:cNvGrpSpPr/>
          <p:nvPr/>
        </p:nvGrpSpPr>
        <p:grpSpPr>
          <a:xfrm>
            <a:off x="3945825" y="2290660"/>
            <a:ext cx="90146" cy="1840634"/>
            <a:chOff x="1214405" y="4592622"/>
            <a:chExt cx="84501" cy="1725373"/>
          </a:xfrm>
        </p:grpSpPr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F1EDB467-C9B3-41C9-BF1C-6B2158868864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CD202466-8798-42E1-A6DD-5928F24A9AA2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57D9E1C5-CE83-4670-87F4-F4A97DFE99F1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FA3BEB2D-A632-4AE5-A775-8FF0BF667C21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95CFE1A3-C49C-479D-9EEB-78045925D99C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8A757DD1-375F-41B5-8865-B571F7FDB070}"/>
              </a:ext>
            </a:extLst>
          </p:cNvPr>
          <p:cNvGrpSpPr/>
          <p:nvPr/>
        </p:nvGrpSpPr>
        <p:grpSpPr>
          <a:xfrm>
            <a:off x="4715620" y="2290660"/>
            <a:ext cx="90146" cy="1840634"/>
            <a:chOff x="1214405" y="4592622"/>
            <a:chExt cx="84501" cy="1725373"/>
          </a:xfrm>
        </p:grpSpPr>
        <p:sp>
          <p:nvSpPr>
            <p:cNvPr id="31" name="椭圆 30">
              <a:extLst>
                <a:ext uri="{FF2B5EF4-FFF2-40B4-BE49-F238E27FC236}">
                  <a16:creationId xmlns:a16="http://schemas.microsoft.com/office/drawing/2014/main" id="{7E6AB1EB-0705-4E45-898A-C2B430D3B7DB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椭圆 31">
              <a:extLst>
                <a:ext uri="{FF2B5EF4-FFF2-40B4-BE49-F238E27FC236}">
                  <a16:creationId xmlns:a16="http://schemas.microsoft.com/office/drawing/2014/main" id="{0C85DF45-4190-4115-8CE3-466C10612EE7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8EEC8B4F-475C-4B73-AC66-46E752984A05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056E218D-8C1E-4087-B2CB-187A12BD88C8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椭圆 34">
              <a:extLst>
                <a:ext uri="{FF2B5EF4-FFF2-40B4-BE49-F238E27FC236}">
                  <a16:creationId xmlns:a16="http://schemas.microsoft.com/office/drawing/2014/main" id="{748CC5D9-F398-43B3-B99A-DBE2914A04A5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9F7E7BC3-197D-4331-88BD-A39E40F9DF37}"/>
              </a:ext>
            </a:extLst>
          </p:cNvPr>
          <p:cNvSpPr/>
          <p:nvPr/>
        </p:nvSpPr>
        <p:spPr>
          <a:xfrm>
            <a:off x="6014291" y="2206918"/>
            <a:ext cx="3899251" cy="2003571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97E62E5F-8932-450E-B3AF-CFF8AA5C5E69}"/>
              </a:ext>
            </a:extLst>
          </p:cNvPr>
          <p:cNvSpPr txBox="1"/>
          <p:nvPr/>
        </p:nvSpPr>
        <p:spPr>
          <a:xfrm>
            <a:off x="7652347" y="1568864"/>
            <a:ext cx="837902" cy="405059"/>
          </a:xfrm>
          <a:custGeom>
            <a:avLst/>
            <a:gdLst/>
            <a:ahLst/>
            <a:cxnLst/>
            <a:rect l="l" t="t" r="r" b="b"/>
            <a:pathLst>
              <a:path w="591145" h="294085">
                <a:moveTo>
                  <a:pt x="62805" y="190500"/>
                </a:moveTo>
                <a:cubicBezTo>
                  <a:pt x="77291" y="205185"/>
                  <a:pt x="91479" y="220465"/>
                  <a:pt x="105370" y="236340"/>
                </a:cubicBezTo>
                <a:lnTo>
                  <a:pt x="85129" y="252413"/>
                </a:lnTo>
                <a:cubicBezTo>
                  <a:pt x="73223" y="236736"/>
                  <a:pt x="59928" y="220762"/>
                  <a:pt x="45243" y="204490"/>
                </a:cubicBezTo>
                <a:close/>
                <a:moveTo>
                  <a:pt x="233362" y="189905"/>
                </a:moveTo>
                <a:lnTo>
                  <a:pt x="254198" y="203300"/>
                </a:lnTo>
                <a:cubicBezTo>
                  <a:pt x="240307" y="220564"/>
                  <a:pt x="225722" y="237133"/>
                  <a:pt x="210442" y="253008"/>
                </a:cubicBezTo>
                <a:lnTo>
                  <a:pt x="192583" y="238721"/>
                </a:lnTo>
                <a:cubicBezTo>
                  <a:pt x="208657" y="222052"/>
                  <a:pt x="222249" y="205780"/>
                  <a:pt x="233362" y="189905"/>
                </a:cubicBezTo>
                <a:close/>
                <a:moveTo>
                  <a:pt x="490834" y="139304"/>
                </a:moveTo>
                <a:lnTo>
                  <a:pt x="490834" y="161330"/>
                </a:lnTo>
                <a:lnTo>
                  <a:pt x="552747" y="161330"/>
                </a:lnTo>
                <a:lnTo>
                  <a:pt x="552747" y="139304"/>
                </a:lnTo>
                <a:close/>
                <a:moveTo>
                  <a:pt x="411063" y="139304"/>
                </a:moveTo>
                <a:lnTo>
                  <a:pt x="411063" y="161330"/>
                </a:lnTo>
                <a:lnTo>
                  <a:pt x="471487" y="161330"/>
                </a:lnTo>
                <a:lnTo>
                  <a:pt x="471487" y="139304"/>
                </a:lnTo>
                <a:close/>
                <a:moveTo>
                  <a:pt x="581024" y="82451"/>
                </a:moveTo>
                <a:lnTo>
                  <a:pt x="585787" y="99715"/>
                </a:lnTo>
                <a:cubicBezTo>
                  <a:pt x="559990" y="101104"/>
                  <a:pt x="528339" y="102493"/>
                  <a:pt x="490834" y="103882"/>
                </a:cubicBezTo>
                <a:lnTo>
                  <a:pt x="490834" y="123230"/>
                </a:lnTo>
                <a:lnTo>
                  <a:pt x="572392" y="123230"/>
                </a:lnTo>
                <a:lnTo>
                  <a:pt x="572392" y="183357"/>
                </a:lnTo>
                <a:lnTo>
                  <a:pt x="552747" y="183357"/>
                </a:lnTo>
                <a:lnTo>
                  <a:pt x="552747" y="177404"/>
                </a:lnTo>
                <a:lnTo>
                  <a:pt x="490834" y="177404"/>
                </a:lnTo>
                <a:lnTo>
                  <a:pt x="490834" y="196454"/>
                </a:lnTo>
                <a:lnTo>
                  <a:pt x="591145" y="196454"/>
                </a:lnTo>
                <a:lnTo>
                  <a:pt x="591145" y="261045"/>
                </a:lnTo>
                <a:cubicBezTo>
                  <a:pt x="591145" y="281286"/>
                  <a:pt x="581123" y="291406"/>
                  <a:pt x="561081" y="291406"/>
                </a:cubicBezTo>
                <a:cubicBezTo>
                  <a:pt x="551159" y="291406"/>
                  <a:pt x="538757" y="291208"/>
                  <a:pt x="523874" y="290811"/>
                </a:cubicBezTo>
                <a:cubicBezTo>
                  <a:pt x="522882" y="285254"/>
                  <a:pt x="521394" y="278408"/>
                  <a:pt x="519409" y="270272"/>
                </a:cubicBezTo>
                <a:cubicBezTo>
                  <a:pt x="533300" y="271463"/>
                  <a:pt x="545107" y="272058"/>
                  <a:pt x="554831" y="272058"/>
                </a:cubicBezTo>
                <a:cubicBezTo>
                  <a:pt x="565546" y="272058"/>
                  <a:pt x="570904" y="266998"/>
                  <a:pt x="570904" y="256878"/>
                </a:cubicBezTo>
                <a:lnTo>
                  <a:pt x="570904" y="212527"/>
                </a:lnTo>
                <a:lnTo>
                  <a:pt x="490834" y="212527"/>
                </a:lnTo>
                <a:lnTo>
                  <a:pt x="490834" y="239018"/>
                </a:lnTo>
                <a:cubicBezTo>
                  <a:pt x="502344" y="238423"/>
                  <a:pt x="513754" y="237729"/>
                  <a:pt x="525065" y="236935"/>
                </a:cubicBezTo>
                <a:cubicBezTo>
                  <a:pt x="522882" y="232371"/>
                  <a:pt x="520600" y="227807"/>
                  <a:pt x="518219" y="223243"/>
                </a:cubicBezTo>
                <a:lnTo>
                  <a:pt x="534292" y="215801"/>
                </a:lnTo>
                <a:cubicBezTo>
                  <a:pt x="541436" y="228700"/>
                  <a:pt x="548580" y="242590"/>
                  <a:pt x="555723" y="257473"/>
                </a:cubicBezTo>
                <a:lnTo>
                  <a:pt x="538162" y="265510"/>
                </a:lnTo>
                <a:cubicBezTo>
                  <a:pt x="536376" y="261343"/>
                  <a:pt x="534590" y="257275"/>
                  <a:pt x="532804" y="253306"/>
                </a:cubicBezTo>
                <a:cubicBezTo>
                  <a:pt x="499466" y="254695"/>
                  <a:pt x="462160" y="257374"/>
                  <a:pt x="420885" y="261343"/>
                </a:cubicBezTo>
                <a:lnTo>
                  <a:pt x="417314" y="242293"/>
                </a:lnTo>
                <a:cubicBezTo>
                  <a:pt x="435570" y="241697"/>
                  <a:pt x="453628" y="240904"/>
                  <a:pt x="471487" y="239911"/>
                </a:cubicBezTo>
                <a:lnTo>
                  <a:pt x="471487" y="212527"/>
                </a:lnTo>
                <a:lnTo>
                  <a:pt x="397668" y="212527"/>
                </a:lnTo>
                <a:lnTo>
                  <a:pt x="397668" y="292894"/>
                </a:lnTo>
                <a:lnTo>
                  <a:pt x="377428" y="292894"/>
                </a:lnTo>
                <a:lnTo>
                  <a:pt x="377428" y="196454"/>
                </a:lnTo>
                <a:lnTo>
                  <a:pt x="471487" y="196454"/>
                </a:lnTo>
                <a:lnTo>
                  <a:pt x="471487" y="177404"/>
                </a:lnTo>
                <a:lnTo>
                  <a:pt x="411063" y="177404"/>
                </a:lnTo>
                <a:lnTo>
                  <a:pt x="411063" y="183357"/>
                </a:lnTo>
                <a:lnTo>
                  <a:pt x="391417" y="183357"/>
                </a:lnTo>
                <a:lnTo>
                  <a:pt x="391417" y="123230"/>
                </a:lnTo>
                <a:lnTo>
                  <a:pt x="471487" y="123230"/>
                </a:lnTo>
                <a:lnTo>
                  <a:pt x="471487" y="104478"/>
                </a:lnTo>
                <a:cubicBezTo>
                  <a:pt x="442912" y="105470"/>
                  <a:pt x="411360" y="106462"/>
                  <a:pt x="376832" y="107454"/>
                </a:cubicBezTo>
                <a:cubicBezTo>
                  <a:pt x="375840" y="102097"/>
                  <a:pt x="374451" y="96143"/>
                  <a:pt x="372665" y="89595"/>
                </a:cubicBezTo>
                <a:cubicBezTo>
                  <a:pt x="467121" y="87412"/>
                  <a:pt x="536574" y="85031"/>
                  <a:pt x="581024" y="82451"/>
                </a:cubicBezTo>
                <a:close/>
                <a:moveTo>
                  <a:pt x="361949" y="30361"/>
                </a:moveTo>
                <a:lnTo>
                  <a:pt x="361949" y="53281"/>
                </a:lnTo>
                <a:lnTo>
                  <a:pt x="566141" y="53281"/>
                </a:lnTo>
                <a:lnTo>
                  <a:pt x="566141" y="30361"/>
                </a:lnTo>
                <a:close/>
                <a:moveTo>
                  <a:pt x="150316" y="25301"/>
                </a:moveTo>
                <a:cubicBezTo>
                  <a:pt x="129877" y="51098"/>
                  <a:pt x="100409" y="76399"/>
                  <a:pt x="61912" y="101204"/>
                </a:cubicBezTo>
                <a:lnTo>
                  <a:pt x="236636" y="101204"/>
                </a:lnTo>
                <a:cubicBezTo>
                  <a:pt x="205680" y="81558"/>
                  <a:pt x="176907" y="56257"/>
                  <a:pt x="150316" y="25301"/>
                </a:cubicBezTo>
                <a:close/>
                <a:moveTo>
                  <a:pt x="341411" y="13097"/>
                </a:moveTo>
                <a:lnTo>
                  <a:pt x="586382" y="13097"/>
                </a:lnTo>
                <a:lnTo>
                  <a:pt x="586382" y="76498"/>
                </a:lnTo>
                <a:lnTo>
                  <a:pt x="566141" y="76498"/>
                </a:lnTo>
                <a:lnTo>
                  <a:pt x="566141" y="70545"/>
                </a:lnTo>
                <a:lnTo>
                  <a:pt x="361949" y="70545"/>
                </a:lnTo>
                <a:lnTo>
                  <a:pt x="361949" y="141387"/>
                </a:lnTo>
                <a:cubicBezTo>
                  <a:pt x="361949" y="208856"/>
                  <a:pt x="348059" y="259755"/>
                  <a:pt x="320278" y="294085"/>
                </a:cubicBezTo>
                <a:cubicBezTo>
                  <a:pt x="315714" y="287140"/>
                  <a:pt x="310753" y="280492"/>
                  <a:pt x="305395" y="274142"/>
                </a:cubicBezTo>
                <a:cubicBezTo>
                  <a:pt x="329604" y="246361"/>
                  <a:pt x="341610" y="200720"/>
                  <a:pt x="341411" y="137220"/>
                </a:cubicBezTo>
                <a:close/>
                <a:moveTo>
                  <a:pt x="140196" y="0"/>
                </a:moveTo>
                <a:lnTo>
                  <a:pt x="172640" y="0"/>
                </a:lnTo>
                <a:lnTo>
                  <a:pt x="165794" y="8335"/>
                </a:lnTo>
                <a:cubicBezTo>
                  <a:pt x="197346" y="48618"/>
                  <a:pt x="241994" y="79971"/>
                  <a:pt x="299739" y="102394"/>
                </a:cubicBezTo>
                <a:cubicBezTo>
                  <a:pt x="294382" y="109935"/>
                  <a:pt x="289123" y="117872"/>
                  <a:pt x="283964" y="126207"/>
                </a:cubicBezTo>
                <a:cubicBezTo>
                  <a:pt x="268485" y="119658"/>
                  <a:pt x="253503" y="111820"/>
                  <a:pt x="239017" y="102692"/>
                </a:cubicBezTo>
                <a:lnTo>
                  <a:pt x="239017" y="122932"/>
                </a:lnTo>
                <a:lnTo>
                  <a:pt x="161925" y="122932"/>
                </a:lnTo>
                <a:lnTo>
                  <a:pt x="161925" y="164604"/>
                </a:lnTo>
                <a:lnTo>
                  <a:pt x="267890" y="164604"/>
                </a:lnTo>
                <a:lnTo>
                  <a:pt x="267890" y="186333"/>
                </a:lnTo>
                <a:lnTo>
                  <a:pt x="161925" y="186333"/>
                </a:lnTo>
                <a:lnTo>
                  <a:pt x="161925" y="258961"/>
                </a:lnTo>
                <a:lnTo>
                  <a:pt x="288726" y="258961"/>
                </a:lnTo>
                <a:lnTo>
                  <a:pt x="288726" y="280988"/>
                </a:lnTo>
                <a:lnTo>
                  <a:pt x="11906" y="280988"/>
                </a:lnTo>
                <a:lnTo>
                  <a:pt x="11906" y="258961"/>
                </a:lnTo>
                <a:lnTo>
                  <a:pt x="138112" y="258961"/>
                </a:lnTo>
                <a:lnTo>
                  <a:pt x="138112" y="186333"/>
                </a:lnTo>
                <a:lnTo>
                  <a:pt x="31551" y="186333"/>
                </a:lnTo>
                <a:lnTo>
                  <a:pt x="31551" y="164604"/>
                </a:lnTo>
                <a:lnTo>
                  <a:pt x="138112" y="164604"/>
                </a:lnTo>
                <a:lnTo>
                  <a:pt x="138112" y="122932"/>
                </a:lnTo>
                <a:lnTo>
                  <a:pt x="60721" y="122932"/>
                </a:lnTo>
                <a:lnTo>
                  <a:pt x="60721" y="102097"/>
                </a:lnTo>
                <a:cubicBezTo>
                  <a:pt x="46632" y="111026"/>
                  <a:pt x="31353" y="119956"/>
                  <a:pt x="14882" y="128886"/>
                </a:cubicBezTo>
                <a:cubicBezTo>
                  <a:pt x="10715" y="121345"/>
                  <a:pt x="5754" y="113904"/>
                  <a:pt x="0" y="106561"/>
                </a:cubicBezTo>
                <a:cubicBezTo>
                  <a:pt x="66079" y="75605"/>
                  <a:pt x="112811" y="40085"/>
                  <a:pt x="140196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B6B6E4A-9AFF-4383-880D-A2A91D3B4A47}"/>
              </a:ext>
            </a:extLst>
          </p:cNvPr>
          <p:cNvGrpSpPr/>
          <p:nvPr/>
        </p:nvGrpSpPr>
        <p:grpSpPr>
          <a:xfrm>
            <a:off x="6180862" y="2345279"/>
            <a:ext cx="3169328" cy="1788599"/>
            <a:chOff x="1214405" y="4590491"/>
            <a:chExt cx="2970865" cy="1725373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62A80A2A-46FD-42FB-B953-370DC2197061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64" name="椭圆 63">
                <a:extLst>
                  <a:ext uri="{FF2B5EF4-FFF2-40B4-BE49-F238E27FC236}">
                    <a16:creationId xmlns:a16="http://schemas.microsoft.com/office/drawing/2014/main" id="{47CF5A72-0EDD-411C-A361-9E3968B3E76B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椭圆 64">
                <a:extLst>
                  <a:ext uri="{FF2B5EF4-FFF2-40B4-BE49-F238E27FC236}">
                    <a16:creationId xmlns:a16="http://schemas.microsoft.com/office/drawing/2014/main" id="{6A2E88AE-DCC8-47C5-AA3B-747EB35BF774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1EE1EFDD-9515-4BD6-BA7E-BA1BDFE25CC5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椭圆 66">
                <a:extLst>
                  <a:ext uri="{FF2B5EF4-FFF2-40B4-BE49-F238E27FC236}">
                    <a16:creationId xmlns:a16="http://schemas.microsoft.com/office/drawing/2014/main" id="{817D0188-8DD1-4382-8854-C49A8C0C9A05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AE329194-8F4E-4FA0-A42D-D5E9A21B0464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0" name="组合 39">
              <a:extLst>
                <a:ext uri="{FF2B5EF4-FFF2-40B4-BE49-F238E27FC236}">
                  <a16:creationId xmlns:a16="http://schemas.microsoft.com/office/drawing/2014/main" id="{52B0A084-150D-495A-AB84-D242458AC576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9E0F1BF1-A8D6-4C59-ABF4-15DBFE8147A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6D8AAB6D-4144-4F5E-A02A-0416E1009DC3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6193AAB7-44D4-4529-8632-B928885B3097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1424EC0D-54F1-4722-8E45-DDC4E04A581C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51468A44-C14D-4E80-B841-BB6191A67DF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629344BC-D30F-47ED-948D-0C78A6BC54E9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3630045A-0EE7-4EDA-B41C-1EB475A6E9B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F804B9BA-EC4D-488A-8412-EF2BCCC7C73D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C0A95EC3-53EE-4FF9-994D-8F1CCCAC90D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6768045D-2DA2-45A0-8C79-DCD200EBE2D0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7D09E84A-38D3-42F5-85DD-8EC582EE55FC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2" name="组合 41">
              <a:extLst>
                <a:ext uri="{FF2B5EF4-FFF2-40B4-BE49-F238E27FC236}">
                  <a16:creationId xmlns:a16="http://schemas.microsoft.com/office/drawing/2014/main" id="{E1D857DD-A4A9-4F9B-BFEB-22E4F166A1B0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8D2C546D-D04E-4E23-B1B7-CA796301A67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8019C43E-6BF6-460E-B00D-E91BBEABAF27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A29FB8EA-1407-4B6B-B68F-B9740710C06E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43AC4D34-DD9E-45AA-BB3C-F19F37F65CB1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CAF82C2A-7230-4B59-B63B-036765FCEB52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3" name="组合 42">
              <a:extLst>
                <a:ext uri="{FF2B5EF4-FFF2-40B4-BE49-F238E27FC236}">
                  <a16:creationId xmlns:a16="http://schemas.microsoft.com/office/drawing/2014/main" id="{DF2258F5-034D-41DA-97C3-D8B7A149B0A6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C885CC45-61DE-45F2-AF1B-4C374472A8C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53BF9F83-EC46-413C-A5BF-F49411117AE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FDB5ADB3-66B1-4E8B-B38B-380111C8932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B1A848E3-730B-4B10-869E-352C7BCE69AF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B958827C-11FA-47F2-9478-5CC75326E91F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DD7A0B0A-C853-472E-A0DE-8EFE05A9AA14}"/>
              </a:ext>
            </a:extLst>
          </p:cNvPr>
          <p:cNvGrpSpPr/>
          <p:nvPr/>
        </p:nvGrpSpPr>
        <p:grpSpPr>
          <a:xfrm>
            <a:off x="6578573" y="2345279"/>
            <a:ext cx="3169328" cy="1788599"/>
            <a:chOff x="1214405" y="4590491"/>
            <a:chExt cx="2970865" cy="1725373"/>
          </a:xfrm>
        </p:grpSpPr>
        <p:grpSp>
          <p:nvGrpSpPr>
            <p:cNvPr id="70" name="组合 69">
              <a:extLst>
                <a:ext uri="{FF2B5EF4-FFF2-40B4-BE49-F238E27FC236}">
                  <a16:creationId xmlns:a16="http://schemas.microsoft.com/office/drawing/2014/main" id="{1D9B6877-5370-4DB6-9726-A953E9F09FF1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95" name="椭圆 94">
                <a:extLst>
                  <a:ext uri="{FF2B5EF4-FFF2-40B4-BE49-F238E27FC236}">
                    <a16:creationId xmlns:a16="http://schemas.microsoft.com/office/drawing/2014/main" id="{A4AF8156-C8D1-4D81-94AA-3E642FC8B421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6" name="椭圆 95">
                <a:extLst>
                  <a:ext uri="{FF2B5EF4-FFF2-40B4-BE49-F238E27FC236}">
                    <a16:creationId xmlns:a16="http://schemas.microsoft.com/office/drawing/2014/main" id="{534DB250-A3F4-4220-8498-E8757F5B10A3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7" name="椭圆 96">
                <a:extLst>
                  <a:ext uri="{FF2B5EF4-FFF2-40B4-BE49-F238E27FC236}">
                    <a16:creationId xmlns:a16="http://schemas.microsoft.com/office/drawing/2014/main" id="{E0A2443D-7D63-4DE3-9DD2-9226D0F5FBCB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8" name="椭圆 97">
                <a:extLst>
                  <a:ext uri="{FF2B5EF4-FFF2-40B4-BE49-F238E27FC236}">
                    <a16:creationId xmlns:a16="http://schemas.microsoft.com/office/drawing/2014/main" id="{8704CFC7-F749-441D-A811-25FDFFCFF591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2C60E339-8044-4FCE-91DE-6A24DB2483DD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1" name="组合 70">
              <a:extLst>
                <a:ext uri="{FF2B5EF4-FFF2-40B4-BE49-F238E27FC236}">
                  <a16:creationId xmlns:a16="http://schemas.microsoft.com/office/drawing/2014/main" id="{D9C7D08B-C385-41E4-896D-01E7C5E44568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3C13042E-AE94-43D3-88F2-525A679BB3CB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B5DFB347-9401-483E-8081-8947B8D4DA20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F6DB7D9F-7CA2-40AF-8444-9B06B423AA96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32F2DC9E-3F00-402A-9E61-55A519823CBF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6B5BE6DD-AB34-46FF-B514-4C7FA1DE2B7F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2" name="组合 71">
              <a:extLst>
                <a:ext uri="{FF2B5EF4-FFF2-40B4-BE49-F238E27FC236}">
                  <a16:creationId xmlns:a16="http://schemas.microsoft.com/office/drawing/2014/main" id="{ABBA82A0-BE09-4047-9D76-6F907AB7AAE9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9ECAD2BA-5E0D-46B4-B27B-8116A03707A0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FFD5D3D8-88A0-4BEA-8BFE-7D71EFAFB5DE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6D4285E7-AAAC-4872-90BF-F91D489D8366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4BFCDE54-C5D2-4284-8A31-634D6946DBB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63AFF503-C5C4-40FD-B523-C4C2BD5AFC54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id="{F8391427-6191-4DA2-A02C-152D5847B478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9DA8FF87-1773-4E37-B336-45873883F254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9EE439C8-D9E1-4111-ABF3-DB8E174BE9D4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51DC4E91-CEE8-416D-9008-97E50739C955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B649E3F1-D038-4DA2-8D9B-AAAB08807501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AC62B3D4-7600-4B2D-95F9-156248B8CCA8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74" name="组合 73">
              <a:extLst>
                <a:ext uri="{FF2B5EF4-FFF2-40B4-BE49-F238E27FC236}">
                  <a16:creationId xmlns:a16="http://schemas.microsoft.com/office/drawing/2014/main" id="{43FF0F2C-2DF7-4128-A41B-2BE5AFC423F3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96E7858A-97BB-4A1F-92B7-B0559CA8075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47DEC849-4EC4-4897-8638-B23B389AFD4F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CB6D661F-3F4F-407D-B88C-C11F6A5560CF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6B39FF40-0AAC-4728-86E4-D48AF5438E38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496810ED-CEA1-4040-A059-29ED396756A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A2B4CF9D-713E-46DF-A03B-49EE225C9332}"/>
              </a:ext>
            </a:extLst>
          </p:cNvPr>
          <p:cNvGrpSpPr/>
          <p:nvPr/>
        </p:nvGrpSpPr>
        <p:grpSpPr>
          <a:xfrm>
            <a:off x="6032854" y="2316704"/>
            <a:ext cx="90146" cy="1840634"/>
            <a:chOff x="1214405" y="4592622"/>
            <a:chExt cx="84501" cy="1725373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06ACD6A0-AC0E-4BB2-A8FF-23744B5BBC95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7EB94EEE-7B36-42B8-8BCC-0F576904F63A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036A4F21-BC66-46AB-8D9B-FC05BA1317B7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EF374A8-1049-4FC0-809B-2B92BA3F7D1C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4D5BEE76-C13B-4272-885D-E01AAEE88C95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02" name="文本框 101">
            <a:extLst>
              <a:ext uri="{FF2B5EF4-FFF2-40B4-BE49-F238E27FC236}">
                <a16:creationId xmlns:a16="http://schemas.microsoft.com/office/drawing/2014/main" id="{FB9F0688-0555-4D30-B4DB-9E34FA51D50C}"/>
              </a:ext>
            </a:extLst>
          </p:cNvPr>
          <p:cNvSpPr txBox="1"/>
          <p:nvPr/>
        </p:nvSpPr>
        <p:spPr>
          <a:xfrm>
            <a:off x="5058972" y="4621284"/>
            <a:ext cx="1811610" cy="223019"/>
          </a:xfrm>
          <a:custGeom>
            <a:avLst/>
            <a:gdLst/>
            <a:ahLst/>
            <a:cxnLst/>
            <a:rect l="l" t="t" r="r" b="b"/>
            <a:pathLst>
              <a:path w="1811610" h="223019">
                <a:moveTo>
                  <a:pt x="428625" y="161850"/>
                </a:moveTo>
                <a:cubicBezTo>
                  <a:pt x="438447" y="174352"/>
                  <a:pt x="446186" y="186258"/>
                  <a:pt x="451842" y="197569"/>
                </a:cubicBezTo>
                <a:lnTo>
                  <a:pt x="427062" y="212303"/>
                </a:lnTo>
                <a:cubicBezTo>
                  <a:pt x="419621" y="198313"/>
                  <a:pt x="411956" y="185886"/>
                  <a:pt x="404068" y="175022"/>
                </a:cubicBezTo>
                <a:close/>
                <a:moveTo>
                  <a:pt x="282401" y="161850"/>
                </a:moveTo>
                <a:lnTo>
                  <a:pt x="311869" y="161850"/>
                </a:lnTo>
                <a:lnTo>
                  <a:pt x="311869" y="182612"/>
                </a:lnTo>
                <a:cubicBezTo>
                  <a:pt x="311869" y="189756"/>
                  <a:pt x="315887" y="193328"/>
                  <a:pt x="323924" y="193328"/>
                </a:cubicBezTo>
                <a:lnTo>
                  <a:pt x="352276" y="193328"/>
                </a:lnTo>
                <a:cubicBezTo>
                  <a:pt x="360313" y="193328"/>
                  <a:pt x="365856" y="191821"/>
                  <a:pt x="368907" y="188807"/>
                </a:cubicBezTo>
                <a:cubicBezTo>
                  <a:pt x="371958" y="185793"/>
                  <a:pt x="374079" y="178073"/>
                  <a:pt x="375270" y="165646"/>
                </a:cubicBezTo>
                <a:cubicBezTo>
                  <a:pt x="382265" y="169664"/>
                  <a:pt x="391566" y="173980"/>
                  <a:pt x="403175" y="178594"/>
                </a:cubicBezTo>
                <a:cubicBezTo>
                  <a:pt x="399157" y="195932"/>
                  <a:pt x="393985" y="206815"/>
                  <a:pt x="387660" y="211243"/>
                </a:cubicBezTo>
                <a:cubicBezTo>
                  <a:pt x="381334" y="215670"/>
                  <a:pt x="372740" y="217884"/>
                  <a:pt x="361875" y="217884"/>
                </a:cubicBezTo>
                <a:lnTo>
                  <a:pt x="316334" y="217884"/>
                </a:lnTo>
                <a:cubicBezTo>
                  <a:pt x="293712" y="217884"/>
                  <a:pt x="282401" y="208806"/>
                  <a:pt x="282401" y="190649"/>
                </a:cubicBezTo>
                <a:close/>
                <a:moveTo>
                  <a:pt x="247129" y="160957"/>
                </a:moveTo>
                <a:lnTo>
                  <a:pt x="273695" y="171227"/>
                </a:lnTo>
                <a:cubicBezTo>
                  <a:pt x="267593" y="186705"/>
                  <a:pt x="260821" y="201067"/>
                  <a:pt x="253380" y="214312"/>
                </a:cubicBezTo>
                <a:lnTo>
                  <a:pt x="228600" y="202034"/>
                </a:lnTo>
                <a:cubicBezTo>
                  <a:pt x="236636" y="187449"/>
                  <a:pt x="242813" y="173757"/>
                  <a:pt x="247129" y="160957"/>
                </a:cubicBezTo>
                <a:close/>
                <a:moveTo>
                  <a:pt x="575965" y="160288"/>
                </a:moveTo>
                <a:lnTo>
                  <a:pt x="575965" y="176138"/>
                </a:lnTo>
                <a:cubicBezTo>
                  <a:pt x="575965" y="184026"/>
                  <a:pt x="580504" y="187970"/>
                  <a:pt x="589582" y="187970"/>
                </a:cubicBezTo>
                <a:lnTo>
                  <a:pt x="623069" y="187970"/>
                </a:lnTo>
                <a:cubicBezTo>
                  <a:pt x="628575" y="187970"/>
                  <a:pt x="632928" y="187021"/>
                  <a:pt x="636128" y="185123"/>
                </a:cubicBezTo>
                <a:cubicBezTo>
                  <a:pt x="639328" y="183226"/>
                  <a:pt x="641393" y="180621"/>
                  <a:pt x="642323" y="177310"/>
                </a:cubicBezTo>
                <a:cubicBezTo>
                  <a:pt x="643253" y="173998"/>
                  <a:pt x="644388" y="168324"/>
                  <a:pt x="645728" y="160288"/>
                </a:cubicBezTo>
                <a:close/>
                <a:moveTo>
                  <a:pt x="282624" y="127918"/>
                </a:moveTo>
                <a:lnTo>
                  <a:pt x="282624" y="138856"/>
                </a:lnTo>
                <a:lnTo>
                  <a:pt x="396701" y="138856"/>
                </a:lnTo>
                <a:lnTo>
                  <a:pt x="396701" y="127918"/>
                </a:lnTo>
                <a:close/>
                <a:moveTo>
                  <a:pt x="28351" y="125462"/>
                </a:moveTo>
                <a:cubicBezTo>
                  <a:pt x="38769" y="129629"/>
                  <a:pt x="48741" y="132978"/>
                  <a:pt x="58266" y="135508"/>
                </a:cubicBezTo>
                <a:cubicBezTo>
                  <a:pt x="50378" y="168548"/>
                  <a:pt x="42490" y="196751"/>
                  <a:pt x="34602" y="220117"/>
                </a:cubicBezTo>
                <a:cubicBezTo>
                  <a:pt x="23887" y="216545"/>
                  <a:pt x="13617" y="213568"/>
                  <a:pt x="3795" y="211187"/>
                </a:cubicBezTo>
                <a:cubicBezTo>
                  <a:pt x="11832" y="188267"/>
                  <a:pt x="20017" y="159692"/>
                  <a:pt x="28351" y="125462"/>
                </a:cubicBezTo>
                <a:close/>
                <a:moveTo>
                  <a:pt x="1691729" y="109835"/>
                </a:moveTo>
                <a:lnTo>
                  <a:pt x="1691729" y="139303"/>
                </a:lnTo>
                <a:lnTo>
                  <a:pt x="1731466" y="139303"/>
                </a:lnTo>
                <a:lnTo>
                  <a:pt x="1731466" y="109835"/>
                </a:lnTo>
                <a:close/>
                <a:moveTo>
                  <a:pt x="575965" y="109165"/>
                </a:moveTo>
                <a:lnTo>
                  <a:pt x="575965" y="132159"/>
                </a:lnTo>
                <a:lnTo>
                  <a:pt x="620613" y="132159"/>
                </a:lnTo>
                <a:lnTo>
                  <a:pt x="620613" y="109165"/>
                </a:lnTo>
                <a:close/>
                <a:moveTo>
                  <a:pt x="499839" y="109165"/>
                </a:moveTo>
                <a:lnTo>
                  <a:pt x="499839" y="132159"/>
                </a:lnTo>
                <a:lnTo>
                  <a:pt x="543594" y="132159"/>
                </a:lnTo>
                <a:lnTo>
                  <a:pt x="543594" y="109165"/>
                </a:lnTo>
                <a:close/>
                <a:moveTo>
                  <a:pt x="282624" y="100905"/>
                </a:moveTo>
                <a:lnTo>
                  <a:pt x="282624" y="111844"/>
                </a:lnTo>
                <a:lnTo>
                  <a:pt x="396701" y="111844"/>
                </a:lnTo>
                <a:lnTo>
                  <a:pt x="396701" y="100905"/>
                </a:lnTo>
                <a:close/>
                <a:moveTo>
                  <a:pt x="253826" y="82599"/>
                </a:moveTo>
                <a:lnTo>
                  <a:pt x="425499" y="82599"/>
                </a:lnTo>
                <a:lnTo>
                  <a:pt x="425499" y="157162"/>
                </a:lnTo>
                <a:lnTo>
                  <a:pt x="348369" y="157162"/>
                </a:lnTo>
                <a:cubicBezTo>
                  <a:pt x="355364" y="162669"/>
                  <a:pt x="360908" y="167357"/>
                  <a:pt x="365001" y="171227"/>
                </a:cubicBezTo>
                <a:lnTo>
                  <a:pt x="344016" y="190202"/>
                </a:lnTo>
                <a:cubicBezTo>
                  <a:pt x="338063" y="183058"/>
                  <a:pt x="330100" y="174947"/>
                  <a:pt x="320129" y="165869"/>
                </a:cubicBezTo>
                <a:lnTo>
                  <a:pt x="330286" y="157162"/>
                </a:lnTo>
                <a:lnTo>
                  <a:pt x="253826" y="157162"/>
                </a:lnTo>
                <a:close/>
                <a:moveTo>
                  <a:pt x="1661368" y="81260"/>
                </a:moveTo>
                <a:lnTo>
                  <a:pt x="1761827" y="81260"/>
                </a:lnTo>
                <a:lnTo>
                  <a:pt x="1761827" y="167878"/>
                </a:lnTo>
                <a:lnTo>
                  <a:pt x="1691729" y="167878"/>
                </a:lnTo>
                <a:lnTo>
                  <a:pt x="1691729" y="181272"/>
                </a:lnTo>
                <a:lnTo>
                  <a:pt x="1661368" y="181272"/>
                </a:lnTo>
                <a:close/>
                <a:moveTo>
                  <a:pt x="915962" y="77242"/>
                </a:moveTo>
                <a:lnTo>
                  <a:pt x="967085" y="77242"/>
                </a:lnTo>
                <a:lnTo>
                  <a:pt x="967085" y="168101"/>
                </a:lnTo>
                <a:cubicBezTo>
                  <a:pt x="971847" y="173831"/>
                  <a:pt x="977224" y="178259"/>
                  <a:pt x="983214" y="181384"/>
                </a:cubicBezTo>
                <a:cubicBezTo>
                  <a:pt x="989204" y="184509"/>
                  <a:pt x="995418" y="186444"/>
                  <a:pt x="1001855" y="187188"/>
                </a:cubicBezTo>
                <a:cubicBezTo>
                  <a:pt x="1008292" y="187933"/>
                  <a:pt x="1022040" y="188267"/>
                  <a:pt x="1043099" y="188193"/>
                </a:cubicBezTo>
                <a:cubicBezTo>
                  <a:pt x="1066316" y="188193"/>
                  <a:pt x="1097533" y="187746"/>
                  <a:pt x="1136749" y="186854"/>
                </a:cubicBezTo>
                <a:lnTo>
                  <a:pt x="1126703" y="216098"/>
                </a:lnTo>
                <a:cubicBezTo>
                  <a:pt x="1041796" y="216694"/>
                  <a:pt x="993539" y="215596"/>
                  <a:pt x="981930" y="212805"/>
                </a:cubicBezTo>
                <a:cubicBezTo>
                  <a:pt x="970322" y="210015"/>
                  <a:pt x="960908" y="203894"/>
                  <a:pt x="953690" y="194444"/>
                </a:cubicBezTo>
                <a:cubicBezTo>
                  <a:pt x="944463" y="203225"/>
                  <a:pt x="935459" y="212378"/>
                  <a:pt x="926678" y="221903"/>
                </a:cubicBezTo>
                <a:lnTo>
                  <a:pt x="914176" y="187077"/>
                </a:lnTo>
                <a:cubicBezTo>
                  <a:pt x="921097" y="180752"/>
                  <a:pt x="928464" y="174538"/>
                  <a:pt x="936277" y="168436"/>
                </a:cubicBezTo>
                <a:lnTo>
                  <a:pt x="936277" y="106710"/>
                </a:lnTo>
                <a:lnTo>
                  <a:pt x="915962" y="106710"/>
                </a:lnTo>
                <a:close/>
                <a:moveTo>
                  <a:pt x="980926" y="68089"/>
                </a:moveTo>
                <a:lnTo>
                  <a:pt x="1132730" y="68089"/>
                </a:lnTo>
                <a:lnTo>
                  <a:pt x="1132730" y="97110"/>
                </a:lnTo>
                <a:lnTo>
                  <a:pt x="1054038" y="97110"/>
                </a:lnTo>
                <a:cubicBezTo>
                  <a:pt x="1045480" y="111993"/>
                  <a:pt x="1035918" y="126206"/>
                  <a:pt x="1025351" y="139749"/>
                </a:cubicBezTo>
                <a:cubicBezTo>
                  <a:pt x="1040085" y="139229"/>
                  <a:pt x="1059023" y="138224"/>
                  <a:pt x="1082166" y="136736"/>
                </a:cubicBezTo>
                <a:cubicBezTo>
                  <a:pt x="1077106" y="128476"/>
                  <a:pt x="1072009" y="120476"/>
                  <a:pt x="1066874" y="112737"/>
                </a:cubicBezTo>
                <a:lnTo>
                  <a:pt x="1090984" y="99119"/>
                </a:lnTo>
                <a:cubicBezTo>
                  <a:pt x="1105272" y="118913"/>
                  <a:pt x="1119113" y="140568"/>
                  <a:pt x="1132507" y="164083"/>
                </a:cubicBezTo>
                <a:lnTo>
                  <a:pt x="1105495" y="178370"/>
                </a:lnTo>
                <a:cubicBezTo>
                  <a:pt x="1102667" y="173013"/>
                  <a:pt x="1099802" y="167729"/>
                  <a:pt x="1096900" y="162520"/>
                </a:cubicBezTo>
                <a:cubicBezTo>
                  <a:pt x="1049573" y="165273"/>
                  <a:pt x="1015007" y="168101"/>
                  <a:pt x="993204" y="171003"/>
                </a:cubicBezTo>
                <a:lnTo>
                  <a:pt x="981149" y="146000"/>
                </a:lnTo>
                <a:cubicBezTo>
                  <a:pt x="994618" y="134764"/>
                  <a:pt x="1006785" y="118467"/>
                  <a:pt x="1017649" y="97110"/>
                </a:cubicBezTo>
                <a:lnTo>
                  <a:pt x="980926" y="97110"/>
                </a:lnTo>
                <a:close/>
                <a:moveTo>
                  <a:pt x="18306" y="62508"/>
                </a:moveTo>
                <a:cubicBezTo>
                  <a:pt x="34974" y="74712"/>
                  <a:pt x="49634" y="86097"/>
                  <a:pt x="62284" y="96664"/>
                </a:cubicBezTo>
                <a:lnTo>
                  <a:pt x="41523" y="119658"/>
                </a:lnTo>
                <a:cubicBezTo>
                  <a:pt x="27979" y="107603"/>
                  <a:pt x="14138" y="95845"/>
                  <a:pt x="0" y="84385"/>
                </a:cubicBezTo>
                <a:close/>
                <a:moveTo>
                  <a:pt x="575965" y="58266"/>
                </a:moveTo>
                <a:lnTo>
                  <a:pt x="575965" y="81037"/>
                </a:lnTo>
                <a:lnTo>
                  <a:pt x="620613" y="81037"/>
                </a:lnTo>
                <a:lnTo>
                  <a:pt x="620613" y="58266"/>
                </a:lnTo>
                <a:close/>
                <a:moveTo>
                  <a:pt x="499839" y="58266"/>
                </a:moveTo>
                <a:lnTo>
                  <a:pt x="499839" y="81037"/>
                </a:lnTo>
                <a:lnTo>
                  <a:pt x="543594" y="81037"/>
                </a:lnTo>
                <a:lnTo>
                  <a:pt x="543594" y="58266"/>
                </a:lnTo>
                <a:close/>
                <a:moveTo>
                  <a:pt x="304725" y="35719"/>
                </a:moveTo>
                <a:cubicBezTo>
                  <a:pt x="309413" y="41672"/>
                  <a:pt x="313692" y="47253"/>
                  <a:pt x="317562" y="52462"/>
                </a:cubicBezTo>
                <a:lnTo>
                  <a:pt x="360982" y="52462"/>
                </a:lnTo>
                <a:cubicBezTo>
                  <a:pt x="365596" y="45616"/>
                  <a:pt x="369205" y="40035"/>
                  <a:pt x="371810" y="35719"/>
                </a:cubicBezTo>
                <a:close/>
                <a:moveTo>
                  <a:pt x="1153715" y="17859"/>
                </a:moveTo>
                <a:lnTo>
                  <a:pt x="1239440" y="17859"/>
                </a:lnTo>
                <a:lnTo>
                  <a:pt x="1239440" y="46434"/>
                </a:lnTo>
                <a:lnTo>
                  <a:pt x="1153715" y="46434"/>
                </a:lnTo>
                <a:close/>
                <a:moveTo>
                  <a:pt x="702989" y="13841"/>
                </a:moveTo>
                <a:lnTo>
                  <a:pt x="890959" y="13841"/>
                </a:lnTo>
                <a:lnTo>
                  <a:pt x="890959" y="43532"/>
                </a:lnTo>
                <a:lnTo>
                  <a:pt x="817289" y="87511"/>
                </a:lnTo>
                <a:lnTo>
                  <a:pt x="817289" y="99789"/>
                </a:lnTo>
                <a:lnTo>
                  <a:pt x="906809" y="99789"/>
                </a:lnTo>
                <a:lnTo>
                  <a:pt x="906809" y="130150"/>
                </a:lnTo>
                <a:lnTo>
                  <a:pt x="817289" y="130150"/>
                </a:lnTo>
                <a:lnTo>
                  <a:pt x="817289" y="172789"/>
                </a:lnTo>
                <a:cubicBezTo>
                  <a:pt x="817289" y="188044"/>
                  <a:pt x="813941" y="199392"/>
                  <a:pt x="807243" y="206834"/>
                </a:cubicBezTo>
                <a:cubicBezTo>
                  <a:pt x="800546" y="214275"/>
                  <a:pt x="790091" y="217996"/>
                  <a:pt x="775878" y="217996"/>
                </a:cubicBezTo>
                <a:lnTo>
                  <a:pt x="734690" y="217661"/>
                </a:lnTo>
                <a:cubicBezTo>
                  <a:pt x="732606" y="206648"/>
                  <a:pt x="729853" y="195337"/>
                  <a:pt x="726430" y="183728"/>
                </a:cubicBezTo>
                <a:cubicBezTo>
                  <a:pt x="739824" y="185216"/>
                  <a:pt x="752698" y="185961"/>
                  <a:pt x="765051" y="185961"/>
                </a:cubicBezTo>
                <a:cubicBezTo>
                  <a:pt x="777403" y="185961"/>
                  <a:pt x="783505" y="179412"/>
                  <a:pt x="783356" y="166315"/>
                </a:cubicBezTo>
                <a:lnTo>
                  <a:pt x="783356" y="130150"/>
                </a:lnTo>
                <a:lnTo>
                  <a:pt x="687809" y="130150"/>
                </a:lnTo>
                <a:lnTo>
                  <a:pt x="687809" y="99789"/>
                </a:lnTo>
                <a:lnTo>
                  <a:pt x="783356" y="99789"/>
                </a:lnTo>
                <a:lnTo>
                  <a:pt x="783356" y="73670"/>
                </a:lnTo>
                <a:lnTo>
                  <a:pt x="837604" y="43532"/>
                </a:lnTo>
                <a:lnTo>
                  <a:pt x="702989" y="43532"/>
                </a:lnTo>
                <a:close/>
                <a:moveTo>
                  <a:pt x="994990" y="12278"/>
                </a:moveTo>
                <a:lnTo>
                  <a:pt x="1119782" y="12278"/>
                </a:lnTo>
                <a:lnTo>
                  <a:pt x="1119782" y="41300"/>
                </a:lnTo>
                <a:lnTo>
                  <a:pt x="994990" y="41300"/>
                </a:lnTo>
                <a:close/>
                <a:moveTo>
                  <a:pt x="26565" y="7144"/>
                </a:moveTo>
                <a:cubicBezTo>
                  <a:pt x="37728" y="15478"/>
                  <a:pt x="50750" y="25970"/>
                  <a:pt x="65633" y="38621"/>
                </a:cubicBezTo>
                <a:lnTo>
                  <a:pt x="45095" y="60498"/>
                </a:lnTo>
                <a:cubicBezTo>
                  <a:pt x="31998" y="48146"/>
                  <a:pt x="19645" y="36984"/>
                  <a:pt x="8036" y="27012"/>
                </a:cubicBezTo>
                <a:close/>
                <a:moveTo>
                  <a:pt x="543594" y="2679"/>
                </a:moveTo>
                <a:lnTo>
                  <a:pt x="575965" y="2679"/>
                </a:lnTo>
                <a:lnTo>
                  <a:pt x="575965" y="30138"/>
                </a:lnTo>
                <a:lnTo>
                  <a:pt x="652760" y="30138"/>
                </a:lnTo>
                <a:lnTo>
                  <a:pt x="652760" y="151470"/>
                </a:lnTo>
                <a:cubicBezTo>
                  <a:pt x="659978" y="154521"/>
                  <a:pt x="668759" y="157460"/>
                  <a:pt x="679102" y="160288"/>
                </a:cubicBezTo>
                <a:cubicBezTo>
                  <a:pt x="675084" y="186481"/>
                  <a:pt x="669466" y="202257"/>
                  <a:pt x="662248" y="207615"/>
                </a:cubicBezTo>
                <a:cubicBezTo>
                  <a:pt x="655029" y="212973"/>
                  <a:pt x="645467" y="215652"/>
                  <a:pt x="633561" y="215652"/>
                </a:cubicBezTo>
                <a:lnTo>
                  <a:pt x="579983" y="215652"/>
                </a:lnTo>
                <a:cubicBezTo>
                  <a:pt x="555724" y="215652"/>
                  <a:pt x="543594" y="204638"/>
                  <a:pt x="543594" y="182612"/>
                </a:cubicBezTo>
                <a:lnTo>
                  <a:pt x="543594" y="160288"/>
                </a:lnTo>
                <a:lnTo>
                  <a:pt x="499839" y="160288"/>
                </a:lnTo>
                <a:lnTo>
                  <a:pt x="499839" y="177701"/>
                </a:lnTo>
                <a:lnTo>
                  <a:pt x="467692" y="177701"/>
                </a:lnTo>
                <a:lnTo>
                  <a:pt x="467692" y="30138"/>
                </a:lnTo>
                <a:lnTo>
                  <a:pt x="543594" y="30138"/>
                </a:lnTo>
                <a:close/>
                <a:moveTo>
                  <a:pt x="1496169" y="1786"/>
                </a:moveTo>
                <a:cubicBezTo>
                  <a:pt x="1501080" y="14064"/>
                  <a:pt x="1504801" y="24333"/>
                  <a:pt x="1507331" y="32593"/>
                </a:cubicBezTo>
                <a:lnTo>
                  <a:pt x="1589038" y="32593"/>
                </a:lnTo>
                <a:lnTo>
                  <a:pt x="1589038" y="62061"/>
                </a:lnTo>
                <a:lnTo>
                  <a:pt x="1461120" y="62061"/>
                </a:lnTo>
                <a:cubicBezTo>
                  <a:pt x="1460971" y="71288"/>
                  <a:pt x="1460710" y="80813"/>
                  <a:pt x="1460338" y="90636"/>
                </a:cubicBezTo>
                <a:lnTo>
                  <a:pt x="1564704" y="90636"/>
                </a:lnTo>
                <a:cubicBezTo>
                  <a:pt x="1564034" y="110207"/>
                  <a:pt x="1563141" y="130392"/>
                  <a:pt x="1562025" y="151191"/>
                </a:cubicBezTo>
                <a:cubicBezTo>
                  <a:pt x="1560909" y="171989"/>
                  <a:pt x="1559849" y="184919"/>
                  <a:pt x="1558844" y="189979"/>
                </a:cubicBezTo>
                <a:cubicBezTo>
                  <a:pt x="1557839" y="195039"/>
                  <a:pt x="1555719" y="199783"/>
                  <a:pt x="1552482" y="204211"/>
                </a:cubicBezTo>
                <a:cubicBezTo>
                  <a:pt x="1549245" y="208638"/>
                  <a:pt x="1545356" y="211801"/>
                  <a:pt x="1540817" y="213698"/>
                </a:cubicBezTo>
                <a:cubicBezTo>
                  <a:pt x="1536278" y="215596"/>
                  <a:pt x="1529227" y="216842"/>
                  <a:pt x="1519665" y="217438"/>
                </a:cubicBezTo>
                <a:cubicBezTo>
                  <a:pt x="1510103" y="218033"/>
                  <a:pt x="1495127" y="218331"/>
                  <a:pt x="1474738" y="218331"/>
                </a:cubicBezTo>
                <a:cubicBezTo>
                  <a:pt x="1472059" y="204936"/>
                  <a:pt x="1469380" y="193551"/>
                  <a:pt x="1466701" y="184175"/>
                </a:cubicBezTo>
                <a:cubicBezTo>
                  <a:pt x="1485230" y="184919"/>
                  <a:pt x="1497992" y="185291"/>
                  <a:pt x="1504987" y="185291"/>
                </a:cubicBezTo>
                <a:cubicBezTo>
                  <a:pt x="1509973" y="185291"/>
                  <a:pt x="1513786" y="184863"/>
                  <a:pt x="1516428" y="184007"/>
                </a:cubicBezTo>
                <a:cubicBezTo>
                  <a:pt x="1519070" y="183151"/>
                  <a:pt x="1521246" y="181775"/>
                  <a:pt x="1522958" y="179877"/>
                </a:cubicBezTo>
                <a:cubicBezTo>
                  <a:pt x="1524669" y="177980"/>
                  <a:pt x="1525823" y="175840"/>
                  <a:pt x="1526418" y="173459"/>
                </a:cubicBezTo>
                <a:cubicBezTo>
                  <a:pt x="1527013" y="171078"/>
                  <a:pt x="1527665" y="162892"/>
                  <a:pt x="1528371" y="148902"/>
                </a:cubicBezTo>
                <a:cubicBezTo>
                  <a:pt x="1529078" y="134913"/>
                  <a:pt x="1529432" y="125313"/>
                  <a:pt x="1529432" y="120104"/>
                </a:cubicBezTo>
                <a:lnTo>
                  <a:pt x="1458887" y="120104"/>
                </a:lnTo>
                <a:cubicBezTo>
                  <a:pt x="1454348" y="162743"/>
                  <a:pt x="1433363" y="197048"/>
                  <a:pt x="1395933" y="223019"/>
                </a:cubicBezTo>
                <a:cubicBezTo>
                  <a:pt x="1392212" y="217661"/>
                  <a:pt x="1384176" y="207838"/>
                  <a:pt x="1371823" y="193551"/>
                </a:cubicBezTo>
                <a:cubicBezTo>
                  <a:pt x="1388268" y="182835"/>
                  <a:pt x="1400751" y="170743"/>
                  <a:pt x="1409272" y="157274"/>
                </a:cubicBezTo>
                <a:cubicBezTo>
                  <a:pt x="1417792" y="143805"/>
                  <a:pt x="1422797" y="130578"/>
                  <a:pt x="1424285" y="117593"/>
                </a:cubicBezTo>
                <a:cubicBezTo>
                  <a:pt x="1425773" y="104607"/>
                  <a:pt x="1426703" y="86097"/>
                  <a:pt x="1427075" y="62061"/>
                </a:cubicBezTo>
                <a:lnTo>
                  <a:pt x="1376734" y="62061"/>
                </a:lnTo>
                <a:lnTo>
                  <a:pt x="1376734" y="32593"/>
                </a:lnTo>
                <a:lnTo>
                  <a:pt x="1469491" y="32593"/>
                </a:lnTo>
                <a:lnTo>
                  <a:pt x="1460673" y="10046"/>
                </a:lnTo>
                <a:close/>
                <a:moveTo>
                  <a:pt x="1267792" y="1339"/>
                </a:moveTo>
                <a:lnTo>
                  <a:pt x="1297483" y="1339"/>
                </a:lnTo>
                <a:lnTo>
                  <a:pt x="1297037" y="39290"/>
                </a:lnTo>
                <a:lnTo>
                  <a:pt x="1355526" y="39290"/>
                </a:lnTo>
                <a:lnTo>
                  <a:pt x="1352959" y="165422"/>
                </a:lnTo>
                <a:cubicBezTo>
                  <a:pt x="1352512" y="182389"/>
                  <a:pt x="1351787" y="192993"/>
                  <a:pt x="1350782" y="197234"/>
                </a:cubicBezTo>
                <a:cubicBezTo>
                  <a:pt x="1349778" y="201476"/>
                  <a:pt x="1347713" y="205252"/>
                  <a:pt x="1344587" y="208564"/>
                </a:cubicBezTo>
                <a:cubicBezTo>
                  <a:pt x="1341462" y="211875"/>
                  <a:pt x="1337369" y="214275"/>
                  <a:pt x="1332309" y="215763"/>
                </a:cubicBezTo>
                <a:cubicBezTo>
                  <a:pt x="1327249" y="217252"/>
                  <a:pt x="1313929" y="218107"/>
                  <a:pt x="1292349" y="218331"/>
                </a:cubicBezTo>
                <a:cubicBezTo>
                  <a:pt x="1289967" y="207020"/>
                  <a:pt x="1287289" y="195858"/>
                  <a:pt x="1284312" y="184844"/>
                </a:cubicBezTo>
                <a:cubicBezTo>
                  <a:pt x="1294135" y="185440"/>
                  <a:pt x="1302283" y="185737"/>
                  <a:pt x="1308757" y="185737"/>
                </a:cubicBezTo>
                <a:cubicBezTo>
                  <a:pt x="1313073" y="185737"/>
                  <a:pt x="1316384" y="184882"/>
                  <a:pt x="1318691" y="183170"/>
                </a:cubicBezTo>
                <a:cubicBezTo>
                  <a:pt x="1320998" y="181459"/>
                  <a:pt x="1322356" y="178984"/>
                  <a:pt x="1322765" y="175747"/>
                </a:cubicBezTo>
                <a:cubicBezTo>
                  <a:pt x="1323175" y="172510"/>
                  <a:pt x="1323658" y="161088"/>
                  <a:pt x="1324216" y="141480"/>
                </a:cubicBezTo>
                <a:cubicBezTo>
                  <a:pt x="1324775" y="121871"/>
                  <a:pt x="1325165" y="97631"/>
                  <a:pt x="1325389" y="68758"/>
                </a:cubicBezTo>
                <a:lnTo>
                  <a:pt x="1296479" y="68758"/>
                </a:lnTo>
                <a:cubicBezTo>
                  <a:pt x="1295809" y="101947"/>
                  <a:pt x="1294469" y="125704"/>
                  <a:pt x="1292460" y="140028"/>
                </a:cubicBezTo>
                <a:cubicBezTo>
                  <a:pt x="1290451" y="154353"/>
                  <a:pt x="1286321" y="168845"/>
                  <a:pt x="1280070" y="183505"/>
                </a:cubicBezTo>
                <a:cubicBezTo>
                  <a:pt x="1273820" y="198164"/>
                  <a:pt x="1265708" y="211187"/>
                  <a:pt x="1255737" y="222572"/>
                </a:cubicBezTo>
                <a:cubicBezTo>
                  <a:pt x="1247254" y="215875"/>
                  <a:pt x="1238175" y="209624"/>
                  <a:pt x="1228501" y="203820"/>
                </a:cubicBezTo>
                <a:cubicBezTo>
                  <a:pt x="1232817" y="199429"/>
                  <a:pt x="1236761" y="194779"/>
                  <a:pt x="1240333" y="189867"/>
                </a:cubicBezTo>
                <a:lnTo>
                  <a:pt x="1178384" y="195113"/>
                </a:lnTo>
                <a:cubicBezTo>
                  <a:pt x="1169082" y="196230"/>
                  <a:pt x="1161975" y="197792"/>
                  <a:pt x="1157064" y="199802"/>
                </a:cubicBezTo>
                <a:lnTo>
                  <a:pt x="1143223" y="172789"/>
                </a:lnTo>
                <a:cubicBezTo>
                  <a:pt x="1151036" y="166464"/>
                  <a:pt x="1160599" y="143098"/>
                  <a:pt x="1171909" y="102691"/>
                </a:cubicBezTo>
                <a:lnTo>
                  <a:pt x="1144116" y="102691"/>
                </a:lnTo>
                <a:lnTo>
                  <a:pt x="1144116" y="74116"/>
                </a:lnTo>
                <a:lnTo>
                  <a:pt x="1247254" y="74116"/>
                </a:lnTo>
                <a:lnTo>
                  <a:pt x="1247254" y="102691"/>
                </a:lnTo>
                <a:lnTo>
                  <a:pt x="1204391" y="102691"/>
                </a:lnTo>
                <a:cubicBezTo>
                  <a:pt x="1197471" y="124048"/>
                  <a:pt x="1190104" y="144810"/>
                  <a:pt x="1182290" y="164976"/>
                </a:cubicBezTo>
                <a:cubicBezTo>
                  <a:pt x="1195834" y="164604"/>
                  <a:pt x="1208075" y="164120"/>
                  <a:pt x="1219014" y="163525"/>
                </a:cubicBezTo>
                <a:cubicBezTo>
                  <a:pt x="1213656" y="148567"/>
                  <a:pt x="1208410" y="134764"/>
                  <a:pt x="1203275" y="122113"/>
                </a:cubicBezTo>
                <a:lnTo>
                  <a:pt x="1228055" y="113853"/>
                </a:lnTo>
                <a:lnTo>
                  <a:pt x="1251830" y="170110"/>
                </a:lnTo>
                <a:cubicBezTo>
                  <a:pt x="1262025" y="151656"/>
                  <a:pt x="1267011" y="117872"/>
                  <a:pt x="1266787" y="68758"/>
                </a:cubicBezTo>
                <a:lnTo>
                  <a:pt x="1244128" y="68758"/>
                </a:lnTo>
                <a:lnTo>
                  <a:pt x="1244128" y="39290"/>
                </a:lnTo>
                <a:lnTo>
                  <a:pt x="1267457" y="39290"/>
                </a:lnTo>
                <a:close/>
                <a:moveTo>
                  <a:pt x="1685478" y="670"/>
                </a:moveTo>
                <a:lnTo>
                  <a:pt x="1719857" y="5804"/>
                </a:lnTo>
                <a:lnTo>
                  <a:pt x="1711263" y="32147"/>
                </a:lnTo>
                <a:lnTo>
                  <a:pt x="1811610" y="32147"/>
                </a:lnTo>
                <a:lnTo>
                  <a:pt x="1811610" y="177031"/>
                </a:lnTo>
                <a:cubicBezTo>
                  <a:pt x="1811610" y="190723"/>
                  <a:pt x="1808485" y="201122"/>
                  <a:pt x="1802234" y="208229"/>
                </a:cubicBezTo>
                <a:cubicBezTo>
                  <a:pt x="1795983" y="215336"/>
                  <a:pt x="1786272" y="219093"/>
                  <a:pt x="1773101" y="219503"/>
                </a:cubicBezTo>
                <a:cubicBezTo>
                  <a:pt x="1759929" y="219912"/>
                  <a:pt x="1744414" y="220117"/>
                  <a:pt x="1726555" y="220117"/>
                </a:cubicBezTo>
                <a:cubicBezTo>
                  <a:pt x="1724471" y="209847"/>
                  <a:pt x="1721718" y="198983"/>
                  <a:pt x="1718295" y="187523"/>
                </a:cubicBezTo>
                <a:cubicBezTo>
                  <a:pt x="1729308" y="188267"/>
                  <a:pt x="1739019" y="188639"/>
                  <a:pt x="1747428" y="188639"/>
                </a:cubicBezTo>
                <a:cubicBezTo>
                  <a:pt x="1757251" y="188639"/>
                  <a:pt x="1764059" y="188081"/>
                  <a:pt x="1767855" y="186965"/>
                </a:cubicBezTo>
                <a:cubicBezTo>
                  <a:pt x="1771650" y="185849"/>
                  <a:pt x="1774645" y="183654"/>
                  <a:pt x="1776840" y="180380"/>
                </a:cubicBezTo>
                <a:cubicBezTo>
                  <a:pt x="1779035" y="177105"/>
                  <a:pt x="1780133" y="172864"/>
                  <a:pt x="1780133" y="167655"/>
                </a:cubicBezTo>
                <a:lnTo>
                  <a:pt x="1780133" y="62954"/>
                </a:lnTo>
                <a:lnTo>
                  <a:pt x="1643062" y="62954"/>
                </a:lnTo>
                <a:lnTo>
                  <a:pt x="1643062" y="219000"/>
                </a:lnTo>
                <a:lnTo>
                  <a:pt x="1611362" y="219000"/>
                </a:lnTo>
                <a:lnTo>
                  <a:pt x="1611362" y="32147"/>
                </a:lnTo>
                <a:lnTo>
                  <a:pt x="1677553" y="32147"/>
                </a:lnTo>
                <a:cubicBezTo>
                  <a:pt x="1680753" y="21133"/>
                  <a:pt x="1683395" y="10641"/>
                  <a:pt x="1685478" y="670"/>
                </a:cubicBezTo>
                <a:close/>
                <a:moveTo>
                  <a:pt x="946993" y="446"/>
                </a:moveTo>
                <a:cubicBezTo>
                  <a:pt x="958155" y="14139"/>
                  <a:pt x="968945" y="28426"/>
                  <a:pt x="979363" y="43309"/>
                </a:cubicBezTo>
                <a:lnTo>
                  <a:pt x="951904" y="61391"/>
                </a:lnTo>
                <a:cubicBezTo>
                  <a:pt x="942528" y="45764"/>
                  <a:pt x="932408" y="30882"/>
                  <a:pt x="921543" y="16743"/>
                </a:cubicBezTo>
                <a:close/>
                <a:moveTo>
                  <a:pt x="150242" y="223"/>
                </a:moveTo>
                <a:cubicBezTo>
                  <a:pt x="157088" y="15776"/>
                  <a:pt x="161925" y="27607"/>
                  <a:pt x="164752" y="35719"/>
                </a:cubicBezTo>
                <a:lnTo>
                  <a:pt x="214759" y="35719"/>
                </a:lnTo>
                <a:lnTo>
                  <a:pt x="214759" y="65410"/>
                </a:lnTo>
                <a:lnTo>
                  <a:pt x="159841" y="65410"/>
                </a:lnTo>
                <a:lnTo>
                  <a:pt x="159841" y="103138"/>
                </a:lnTo>
                <a:lnTo>
                  <a:pt x="208508" y="103138"/>
                </a:lnTo>
                <a:lnTo>
                  <a:pt x="208508" y="132829"/>
                </a:lnTo>
                <a:lnTo>
                  <a:pt x="159841" y="132829"/>
                </a:lnTo>
                <a:lnTo>
                  <a:pt x="159841" y="181942"/>
                </a:lnTo>
                <a:lnTo>
                  <a:pt x="222795" y="181942"/>
                </a:lnTo>
                <a:lnTo>
                  <a:pt x="222795" y="211633"/>
                </a:lnTo>
                <a:lnTo>
                  <a:pt x="58489" y="211633"/>
                </a:lnTo>
                <a:lnTo>
                  <a:pt x="58489" y="181942"/>
                </a:lnTo>
                <a:lnTo>
                  <a:pt x="127694" y="181942"/>
                </a:lnTo>
                <a:lnTo>
                  <a:pt x="127694" y="132829"/>
                </a:lnTo>
                <a:lnTo>
                  <a:pt x="75902" y="132829"/>
                </a:lnTo>
                <a:lnTo>
                  <a:pt x="75902" y="103138"/>
                </a:lnTo>
                <a:lnTo>
                  <a:pt x="127694" y="103138"/>
                </a:lnTo>
                <a:lnTo>
                  <a:pt x="127694" y="65410"/>
                </a:lnTo>
                <a:lnTo>
                  <a:pt x="69205" y="65410"/>
                </a:lnTo>
                <a:lnTo>
                  <a:pt x="69205" y="35719"/>
                </a:lnTo>
                <a:lnTo>
                  <a:pt x="131936" y="35719"/>
                </a:lnTo>
                <a:cubicBezTo>
                  <a:pt x="127769" y="27235"/>
                  <a:pt x="123229" y="18306"/>
                  <a:pt x="118318" y="8930"/>
                </a:cubicBezTo>
                <a:close/>
                <a:moveTo>
                  <a:pt x="355178" y="0"/>
                </a:moveTo>
                <a:cubicBezTo>
                  <a:pt x="357187" y="4465"/>
                  <a:pt x="359345" y="9971"/>
                  <a:pt x="361652" y="16520"/>
                </a:cubicBezTo>
                <a:lnTo>
                  <a:pt x="435545" y="16520"/>
                </a:lnTo>
                <a:lnTo>
                  <a:pt x="435545" y="35719"/>
                </a:lnTo>
                <a:lnTo>
                  <a:pt x="382525" y="35719"/>
                </a:lnTo>
                <a:lnTo>
                  <a:pt x="402729" y="42862"/>
                </a:lnTo>
                <a:lnTo>
                  <a:pt x="394357" y="52462"/>
                </a:lnTo>
                <a:lnTo>
                  <a:pt x="448270" y="52462"/>
                </a:lnTo>
                <a:lnTo>
                  <a:pt x="448270" y="72554"/>
                </a:lnTo>
                <a:lnTo>
                  <a:pt x="231725" y="72554"/>
                </a:lnTo>
                <a:lnTo>
                  <a:pt x="231725" y="52462"/>
                </a:lnTo>
                <a:lnTo>
                  <a:pt x="283406" y="52462"/>
                </a:lnTo>
                <a:cubicBezTo>
                  <a:pt x="280429" y="48295"/>
                  <a:pt x="277787" y="44872"/>
                  <a:pt x="275481" y="42193"/>
                </a:cubicBezTo>
                <a:lnTo>
                  <a:pt x="293005" y="35719"/>
                </a:lnTo>
                <a:lnTo>
                  <a:pt x="242887" y="35719"/>
                </a:lnTo>
                <a:lnTo>
                  <a:pt x="242887" y="16520"/>
                </a:lnTo>
                <a:lnTo>
                  <a:pt x="323031" y="16520"/>
                </a:lnTo>
                <a:lnTo>
                  <a:pt x="317227" y="3348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箭头: 右 102">
            <a:extLst>
              <a:ext uri="{FF2B5EF4-FFF2-40B4-BE49-F238E27FC236}">
                <a16:creationId xmlns:a16="http://schemas.microsoft.com/office/drawing/2014/main" id="{38AB4A27-75C1-4F8D-BA30-03DC82C0FBD1}"/>
              </a:ext>
            </a:extLst>
          </p:cNvPr>
          <p:cNvSpPr/>
          <p:nvPr/>
        </p:nvSpPr>
        <p:spPr>
          <a:xfrm>
            <a:off x="5628412" y="4339484"/>
            <a:ext cx="552450" cy="203019"/>
          </a:xfrm>
          <a:prstGeom prst="rightArrow">
            <a:avLst/>
          </a:prstGeom>
          <a:solidFill>
            <a:srgbClr val="FF0000"/>
          </a:solidFill>
          <a:ln w="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20288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 127">
            <a:extLst>
              <a:ext uri="{FF2B5EF4-FFF2-40B4-BE49-F238E27FC236}">
                <a16:creationId xmlns:a16="http://schemas.microsoft.com/office/drawing/2014/main" id="{77B9D4C8-A61C-4E04-BA58-20FDC96E032F}"/>
              </a:ext>
            </a:extLst>
          </p:cNvPr>
          <p:cNvSpPr/>
          <p:nvPr/>
        </p:nvSpPr>
        <p:spPr>
          <a:xfrm>
            <a:off x="5324675" y="2209338"/>
            <a:ext cx="853035" cy="2001151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E05AD738-60F4-427B-86C6-95EB2D0114B8}"/>
              </a:ext>
            </a:extLst>
          </p:cNvPr>
          <p:cNvSpPr/>
          <p:nvPr/>
        </p:nvSpPr>
        <p:spPr>
          <a:xfrm>
            <a:off x="2304132" y="2206918"/>
            <a:ext cx="3710159" cy="2003571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36F5647D-11E6-4C17-99F1-6E8AF6D4004C}"/>
              </a:ext>
            </a:extLst>
          </p:cNvPr>
          <p:cNvSpPr txBox="1"/>
          <p:nvPr/>
        </p:nvSpPr>
        <p:spPr>
          <a:xfrm>
            <a:off x="3674791" y="1605251"/>
            <a:ext cx="775863" cy="414201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59" name="组合 258">
            <a:extLst>
              <a:ext uri="{FF2B5EF4-FFF2-40B4-BE49-F238E27FC236}">
                <a16:creationId xmlns:a16="http://schemas.microsoft.com/office/drawing/2014/main" id="{759CCCB6-3150-40D0-9635-A3D22ED83AA4}"/>
              </a:ext>
            </a:extLst>
          </p:cNvPr>
          <p:cNvGrpSpPr/>
          <p:nvPr/>
        </p:nvGrpSpPr>
        <p:grpSpPr>
          <a:xfrm>
            <a:off x="2406233" y="2290660"/>
            <a:ext cx="90146" cy="1840634"/>
            <a:chOff x="1214405" y="4592622"/>
            <a:chExt cx="84501" cy="1725373"/>
          </a:xfrm>
        </p:grpSpPr>
        <p:sp>
          <p:nvSpPr>
            <p:cNvPr id="260" name="椭圆 259">
              <a:extLst>
                <a:ext uri="{FF2B5EF4-FFF2-40B4-BE49-F238E27FC236}">
                  <a16:creationId xmlns:a16="http://schemas.microsoft.com/office/drawing/2014/main" id="{825CE884-5751-4F7F-8D00-B95E23F124C3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1" name="椭圆 260">
              <a:extLst>
                <a:ext uri="{FF2B5EF4-FFF2-40B4-BE49-F238E27FC236}">
                  <a16:creationId xmlns:a16="http://schemas.microsoft.com/office/drawing/2014/main" id="{53E83A2A-A96C-4643-B280-23D04F61A6BF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59F47408-B081-4112-8199-47CB9CB72183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3" name="椭圆 262">
              <a:extLst>
                <a:ext uri="{FF2B5EF4-FFF2-40B4-BE49-F238E27FC236}">
                  <a16:creationId xmlns:a16="http://schemas.microsoft.com/office/drawing/2014/main" id="{B1D9FD58-D4FF-43F9-A1DD-B46F4ED83BD2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4" name="椭圆 263">
              <a:extLst>
                <a:ext uri="{FF2B5EF4-FFF2-40B4-BE49-F238E27FC236}">
                  <a16:creationId xmlns:a16="http://schemas.microsoft.com/office/drawing/2014/main" id="{4AD7126F-AF26-4A2D-8642-C50A306F3375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65" name="组合 264">
            <a:extLst>
              <a:ext uri="{FF2B5EF4-FFF2-40B4-BE49-F238E27FC236}">
                <a16:creationId xmlns:a16="http://schemas.microsoft.com/office/drawing/2014/main" id="{EECB2006-0872-4D63-8C95-2F76F15D30EF}"/>
              </a:ext>
            </a:extLst>
          </p:cNvPr>
          <p:cNvGrpSpPr/>
          <p:nvPr/>
        </p:nvGrpSpPr>
        <p:grpSpPr>
          <a:xfrm>
            <a:off x="3176029" y="2290660"/>
            <a:ext cx="90146" cy="1840634"/>
            <a:chOff x="1214405" y="4592622"/>
            <a:chExt cx="84501" cy="1725373"/>
          </a:xfrm>
        </p:grpSpPr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C05A0E41-247A-474D-AF98-B2625D1528CD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7" name="椭圆 266">
              <a:extLst>
                <a:ext uri="{FF2B5EF4-FFF2-40B4-BE49-F238E27FC236}">
                  <a16:creationId xmlns:a16="http://schemas.microsoft.com/office/drawing/2014/main" id="{03700039-17FC-4EA2-9F37-181E177BA88A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8" name="椭圆 267">
              <a:extLst>
                <a:ext uri="{FF2B5EF4-FFF2-40B4-BE49-F238E27FC236}">
                  <a16:creationId xmlns:a16="http://schemas.microsoft.com/office/drawing/2014/main" id="{7AF1BFA3-4C4B-41D1-B737-8369C44BA9A8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C0706632-2FCF-4C35-B6D7-B5D6F7C4CC7F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0ADBD81C-A929-4748-9256-03D569A470E7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1" name="组合 270">
            <a:extLst>
              <a:ext uri="{FF2B5EF4-FFF2-40B4-BE49-F238E27FC236}">
                <a16:creationId xmlns:a16="http://schemas.microsoft.com/office/drawing/2014/main" id="{1B026C1C-4AC5-4325-883F-58B574AF31B6}"/>
              </a:ext>
            </a:extLst>
          </p:cNvPr>
          <p:cNvGrpSpPr/>
          <p:nvPr/>
        </p:nvGrpSpPr>
        <p:grpSpPr>
          <a:xfrm>
            <a:off x="3945825" y="2290660"/>
            <a:ext cx="90146" cy="1840634"/>
            <a:chOff x="1214405" y="4592622"/>
            <a:chExt cx="84501" cy="1725373"/>
          </a:xfrm>
        </p:grpSpPr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8DDD8799-D74F-4FEB-84A3-B32221318DD3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BEFDAB2A-2833-4432-A60D-C754AFFBF2A3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4" name="椭圆 273">
              <a:extLst>
                <a:ext uri="{FF2B5EF4-FFF2-40B4-BE49-F238E27FC236}">
                  <a16:creationId xmlns:a16="http://schemas.microsoft.com/office/drawing/2014/main" id="{E0BC9680-C105-481B-8823-02E0EE42D6CC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5" name="椭圆 274">
              <a:extLst>
                <a:ext uri="{FF2B5EF4-FFF2-40B4-BE49-F238E27FC236}">
                  <a16:creationId xmlns:a16="http://schemas.microsoft.com/office/drawing/2014/main" id="{1C0B3366-2459-4065-9686-77105E8EBA86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E5BCF7AF-9C60-4FE9-990D-74DD5AFF4968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7" name="组合 276">
            <a:extLst>
              <a:ext uri="{FF2B5EF4-FFF2-40B4-BE49-F238E27FC236}">
                <a16:creationId xmlns:a16="http://schemas.microsoft.com/office/drawing/2014/main" id="{C979A337-7BF6-4600-937D-18160DF8BB2D}"/>
              </a:ext>
            </a:extLst>
          </p:cNvPr>
          <p:cNvGrpSpPr/>
          <p:nvPr/>
        </p:nvGrpSpPr>
        <p:grpSpPr>
          <a:xfrm>
            <a:off x="4715620" y="2290660"/>
            <a:ext cx="90146" cy="1840634"/>
            <a:chOff x="1214405" y="4592622"/>
            <a:chExt cx="84501" cy="1725373"/>
          </a:xfrm>
        </p:grpSpPr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D67778E1-1181-4FAF-8A1D-9F234FE36D29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5" name="椭圆 374">
              <a:extLst>
                <a:ext uri="{FF2B5EF4-FFF2-40B4-BE49-F238E27FC236}">
                  <a16:creationId xmlns:a16="http://schemas.microsoft.com/office/drawing/2014/main" id="{660D8657-0598-4A83-8863-661C9282BE94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6" name="椭圆 375">
              <a:extLst>
                <a:ext uri="{FF2B5EF4-FFF2-40B4-BE49-F238E27FC236}">
                  <a16:creationId xmlns:a16="http://schemas.microsoft.com/office/drawing/2014/main" id="{6EFDA5FD-F943-4460-93DE-72696AA295B8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7" name="椭圆 376">
              <a:extLst>
                <a:ext uri="{FF2B5EF4-FFF2-40B4-BE49-F238E27FC236}">
                  <a16:creationId xmlns:a16="http://schemas.microsoft.com/office/drawing/2014/main" id="{C596A37F-81DD-41BE-88B7-96E9B33F25F9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C80B9798-985E-47BD-9FA3-352CB6FE4B50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79" name="矩形 378">
            <a:extLst>
              <a:ext uri="{FF2B5EF4-FFF2-40B4-BE49-F238E27FC236}">
                <a16:creationId xmlns:a16="http://schemas.microsoft.com/office/drawing/2014/main" id="{92CC7442-2C49-4BFB-BF6C-51A094E5209C}"/>
              </a:ext>
            </a:extLst>
          </p:cNvPr>
          <p:cNvSpPr/>
          <p:nvPr/>
        </p:nvSpPr>
        <p:spPr>
          <a:xfrm>
            <a:off x="6014291" y="2206918"/>
            <a:ext cx="3899251" cy="2003571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39748BF2-61EE-40F1-9533-F341FEC4E573}"/>
              </a:ext>
            </a:extLst>
          </p:cNvPr>
          <p:cNvSpPr txBox="1"/>
          <p:nvPr/>
        </p:nvSpPr>
        <p:spPr>
          <a:xfrm>
            <a:off x="7652347" y="1568864"/>
            <a:ext cx="837902" cy="405059"/>
          </a:xfrm>
          <a:custGeom>
            <a:avLst/>
            <a:gdLst/>
            <a:ahLst/>
            <a:cxnLst/>
            <a:rect l="l" t="t" r="r" b="b"/>
            <a:pathLst>
              <a:path w="591145" h="294085">
                <a:moveTo>
                  <a:pt x="62805" y="190500"/>
                </a:moveTo>
                <a:cubicBezTo>
                  <a:pt x="77291" y="205185"/>
                  <a:pt x="91479" y="220465"/>
                  <a:pt x="105370" y="236340"/>
                </a:cubicBezTo>
                <a:lnTo>
                  <a:pt x="85129" y="252413"/>
                </a:lnTo>
                <a:cubicBezTo>
                  <a:pt x="73223" y="236736"/>
                  <a:pt x="59928" y="220762"/>
                  <a:pt x="45243" y="204490"/>
                </a:cubicBezTo>
                <a:close/>
                <a:moveTo>
                  <a:pt x="233362" y="189905"/>
                </a:moveTo>
                <a:lnTo>
                  <a:pt x="254198" y="203300"/>
                </a:lnTo>
                <a:cubicBezTo>
                  <a:pt x="240307" y="220564"/>
                  <a:pt x="225722" y="237133"/>
                  <a:pt x="210442" y="253008"/>
                </a:cubicBezTo>
                <a:lnTo>
                  <a:pt x="192583" y="238721"/>
                </a:lnTo>
                <a:cubicBezTo>
                  <a:pt x="208657" y="222052"/>
                  <a:pt x="222249" y="205780"/>
                  <a:pt x="233362" y="189905"/>
                </a:cubicBezTo>
                <a:close/>
                <a:moveTo>
                  <a:pt x="490834" y="139304"/>
                </a:moveTo>
                <a:lnTo>
                  <a:pt x="490834" y="161330"/>
                </a:lnTo>
                <a:lnTo>
                  <a:pt x="552747" y="161330"/>
                </a:lnTo>
                <a:lnTo>
                  <a:pt x="552747" y="139304"/>
                </a:lnTo>
                <a:close/>
                <a:moveTo>
                  <a:pt x="411063" y="139304"/>
                </a:moveTo>
                <a:lnTo>
                  <a:pt x="411063" y="161330"/>
                </a:lnTo>
                <a:lnTo>
                  <a:pt x="471487" y="161330"/>
                </a:lnTo>
                <a:lnTo>
                  <a:pt x="471487" y="139304"/>
                </a:lnTo>
                <a:close/>
                <a:moveTo>
                  <a:pt x="581024" y="82451"/>
                </a:moveTo>
                <a:lnTo>
                  <a:pt x="585787" y="99715"/>
                </a:lnTo>
                <a:cubicBezTo>
                  <a:pt x="559990" y="101104"/>
                  <a:pt x="528339" y="102493"/>
                  <a:pt x="490834" y="103882"/>
                </a:cubicBezTo>
                <a:lnTo>
                  <a:pt x="490834" y="123230"/>
                </a:lnTo>
                <a:lnTo>
                  <a:pt x="572392" y="123230"/>
                </a:lnTo>
                <a:lnTo>
                  <a:pt x="572392" y="183357"/>
                </a:lnTo>
                <a:lnTo>
                  <a:pt x="552747" y="183357"/>
                </a:lnTo>
                <a:lnTo>
                  <a:pt x="552747" y="177404"/>
                </a:lnTo>
                <a:lnTo>
                  <a:pt x="490834" y="177404"/>
                </a:lnTo>
                <a:lnTo>
                  <a:pt x="490834" y="196454"/>
                </a:lnTo>
                <a:lnTo>
                  <a:pt x="591145" y="196454"/>
                </a:lnTo>
                <a:lnTo>
                  <a:pt x="591145" y="261045"/>
                </a:lnTo>
                <a:cubicBezTo>
                  <a:pt x="591145" y="281286"/>
                  <a:pt x="581123" y="291406"/>
                  <a:pt x="561081" y="291406"/>
                </a:cubicBezTo>
                <a:cubicBezTo>
                  <a:pt x="551159" y="291406"/>
                  <a:pt x="538757" y="291208"/>
                  <a:pt x="523874" y="290811"/>
                </a:cubicBezTo>
                <a:cubicBezTo>
                  <a:pt x="522882" y="285254"/>
                  <a:pt x="521394" y="278408"/>
                  <a:pt x="519409" y="270272"/>
                </a:cubicBezTo>
                <a:cubicBezTo>
                  <a:pt x="533300" y="271463"/>
                  <a:pt x="545107" y="272058"/>
                  <a:pt x="554831" y="272058"/>
                </a:cubicBezTo>
                <a:cubicBezTo>
                  <a:pt x="565546" y="272058"/>
                  <a:pt x="570904" y="266998"/>
                  <a:pt x="570904" y="256878"/>
                </a:cubicBezTo>
                <a:lnTo>
                  <a:pt x="570904" y="212527"/>
                </a:lnTo>
                <a:lnTo>
                  <a:pt x="490834" y="212527"/>
                </a:lnTo>
                <a:lnTo>
                  <a:pt x="490834" y="239018"/>
                </a:lnTo>
                <a:cubicBezTo>
                  <a:pt x="502344" y="238423"/>
                  <a:pt x="513754" y="237729"/>
                  <a:pt x="525065" y="236935"/>
                </a:cubicBezTo>
                <a:cubicBezTo>
                  <a:pt x="522882" y="232371"/>
                  <a:pt x="520600" y="227807"/>
                  <a:pt x="518219" y="223243"/>
                </a:cubicBezTo>
                <a:lnTo>
                  <a:pt x="534292" y="215801"/>
                </a:lnTo>
                <a:cubicBezTo>
                  <a:pt x="541436" y="228700"/>
                  <a:pt x="548580" y="242590"/>
                  <a:pt x="555723" y="257473"/>
                </a:cubicBezTo>
                <a:lnTo>
                  <a:pt x="538162" y="265510"/>
                </a:lnTo>
                <a:cubicBezTo>
                  <a:pt x="536376" y="261343"/>
                  <a:pt x="534590" y="257275"/>
                  <a:pt x="532804" y="253306"/>
                </a:cubicBezTo>
                <a:cubicBezTo>
                  <a:pt x="499466" y="254695"/>
                  <a:pt x="462160" y="257374"/>
                  <a:pt x="420885" y="261343"/>
                </a:cubicBezTo>
                <a:lnTo>
                  <a:pt x="417314" y="242293"/>
                </a:lnTo>
                <a:cubicBezTo>
                  <a:pt x="435570" y="241697"/>
                  <a:pt x="453628" y="240904"/>
                  <a:pt x="471487" y="239911"/>
                </a:cubicBezTo>
                <a:lnTo>
                  <a:pt x="471487" y="212527"/>
                </a:lnTo>
                <a:lnTo>
                  <a:pt x="397668" y="212527"/>
                </a:lnTo>
                <a:lnTo>
                  <a:pt x="397668" y="292894"/>
                </a:lnTo>
                <a:lnTo>
                  <a:pt x="377428" y="292894"/>
                </a:lnTo>
                <a:lnTo>
                  <a:pt x="377428" y="196454"/>
                </a:lnTo>
                <a:lnTo>
                  <a:pt x="471487" y="196454"/>
                </a:lnTo>
                <a:lnTo>
                  <a:pt x="471487" y="177404"/>
                </a:lnTo>
                <a:lnTo>
                  <a:pt x="411063" y="177404"/>
                </a:lnTo>
                <a:lnTo>
                  <a:pt x="411063" y="183357"/>
                </a:lnTo>
                <a:lnTo>
                  <a:pt x="391417" y="183357"/>
                </a:lnTo>
                <a:lnTo>
                  <a:pt x="391417" y="123230"/>
                </a:lnTo>
                <a:lnTo>
                  <a:pt x="471487" y="123230"/>
                </a:lnTo>
                <a:lnTo>
                  <a:pt x="471487" y="104478"/>
                </a:lnTo>
                <a:cubicBezTo>
                  <a:pt x="442912" y="105470"/>
                  <a:pt x="411360" y="106462"/>
                  <a:pt x="376832" y="107454"/>
                </a:cubicBezTo>
                <a:cubicBezTo>
                  <a:pt x="375840" y="102097"/>
                  <a:pt x="374451" y="96143"/>
                  <a:pt x="372665" y="89595"/>
                </a:cubicBezTo>
                <a:cubicBezTo>
                  <a:pt x="467121" y="87412"/>
                  <a:pt x="536574" y="85031"/>
                  <a:pt x="581024" y="82451"/>
                </a:cubicBezTo>
                <a:close/>
                <a:moveTo>
                  <a:pt x="361949" y="30361"/>
                </a:moveTo>
                <a:lnTo>
                  <a:pt x="361949" y="53281"/>
                </a:lnTo>
                <a:lnTo>
                  <a:pt x="566141" y="53281"/>
                </a:lnTo>
                <a:lnTo>
                  <a:pt x="566141" y="30361"/>
                </a:lnTo>
                <a:close/>
                <a:moveTo>
                  <a:pt x="150316" y="25301"/>
                </a:moveTo>
                <a:cubicBezTo>
                  <a:pt x="129877" y="51098"/>
                  <a:pt x="100409" y="76399"/>
                  <a:pt x="61912" y="101204"/>
                </a:cubicBezTo>
                <a:lnTo>
                  <a:pt x="236636" y="101204"/>
                </a:lnTo>
                <a:cubicBezTo>
                  <a:pt x="205680" y="81558"/>
                  <a:pt x="176907" y="56257"/>
                  <a:pt x="150316" y="25301"/>
                </a:cubicBezTo>
                <a:close/>
                <a:moveTo>
                  <a:pt x="341411" y="13097"/>
                </a:moveTo>
                <a:lnTo>
                  <a:pt x="586382" y="13097"/>
                </a:lnTo>
                <a:lnTo>
                  <a:pt x="586382" y="76498"/>
                </a:lnTo>
                <a:lnTo>
                  <a:pt x="566141" y="76498"/>
                </a:lnTo>
                <a:lnTo>
                  <a:pt x="566141" y="70545"/>
                </a:lnTo>
                <a:lnTo>
                  <a:pt x="361949" y="70545"/>
                </a:lnTo>
                <a:lnTo>
                  <a:pt x="361949" y="141387"/>
                </a:lnTo>
                <a:cubicBezTo>
                  <a:pt x="361949" y="208856"/>
                  <a:pt x="348059" y="259755"/>
                  <a:pt x="320278" y="294085"/>
                </a:cubicBezTo>
                <a:cubicBezTo>
                  <a:pt x="315714" y="287140"/>
                  <a:pt x="310753" y="280492"/>
                  <a:pt x="305395" y="274142"/>
                </a:cubicBezTo>
                <a:cubicBezTo>
                  <a:pt x="329604" y="246361"/>
                  <a:pt x="341610" y="200720"/>
                  <a:pt x="341411" y="137220"/>
                </a:cubicBezTo>
                <a:close/>
                <a:moveTo>
                  <a:pt x="140196" y="0"/>
                </a:moveTo>
                <a:lnTo>
                  <a:pt x="172640" y="0"/>
                </a:lnTo>
                <a:lnTo>
                  <a:pt x="165794" y="8335"/>
                </a:lnTo>
                <a:cubicBezTo>
                  <a:pt x="197346" y="48618"/>
                  <a:pt x="241994" y="79971"/>
                  <a:pt x="299739" y="102394"/>
                </a:cubicBezTo>
                <a:cubicBezTo>
                  <a:pt x="294382" y="109935"/>
                  <a:pt x="289123" y="117872"/>
                  <a:pt x="283964" y="126207"/>
                </a:cubicBezTo>
                <a:cubicBezTo>
                  <a:pt x="268485" y="119658"/>
                  <a:pt x="253503" y="111820"/>
                  <a:pt x="239017" y="102692"/>
                </a:cubicBezTo>
                <a:lnTo>
                  <a:pt x="239017" y="122932"/>
                </a:lnTo>
                <a:lnTo>
                  <a:pt x="161925" y="122932"/>
                </a:lnTo>
                <a:lnTo>
                  <a:pt x="161925" y="164604"/>
                </a:lnTo>
                <a:lnTo>
                  <a:pt x="267890" y="164604"/>
                </a:lnTo>
                <a:lnTo>
                  <a:pt x="267890" y="186333"/>
                </a:lnTo>
                <a:lnTo>
                  <a:pt x="161925" y="186333"/>
                </a:lnTo>
                <a:lnTo>
                  <a:pt x="161925" y="258961"/>
                </a:lnTo>
                <a:lnTo>
                  <a:pt x="288726" y="258961"/>
                </a:lnTo>
                <a:lnTo>
                  <a:pt x="288726" y="280988"/>
                </a:lnTo>
                <a:lnTo>
                  <a:pt x="11906" y="280988"/>
                </a:lnTo>
                <a:lnTo>
                  <a:pt x="11906" y="258961"/>
                </a:lnTo>
                <a:lnTo>
                  <a:pt x="138112" y="258961"/>
                </a:lnTo>
                <a:lnTo>
                  <a:pt x="138112" y="186333"/>
                </a:lnTo>
                <a:lnTo>
                  <a:pt x="31551" y="186333"/>
                </a:lnTo>
                <a:lnTo>
                  <a:pt x="31551" y="164604"/>
                </a:lnTo>
                <a:lnTo>
                  <a:pt x="138112" y="164604"/>
                </a:lnTo>
                <a:lnTo>
                  <a:pt x="138112" y="122932"/>
                </a:lnTo>
                <a:lnTo>
                  <a:pt x="60721" y="122932"/>
                </a:lnTo>
                <a:lnTo>
                  <a:pt x="60721" y="102097"/>
                </a:lnTo>
                <a:cubicBezTo>
                  <a:pt x="46632" y="111026"/>
                  <a:pt x="31353" y="119956"/>
                  <a:pt x="14882" y="128886"/>
                </a:cubicBezTo>
                <a:cubicBezTo>
                  <a:pt x="10715" y="121345"/>
                  <a:pt x="5754" y="113904"/>
                  <a:pt x="0" y="106561"/>
                </a:cubicBezTo>
                <a:cubicBezTo>
                  <a:pt x="66079" y="75605"/>
                  <a:pt x="112811" y="40085"/>
                  <a:pt x="140196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1" name="组合 380">
            <a:extLst>
              <a:ext uri="{FF2B5EF4-FFF2-40B4-BE49-F238E27FC236}">
                <a16:creationId xmlns:a16="http://schemas.microsoft.com/office/drawing/2014/main" id="{D4E91399-1261-4373-9B2D-1F6347F8A66A}"/>
              </a:ext>
            </a:extLst>
          </p:cNvPr>
          <p:cNvGrpSpPr/>
          <p:nvPr/>
        </p:nvGrpSpPr>
        <p:grpSpPr>
          <a:xfrm>
            <a:off x="6180862" y="2345279"/>
            <a:ext cx="3169328" cy="1788599"/>
            <a:chOff x="1214405" y="4590491"/>
            <a:chExt cx="2970865" cy="1725373"/>
          </a:xfrm>
        </p:grpSpPr>
        <p:grpSp>
          <p:nvGrpSpPr>
            <p:cNvPr id="382" name="组合 381">
              <a:extLst>
                <a:ext uri="{FF2B5EF4-FFF2-40B4-BE49-F238E27FC236}">
                  <a16:creationId xmlns:a16="http://schemas.microsoft.com/office/drawing/2014/main" id="{5E758361-ADB5-4B25-A1AE-7CF35229ED3B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407" name="椭圆 406">
                <a:extLst>
                  <a:ext uri="{FF2B5EF4-FFF2-40B4-BE49-F238E27FC236}">
                    <a16:creationId xmlns:a16="http://schemas.microsoft.com/office/drawing/2014/main" id="{CE0ABAAB-C9FF-4391-B6D6-CFFBBBCC7DCC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8" name="椭圆 407">
                <a:extLst>
                  <a:ext uri="{FF2B5EF4-FFF2-40B4-BE49-F238E27FC236}">
                    <a16:creationId xmlns:a16="http://schemas.microsoft.com/office/drawing/2014/main" id="{E53FB839-E2BA-4DFB-8C77-75FF0D6533F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9" name="椭圆 408">
                <a:extLst>
                  <a:ext uri="{FF2B5EF4-FFF2-40B4-BE49-F238E27FC236}">
                    <a16:creationId xmlns:a16="http://schemas.microsoft.com/office/drawing/2014/main" id="{FD73A821-CD50-48EB-A207-8340EF03AF1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0" name="椭圆 409">
                <a:extLst>
                  <a:ext uri="{FF2B5EF4-FFF2-40B4-BE49-F238E27FC236}">
                    <a16:creationId xmlns:a16="http://schemas.microsoft.com/office/drawing/2014/main" id="{659169D7-6B35-44CD-A4A2-FAFF19A68B6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1" name="椭圆 410">
                <a:extLst>
                  <a:ext uri="{FF2B5EF4-FFF2-40B4-BE49-F238E27FC236}">
                    <a16:creationId xmlns:a16="http://schemas.microsoft.com/office/drawing/2014/main" id="{C2C937A1-114C-45AE-89F4-61A5599C3070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83" name="组合 382">
              <a:extLst>
                <a:ext uri="{FF2B5EF4-FFF2-40B4-BE49-F238E27FC236}">
                  <a16:creationId xmlns:a16="http://schemas.microsoft.com/office/drawing/2014/main" id="{78A433C0-0B53-49D6-A15E-958DCD7E88AA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402" name="椭圆 401">
                <a:extLst>
                  <a:ext uri="{FF2B5EF4-FFF2-40B4-BE49-F238E27FC236}">
                    <a16:creationId xmlns:a16="http://schemas.microsoft.com/office/drawing/2014/main" id="{CABF997E-4C03-4A42-862F-027994A043AA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3" name="椭圆 402">
                <a:extLst>
                  <a:ext uri="{FF2B5EF4-FFF2-40B4-BE49-F238E27FC236}">
                    <a16:creationId xmlns:a16="http://schemas.microsoft.com/office/drawing/2014/main" id="{3407E0A8-34CE-451D-A038-27D61F0887A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4" name="椭圆 403">
                <a:extLst>
                  <a:ext uri="{FF2B5EF4-FFF2-40B4-BE49-F238E27FC236}">
                    <a16:creationId xmlns:a16="http://schemas.microsoft.com/office/drawing/2014/main" id="{D56B4F8B-9BE8-4B66-BEE8-4A16A9EFCB80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5" name="椭圆 404">
                <a:extLst>
                  <a:ext uri="{FF2B5EF4-FFF2-40B4-BE49-F238E27FC236}">
                    <a16:creationId xmlns:a16="http://schemas.microsoft.com/office/drawing/2014/main" id="{42DCA0B8-72A8-4B88-9987-A97345E0610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6" name="椭圆 405">
                <a:extLst>
                  <a:ext uri="{FF2B5EF4-FFF2-40B4-BE49-F238E27FC236}">
                    <a16:creationId xmlns:a16="http://schemas.microsoft.com/office/drawing/2014/main" id="{32694E81-D4BE-4147-BD65-5ECCD7F6B7C5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84" name="组合 383">
              <a:extLst>
                <a:ext uri="{FF2B5EF4-FFF2-40B4-BE49-F238E27FC236}">
                  <a16:creationId xmlns:a16="http://schemas.microsoft.com/office/drawing/2014/main" id="{2C5892FC-45BE-4621-B2F8-204ABBA8B7DD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397" name="椭圆 396">
                <a:extLst>
                  <a:ext uri="{FF2B5EF4-FFF2-40B4-BE49-F238E27FC236}">
                    <a16:creationId xmlns:a16="http://schemas.microsoft.com/office/drawing/2014/main" id="{A0026990-B9D3-4668-82FE-11A495192AE5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8" name="椭圆 397">
                <a:extLst>
                  <a:ext uri="{FF2B5EF4-FFF2-40B4-BE49-F238E27FC236}">
                    <a16:creationId xmlns:a16="http://schemas.microsoft.com/office/drawing/2014/main" id="{52E91D40-4676-4DDE-A9F0-05667928F88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9" name="椭圆 398">
                <a:extLst>
                  <a:ext uri="{FF2B5EF4-FFF2-40B4-BE49-F238E27FC236}">
                    <a16:creationId xmlns:a16="http://schemas.microsoft.com/office/drawing/2014/main" id="{E98986EB-79A7-446F-8E83-3233D208D28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0" name="椭圆 399">
                <a:extLst>
                  <a:ext uri="{FF2B5EF4-FFF2-40B4-BE49-F238E27FC236}">
                    <a16:creationId xmlns:a16="http://schemas.microsoft.com/office/drawing/2014/main" id="{145C9C4D-3C8A-4FA3-8DC3-1E4920AAAEF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1" name="椭圆 400">
                <a:extLst>
                  <a:ext uri="{FF2B5EF4-FFF2-40B4-BE49-F238E27FC236}">
                    <a16:creationId xmlns:a16="http://schemas.microsoft.com/office/drawing/2014/main" id="{5C01BDAF-BC3E-4228-BE09-444C0E62EE6B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85" name="组合 384">
              <a:extLst>
                <a:ext uri="{FF2B5EF4-FFF2-40B4-BE49-F238E27FC236}">
                  <a16:creationId xmlns:a16="http://schemas.microsoft.com/office/drawing/2014/main" id="{5BF22CBB-3E55-400D-8C94-DBE3027F0627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392" name="椭圆 391">
                <a:extLst>
                  <a:ext uri="{FF2B5EF4-FFF2-40B4-BE49-F238E27FC236}">
                    <a16:creationId xmlns:a16="http://schemas.microsoft.com/office/drawing/2014/main" id="{1C6234C6-8B47-42E9-BB6D-39092339FB77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3" name="椭圆 392">
                <a:extLst>
                  <a:ext uri="{FF2B5EF4-FFF2-40B4-BE49-F238E27FC236}">
                    <a16:creationId xmlns:a16="http://schemas.microsoft.com/office/drawing/2014/main" id="{D21F7E3F-634E-4068-896D-1DC6D3FB58C1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4" name="椭圆 393">
                <a:extLst>
                  <a:ext uri="{FF2B5EF4-FFF2-40B4-BE49-F238E27FC236}">
                    <a16:creationId xmlns:a16="http://schemas.microsoft.com/office/drawing/2014/main" id="{099D9A11-E64B-47B1-AAED-3AE759D095D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5" name="椭圆 394">
                <a:extLst>
                  <a:ext uri="{FF2B5EF4-FFF2-40B4-BE49-F238E27FC236}">
                    <a16:creationId xmlns:a16="http://schemas.microsoft.com/office/drawing/2014/main" id="{D3542D08-C207-4B91-AA71-37B48236DBE0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6" name="椭圆 395">
                <a:extLst>
                  <a:ext uri="{FF2B5EF4-FFF2-40B4-BE49-F238E27FC236}">
                    <a16:creationId xmlns:a16="http://schemas.microsoft.com/office/drawing/2014/main" id="{01894F74-1665-40CD-B1EB-E6DAEE4ADF9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86" name="组合 385">
              <a:extLst>
                <a:ext uri="{FF2B5EF4-FFF2-40B4-BE49-F238E27FC236}">
                  <a16:creationId xmlns:a16="http://schemas.microsoft.com/office/drawing/2014/main" id="{ABC7FAD4-1B0A-4166-90C6-4B8CBED04819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387" name="椭圆 386">
                <a:extLst>
                  <a:ext uri="{FF2B5EF4-FFF2-40B4-BE49-F238E27FC236}">
                    <a16:creationId xmlns:a16="http://schemas.microsoft.com/office/drawing/2014/main" id="{DC0B623B-6958-4469-82A0-5F252D2A0D9B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8" name="椭圆 387">
                <a:extLst>
                  <a:ext uri="{FF2B5EF4-FFF2-40B4-BE49-F238E27FC236}">
                    <a16:creationId xmlns:a16="http://schemas.microsoft.com/office/drawing/2014/main" id="{824F6AC5-A9D1-404D-9D92-F1BE2B56319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9" name="椭圆 388">
                <a:extLst>
                  <a:ext uri="{FF2B5EF4-FFF2-40B4-BE49-F238E27FC236}">
                    <a16:creationId xmlns:a16="http://schemas.microsoft.com/office/drawing/2014/main" id="{AFA02161-5EB2-4B7A-B26A-983FD1EF13A0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0" name="椭圆 389">
                <a:extLst>
                  <a:ext uri="{FF2B5EF4-FFF2-40B4-BE49-F238E27FC236}">
                    <a16:creationId xmlns:a16="http://schemas.microsoft.com/office/drawing/2014/main" id="{1AB7BB40-5A1B-49C6-AA1E-86AC59BB190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1" name="椭圆 390">
                <a:extLst>
                  <a:ext uri="{FF2B5EF4-FFF2-40B4-BE49-F238E27FC236}">
                    <a16:creationId xmlns:a16="http://schemas.microsoft.com/office/drawing/2014/main" id="{0B866B2A-88ED-4203-A0D9-69240225B72B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412" name="组合 411">
            <a:extLst>
              <a:ext uri="{FF2B5EF4-FFF2-40B4-BE49-F238E27FC236}">
                <a16:creationId xmlns:a16="http://schemas.microsoft.com/office/drawing/2014/main" id="{F07E313A-92E1-4223-97AE-C18CB86B6095}"/>
              </a:ext>
            </a:extLst>
          </p:cNvPr>
          <p:cNvGrpSpPr/>
          <p:nvPr/>
        </p:nvGrpSpPr>
        <p:grpSpPr>
          <a:xfrm>
            <a:off x="6578573" y="2345279"/>
            <a:ext cx="3169328" cy="1788599"/>
            <a:chOff x="1214405" y="4590491"/>
            <a:chExt cx="2970865" cy="1725373"/>
          </a:xfrm>
        </p:grpSpPr>
        <p:grpSp>
          <p:nvGrpSpPr>
            <p:cNvPr id="413" name="组合 412">
              <a:extLst>
                <a:ext uri="{FF2B5EF4-FFF2-40B4-BE49-F238E27FC236}">
                  <a16:creationId xmlns:a16="http://schemas.microsoft.com/office/drawing/2014/main" id="{17AC8BA1-F257-4847-9EE9-B451ED57C744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438" name="椭圆 437">
                <a:extLst>
                  <a:ext uri="{FF2B5EF4-FFF2-40B4-BE49-F238E27FC236}">
                    <a16:creationId xmlns:a16="http://schemas.microsoft.com/office/drawing/2014/main" id="{30B192DC-134C-4CB9-ADF3-6CFEA5B4D8B2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9" name="椭圆 438">
                <a:extLst>
                  <a:ext uri="{FF2B5EF4-FFF2-40B4-BE49-F238E27FC236}">
                    <a16:creationId xmlns:a16="http://schemas.microsoft.com/office/drawing/2014/main" id="{88A31B5F-6379-49DE-A5ED-C780D0A45DD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0" name="椭圆 439">
                <a:extLst>
                  <a:ext uri="{FF2B5EF4-FFF2-40B4-BE49-F238E27FC236}">
                    <a16:creationId xmlns:a16="http://schemas.microsoft.com/office/drawing/2014/main" id="{40D297BA-CD0C-46BF-9D0D-6CAA451F99AE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1" name="椭圆 440">
                <a:extLst>
                  <a:ext uri="{FF2B5EF4-FFF2-40B4-BE49-F238E27FC236}">
                    <a16:creationId xmlns:a16="http://schemas.microsoft.com/office/drawing/2014/main" id="{1F66D8C5-F582-4475-8809-8E94CE7D192F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2" name="椭圆 441">
                <a:extLst>
                  <a:ext uri="{FF2B5EF4-FFF2-40B4-BE49-F238E27FC236}">
                    <a16:creationId xmlns:a16="http://schemas.microsoft.com/office/drawing/2014/main" id="{D55A88F2-8575-420D-B49B-3426D24A898C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14" name="组合 413">
              <a:extLst>
                <a:ext uri="{FF2B5EF4-FFF2-40B4-BE49-F238E27FC236}">
                  <a16:creationId xmlns:a16="http://schemas.microsoft.com/office/drawing/2014/main" id="{DF828C2A-6A8D-4139-A326-32151CF7E8A9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433" name="椭圆 432">
                <a:extLst>
                  <a:ext uri="{FF2B5EF4-FFF2-40B4-BE49-F238E27FC236}">
                    <a16:creationId xmlns:a16="http://schemas.microsoft.com/office/drawing/2014/main" id="{5737930B-9706-412B-A26C-91C2E182978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4" name="椭圆 433">
                <a:extLst>
                  <a:ext uri="{FF2B5EF4-FFF2-40B4-BE49-F238E27FC236}">
                    <a16:creationId xmlns:a16="http://schemas.microsoft.com/office/drawing/2014/main" id="{8AF4D9E0-4E5A-421D-862F-528418F0430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5" name="椭圆 434">
                <a:extLst>
                  <a:ext uri="{FF2B5EF4-FFF2-40B4-BE49-F238E27FC236}">
                    <a16:creationId xmlns:a16="http://schemas.microsoft.com/office/drawing/2014/main" id="{7EF355EB-5936-4E33-BD92-E942BB366DF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6" name="椭圆 435">
                <a:extLst>
                  <a:ext uri="{FF2B5EF4-FFF2-40B4-BE49-F238E27FC236}">
                    <a16:creationId xmlns:a16="http://schemas.microsoft.com/office/drawing/2014/main" id="{2828BE4E-4741-4FCE-A964-A790FBB2A471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7" name="椭圆 436">
                <a:extLst>
                  <a:ext uri="{FF2B5EF4-FFF2-40B4-BE49-F238E27FC236}">
                    <a16:creationId xmlns:a16="http://schemas.microsoft.com/office/drawing/2014/main" id="{5FAD3672-B715-48E2-A1AA-353381DA109F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15" name="组合 414">
              <a:extLst>
                <a:ext uri="{FF2B5EF4-FFF2-40B4-BE49-F238E27FC236}">
                  <a16:creationId xmlns:a16="http://schemas.microsoft.com/office/drawing/2014/main" id="{9141B5DF-5582-4907-94CA-4AD3968F626A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428" name="椭圆 427">
                <a:extLst>
                  <a:ext uri="{FF2B5EF4-FFF2-40B4-BE49-F238E27FC236}">
                    <a16:creationId xmlns:a16="http://schemas.microsoft.com/office/drawing/2014/main" id="{C0409B23-617D-40C2-9B31-73B962BBB26F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9" name="椭圆 428">
                <a:extLst>
                  <a:ext uri="{FF2B5EF4-FFF2-40B4-BE49-F238E27FC236}">
                    <a16:creationId xmlns:a16="http://schemas.microsoft.com/office/drawing/2014/main" id="{8FA55F94-A456-43F8-97C9-96F062703787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0" name="椭圆 429">
                <a:extLst>
                  <a:ext uri="{FF2B5EF4-FFF2-40B4-BE49-F238E27FC236}">
                    <a16:creationId xmlns:a16="http://schemas.microsoft.com/office/drawing/2014/main" id="{DD7C4146-52C5-489E-8538-6AF592990F0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1" name="椭圆 430">
                <a:extLst>
                  <a:ext uri="{FF2B5EF4-FFF2-40B4-BE49-F238E27FC236}">
                    <a16:creationId xmlns:a16="http://schemas.microsoft.com/office/drawing/2014/main" id="{3AFBEC73-95EA-4467-A35A-B36D8726299B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2" name="椭圆 431">
                <a:extLst>
                  <a:ext uri="{FF2B5EF4-FFF2-40B4-BE49-F238E27FC236}">
                    <a16:creationId xmlns:a16="http://schemas.microsoft.com/office/drawing/2014/main" id="{719EA60B-8C98-4E32-B603-84A24D894B62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16" name="组合 415">
              <a:extLst>
                <a:ext uri="{FF2B5EF4-FFF2-40B4-BE49-F238E27FC236}">
                  <a16:creationId xmlns:a16="http://schemas.microsoft.com/office/drawing/2014/main" id="{6F1C26B9-45BF-4850-B589-88128B2E4630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423" name="椭圆 422">
                <a:extLst>
                  <a:ext uri="{FF2B5EF4-FFF2-40B4-BE49-F238E27FC236}">
                    <a16:creationId xmlns:a16="http://schemas.microsoft.com/office/drawing/2014/main" id="{683A205D-D955-4568-A427-E81307A799F1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4" name="椭圆 423">
                <a:extLst>
                  <a:ext uri="{FF2B5EF4-FFF2-40B4-BE49-F238E27FC236}">
                    <a16:creationId xmlns:a16="http://schemas.microsoft.com/office/drawing/2014/main" id="{99CD9F7E-E1D0-4472-8151-DCBFADE4161E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5" name="椭圆 424">
                <a:extLst>
                  <a:ext uri="{FF2B5EF4-FFF2-40B4-BE49-F238E27FC236}">
                    <a16:creationId xmlns:a16="http://schemas.microsoft.com/office/drawing/2014/main" id="{2A7C064E-EDC6-490B-8F85-AB5433BB113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6" name="椭圆 425">
                <a:extLst>
                  <a:ext uri="{FF2B5EF4-FFF2-40B4-BE49-F238E27FC236}">
                    <a16:creationId xmlns:a16="http://schemas.microsoft.com/office/drawing/2014/main" id="{CA46E02B-5613-4276-A204-CA34ADB16C6C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7" name="椭圆 426">
                <a:extLst>
                  <a:ext uri="{FF2B5EF4-FFF2-40B4-BE49-F238E27FC236}">
                    <a16:creationId xmlns:a16="http://schemas.microsoft.com/office/drawing/2014/main" id="{58BE97BE-C873-4994-9F46-65D518040A38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17" name="组合 416">
              <a:extLst>
                <a:ext uri="{FF2B5EF4-FFF2-40B4-BE49-F238E27FC236}">
                  <a16:creationId xmlns:a16="http://schemas.microsoft.com/office/drawing/2014/main" id="{9C5FD759-C1B3-4F1A-B0E2-81784F696C50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418" name="椭圆 417">
                <a:extLst>
                  <a:ext uri="{FF2B5EF4-FFF2-40B4-BE49-F238E27FC236}">
                    <a16:creationId xmlns:a16="http://schemas.microsoft.com/office/drawing/2014/main" id="{046009FB-7CFD-4DEC-80A5-ECC0C4C79EB4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9" name="椭圆 418">
                <a:extLst>
                  <a:ext uri="{FF2B5EF4-FFF2-40B4-BE49-F238E27FC236}">
                    <a16:creationId xmlns:a16="http://schemas.microsoft.com/office/drawing/2014/main" id="{F5D4F70D-4CB6-42E7-8883-F91983DEA703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0" name="椭圆 419">
                <a:extLst>
                  <a:ext uri="{FF2B5EF4-FFF2-40B4-BE49-F238E27FC236}">
                    <a16:creationId xmlns:a16="http://schemas.microsoft.com/office/drawing/2014/main" id="{867268E8-B249-40DF-87C0-5E009F478B10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1" name="椭圆 420">
                <a:extLst>
                  <a:ext uri="{FF2B5EF4-FFF2-40B4-BE49-F238E27FC236}">
                    <a16:creationId xmlns:a16="http://schemas.microsoft.com/office/drawing/2014/main" id="{D6FAFBBD-14B2-4901-AB5B-7F25AD660621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2" name="椭圆 421">
                <a:extLst>
                  <a:ext uri="{FF2B5EF4-FFF2-40B4-BE49-F238E27FC236}">
                    <a16:creationId xmlns:a16="http://schemas.microsoft.com/office/drawing/2014/main" id="{FFC63241-275F-4767-AC33-538F36D0DC0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443" name="组合 442">
            <a:extLst>
              <a:ext uri="{FF2B5EF4-FFF2-40B4-BE49-F238E27FC236}">
                <a16:creationId xmlns:a16="http://schemas.microsoft.com/office/drawing/2014/main" id="{3318F69E-9C25-4B3E-89A4-BA54D45F280D}"/>
              </a:ext>
            </a:extLst>
          </p:cNvPr>
          <p:cNvGrpSpPr/>
          <p:nvPr/>
        </p:nvGrpSpPr>
        <p:grpSpPr>
          <a:xfrm>
            <a:off x="6032854" y="2316704"/>
            <a:ext cx="90146" cy="1840634"/>
            <a:chOff x="1214405" y="4592622"/>
            <a:chExt cx="84501" cy="1725373"/>
          </a:xfrm>
          <a:solidFill>
            <a:schemeClr val="tx1"/>
          </a:solidFill>
        </p:grpSpPr>
        <p:sp>
          <p:nvSpPr>
            <p:cNvPr id="444" name="椭圆 443">
              <a:extLst>
                <a:ext uri="{FF2B5EF4-FFF2-40B4-BE49-F238E27FC236}">
                  <a16:creationId xmlns:a16="http://schemas.microsoft.com/office/drawing/2014/main" id="{949EDEB4-0991-40E6-A9C0-A1BA8459A0CB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5" name="椭圆 444">
              <a:extLst>
                <a:ext uri="{FF2B5EF4-FFF2-40B4-BE49-F238E27FC236}">
                  <a16:creationId xmlns:a16="http://schemas.microsoft.com/office/drawing/2014/main" id="{1095DC88-2902-4839-BFA5-C669AAE8ADAC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6" name="椭圆 445">
              <a:extLst>
                <a:ext uri="{FF2B5EF4-FFF2-40B4-BE49-F238E27FC236}">
                  <a16:creationId xmlns:a16="http://schemas.microsoft.com/office/drawing/2014/main" id="{3165DA5E-F944-40E2-9DB8-1AD40500AC44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7" name="椭圆 446">
              <a:extLst>
                <a:ext uri="{FF2B5EF4-FFF2-40B4-BE49-F238E27FC236}">
                  <a16:creationId xmlns:a16="http://schemas.microsoft.com/office/drawing/2014/main" id="{30CA3E68-F72C-4D19-80B4-2D1E0C167AFE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8" name="椭圆 447">
              <a:extLst>
                <a:ext uri="{FF2B5EF4-FFF2-40B4-BE49-F238E27FC236}">
                  <a16:creationId xmlns:a16="http://schemas.microsoft.com/office/drawing/2014/main" id="{E0B54FAB-7E22-40E9-8351-EDEB7F002895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49" name="组合 448">
            <a:extLst>
              <a:ext uri="{FF2B5EF4-FFF2-40B4-BE49-F238E27FC236}">
                <a16:creationId xmlns:a16="http://schemas.microsoft.com/office/drawing/2014/main" id="{E479181D-3F23-41B8-BC76-E7718B9D8396}"/>
              </a:ext>
            </a:extLst>
          </p:cNvPr>
          <p:cNvGrpSpPr/>
          <p:nvPr/>
        </p:nvGrpSpPr>
        <p:grpSpPr>
          <a:xfrm>
            <a:off x="5353723" y="2291760"/>
            <a:ext cx="282298" cy="1800376"/>
            <a:chOff x="7477729" y="4741867"/>
            <a:chExt cx="360990" cy="2302237"/>
          </a:xfrm>
        </p:grpSpPr>
        <p:grpSp>
          <p:nvGrpSpPr>
            <p:cNvPr id="450" name="组合 449">
              <a:extLst>
                <a:ext uri="{FF2B5EF4-FFF2-40B4-BE49-F238E27FC236}">
                  <a16:creationId xmlns:a16="http://schemas.microsoft.com/office/drawing/2014/main" id="{517266F1-DD87-4809-9D44-AFF2822C408F}"/>
                </a:ext>
              </a:extLst>
            </p:cNvPr>
            <p:cNvGrpSpPr/>
            <p:nvPr/>
          </p:nvGrpSpPr>
          <p:grpSpPr>
            <a:xfrm>
              <a:off x="7504045" y="4741867"/>
              <a:ext cx="334674" cy="334674"/>
              <a:chOff x="2297340" y="3316514"/>
              <a:chExt cx="268062" cy="268062"/>
            </a:xfrm>
          </p:grpSpPr>
          <p:sp>
            <p:nvSpPr>
              <p:cNvPr id="467" name="椭圆 466">
                <a:extLst>
                  <a:ext uri="{FF2B5EF4-FFF2-40B4-BE49-F238E27FC236}">
                    <a16:creationId xmlns:a16="http://schemas.microsoft.com/office/drawing/2014/main" id="{6593473C-82AF-4595-8638-EE8E6FF48FD0}"/>
                  </a:ext>
                </a:extLst>
              </p:cNvPr>
              <p:cNvSpPr/>
              <p:nvPr/>
            </p:nvSpPr>
            <p:spPr>
              <a:xfrm>
                <a:off x="2297340" y="3316514"/>
                <a:ext cx="268062" cy="268062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68" name="直接连接符 467">
                <a:extLst>
                  <a:ext uri="{FF2B5EF4-FFF2-40B4-BE49-F238E27FC236}">
                    <a16:creationId xmlns:a16="http://schemas.microsoft.com/office/drawing/2014/main" id="{B31C3F8E-E311-4DBD-81C4-DD3999E6F1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55171" y="3450545"/>
                <a:ext cx="152400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9" name="直接连接符 468">
                <a:extLst>
                  <a:ext uri="{FF2B5EF4-FFF2-40B4-BE49-F238E27FC236}">
                    <a16:creationId xmlns:a16="http://schemas.microsoft.com/office/drawing/2014/main" id="{ED1E7366-EE9D-4D0D-B973-E41263514AF6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55171" y="3450546"/>
                <a:ext cx="152400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1" name="组合 450">
              <a:extLst>
                <a:ext uri="{FF2B5EF4-FFF2-40B4-BE49-F238E27FC236}">
                  <a16:creationId xmlns:a16="http://schemas.microsoft.com/office/drawing/2014/main" id="{2B013CDE-FE4A-4F73-A1C8-1E5BBAEE5E20}"/>
                </a:ext>
              </a:extLst>
            </p:cNvPr>
            <p:cNvGrpSpPr/>
            <p:nvPr/>
          </p:nvGrpSpPr>
          <p:grpSpPr>
            <a:xfrm>
              <a:off x="7502724" y="5233758"/>
              <a:ext cx="334674" cy="334674"/>
              <a:chOff x="2297340" y="3316514"/>
              <a:chExt cx="268062" cy="268062"/>
            </a:xfrm>
          </p:grpSpPr>
          <p:sp>
            <p:nvSpPr>
              <p:cNvPr id="464" name="椭圆 463">
                <a:extLst>
                  <a:ext uri="{FF2B5EF4-FFF2-40B4-BE49-F238E27FC236}">
                    <a16:creationId xmlns:a16="http://schemas.microsoft.com/office/drawing/2014/main" id="{CCB00639-550C-4218-88B5-BF1583FC4151}"/>
                  </a:ext>
                </a:extLst>
              </p:cNvPr>
              <p:cNvSpPr/>
              <p:nvPr/>
            </p:nvSpPr>
            <p:spPr>
              <a:xfrm>
                <a:off x="2297340" y="3316514"/>
                <a:ext cx="268062" cy="268062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65" name="直接连接符 464">
                <a:extLst>
                  <a:ext uri="{FF2B5EF4-FFF2-40B4-BE49-F238E27FC236}">
                    <a16:creationId xmlns:a16="http://schemas.microsoft.com/office/drawing/2014/main" id="{60E17E05-013F-4C15-B0FC-F722FDA0B3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55171" y="3450545"/>
                <a:ext cx="152400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6" name="直接连接符 465">
                <a:extLst>
                  <a:ext uri="{FF2B5EF4-FFF2-40B4-BE49-F238E27FC236}">
                    <a16:creationId xmlns:a16="http://schemas.microsoft.com/office/drawing/2014/main" id="{C4B59510-6D37-4C4D-8552-810CECDC77F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55171" y="3450546"/>
                <a:ext cx="152400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2" name="组合 451">
              <a:extLst>
                <a:ext uri="{FF2B5EF4-FFF2-40B4-BE49-F238E27FC236}">
                  <a16:creationId xmlns:a16="http://schemas.microsoft.com/office/drawing/2014/main" id="{3AEFEC9C-0F37-4BFC-8562-4C0D38ACC8B4}"/>
                </a:ext>
              </a:extLst>
            </p:cNvPr>
            <p:cNvGrpSpPr/>
            <p:nvPr/>
          </p:nvGrpSpPr>
          <p:grpSpPr>
            <a:xfrm>
              <a:off x="7490979" y="5725649"/>
              <a:ext cx="334674" cy="334674"/>
              <a:chOff x="2297340" y="3316514"/>
              <a:chExt cx="268062" cy="268062"/>
            </a:xfrm>
          </p:grpSpPr>
          <p:sp>
            <p:nvSpPr>
              <p:cNvPr id="461" name="椭圆 460">
                <a:extLst>
                  <a:ext uri="{FF2B5EF4-FFF2-40B4-BE49-F238E27FC236}">
                    <a16:creationId xmlns:a16="http://schemas.microsoft.com/office/drawing/2014/main" id="{109ECB9C-C2C8-4F23-9FBE-2956013457AD}"/>
                  </a:ext>
                </a:extLst>
              </p:cNvPr>
              <p:cNvSpPr/>
              <p:nvPr/>
            </p:nvSpPr>
            <p:spPr>
              <a:xfrm>
                <a:off x="2297340" y="3316514"/>
                <a:ext cx="268062" cy="268062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62" name="直接连接符 461">
                <a:extLst>
                  <a:ext uri="{FF2B5EF4-FFF2-40B4-BE49-F238E27FC236}">
                    <a16:creationId xmlns:a16="http://schemas.microsoft.com/office/drawing/2014/main" id="{9558F44B-EE40-4BE5-B746-469AE7AAF7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55171" y="3450545"/>
                <a:ext cx="152400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3" name="直接连接符 462">
                <a:extLst>
                  <a:ext uri="{FF2B5EF4-FFF2-40B4-BE49-F238E27FC236}">
                    <a16:creationId xmlns:a16="http://schemas.microsoft.com/office/drawing/2014/main" id="{7459E1E1-8503-4F5A-8198-1256DD4B1EAC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55171" y="3450546"/>
                <a:ext cx="152400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3" name="组合 452">
              <a:extLst>
                <a:ext uri="{FF2B5EF4-FFF2-40B4-BE49-F238E27FC236}">
                  <a16:creationId xmlns:a16="http://schemas.microsoft.com/office/drawing/2014/main" id="{596C3E9B-0E19-444A-8E9B-E03DA05F95DB}"/>
                </a:ext>
              </a:extLst>
            </p:cNvPr>
            <p:cNvGrpSpPr/>
            <p:nvPr/>
          </p:nvGrpSpPr>
          <p:grpSpPr>
            <a:xfrm>
              <a:off x="7477729" y="6217540"/>
              <a:ext cx="334674" cy="334674"/>
              <a:chOff x="2297340" y="3316514"/>
              <a:chExt cx="268062" cy="268062"/>
            </a:xfrm>
          </p:grpSpPr>
          <p:sp>
            <p:nvSpPr>
              <p:cNvPr id="458" name="椭圆 457">
                <a:extLst>
                  <a:ext uri="{FF2B5EF4-FFF2-40B4-BE49-F238E27FC236}">
                    <a16:creationId xmlns:a16="http://schemas.microsoft.com/office/drawing/2014/main" id="{122B7E6D-0480-49BC-BE96-FB63FF0107FC}"/>
                  </a:ext>
                </a:extLst>
              </p:cNvPr>
              <p:cNvSpPr/>
              <p:nvPr/>
            </p:nvSpPr>
            <p:spPr>
              <a:xfrm>
                <a:off x="2297340" y="3316514"/>
                <a:ext cx="268062" cy="268062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59" name="直接连接符 458">
                <a:extLst>
                  <a:ext uri="{FF2B5EF4-FFF2-40B4-BE49-F238E27FC236}">
                    <a16:creationId xmlns:a16="http://schemas.microsoft.com/office/drawing/2014/main" id="{0F66827B-31E8-4C14-B0F2-68ACB32F03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55171" y="3450545"/>
                <a:ext cx="152400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0" name="直接连接符 459">
                <a:extLst>
                  <a:ext uri="{FF2B5EF4-FFF2-40B4-BE49-F238E27FC236}">
                    <a16:creationId xmlns:a16="http://schemas.microsoft.com/office/drawing/2014/main" id="{2BEC84F8-76D9-4866-BA1E-88CFC66081B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55171" y="3450546"/>
                <a:ext cx="152400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54" name="组合 453">
              <a:extLst>
                <a:ext uri="{FF2B5EF4-FFF2-40B4-BE49-F238E27FC236}">
                  <a16:creationId xmlns:a16="http://schemas.microsoft.com/office/drawing/2014/main" id="{FFCABE14-28F5-4E41-AD92-AACC8FEA273D}"/>
                </a:ext>
              </a:extLst>
            </p:cNvPr>
            <p:cNvGrpSpPr/>
            <p:nvPr/>
          </p:nvGrpSpPr>
          <p:grpSpPr>
            <a:xfrm>
              <a:off x="7495713" y="6709430"/>
              <a:ext cx="334674" cy="334674"/>
              <a:chOff x="2297340" y="3316514"/>
              <a:chExt cx="268062" cy="268062"/>
            </a:xfrm>
          </p:grpSpPr>
          <p:sp>
            <p:nvSpPr>
              <p:cNvPr id="455" name="椭圆 454">
                <a:extLst>
                  <a:ext uri="{FF2B5EF4-FFF2-40B4-BE49-F238E27FC236}">
                    <a16:creationId xmlns:a16="http://schemas.microsoft.com/office/drawing/2014/main" id="{15121B60-063C-41E9-B8BE-B5DEF5007993}"/>
                  </a:ext>
                </a:extLst>
              </p:cNvPr>
              <p:cNvSpPr/>
              <p:nvPr/>
            </p:nvSpPr>
            <p:spPr>
              <a:xfrm>
                <a:off x="2297340" y="3316514"/>
                <a:ext cx="268062" cy="268062"/>
              </a:xfrm>
              <a:prstGeom prst="ellipse">
                <a:avLst/>
              </a:prstGeom>
              <a:noFill/>
              <a:ln w="12700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cxnSp>
            <p:nvCxnSpPr>
              <p:cNvPr id="456" name="直接连接符 455">
                <a:extLst>
                  <a:ext uri="{FF2B5EF4-FFF2-40B4-BE49-F238E27FC236}">
                    <a16:creationId xmlns:a16="http://schemas.microsoft.com/office/drawing/2014/main" id="{437D9158-95A6-4EA4-A371-A7AF5B66C7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55171" y="3450545"/>
                <a:ext cx="152400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7" name="直接连接符 456">
                <a:extLst>
                  <a:ext uri="{FF2B5EF4-FFF2-40B4-BE49-F238E27FC236}">
                    <a16:creationId xmlns:a16="http://schemas.microsoft.com/office/drawing/2014/main" id="{A8AC60BC-AFA5-4770-8070-C35A3A740E52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2355171" y="3450546"/>
                <a:ext cx="152400" cy="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70" name="组合 469">
            <a:extLst>
              <a:ext uri="{FF2B5EF4-FFF2-40B4-BE49-F238E27FC236}">
                <a16:creationId xmlns:a16="http://schemas.microsoft.com/office/drawing/2014/main" id="{7612DE6E-7F8A-4A94-B7E3-41609AF9ED1C}"/>
              </a:ext>
            </a:extLst>
          </p:cNvPr>
          <p:cNvGrpSpPr/>
          <p:nvPr/>
        </p:nvGrpSpPr>
        <p:grpSpPr>
          <a:xfrm>
            <a:off x="5386341" y="1580786"/>
            <a:ext cx="879797" cy="409592"/>
            <a:chOff x="5386341" y="1580786"/>
            <a:chExt cx="879797" cy="409592"/>
          </a:xfrm>
        </p:grpSpPr>
        <p:sp>
          <p:nvSpPr>
            <p:cNvPr id="471" name="箭头: 右 470">
              <a:extLst>
                <a:ext uri="{FF2B5EF4-FFF2-40B4-BE49-F238E27FC236}">
                  <a16:creationId xmlns:a16="http://schemas.microsoft.com/office/drawing/2014/main" id="{425C0E29-26DF-4E43-B5F9-60BCA5C09139}"/>
                </a:ext>
              </a:extLst>
            </p:cNvPr>
            <p:cNvSpPr/>
            <p:nvPr/>
          </p:nvSpPr>
          <p:spPr>
            <a:xfrm>
              <a:off x="5429732" y="1916195"/>
              <a:ext cx="722564" cy="74183"/>
            </a:xfrm>
            <a:prstGeom prst="rightArrow">
              <a:avLst/>
            </a:prstGeom>
            <a:solidFill>
              <a:srgbClr val="FF0000"/>
            </a:solidFill>
            <a:ln w="0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2" name="文本框 471">
              <a:extLst>
                <a:ext uri="{FF2B5EF4-FFF2-40B4-BE49-F238E27FC236}">
                  <a16:creationId xmlns:a16="http://schemas.microsoft.com/office/drawing/2014/main" id="{478F201B-2A49-4244-A90F-2E8440120E5F}"/>
                </a:ext>
              </a:extLst>
            </p:cNvPr>
            <p:cNvSpPr txBox="1"/>
            <p:nvPr/>
          </p:nvSpPr>
          <p:spPr>
            <a:xfrm>
              <a:off x="5386341" y="1580786"/>
              <a:ext cx="879797" cy="222126"/>
            </a:xfrm>
            <a:custGeom>
              <a:avLst/>
              <a:gdLst/>
              <a:ahLst/>
              <a:cxnLst/>
              <a:rect l="l" t="t" r="r" b="b"/>
              <a:pathLst>
                <a:path w="879797" h="222126">
                  <a:moveTo>
                    <a:pt x="100905" y="100906"/>
                  </a:moveTo>
                  <a:lnTo>
                    <a:pt x="100905" y="139080"/>
                  </a:lnTo>
                  <a:lnTo>
                    <a:pt x="164976" y="139080"/>
                  </a:lnTo>
                  <a:lnTo>
                    <a:pt x="164976" y="100906"/>
                  </a:lnTo>
                  <a:close/>
                  <a:moveTo>
                    <a:pt x="18529" y="100906"/>
                  </a:moveTo>
                  <a:lnTo>
                    <a:pt x="18529" y="139080"/>
                  </a:lnTo>
                  <a:lnTo>
                    <a:pt x="82376" y="139080"/>
                  </a:lnTo>
                  <a:lnTo>
                    <a:pt x="82376" y="100906"/>
                  </a:lnTo>
                  <a:close/>
                  <a:moveTo>
                    <a:pt x="755898" y="100013"/>
                  </a:moveTo>
                  <a:lnTo>
                    <a:pt x="755898" y="146224"/>
                  </a:lnTo>
                  <a:lnTo>
                    <a:pt x="814387" y="146224"/>
                  </a:lnTo>
                  <a:lnTo>
                    <a:pt x="814387" y="100013"/>
                  </a:lnTo>
                  <a:close/>
                  <a:moveTo>
                    <a:pt x="738932" y="83939"/>
                  </a:moveTo>
                  <a:lnTo>
                    <a:pt x="831354" y="83939"/>
                  </a:lnTo>
                  <a:lnTo>
                    <a:pt x="831354" y="162297"/>
                  </a:lnTo>
                  <a:lnTo>
                    <a:pt x="755898" y="162297"/>
                  </a:lnTo>
                  <a:lnTo>
                    <a:pt x="755898" y="177701"/>
                  </a:lnTo>
                  <a:lnTo>
                    <a:pt x="738932" y="177701"/>
                  </a:lnTo>
                  <a:close/>
                  <a:moveTo>
                    <a:pt x="100905" y="47104"/>
                  </a:moveTo>
                  <a:lnTo>
                    <a:pt x="100905" y="85056"/>
                  </a:lnTo>
                  <a:lnTo>
                    <a:pt x="164976" y="85056"/>
                  </a:lnTo>
                  <a:lnTo>
                    <a:pt x="164976" y="47104"/>
                  </a:lnTo>
                  <a:close/>
                  <a:moveTo>
                    <a:pt x="18529" y="47104"/>
                  </a:moveTo>
                  <a:lnTo>
                    <a:pt x="18529" y="85056"/>
                  </a:lnTo>
                  <a:lnTo>
                    <a:pt x="82376" y="85056"/>
                  </a:lnTo>
                  <a:lnTo>
                    <a:pt x="82376" y="47104"/>
                  </a:lnTo>
                  <a:close/>
                  <a:moveTo>
                    <a:pt x="298475" y="14511"/>
                  </a:moveTo>
                  <a:lnTo>
                    <a:pt x="417240" y="14511"/>
                  </a:lnTo>
                  <a:lnTo>
                    <a:pt x="417240" y="30808"/>
                  </a:lnTo>
                  <a:lnTo>
                    <a:pt x="329282" y="86395"/>
                  </a:lnTo>
                  <a:lnTo>
                    <a:pt x="430634" y="86395"/>
                  </a:lnTo>
                  <a:cubicBezTo>
                    <a:pt x="428848" y="127620"/>
                    <a:pt x="427137" y="159470"/>
                    <a:pt x="425500" y="181943"/>
                  </a:cubicBezTo>
                  <a:cubicBezTo>
                    <a:pt x="423565" y="204713"/>
                    <a:pt x="413072" y="216099"/>
                    <a:pt x="394022" y="216099"/>
                  </a:cubicBezTo>
                  <a:cubicBezTo>
                    <a:pt x="387474" y="216099"/>
                    <a:pt x="377428" y="215876"/>
                    <a:pt x="363885" y="215429"/>
                  </a:cubicBezTo>
                  <a:cubicBezTo>
                    <a:pt x="362843" y="207988"/>
                    <a:pt x="361578" y="201514"/>
                    <a:pt x="360090" y="196007"/>
                  </a:cubicBezTo>
                  <a:cubicBezTo>
                    <a:pt x="370359" y="197644"/>
                    <a:pt x="380777" y="198463"/>
                    <a:pt x="391344" y="198463"/>
                  </a:cubicBezTo>
                  <a:cubicBezTo>
                    <a:pt x="401910" y="198463"/>
                    <a:pt x="407715" y="192137"/>
                    <a:pt x="408756" y="179487"/>
                  </a:cubicBezTo>
                  <a:cubicBezTo>
                    <a:pt x="410245" y="160884"/>
                    <a:pt x="411733" y="135211"/>
                    <a:pt x="413221" y="102469"/>
                  </a:cubicBezTo>
                  <a:lnTo>
                    <a:pt x="389334" y="102469"/>
                  </a:lnTo>
                  <a:cubicBezTo>
                    <a:pt x="382711" y="152549"/>
                    <a:pt x="359569" y="192212"/>
                    <a:pt x="319906" y="221457"/>
                  </a:cubicBezTo>
                  <a:cubicBezTo>
                    <a:pt x="315739" y="216248"/>
                    <a:pt x="311572" y="211708"/>
                    <a:pt x="307404" y="207839"/>
                  </a:cubicBezTo>
                  <a:cubicBezTo>
                    <a:pt x="344314" y="182315"/>
                    <a:pt x="366080" y="147191"/>
                    <a:pt x="372703" y="102469"/>
                  </a:cubicBezTo>
                  <a:lnTo>
                    <a:pt x="344128" y="102469"/>
                  </a:lnTo>
                  <a:cubicBezTo>
                    <a:pt x="335570" y="139750"/>
                    <a:pt x="314399" y="170483"/>
                    <a:pt x="280615" y="194668"/>
                  </a:cubicBezTo>
                  <a:cubicBezTo>
                    <a:pt x="277044" y="190352"/>
                    <a:pt x="273174" y="186036"/>
                    <a:pt x="269007" y="181720"/>
                  </a:cubicBezTo>
                  <a:cubicBezTo>
                    <a:pt x="299814" y="160660"/>
                    <a:pt x="319311" y="134243"/>
                    <a:pt x="327496" y="102469"/>
                  </a:cubicBezTo>
                  <a:lnTo>
                    <a:pt x="300930" y="102469"/>
                  </a:lnTo>
                  <a:lnTo>
                    <a:pt x="300930" y="85502"/>
                  </a:lnTo>
                  <a:lnTo>
                    <a:pt x="385539" y="30585"/>
                  </a:lnTo>
                  <a:lnTo>
                    <a:pt x="298475" y="30585"/>
                  </a:lnTo>
                  <a:close/>
                  <a:moveTo>
                    <a:pt x="250031" y="3126"/>
                  </a:moveTo>
                  <a:lnTo>
                    <a:pt x="266551" y="3126"/>
                  </a:lnTo>
                  <a:lnTo>
                    <a:pt x="266551" y="58936"/>
                  </a:lnTo>
                  <a:lnTo>
                    <a:pt x="293787" y="58936"/>
                  </a:lnTo>
                  <a:lnTo>
                    <a:pt x="293787" y="75010"/>
                  </a:lnTo>
                  <a:lnTo>
                    <a:pt x="266551" y="75010"/>
                  </a:lnTo>
                  <a:lnTo>
                    <a:pt x="266551" y="144773"/>
                  </a:lnTo>
                  <a:cubicBezTo>
                    <a:pt x="274886" y="140978"/>
                    <a:pt x="283294" y="137071"/>
                    <a:pt x="291778" y="133053"/>
                  </a:cubicBezTo>
                  <a:cubicBezTo>
                    <a:pt x="292075" y="139303"/>
                    <a:pt x="292745" y="144885"/>
                    <a:pt x="293787" y="149796"/>
                  </a:cubicBezTo>
                  <a:cubicBezTo>
                    <a:pt x="272058" y="159619"/>
                    <a:pt x="248915" y="170706"/>
                    <a:pt x="224358" y="183059"/>
                  </a:cubicBezTo>
                  <a:lnTo>
                    <a:pt x="217438" y="165869"/>
                  </a:lnTo>
                  <a:cubicBezTo>
                    <a:pt x="228228" y="161479"/>
                    <a:pt x="239092" y="156902"/>
                    <a:pt x="250031" y="152140"/>
                  </a:cubicBezTo>
                  <a:lnTo>
                    <a:pt x="250031" y="75010"/>
                  </a:lnTo>
                  <a:lnTo>
                    <a:pt x="220117" y="75010"/>
                  </a:lnTo>
                  <a:lnTo>
                    <a:pt x="220117" y="58936"/>
                  </a:lnTo>
                  <a:lnTo>
                    <a:pt x="250031" y="58936"/>
                  </a:lnTo>
                  <a:close/>
                  <a:moveTo>
                    <a:pt x="82376" y="1786"/>
                  </a:moveTo>
                  <a:lnTo>
                    <a:pt x="100905" y="1786"/>
                  </a:lnTo>
                  <a:lnTo>
                    <a:pt x="100905" y="30361"/>
                  </a:lnTo>
                  <a:lnTo>
                    <a:pt x="183505" y="30361"/>
                  </a:lnTo>
                  <a:lnTo>
                    <a:pt x="183505" y="155823"/>
                  </a:lnTo>
                  <a:lnTo>
                    <a:pt x="100905" y="155823"/>
                  </a:lnTo>
                  <a:lnTo>
                    <a:pt x="100905" y="181943"/>
                  </a:lnTo>
                  <a:cubicBezTo>
                    <a:pt x="100905" y="191021"/>
                    <a:pt x="105668" y="195561"/>
                    <a:pt x="115193" y="195561"/>
                  </a:cubicBezTo>
                  <a:lnTo>
                    <a:pt x="167432" y="195561"/>
                  </a:lnTo>
                  <a:cubicBezTo>
                    <a:pt x="177552" y="195561"/>
                    <a:pt x="183728" y="192212"/>
                    <a:pt x="185961" y="185515"/>
                  </a:cubicBezTo>
                  <a:cubicBezTo>
                    <a:pt x="188342" y="178222"/>
                    <a:pt x="190053" y="167730"/>
                    <a:pt x="191095" y="154037"/>
                  </a:cubicBezTo>
                  <a:cubicBezTo>
                    <a:pt x="195411" y="155972"/>
                    <a:pt x="201588" y="158279"/>
                    <a:pt x="209624" y="160958"/>
                  </a:cubicBezTo>
                  <a:cubicBezTo>
                    <a:pt x="207838" y="172864"/>
                    <a:pt x="205829" y="183059"/>
                    <a:pt x="203597" y="191542"/>
                  </a:cubicBezTo>
                  <a:cubicBezTo>
                    <a:pt x="199876" y="205532"/>
                    <a:pt x="189756" y="212527"/>
                    <a:pt x="173236" y="212527"/>
                  </a:cubicBezTo>
                  <a:lnTo>
                    <a:pt x="113854" y="212527"/>
                  </a:lnTo>
                  <a:cubicBezTo>
                    <a:pt x="92869" y="212527"/>
                    <a:pt x="82376" y="202258"/>
                    <a:pt x="82376" y="181720"/>
                  </a:cubicBezTo>
                  <a:lnTo>
                    <a:pt x="82376" y="155823"/>
                  </a:lnTo>
                  <a:lnTo>
                    <a:pt x="18529" y="155823"/>
                  </a:lnTo>
                  <a:lnTo>
                    <a:pt x="18529" y="171227"/>
                  </a:lnTo>
                  <a:lnTo>
                    <a:pt x="0" y="171227"/>
                  </a:lnTo>
                  <a:lnTo>
                    <a:pt x="0" y="30361"/>
                  </a:lnTo>
                  <a:lnTo>
                    <a:pt x="82376" y="30361"/>
                  </a:lnTo>
                  <a:close/>
                  <a:moveTo>
                    <a:pt x="767507" y="670"/>
                  </a:moveTo>
                  <a:lnTo>
                    <a:pt x="786705" y="6028"/>
                  </a:lnTo>
                  <a:cubicBezTo>
                    <a:pt x="782836" y="16446"/>
                    <a:pt x="779041" y="26194"/>
                    <a:pt x="775320" y="35273"/>
                  </a:cubicBezTo>
                  <a:lnTo>
                    <a:pt x="879797" y="35273"/>
                  </a:lnTo>
                  <a:lnTo>
                    <a:pt x="879797" y="192212"/>
                  </a:lnTo>
                  <a:cubicBezTo>
                    <a:pt x="879797" y="209029"/>
                    <a:pt x="871389" y="217438"/>
                    <a:pt x="854571" y="217438"/>
                  </a:cubicBezTo>
                  <a:cubicBezTo>
                    <a:pt x="845195" y="217438"/>
                    <a:pt x="833884" y="217289"/>
                    <a:pt x="820638" y="216992"/>
                  </a:cubicBezTo>
                  <a:cubicBezTo>
                    <a:pt x="819894" y="211783"/>
                    <a:pt x="818852" y="205979"/>
                    <a:pt x="817513" y="199579"/>
                  </a:cubicBezTo>
                  <a:cubicBezTo>
                    <a:pt x="830312" y="200621"/>
                    <a:pt x="841177" y="201142"/>
                    <a:pt x="850106" y="201142"/>
                  </a:cubicBezTo>
                  <a:cubicBezTo>
                    <a:pt x="858292" y="201142"/>
                    <a:pt x="862385" y="196826"/>
                    <a:pt x="862385" y="188194"/>
                  </a:cubicBezTo>
                  <a:lnTo>
                    <a:pt x="862385" y="51793"/>
                  </a:lnTo>
                  <a:lnTo>
                    <a:pt x="708347" y="51793"/>
                  </a:lnTo>
                  <a:lnTo>
                    <a:pt x="708347" y="218554"/>
                  </a:lnTo>
                  <a:lnTo>
                    <a:pt x="690935" y="218554"/>
                  </a:lnTo>
                  <a:lnTo>
                    <a:pt x="690935" y="35273"/>
                  </a:lnTo>
                  <a:lnTo>
                    <a:pt x="756791" y="35273"/>
                  </a:lnTo>
                  <a:cubicBezTo>
                    <a:pt x="760512" y="24259"/>
                    <a:pt x="764084" y="12725"/>
                    <a:pt x="767507" y="670"/>
                  </a:cubicBezTo>
                  <a:close/>
                  <a:moveTo>
                    <a:pt x="556543" y="0"/>
                  </a:moveTo>
                  <a:cubicBezTo>
                    <a:pt x="560710" y="6400"/>
                    <a:pt x="566961" y="16818"/>
                    <a:pt x="575295" y="31254"/>
                  </a:cubicBezTo>
                  <a:lnTo>
                    <a:pt x="558998" y="39514"/>
                  </a:lnTo>
                  <a:lnTo>
                    <a:pt x="664815" y="39514"/>
                  </a:lnTo>
                  <a:lnTo>
                    <a:pt x="664815" y="56481"/>
                  </a:lnTo>
                  <a:lnTo>
                    <a:pt x="529419" y="56481"/>
                  </a:lnTo>
                  <a:cubicBezTo>
                    <a:pt x="528898" y="70024"/>
                    <a:pt x="528340" y="81558"/>
                    <a:pt x="527744" y="91083"/>
                  </a:cubicBezTo>
                  <a:lnTo>
                    <a:pt x="635570" y="91083"/>
                  </a:lnTo>
                  <a:cubicBezTo>
                    <a:pt x="633785" y="123379"/>
                    <a:pt x="631850" y="151433"/>
                    <a:pt x="629766" y="175245"/>
                  </a:cubicBezTo>
                  <a:cubicBezTo>
                    <a:pt x="628129" y="202183"/>
                    <a:pt x="615032" y="215652"/>
                    <a:pt x="590476" y="215652"/>
                  </a:cubicBezTo>
                  <a:cubicBezTo>
                    <a:pt x="579165" y="215652"/>
                    <a:pt x="564059" y="215057"/>
                    <a:pt x="545157" y="213866"/>
                  </a:cubicBezTo>
                  <a:cubicBezTo>
                    <a:pt x="544413" y="208211"/>
                    <a:pt x="543297" y="201365"/>
                    <a:pt x="541809" y="193328"/>
                  </a:cubicBezTo>
                  <a:cubicBezTo>
                    <a:pt x="560710" y="195858"/>
                    <a:pt x="576039" y="197123"/>
                    <a:pt x="587797" y="197123"/>
                  </a:cubicBezTo>
                  <a:cubicBezTo>
                    <a:pt x="601489" y="197123"/>
                    <a:pt x="609153" y="189012"/>
                    <a:pt x="610791" y="172790"/>
                  </a:cubicBezTo>
                  <a:cubicBezTo>
                    <a:pt x="612577" y="155079"/>
                    <a:pt x="614139" y="133425"/>
                    <a:pt x="615479" y="107826"/>
                  </a:cubicBezTo>
                  <a:lnTo>
                    <a:pt x="526517" y="107826"/>
                  </a:lnTo>
                  <a:cubicBezTo>
                    <a:pt x="522349" y="156940"/>
                    <a:pt x="499616" y="195040"/>
                    <a:pt x="458316" y="222126"/>
                  </a:cubicBezTo>
                  <a:cubicBezTo>
                    <a:pt x="454298" y="217364"/>
                    <a:pt x="449759" y="212304"/>
                    <a:pt x="444698" y="206946"/>
                  </a:cubicBezTo>
                  <a:cubicBezTo>
                    <a:pt x="483989" y="181050"/>
                    <a:pt x="505048" y="146373"/>
                    <a:pt x="507876" y="102915"/>
                  </a:cubicBezTo>
                  <a:cubicBezTo>
                    <a:pt x="508918" y="91158"/>
                    <a:pt x="509773" y="75679"/>
                    <a:pt x="510443" y="56481"/>
                  </a:cubicBezTo>
                  <a:lnTo>
                    <a:pt x="449610" y="56481"/>
                  </a:lnTo>
                  <a:lnTo>
                    <a:pt x="449610" y="39514"/>
                  </a:lnTo>
                  <a:lnTo>
                    <a:pt x="556766" y="39514"/>
                  </a:lnTo>
                  <a:cubicBezTo>
                    <a:pt x="549250" y="25227"/>
                    <a:pt x="543371" y="14809"/>
                    <a:pt x="539130" y="826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73" name="组合 472">
            <a:extLst>
              <a:ext uri="{FF2B5EF4-FFF2-40B4-BE49-F238E27FC236}">
                <a16:creationId xmlns:a16="http://schemas.microsoft.com/office/drawing/2014/main" id="{C62AAD34-C553-4892-AFF1-DC4BD3DE2C63}"/>
              </a:ext>
            </a:extLst>
          </p:cNvPr>
          <p:cNvGrpSpPr/>
          <p:nvPr/>
        </p:nvGrpSpPr>
        <p:grpSpPr>
          <a:xfrm>
            <a:off x="6032854" y="2316704"/>
            <a:ext cx="90146" cy="1840634"/>
            <a:chOff x="1214405" y="4592622"/>
            <a:chExt cx="84501" cy="1725373"/>
          </a:xfrm>
          <a:solidFill>
            <a:srgbClr val="FF0000"/>
          </a:solidFill>
        </p:grpSpPr>
        <p:sp>
          <p:nvSpPr>
            <p:cNvPr id="474" name="椭圆 473">
              <a:extLst>
                <a:ext uri="{FF2B5EF4-FFF2-40B4-BE49-F238E27FC236}">
                  <a16:creationId xmlns:a16="http://schemas.microsoft.com/office/drawing/2014/main" id="{DE7A69C8-1AC1-4824-A683-24F261291466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5" name="椭圆 474">
              <a:extLst>
                <a:ext uri="{FF2B5EF4-FFF2-40B4-BE49-F238E27FC236}">
                  <a16:creationId xmlns:a16="http://schemas.microsoft.com/office/drawing/2014/main" id="{198CE6C5-C93A-4E81-8739-0ACF8035EDFA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6" name="椭圆 475">
              <a:extLst>
                <a:ext uri="{FF2B5EF4-FFF2-40B4-BE49-F238E27FC236}">
                  <a16:creationId xmlns:a16="http://schemas.microsoft.com/office/drawing/2014/main" id="{5DB3887A-B2D2-4793-995C-56529720E182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7" name="椭圆 476">
              <a:extLst>
                <a:ext uri="{FF2B5EF4-FFF2-40B4-BE49-F238E27FC236}">
                  <a16:creationId xmlns:a16="http://schemas.microsoft.com/office/drawing/2014/main" id="{4169CDA6-F798-4477-A810-8D30520234BC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8" name="椭圆 477">
              <a:extLst>
                <a:ext uri="{FF2B5EF4-FFF2-40B4-BE49-F238E27FC236}">
                  <a16:creationId xmlns:a16="http://schemas.microsoft.com/office/drawing/2014/main" id="{229BCBC4-F9BB-4451-8D6C-FE4BD6299B72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grpFill/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79" name="矩形 478">
            <a:extLst>
              <a:ext uri="{FF2B5EF4-FFF2-40B4-BE49-F238E27FC236}">
                <a16:creationId xmlns:a16="http://schemas.microsoft.com/office/drawing/2014/main" id="{58A817E6-CF6F-415F-A9E3-FF50B13D445A}"/>
              </a:ext>
            </a:extLst>
          </p:cNvPr>
          <p:cNvSpPr/>
          <p:nvPr/>
        </p:nvSpPr>
        <p:spPr>
          <a:xfrm>
            <a:off x="5215348" y="2206918"/>
            <a:ext cx="936948" cy="2001151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0" name="文本框 479">
            <a:extLst>
              <a:ext uri="{FF2B5EF4-FFF2-40B4-BE49-F238E27FC236}">
                <a16:creationId xmlns:a16="http://schemas.microsoft.com/office/drawing/2014/main" id="{8231AD64-7580-4B13-A33C-33D69F7FC1E8}"/>
              </a:ext>
            </a:extLst>
          </p:cNvPr>
          <p:cNvSpPr txBox="1"/>
          <p:nvPr/>
        </p:nvSpPr>
        <p:spPr>
          <a:xfrm>
            <a:off x="5085599" y="4391921"/>
            <a:ext cx="1113978" cy="221680"/>
          </a:xfrm>
          <a:custGeom>
            <a:avLst/>
            <a:gdLst/>
            <a:ahLst/>
            <a:cxnLst/>
            <a:rect l="l" t="t" r="r" b="b"/>
            <a:pathLst>
              <a:path w="1113978" h="221680">
                <a:moveTo>
                  <a:pt x="316111" y="146001"/>
                </a:moveTo>
                <a:cubicBezTo>
                  <a:pt x="326826" y="157758"/>
                  <a:pt x="336054" y="168474"/>
                  <a:pt x="343793" y="178148"/>
                </a:cubicBezTo>
                <a:lnTo>
                  <a:pt x="329505" y="189086"/>
                </a:lnTo>
                <a:cubicBezTo>
                  <a:pt x="321022" y="177627"/>
                  <a:pt x="312241" y="166688"/>
                  <a:pt x="303163" y="156270"/>
                </a:cubicBezTo>
                <a:close/>
                <a:moveTo>
                  <a:pt x="996553" y="132606"/>
                </a:moveTo>
                <a:lnTo>
                  <a:pt x="1013966" y="132606"/>
                </a:lnTo>
                <a:lnTo>
                  <a:pt x="1013966" y="150689"/>
                </a:lnTo>
                <a:lnTo>
                  <a:pt x="1095449" y="150689"/>
                </a:lnTo>
                <a:lnTo>
                  <a:pt x="1095449" y="166539"/>
                </a:lnTo>
                <a:lnTo>
                  <a:pt x="1013966" y="166539"/>
                </a:lnTo>
                <a:lnTo>
                  <a:pt x="1013966" y="196230"/>
                </a:lnTo>
                <a:lnTo>
                  <a:pt x="1113755" y="196230"/>
                </a:lnTo>
                <a:lnTo>
                  <a:pt x="1113755" y="212304"/>
                </a:lnTo>
                <a:lnTo>
                  <a:pt x="896540" y="212304"/>
                </a:lnTo>
                <a:lnTo>
                  <a:pt x="896540" y="196230"/>
                </a:lnTo>
                <a:lnTo>
                  <a:pt x="996553" y="196230"/>
                </a:lnTo>
                <a:lnTo>
                  <a:pt x="996553" y="166539"/>
                </a:lnTo>
                <a:lnTo>
                  <a:pt x="916855" y="166539"/>
                </a:lnTo>
                <a:lnTo>
                  <a:pt x="916855" y="150689"/>
                </a:lnTo>
                <a:lnTo>
                  <a:pt x="996553" y="150689"/>
                </a:lnTo>
                <a:close/>
                <a:moveTo>
                  <a:pt x="516805" y="128588"/>
                </a:moveTo>
                <a:cubicBezTo>
                  <a:pt x="507504" y="139155"/>
                  <a:pt x="497830" y="148754"/>
                  <a:pt x="487784" y="157386"/>
                </a:cubicBezTo>
                <a:lnTo>
                  <a:pt x="539576" y="157386"/>
                </a:lnTo>
                <a:lnTo>
                  <a:pt x="539576" y="135732"/>
                </a:lnTo>
                <a:lnTo>
                  <a:pt x="556319" y="135732"/>
                </a:lnTo>
                <a:lnTo>
                  <a:pt x="556319" y="157386"/>
                </a:lnTo>
                <a:lnTo>
                  <a:pt x="607442" y="157386"/>
                </a:lnTo>
                <a:cubicBezTo>
                  <a:pt x="596800" y="148828"/>
                  <a:pt x="587089" y="139229"/>
                  <a:pt x="578309" y="128588"/>
                </a:cubicBezTo>
                <a:close/>
                <a:moveTo>
                  <a:pt x="23663" y="125239"/>
                </a:moveTo>
                <a:lnTo>
                  <a:pt x="23663" y="152921"/>
                </a:lnTo>
                <a:lnTo>
                  <a:pt x="158055" y="152921"/>
                </a:lnTo>
                <a:lnTo>
                  <a:pt x="158055" y="125239"/>
                </a:lnTo>
                <a:close/>
                <a:moveTo>
                  <a:pt x="753219" y="124793"/>
                </a:moveTo>
                <a:lnTo>
                  <a:pt x="770632" y="124793"/>
                </a:lnTo>
                <a:cubicBezTo>
                  <a:pt x="770483" y="129630"/>
                  <a:pt x="770185" y="134243"/>
                  <a:pt x="769739" y="138634"/>
                </a:cubicBezTo>
                <a:lnTo>
                  <a:pt x="860598" y="138634"/>
                </a:lnTo>
                <a:cubicBezTo>
                  <a:pt x="859556" y="156791"/>
                  <a:pt x="858366" y="172790"/>
                  <a:pt x="857026" y="186631"/>
                </a:cubicBezTo>
                <a:cubicBezTo>
                  <a:pt x="855240" y="205532"/>
                  <a:pt x="843632" y="215057"/>
                  <a:pt x="822201" y="215206"/>
                </a:cubicBezTo>
                <a:cubicBezTo>
                  <a:pt x="811336" y="215355"/>
                  <a:pt x="796974" y="215206"/>
                  <a:pt x="779115" y="214759"/>
                </a:cubicBezTo>
                <a:cubicBezTo>
                  <a:pt x="778222" y="208508"/>
                  <a:pt x="776957" y="202034"/>
                  <a:pt x="775320" y="195337"/>
                </a:cubicBezTo>
                <a:cubicBezTo>
                  <a:pt x="793030" y="196825"/>
                  <a:pt x="808508" y="197570"/>
                  <a:pt x="821754" y="197570"/>
                </a:cubicBezTo>
                <a:cubicBezTo>
                  <a:pt x="832767" y="197570"/>
                  <a:pt x="838795" y="192807"/>
                  <a:pt x="839837" y="183282"/>
                </a:cubicBezTo>
                <a:cubicBezTo>
                  <a:pt x="840730" y="176287"/>
                  <a:pt x="841548" y="166465"/>
                  <a:pt x="842292" y="153814"/>
                </a:cubicBezTo>
                <a:lnTo>
                  <a:pt x="767171" y="153814"/>
                </a:lnTo>
                <a:cubicBezTo>
                  <a:pt x="763600" y="169516"/>
                  <a:pt x="757237" y="181645"/>
                  <a:pt x="748084" y="190203"/>
                </a:cubicBezTo>
                <a:cubicBezTo>
                  <a:pt x="733946" y="203746"/>
                  <a:pt x="710952" y="214238"/>
                  <a:pt x="679102" y="221680"/>
                </a:cubicBezTo>
                <a:cubicBezTo>
                  <a:pt x="676126" y="216768"/>
                  <a:pt x="672554" y="211262"/>
                  <a:pt x="668387" y="205160"/>
                </a:cubicBezTo>
                <a:cubicBezTo>
                  <a:pt x="700534" y="198611"/>
                  <a:pt x="722709" y="189533"/>
                  <a:pt x="734913" y="177924"/>
                </a:cubicBezTo>
                <a:cubicBezTo>
                  <a:pt x="741610" y="171971"/>
                  <a:pt x="746447" y="163934"/>
                  <a:pt x="749424" y="153814"/>
                </a:cubicBezTo>
                <a:lnTo>
                  <a:pt x="681335" y="153814"/>
                </a:lnTo>
                <a:lnTo>
                  <a:pt x="681335" y="138634"/>
                </a:lnTo>
                <a:lnTo>
                  <a:pt x="752437" y="138634"/>
                </a:lnTo>
                <a:cubicBezTo>
                  <a:pt x="752958" y="134318"/>
                  <a:pt x="753219" y="129704"/>
                  <a:pt x="753219" y="124793"/>
                </a:cubicBezTo>
                <a:close/>
                <a:moveTo>
                  <a:pt x="380404" y="102022"/>
                </a:moveTo>
                <a:lnTo>
                  <a:pt x="397817" y="102022"/>
                </a:lnTo>
                <a:lnTo>
                  <a:pt x="397817" y="125686"/>
                </a:lnTo>
                <a:lnTo>
                  <a:pt x="430411" y="125686"/>
                </a:lnTo>
                <a:lnTo>
                  <a:pt x="430411" y="140866"/>
                </a:lnTo>
                <a:lnTo>
                  <a:pt x="397817" y="140866"/>
                </a:lnTo>
                <a:lnTo>
                  <a:pt x="397817" y="189979"/>
                </a:lnTo>
                <a:cubicBezTo>
                  <a:pt x="397817" y="208583"/>
                  <a:pt x="388441" y="217959"/>
                  <a:pt x="369689" y="218108"/>
                </a:cubicBezTo>
                <a:cubicBezTo>
                  <a:pt x="362991" y="218257"/>
                  <a:pt x="352871" y="218182"/>
                  <a:pt x="339328" y="217885"/>
                </a:cubicBezTo>
                <a:cubicBezTo>
                  <a:pt x="338435" y="212080"/>
                  <a:pt x="337319" y="205681"/>
                  <a:pt x="335979" y="198686"/>
                </a:cubicBezTo>
                <a:cubicBezTo>
                  <a:pt x="347737" y="199876"/>
                  <a:pt x="357857" y="200472"/>
                  <a:pt x="366340" y="200472"/>
                </a:cubicBezTo>
                <a:cubicBezTo>
                  <a:pt x="375716" y="200472"/>
                  <a:pt x="380404" y="195263"/>
                  <a:pt x="380404" y="184845"/>
                </a:cubicBezTo>
                <a:lnTo>
                  <a:pt x="380404" y="140866"/>
                </a:lnTo>
                <a:lnTo>
                  <a:pt x="290661" y="140866"/>
                </a:lnTo>
                <a:lnTo>
                  <a:pt x="290661" y="125686"/>
                </a:lnTo>
                <a:lnTo>
                  <a:pt x="380404" y="125686"/>
                </a:lnTo>
                <a:close/>
                <a:moveTo>
                  <a:pt x="500509" y="98227"/>
                </a:moveTo>
                <a:lnTo>
                  <a:pt x="500509" y="114077"/>
                </a:lnTo>
                <a:lnTo>
                  <a:pt x="596280" y="114077"/>
                </a:lnTo>
                <a:lnTo>
                  <a:pt x="596280" y="98227"/>
                </a:lnTo>
                <a:close/>
                <a:moveTo>
                  <a:pt x="23663" y="81707"/>
                </a:moveTo>
                <a:lnTo>
                  <a:pt x="23663" y="109166"/>
                </a:lnTo>
                <a:lnTo>
                  <a:pt x="158055" y="109166"/>
                </a:lnTo>
                <a:lnTo>
                  <a:pt x="158055" y="81707"/>
                </a:lnTo>
                <a:close/>
                <a:moveTo>
                  <a:pt x="500509" y="68759"/>
                </a:moveTo>
                <a:lnTo>
                  <a:pt x="500509" y="84386"/>
                </a:lnTo>
                <a:lnTo>
                  <a:pt x="596280" y="84386"/>
                </a:lnTo>
                <a:lnTo>
                  <a:pt x="596280" y="68759"/>
                </a:lnTo>
                <a:close/>
                <a:moveTo>
                  <a:pt x="946323" y="65187"/>
                </a:moveTo>
                <a:lnTo>
                  <a:pt x="962620" y="72331"/>
                </a:lnTo>
                <a:cubicBezTo>
                  <a:pt x="947291" y="89446"/>
                  <a:pt x="935310" y="102096"/>
                  <a:pt x="926678" y="110282"/>
                </a:cubicBezTo>
                <a:cubicBezTo>
                  <a:pt x="931143" y="110133"/>
                  <a:pt x="947663" y="109612"/>
                  <a:pt x="976238" y="108719"/>
                </a:cubicBezTo>
                <a:cubicBezTo>
                  <a:pt x="971773" y="102915"/>
                  <a:pt x="967010" y="96887"/>
                  <a:pt x="961950" y="90637"/>
                </a:cubicBezTo>
                <a:lnTo>
                  <a:pt x="973559" y="81930"/>
                </a:lnTo>
                <a:cubicBezTo>
                  <a:pt x="985465" y="94581"/>
                  <a:pt x="996627" y="107529"/>
                  <a:pt x="1007045" y="120774"/>
                </a:cubicBezTo>
                <a:lnTo>
                  <a:pt x="993427" y="130597"/>
                </a:lnTo>
                <a:cubicBezTo>
                  <a:pt x="991195" y="127769"/>
                  <a:pt x="988888" y="124867"/>
                  <a:pt x="986507" y="121891"/>
                </a:cubicBezTo>
                <a:cubicBezTo>
                  <a:pt x="976238" y="122337"/>
                  <a:pt x="956220" y="123304"/>
                  <a:pt x="926455" y="124793"/>
                </a:cubicBezTo>
                <a:cubicBezTo>
                  <a:pt x="922436" y="124942"/>
                  <a:pt x="915814" y="125537"/>
                  <a:pt x="906586" y="126579"/>
                </a:cubicBezTo>
                <a:lnTo>
                  <a:pt x="900559" y="111175"/>
                </a:lnTo>
                <a:cubicBezTo>
                  <a:pt x="914400" y="104180"/>
                  <a:pt x="929655" y="88851"/>
                  <a:pt x="946323" y="65187"/>
                </a:cubicBezTo>
                <a:close/>
                <a:moveTo>
                  <a:pt x="1045889" y="64517"/>
                </a:moveTo>
                <a:lnTo>
                  <a:pt x="1062632" y="70768"/>
                </a:lnTo>
                <a:cubicBezTo>
                  <a:pt x="1050577" y="86097"/>
                  <a:pt x="1039862" y="98971"/>
                  <a:pt x="1030486" y="109389"/>
                </a:cubicBezTo>
                <a:cubicBezTo>
                  <a:pt x="1046410" y="109091"/>
                  <a:pt x="1062558" y="108570"/>
                  <a:pt x="1078929" y="107826"/>
                </a:cubicBezTo>
                <a:cubicBezTo>
                  <a:pt x="1073720" y="102022"/>
                  <a:pt x="1068511" y="96143"/>
                  <a:pt x="1063302" y="90190"/>
                </a:cubicBezTo>
                <a:lnTo>
                  <a:pt x="1074911" y="81260"/>
                </a:lnTo>
                <a:cubicBezTo>
                  <a:pt x="1087859" y="94060"/>
                  <a:pt x="1100881" y="108050"/>
                  <a:pt x="1113978" y="123230"/>
                </a:cubicBezTo>
                <a:lnTo>
                  <a:pt x="1100807" y="134169"/>
                </a:lnTo>
                <a:cubicBezTo>
                  <a:pt x="1097235" y="129704"/>
                  <a:pt x="1093589" y="125314"/>
                  <a:pt x="1089868" y="120998"/>
                </a:cubicBezTo>
                <a:cubicBezTo>
                  <a:pt x="1074092" y="121891"/>
                  <a:pt x="1054149" y="122932"/>
                  <a:pt x="1030039" y="124123"/>
                </a:cubicBezTo>
                <a:cubicBezTo>
                  <a:pt x="1026170" y="124272"/>
                  <a:pt x="1020291" y="124867"/>
                  <a:pt x="1012403" y="125909"/>
                </a:cubicBezTo>
                <a:lnTo>
                  <a:pt x="1005929" y="110505"/>
                </a:lnTo>
                <a:cubicBezTo>
                  <a:pt x="1017835" y="102617"/>
                  <a:pt x="1031155" y="87288"/>
                  <a:pt x="1045889" y="64517"/>
                </a:cubicBezTo>
                <a:close/>
                <a:moveTo>
                  <a:pt x="500509" y="39291"/>
                </a:moveTo>
                <a:lnTo>
                  <a:pt x="500509" y="54918"/>
                </a:lnTo>
                <a:lnTo>
                  <a:pt x="596280" y="54918"/>
                </a:lnTo>
                <a:lnTo>
                  <a:pt x="596280" y="39291"/>
                </a:lnTo>
                <a:close/>
                <a:moveTo>
                  <a:pt x="12055" y="9153"/>
                </a:moveTo>
                <a:cubicBezTo>
                  <a:pt x="26789" y="21208"/>
                  <a:pt x="40853" y="33561"/>
                  <a:pt x="54248" y="46211"/>
                </a:cubicBezTo>
                <a:lnTo>
                  <a:pt x="40630" y="59383"/>
                </a:lnTo>
                <a:cubicBezTo>
                  <a:pt x="25300" y="43309"/>
                  <a:pt x="11757" y="30287"/>
                  <a:pt x="0" y="20315"/>
                </a:cubicBezTo>
                <a:close/>
                <a:moveTo>
                  <a:pt x="165869" y="8037"/>
                </a:moveTo>
                <a:lnTo>
                  <a:pt x="179933" y="19869"/>
                </a:lnTo>
                <a:cubicBezTo>
                  <a:pt x="164455" y="34603"/>
                  <a:pt x="149274" y="48221"/>
                  <a:pt x="134391" y="60722"/>
                </a:cubicBezTo>
                <a:lnTo>
                  <a:pt x="122336" y="48667"/>
                </a:lnTo>
                <a:cubicBezTo>
                  <a:pt x="137666" y="36166"/>
                  <a:pt x="152176" y="22622"/>
                  <a:pt x="165869" y="8037"/>
                </a:cubicBezTo>
                <a:close/>
                <a:moveTo>
                  <a:pt x="249361" y="2233"/>
                </a:moveTo>
                <a:lnTo>
                  <a:pt x="266104" y="2233"/>
                </a:lnTo>
                <a:lnTo>
                  <a:pt x="266104" y="52239"/>
                </a:lnTo>
                <a:lnTo>
                  <a:pt x="294010" y="52239"/>
                </a:lnTo>
                <a:lnTo>
                  <a:pt x="294010" y="67196"/>
                </a:lnTo>
                <a:lnTo>
                  <a:pt x="266104" y="67196"/>
                </a:lnTo>
                <a:lnTo>
                  <a:pt x="266104" y="113854"/>
                </a:lnTo>
                <a:cubicBezTo>
                  <a:pt x="274513" y="110877"/>
                  <a:pt x="282848" y="107901"/>
                  <a:pt x="291107" y="104924"/>
                </a:cubicBezTo>
                <a:cubicBezTo>
                  <a:pt x="291852" y="111473"/>
                  <a:pt x="292670" y="117128"/>
                  <a:pt x="293563" y="121891"/>
                </a:cubicBezTo>
                <a:cubicBezTo>
                  <a:pt x="284931" y="124942"/>
                  <a:pt x="275778" y="128253"/>
                  <a:pt x="266104" y="131825"/>
                </a:cubicBezTo>
                <a:lnTo>
                  <a:pt x="266104" y="220787"/>
                </a:lnTo>
                <a:lnTo>
                  <a:pt x="249361" y="220787"/>
                </a:lnTo>
                <a:lnTo>
                  <a:pt x="249361" y="138076"/>
                </a:lnTo>
                <a:cubicBezTo>
                  <a:pt x="237381" y="142615"/>
                  <a:pt x="224730" y="147489"/>
                  <a:pt x="211410" y="152698"/>
                </a:cubicBezTo>
                <a:lnTo>
                  <a:pt x="208061" y="133722"/>
                </a:lnTo>
                <a:cubicBezTo>
                  <a:pt x="221977" y="129034"/>
                  <a:pt x="235743" y="124346"/>
                  <a:pt x="249361" y="119658"/>
                </a:cubicBezTo>
                <a:lnTo>
                  <a:pt x="249361" y="67196"/>
                </a:lnTo>
                <a:lnTo>
                  <a:pt x="231725" y="67196"/>
                </a:lnTo>
                <a:cubicBezTo>
                  <a:pt x="228674" y="81335"/>
                  <a:pt x="224953" y="94283"/>
                  <a:pt x="220563" y="106040"/>
                </a:cubicBezTo>
                <a:cubicBezTo>
                  <a:pt x="215949" y="102766"/>
                  <a:pt x="211038" y="99492"/>
                  <a:pt x="205829" y="96218"/>
                </a:cubicBezTo>
                <a:cubicBezTo>
                  <a:pt x="214163" y="76572"/>
                  <a:pt x="219596" y="52090"/>
                  <a:pt x="222126" y="22771"/>
                </a:cubicBezTo>
                <a:lnTo>
                  <a:pt x="238199" y="25450"/>
                </a:lnTo>
                <a:cubicBezTo>
                  <a:pt x="237232" y="34752"/>
                  <a:pt x="236004" y="43681"/>
                  <a:pt x="234516" y="52239"/>
                </a:cubicBezTo>
                <a:lnTo>
                  <a:pt x="249361" y="52239"/>
                </a:lnTo>
                <a:close/>
                <a:moveTo>
                  <a:pt x="81706" y="1786"/>
                </a:moveTo>
                <a:lnTo>
                  <a:pt x="99119" y="1786"/>
                </a:lnTo>
                <a:lnTo>
                  <a:pt x="99119" y="64964"/>
                </a:lnTo>
                <a:lnTo>
                  <a:pt x="175915" y="64964"/>
                </a:lnTo>
                <a:lnTo>
                  <a:pt x="175915" y="192212"/>
                </a:lnTo>
                <a:cubicBezTo>
                  <a:pt x="175915" y="210220"/>
                  <a:pt x="167655" y="219224"/>
                  <a:pt x="151135" y="219224"/>
                </a:cubicBezTo>
                <a:cubicBezTo>
                  <a:pt x="133573" y="219224"/>
                  <a:pt x="120625" y="219001"/>
                  <a:pt x="112290" y="218554"/>
                </a:cubicBezTo>
                <a:cubicBezTo>
                  <a:pt x="111398" y="213048"/>
                  <a:pt x="110281" y="206946"/>
                  <a:pt x="108942" y="200249"/>
                </a:cubicBezTo>
                <a:cubicBezTo>
                  <a:pt x="117127" y="201142"/>
                  <a:pt x="128959" y="201588"/>
                  <a:pt x="144437" y="201588"/>
                </a:cubicBezTo>
                <a:cubicBezTo>
                  <a:pt x="153516" y="201588"/>
                  <a:pt x="158055" y="197421"/>
                  <a:pt x="158055" y="189086"/>
                </a:cubicBezTo>
                <a:lnTo>
                  <a:pt x="158055" y="168995"/>
                </a:lnTo>
                <a:lnTo>
                  <a:pt x="23663" y="168995"/>
                </a:lnTo>
                <a:lnTo>
                  <a:pt x="23663" y="220564"/>
                </a:lnTo>
                <a:lnTo>
                  <a:pt x="5804" y="220564"/>
                </a:lnTo>
                <a:lnTo>
                  <a:pt x="5804" y="64964"/>
                </a:lnTo>
                <a:lnTo>
                  <a:pt x="81706" y="64964"/>
                </a:lnTo>
                <a:close/>
                <a:moveTo>
                  <a:pt x="347364" y="1117"/>
                </a:moveTo>
                <a:lnTo>
                  <a:pt x="364777" y="1117"/>
                </a:lnTo>
                <a:lnTo>
                  <a:pt x="364777" y="32147"/>
                </a:lnTo>
                <a:lnTo>
                  <a:pt x="419025" y="32147"/>
                </a:lnTo>
                <a:lnTo>
                  <a:pt x="419025" y="47328"/>
                </a:lnTo>
                <a:lnTo>
                  <a:pt x="364777" y="47328"/>
                </a:lnTo>
                <a:lnTo>
                  <a:pt x="364777" y="80367"/>
                </a:lnTo>
                <a:lnTo>
                  <a:pt x="429294" y="80367"/>
                </a:lnTo>
                <a:lnTo>
                  <a:pt x="429294" y="95548"/>
                </a:lnTo>
                <a:lnTo>
                  <a:pt x="285973" y="95548"/>
                </a:lnTo>
                <a:lnTo>
                  <a:pt x="285973" y="80367"/>
                </a:lnTo>
                <a:lnTo>
                  <a:pt x="347364" y="80367"/>
                </a:lnTo>
                <a:lnTo>
                  <a:pt x="347364" y="47328"/>
                </a:lnTo>
                <a:lnTo>
                  <a:pt x="295349" y="47328"/>
                </a:lnTo>
                <a:lnTo>
                  <a:pt x="295349" y="32147"/>
                </a:lnTo>
                <a:lnTo>
                  <a:pt x="347364" y="32147"/>
                </a:lnTo>
                <a:close/>
                <a:moveTo>
                  <a:pt x="990302" y="670"/>
                </a:moveTo>
                <a:lnTo>
                  <a:pt x="1009278" y="8260"/>
                </a:lnTo>
                <a:cubicBezTo>
                  <a:pt x="992460" y="21059"/>
                  <a:pt x="974749" y="33561"/>
                  <a:pt x="956146" y="45765"/>
                </a:cubicBezTo>
                <a:cubicBezTo>
                  <a:pt x="965076" y="45467"/>
                  <a:pt x="996255" y="44351"/>
                  <a:pt x="1049684" y="42416"/>
                </a:cubicBezTo>
                <a:cubicBezTo>
                  <a:pt x="1042094" y="36463"/>
                  <a:pt x="1034132" y="30287"/>
                  <a:pt x="1025797" y="23887"/>
                </a:cubicBezTo>
                <a:lnTo>
                  <a:pt x="1037629" y="13395"/>
                </a:lnTo>
                <a:cubicBezTo>
                  <a:pt x="1060251" y="29766"/>
                  <a:pt x="1080492" y="45318"/>
                  <a:pt x="1098351" y="60052"/>
                </a:cubicBezTo>
                <a:lnTo>
                  <a:pt x="1085626" y="72554"/>
                </a:lnTo>
                <a:cubicBezTo>
                  <a:pt x="1079822" y="67345"/>
                  <a:pt x="1073571" y="61987"/>
                  <a:pt x="1066874" y="56481"/>
                </a:cubicBezTo>
                <a:cubicBezTo>
                  <a:pt x="1025649" y="57969"/>
                  <a:pt x="985763" y="59680"/>
                  <a:pt x="947216" y="61615"/>
                </a:cubicBezTo>
                <a:cubicBezTo>
                  <a:pt x="943198" y="61764"/>
                  <a:pt x="936501" y="62434"/>
                  <a:pt x="927124" y="63624"/>
                </a:cubicBezTo>
                <a:lnTo>
                  <a:pt x="921320" y="46211"/>
                </a:lnTo>
                <a:cubicBezTo>
                  <a:pt x="929655" y="43533"/>
                  <a:pt x="936649" y="40630"/>
                  <a:pt x="942305" y="37505"/>
                </a:cubicBezTo>
                <a:cubicBezTo>
                  <a:pt x="956295" y="29022"/>
                  <a:pt x="972294" y="16743"/>
                  <a:pt x="990302" y="670"/>
                </a:cubicBezTo>
                <a:close/>
                <a:moveTo>
                  <a:pt x="483765" y="670"/>
                </a:moveTo>
                <a:lnTo>
                  <a:pt x="500509" y="670"/>
                </a:lnTo>
                <a:lnTo>
                  <a:pt x="500509" y="24780"/>
                </a:lnTo>
                <a:lnTo>
                  <a:pt x="596280" y="24780"/>
                </a:lnTo>
                <a:lnTo>
                  <a:pt x="596280" y="670"/>
                </a:lnTo>
                <a:lnTo>
                  <a:pt x="613023" y="670"/>
                </a:lnTo>
                <a:lnTo>
                  <a:pt x="613023" y="24780"/>
                </a:lnTo>
                <a:lnTo>
                  <a:pt x="650527" y="24780"/>
                </a:lnTo>
                <a:lnTo>
                  <a:pt x="650527" y="39291"/>
                </a:lnTo>
                <a:lnTo>
                  <a:pt x="613023" y="39291"/>
                </a:lnTo>
                <a:lnTo>
                  <a:pt x="613023" y="114077"/>
                </a:lnTo>
                <a:lnTo>
                  <a:pt x="656778" y="114077"/>
                </a:lnTo>
                <a:lnTo>
                  <a:pt x="656778" y="128588"/>
                </a:lnTo>
                <a:lnTo>
                  <a:pt x="598065" y="128588"/>
                </a:lnTo>
                <a:cubicBezTo>
                  <a:pt x="614809" y="145257"/>
                  <a:pt x="635272" y="157833"/>
                  <a:pt x="659457" y="166316"/>
                </a:cubicBezTo>
                <a:cubicBezTo>
                  <a:pt x="654546" y="172418"/>
                  <a:pt x="650527" y="177775"/>
                  <a:pt x="647402" y="182389"/>
                </a:cubicBezTo>
                <a:cubicBezTo>
                  <a:pt x="633710" y="175915"/>
                  <a:pt x="621134" y="168176"/>
                  <a:pt x="609674" y="159172"/>
                </a:cubicBezTo>
                <a:lnTo>
                  <a:pt x="609674" y="171450"/>
                </a:lnTo>
                <a:lnTo>
                  <a:pt x="556319" y="171450"/>
                </a:lnTo>
                <a:lnTo>
                  <a:pt x="556319" y="194667"/>
                </a:lnTo>
                <a:lnTo>
                  <a:pt x="643607" y="194667"/>
                </a:lnTo>
                <a:lnTo>
                  <a:pt x="643607" y="209178"/>
                </a:lnTo>
                <a:lnTo>
                  <a:pt x="452288" y="209178"/>
                </a:lnTo>
                <a:lnTo>
                  <a:pt x="452288" y="194667"/>
                </a:lnTo>
                <a:lnTo>
                  <a:pt x="539576" y="194667"/>
                </a:lnTo>
                <a:lnTo>
                  <a:pt x="539576" y="171450"/>
                </a:lnTo>
                <a:lnTo>
                  <a:pt x="485551" y="171450"/>
                </a:lnTo>
                <a:lnTo>
                  <a:pt x="485551" y="159284"/>
                </a:lnTo>
                <a:cubicBezTo>
                  <a:pt x="473720" y="169181"/>
                  <a:pt x="461367" y="177775"/>
                  <a:pt x="448493" y="185068"/>
                </a:cubicBezTo>
                <a:cubicBezTo>
                  <a:pt x="445665" y="181050"/>
                  <a:pt x="441796" y="176362"/>
                  <a:pt x="436885" y="171004"/>
                </a:cubicBezTo>
                <a:cubicBezTo>
                  <a:pt x="459804" y="159842"/>
                  <a:pt x="479635" y="145703"/>
                  <a:pt x="496379" y="128588"/>
                </a:cubicBezTo>
                <a:lnTo>
                  <a:pt x="439340" y="128588"/>
                </a:lnTo>
                <a:lnTo>
                  <a:pt x="439340" y="114077"/>
                </a:lnTo>
                <a:lnTo>
                  <a:pt x="483765" y="114077"/>
                </a:lnTo>
                <a:lnTo>
                  <a:pt x="483765" y="39291"/>
                </a:lnTo>
                <a:lnTo>
                  <a:pt x="446261" y="39291"/>
                </a:lnTo>
                <a:lnTo>
                  <a:pt x="446261" y="24780"/>
                </a:lnTo>
                <a:lnTo>
                  <a:pt x="483765" y="24780"/>
                </a:lnTo>
                <a:close/>
                <a:moveTo>
                  <a:pt x="787821" y="224"/>
                </a:moveTo>
                <a:lnTo>
                  <a:pt x="803895" y="224"/>
                </a:lnTo>
                <a:lnTo>
                  <a:pt x="803895" y="29692"/>
                </a:lnTo>
                <a:lnTo>
                  <a:pt x="851222" y="29692"/>
                </a:lnTo>
                <a:cubicBezTo>
                  <a:pt x="851222" y="58713"/>
                  <a:pt x="851966" y="78582"/>
                  <a:pt x="853455" y="89297"/>
                </a:cubicBezTo>
                <a:cubicBezTo>
                  <a:pt x="855092" y="101352"/>
                  <a:pt x="858366" y="107380"/>
                  <a:pt x="863277" y="107380"/>
                </a:cubicBezTo>
                <a:cubicBezTo>
                  <a:pt x="866105" y="107380"/>
                  <a:pt x="868189" y="103882"/>
                  <a:pt x="869528" y="96887"/>
                </a:cubicBezTo>
                <a:cubicBezTo>
                  <a:pt x="870719" y="90041"/>
                  <a:pt x="871537" y="81930"/>
                  <a:pt x="871984" y="72554"/>
                </a:cubicBezTo>
                <a:cubicBezTo>
                  <a:pt x="877193" y="74786"/>
                  <a:pt x="882402" y="76796"/>
                  <a:pt x="887611" y="78582"/>
                </a:cubicBezTo>
                <a:cubicBezTo>
                  <a:pt x="886866" y="87660"/>
                  <a:pt x="885899" y="95325"/>
                  <a:pt x="884708" y="101575"/>
                </a:cubicBezTo>
                <a:cubicBezTo>
                  <a:pt x="881732" y="118095"/>
                  <a:pt x="874439" y="126355"/>
                  <a:pt x="862831" y="126355"/>
                </a:cubicBezTo>
                <a:cubicBezTo>
                  <a:pt x="849585" y="126355"/>
                  <a:pt x="841325" y="117202"/>
                  <a:pt x="838051" y="98897"/>
                </a:cubicBezTo>
                <a:cubicBezTo>
                  <a:pt x="836116" y="87437"/>
                  <a:pt x="835149" y="69429"/>
                  <a:pt x="835149" y="44872"/>
                </a:cubicBezTo>
                <a:lnTo>
                  <a:pt x="803448" y="44872"/>
                </a:lnTo>
                <a:cubicBezTo>
                  <a:pt x="802779" y="57299"/>
                  <a:pt x="801067" y="67792"/>
                  <a:pt x="798314" y="76349"/>
                </a:cubicBezTo>
                <a:cubicBezTo>
                  <a:pt x="808806" y="82228"/>
                  <a:pt x="818331" y="87883"/>
                  <a:pt x="826889" y="93316"/>
                </a:cubicBezTo>
                <a:lnTo>
                  <a:pt x="817289" y="108273"/>
                </a:lnTo>
                <a:cubicBezTo>
                  <a:pt x="809253" y="102617"/>
                  <a:pt x="800621" y="96962"/>
                  <a:pt x="791393" y="91306"/>
                </a:cubicBezTo>
                <a:cubicBezTo>
                  <a:pt x="783729" y="103510"/>
                  <a:pt x="768622" y="115714"/>
                  <a:pt x="746075" y="127918"/>
                </a:cubicBezTo>
                <a:cubicBezTo>
                  <a:pt x="742801" y="123007"/>
                  <a:pt x="738931" y="118244"/>
                  <a:pt x="734466" y="113631"/>
                </a:cubicBezTo>
                <a:cubicBezTo>
                  <a:pt x="755228" y="103436"/>
                  <a:pt x="769218" y="93018"/>
                  <a:pt x="776436" y="82377"/>
                </a:cubicBezTo>
                <a:cubicBezTo>
                  <a:pt x="770334" y="78805"/>
                  <a:pt x="764009" y="75233"/>
                  <a:pt x="757460" y="71661"/>
                </a:cubicBezTo>
                <a:lnTo>
                  <a:pt x="765274" y="59159"/>
                </a:lnTo>
                <a:cubicBezTo>
                  <a:pt x="771525" y="62285"/>
                  <a:pt x="777552" y="65336"/>
                  <a:pt x="783356" y="68312"/>
                </a:cubicBezTo>
                <a:cubicBezTo>
                  <a:pt x="785366" y="61987"/>
                  <a:pt x="786705" y="54174"/>
                  <a:pt x="787375" y="44872"/>
                </a:cubicBezTo>
                <a:lnTo>
                  <a:pt x="763041" y="44872"/>
                </a:lnTo>
                <a:lnTo>
                  <a:pt x="763041" y="29692"/>
                </a:lnTo>
                <a:lnTo>
                  <a:pt x="787821" y="29692"/>
                </a:lnTo>
                <a:close/>
                <a:moveTo>
                  <a:pt x="709240" y="0"/>
                </a:moveTo>
                <a:lnTo>
                  <a:pt x="725314" y="0"/>
                </a:lnTo>
                <a:lnTo>
                  <a:pt x="725314" y="31701"/>
                </a:lnTo>
                <a:lnTo>
                  <a:pt x="752103" y="31701"/>
                </a:lnTo>
                <a:lnTo>
                  <a:pt x="752103" y="46881"/>
                </a:lnTo>
                <a:lnTo>
                  <a:pt x="725314" y="46881"/>
                </a:lnTo>
                <a:lnTo>
                  <a:pt x="725314" y="67308"/>
                </a:lnTo>
                <a:cubicBezTo>
                  <a:pt x="733573" y="65671"/>
                  <a:pt x="742652" y="63848"/>
                  <a:pt x="752549" y="61838"/>
                </a:cubicBezTo>
                <a:cubicBezTo>
                  <a:pt x="752847" y="69875"/>
                  <a:pt x="753070" y="75159"/>
                  <a:pt x="753219" y="77689"/>
                </a:cubicBezTo>
                <a:cubicBezTo>
                  <a:pt x="743768" y="79549"/>
                  <a:pt x="734466" y="81409"/>
                  <a:pt x="725314" y="83270"/>
                </a:cubicBezTo>
                <a:lnTo>
                  <a:pt x="725314" y="106040"/>
                </a:lnTo>
                <a:cubicBezTo>
                  <a:pt x="725314" y="120774"/>
                  <a:pt x="718170" y="128216"/>
                  <a:pt x="703882" y="128365"/>
                </a:cubicBezTo>
                <a:cubicBezTo>
                  <a:pt x="697483" y="128513"/>
                  <a:pt x="689595" y="128439"/>
                  <a:pt x="680219" y="128141"/>
                </a:cubicBezTo>
                <a:cubicBezTo>
                  <a:pt x="679623" y="122188"/>
                  <a:pt x="678730" y="116756"/>
                  <a:pt x="677540" y="111845"/>
                </a:cubicBezTo>
                <a:cubicBezTo>
                  <a:pt x="687214" y="112589"/>
                  <a:pt x="694953" y="112961"/>
                  <a:pt x="700757" y="112961"/>
                </a:cubicBezTo>
                <a:cubicBezTo>
                  <a:pt x="706412" y="112961"/>
                  <a:pt x="709240" y="109984"/>
                  <a:pt x="709240" y="104031"/>
                </a:cubicBezTo>
                <a:lnTo>
                  <a:pt x="709240" y="86730"/>
                </a:lnTo>
                <a:cubicBezTo>
                  <a:pt x="697706" y="89260"/>
                  <a:pt x="686395" y="91827"/>
                  <a:pt x="675307" y="94432"/>
                </a:cubicBezTo>
                <a:lnTo>
                  <a:pt x="671289" y="77465"/>
                </a:lnTo>
                <a:cubicBezTo>
                  <a:pt x="679995" y="76051"/>
                  <a:pt x="692646" y="73745"/>
                  <a:pt x="709240" y="70545"/>
                </a:cubicBezTo>
                <a:lnTo>
                  <a:pt x="709240" y="46881"/>
                </a:lnTo>
                <a:lnTo>
                  <a:pt x="673521" y="46881"/>
                </a:lnTo>
                <a:lnTo>
                  <a:pt x="673521" y="31701"/>
                </a:lnTo>
                <a:lnTo>
                  <a:pt x="709240" y="31701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2259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1500"/>
                                        <p:tgtEl>
                                          <p:spTgt spid="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5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50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1000"/>
                                        <p:tgtEl>
                                          <p:spTgt spid="4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0"/>
                            </p:stCondLst>
                            <p:childTnLst>
                              <p:par>
                                <p:cTn id="20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500"/>
                            </p:stCondLst>
                            <p:childTnLst>
                              <p:par>
                                <p:cTn id="2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500"/>
                            </p:stCondLst>
                            <p:childTnLst>
                              <p:par>
                                <p:cTn id="26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4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9" grpId="0" animBg="1"/>
      <p:bldP spid="48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A5BD21E-E042-4F6F-B0E8-CFB2803181F2}"/>
              </a:ext>
            </a:extLst>
          </p:cNvPr>
          <p:cNvGrpSpPr/>
          <p:nvPr/>
        </p:nvGrpSpPr>
        <p:grpSpPr>
          <a:xfrm>
            <a:off x="2304132" y="1568864"/>
            <a:ext cx="7609410" cy="3044737"/>
            <a:chOff x="2304132" y="1568864"/>
            <a:chExt cx="7609410" cy="3044737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7B9D4C8-A61C-4E04-BA58-20FDC96E032F}"/>
                </a:ext>
              </a:extLst>
            </p:cNvPr>
            <p:cNvSpPr/>
            <p:nvPr/>
          </p:nvSpPr>
          <p:spPr>
            <a:xfrm>
              <a:off x="5324675" y="2209338"/>
              <a:ext cx="853035" cy="2001151"/>
            </a:xfrm>
            <a:prstGeom prst="rect">
              <a:avLst/>
            </a:prstGeom>
            <a:solidFill>
              <a:srgbClr val="7030A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E05AD738-60F4-427B-86C6-95EB2D0114B8}"/>
                </a:ext>
              </a:extLst>
            </p:cNvPr>
            <p:cNvSpPr/>
            <p:nvPr/>
          </p:nvSpPr>
          <p:spPr>
            <a:xfrm>
              <a:off x="2304132" y="2206918"/>
              <a:ext cx="3710159" cy="20035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8" name="文本框 257">
              <a:extLst>
                <a:ext uri="{FF2B5EF4-FFF2-40B4-BE49-F238E27FC236}">
                  <a16:creationId xmlns:a16="http://schemas.microsoft.com/office/drawing/2014/main" id="{36F5647D-11E6-4C17-99F1-6E8AF6D4004C}"/>
                </a:ext>
              </a:extLst>
            </p:cNvPr>
            <p:cNvSpPr txBox="1"/>
            <p:nvPr/>
          </p:nvSpPr>
          <p:spPr>
            <a:xfrm>
              <a:off x="3674791" y="1605251"/>
              <a:ext cx="775863" cy="414201"/>
            </a:xfrm>
            <a:custGeom>
              <a:avLst/>
              <a:gdLst/>
              <a:ahLst/>
              <a:cxnLst/>
              <a:rect l="l" t="t" r="r" b="b"/>
              <a:pathLst>
                <a:path w="281026" h="150028">
                  <a:moveTo>
                    <a:pt x="251527" y="24070"/>
                  </a:moveTo>
                  <a:cubicBezTo>
                    <a:pt x="255146" y="27810"/>
                    <a:pt x="258705" y="30283"/>
                    <a:pt x="262204" y="31490"/>
                  </a:cubicBezTo>
                  <a:cubicBezTo>
                    <a:pt x="263652" y="32093"/>
                    <a:pt x="264376" y="32696"/>
                    <a:pt x="264376" y="33299"/>
                  </a:cubicBezTo>
                  <a:cubicBezTo>
                    <a:pt x="264376" y="33903"/>
                    <a:pt x="263199" y="34747"/>
                    <a:pt x="260847" y="35833"/>
                  </a:cubicBezTo>
                  <a:cubicBezTo>
                    <a:pt x="258494" y="36919"/>
                    <a:pt x="254905" y="40719"/>
                    <a:pt x="250079" y="47235"/>
                  </a:cubicBezTo>
                  <a:cubicBezTo>
                    <a:pt x="241392" y="58938"/>
                    <a:pt x="232947" y="69313"/>
                    <a:pt x="224742" y="78362"/>
                  </a:cubicBezTo>
                  <a:lnTo>
                    <a:pt x="264376" y="120348"/>
                  </a:lnTo>
                  <a:lnTo>
                    <a:pt x="255146" y="128130"/>
                  </a:lnTo>
                  <a:cubicBezTo>
                    <a:pt x="241995" y="112566"/>
                    <a:pt x="229568" y="98511"/>
                    <a:pt x="217865" y="85963"/>
                  </a:cubicBezTo>
                  <a:cubicBezTo>
                    <a:pt x="203508" y="101165"/>
                    <a:pt x="187703" y="115160"/>
                    <a:pt x="170450" y="127949"/>
                  </a:cubicBezTo>
                  <a:cubicBezTo>
                    <a:pt x="169605" y="123847"/>
                    <a:pt x="166589" y="120590"/>
                    <a:pt x="161401" y="118177"/>
                  </a:cubicBezTo>
                  <a:cubicBezTo>
                    <a:pt x="177689" y="109007"/>
                    <a:pt x="194218" y="95856"/>
                    <a:pt x="210988" y="78724"/>
                  </a:cubicBezTo>
                  <a:cubicBezTo>
                    <a:pt x="196390" y="63281"/>
                    <a:pt x="182394" y="49406"/>
                    <a:pt x="169002" y="37100"/>
                  </a:cubicBezTo>
                  <a:lnTo>
                    <a:pt x="176422" y="30766"/>
                  </a:lnTo>
                  <a:cubicBezTo>
                    <a:pt x="193675" y="47174"/>
                    <a:pt x="207550" y="60687"/>
                    <a:pt x="218046" y="71304"/>
                  </a:cubicBezTo>
                  <a:cubicBezTo>
                    <a:pt x="233127" y="54413"/>
                    <a:pt x="244288" y="38668"/>
                    <a:pt x="251527" y="24070"/>
                  </a:cubicBezTo>
                  <a:close/>
                  <a:moveTo>
                    <a:pt x="141132" y="6877"/>
                  </a:moveTo>
                  <a:cubicBezTo>
                    <a:pt x="147647" y="8084"/>
                    <a:pt x="170269" y="8687"/>
                    <a:pt x="208997" y="8687"/>
                  </a:cubicBezTo>
                  <a:cubicBezTo>
                    <a:pt x="247726" y="8687"/>
                    <a:pt x="269624" y="8084"/>
                    <a:pt x="274692" y="6877"/>
                  </a:cubicBezTo>
                  <a:lnTo>
                    <a:pt x="274692" y="20088"/>
                  </a:lnTo>
                  <a:cubicBezTo>
                    <a:pt x="266005" y="18761"/>
                    <a:pt x="244589" y="18098"/>
                    <a:pt x="210445" y="18098"/>
                  </a:cubicBezTo>
                  <a:lnTo>
                    <a:pt x="152895" y="18098"/>
                  </a:lnTo>
                  <a:lnTo>
                    <a:pt x="152895" y="138808"/>
                  </a:lnTo>
                  <a:lnTo>
                    <a:pt x="218227" y="138808"/>
                  </a:lnTo>
                  <a:cubicBezTo>
                    <a:pt x="251165" y="138808"/>
                    <a:pt x="272098" y="138144"/>
                    <a:pt x="281026" y="136817"/>
                  </a:cubicBezTo>
                  <a:lnTo>
                    <a:pt x="281026" y="150028"/>
                  </a:lnTo>
                  <a:cubicBezTo>
                    <a:pt x="274390" y="148701"/>
                    <a:pt x="251044" y="148038"/>
                    <a:pt x="210988" y="148038"/>
                  </a:cubicBezTo>
                  <a:cubicBezTo>
                    <a:pt x="170932" y="148038"/>
                    <a:pt x="147647" y="148701"/>
                    <a:pt x="141132" y="150028"/>
                  </a:cubicBezTo>
                  <a:cubicBezTo>
                    <a:pt x="141735" y="140497"/>
                    <a:pt x="142037" y="130785"/>
                    <a:pt x="142037" y="120891"/>
                  </a:cubicBezTo>
                  <a:lnTo>
                    <a:pt x="142037" y="36195"/>
                  </a:lnTo>
                  <a:cubicBezTo>
                    <a:pt x="142037" y="24492"/>
                    <a:pt x="141735" y="14719"/>
                    <a:pt x="141132" y="6877"/>
                  </a:cubicBezTo>
                  <a:close/>
                  <a:moveTo>
                    <a:pt x="0" y="0"/>
                  </a:moveTo>
                  <a:lnTo>
                    <a:pt x="2896" y="0"/>
                  </a:lnTo>
                  <a:lnTo>
                    <a:pt x="89221" y="99536"/>
                  </a:lnTo>
                  <a:lnTo>
                    <a:pt x="89221" y="0"/>
                  </a:lnTo>
                  <a:lnTo>
                    <a:pt x="102070" y="0"/>
                  </a:lnTo>
                  <a:lnTo>
                    <a:pt x="102070" y="129940"/>
                  </a:lnTo>
                  <a:lnTo>
                    <a:pt x="99174" y="129940"/>
                  </a:lnTo>
                  <a:lnTo>
                    <a:pt x="13392" y="31671"/>
                  </a:lnTo>
                  <a:lnTo>
                    <a:pt x="13392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259" name="组合 258">
              <a:extLst>
                <a:ext uri="{FF2B5EF4-FFF2-40B4-BE49-F238E27FC236}">
                  <a16:creationId xmlns:a16="http://schemas.microsoft.com/office/drawing/2014/main" id="{759CCCB6-3150-40D0-9635-A3D22ED83AA4}"/>
                </a:ext>
              </a:extLst>
            </p:cNvPr>
            <p:cNvGrpSpPr/>
            <p:nvPr/>
          </p:nvGrpSpPr>
          <p:grpSpPr>
            <a:xfrm>
              <a:off x="2406233" y="2290660"/>
              <a:ext cx="90146" cy="1840634"/>
              <a:chOff x="1214405" y="4592622"/>
              <a:chExt cx="84501" cy="1725373"/>
            </a:xfrm>
          </p:grpSpPr>
          <p:sp>
            <p:nvSpPr>
              <p:cNvPr id="260" name="椭圆 259">
                <a:extLst>
                  <a:ext uri="{FF2B5EF4-FFF2-40B4-BE49-F238E27FC236}">
                    <a16:creationId xmlns:a16="http://schemas.microsoft.com/office/drawing/2014/main" id="{825CE884-5751-4F7F-8D00-B95E23F124C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1" name="椭圆 260">
                <a:extLst>
                  <a:ext uri="{FF2B5EF4-FFF2-40B4-BE49-F238E27FC236}">
                    <a16:creationId xmlns:a16="http://schemas.microsoft.com/office/drawing/2014/main" id="{53E83A2A-A96C-4643-B280-23D04F61A6BF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2" name="椭圆 261">
                <a:extLst>
                  <a:ext uri="{FF2B5EF4-FFF2-40B4-BE49-F238E27FC236}">
                    <a16:creationId xmlns:a16="http://schemas.microsoft.com/office/drawing/2014/main" id="{59F47408-B081-4112-8199-47CB9CB7218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3" name="椭圆 262">
                <a:extLst>
                  <a:ext uri="{FF2B5EF4-FFF2-40B4-BE49-F238E27FC236}">
                    <a16:creationId xmlns:a16="http://schemas.microsoft.com/office/drawing/2014/main" id="{B1D9FD58-D4FF-43F9-A1DD-B46F4ED83BD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4" name="椭圆 263">
                <a:extLst>
                  <a:ext uri="{FF2B5EF4-FFF2-40B4-BE49-F238E27FC236}">
                    <a16:creationId xmlns:a16="http://schemas.microsoft.com/office/drawing/2014/main" id="{4AD7126F-AF26-4A2D-8642-C50A306F3375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5" name="组合 264">
              <a:extLst>
                <a:ext uri="{FF2B5EF4-FFF2-40B4-BE49-F238E27FC236}">
                  <a16:creationId xmlns:a16="http://schemas.microsoft.com/office/drawing/2014/main" id="{EECB2006-0872-4D63-8C95-2F76F15D30EF}"/>
                </a:ext>
              </a:extLst>
            </p:cNvPr>
            <p:cNvGrpSpPr/>
            <p:nvPr/>
          </p:nvGrpSpPr>
          <p:grpSpPr>
            <a:xfrm>
              <a:off x="3176029" y="2290660"/>
              <a:ext cx="90146" cy="1840634"/>
              <a:chOff x="1214405" y="4592622"/>
              <a:chExt cx="84501" cy="1725373"/>
            </a:xfrm>
          </p:grpSpPr>
          <p:sp>
            <p:nvSpPr>
              <p:cNvPr id="266" name="椭圆 265">
                <a:extLst>
                  <a:ext uri="{FF2B5EF4-FFF2-40B4-BE49-F238E27FC236}">
                    <a16:creationId xmlns:a16="http://schemas.microsoft.com/office/drawing/2014/main" id="{C05A0E41-247A-474D-AF98-B2625D1528C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7" name="椭圆 266">
                <a:extLst>
                  <a:ext uri="{FF2B5EF4-FFF2-40B4-BE49-F238E27FC236}">
                    <a16:creationId xmlns:a16="http://schemas.microsoft.com/office/drawing/2014/main" id="{03700039-17FC-4EA2-9F37-181E177BA88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8" name="椭圆 267">
                <a:extLst>
                  <a:ext uri="{FF2B5EF4-FFF2-40B4-BE49-F238E27FC236}">
                    <a16:creationId xmlns:a16="http://schemas.microsoft.com/office/drawing/2014/main" id="{7AF1BFA3-4C4B-41D1-B737-8369C44BA9A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9" name="椭圆 268">
                <a:extLst>
                  <a:ext uri="{FF2B5EF4-FFF2-40B4-BE49-F238E27FC236}">
                    <a16:creationId xmlns:a16="http://schemas.microsoft.com/office/drawing/2014/main" id="{C0706632-2FCF-4C35-B6D7-B5D6F7C4CC7F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0" name="椭圆 269">
                <a:extLst>
                  <a:ext uri="{FF2B5EF4-FFF2-40B4-BE49-F238E27FC236}">
                    <a16:creationId xmlns:a16="http://schemas.microsoft.com/office/drawing/2014/main" id="{0ADBD81C-A929-4748-9256-03D569A470E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71" name="组合 270">
              <a:extLst>
                <a:ext uri="{FF2B5EF4-FFF2-40B4-BE49-F238E27FC236}">
                  <a16:creationId xmlns:a16="http://schemas.microsoft.com/office/drawing/2014/main" id="{1B026C1C-4AC5-4325-883F-58B574AF31B6}"/>
                </a:ext>
              </a:extLst>
            </p:cNvPr>
            <p:cNvGrpSpPr/>
            <p:nvPr/>
          </p:nvGrpSpPr>
          <p:grpSpPr>
            <a:xfrm>
              <a:off x="3945825" y="2290660"/>
              <a:ext cx="90146" cy="1840634"/>
              <a:chOff x="1214405" y="4592622"/>
              <a:chExt cx="84501" cy="1725373"/>
            </a:xfrm>
          </p:grpSpPr>
          <p:sp>
            <p:nvSpPr>
              <p:cNvPr id="272" name="椭圆 271">
                <a:extLst>
                  <a:ext uri="{FF2B5EF4-FFF2-40B4-BE49-F238E27FC236}">
                    <a16:creationId xmlns:a16="http://schemas.microsoft.com/office/drawing/2014/main" id="{8DDD8799-D74F-4FEB-84A3-B32221318DD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3" name="椭圆 272">
                <a:extLst>
                  <a:ext uri="{FF2B5EF4-FFF2-40B4-BE49-F238E27FC236}">
                    <a16:creationId xmlns:a16="http://schemas.microsoft.com/office/drawing/2014/main" id="{BEFDAB2A-2833-4432-A60D-C754AFFBF2A3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4" name="椭圆 273">
                <a:extLst>
                  <a:ext uri="{FF2B5EF4-FFF2-40B4-BE49-F238E27FC236}">
                    <a16:creationId xmlns:a16="http://schemas.microsoft.com/office/drawing/2014/main" id="{E0BC9680-C105-481B-8823-02E0EE42D6CC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5" name="椭圆 274">
                <a:extLst>
                  <a:ext uri="{FF2B5EF4-FFF2-40B4-BE49-F238E27FC236}">
                    <a16:creationId xmlns:a16="http://schemas.microsoft.com/office/drawing/2014/main" id="{1C0B3366-2459-4065-9686-77105E8EBA86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6" name="椭圆 275">
                <a:extLst>
                  <a:ext uri="{FF2B5EF4-FFF2-40B4-BE49-F238E27FC236}">
                    <a16:creationId xmlns:a16="http://schemas.microsoft.com/office/drawing/2014/main" id="{E5BCF7AF-9C60-4FE9-990D-74DD5AFF4968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77" name="组合 276">
              <a:extLst>
                <a:ext uri="{FF2B5EF4-FFF2-40B4-BE49-F238E27FC236}">
                  <a16:creationId xmlns:a16="http://schemas.microsoft.com/office/drawing/2014/main" id="{C979A337-7BF6-4600-937D-18160DF8BB2D}"/>
                </a:ext>
              </a:extLst>
            </p:cNvPr>
            <p:cNvGrpSpPr/>
            <p:nvPr/>
          </p:nvGrpSpPr>
          <p:grpSpPr>
            <a:xfrm>
              <a:off x="4715620" y="2290660"/>
              <a:ext cx="90146" cy="1840634"/>
              <a:chOff x="1214405" y="4592622"/>
              <a:chExt cx="84501" cy="1725373"/>
            </a:xfrm>
          </p:grpSpPr>
          <p:sp>
            <p:nvSpPr>
              <p:cNvPr id="374" name="椭圆 373">
                <a:extLst>
                  <a:ext uri="{FF2B5EF4-FFF2-40B4-BE49-F238E27FC236}">
                    <a16:creationId xmlns:a16="http://schemas.microsoft.com/office/drawing/2014/main" id="{D67778E1-1181-4FAF-8A1D-9F234FE36D2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5" name="椭圆 374">
                <a:extLst>
                  <a:ext uri="{FF2B5EF4-FFF2-40B4-BE49-F238E27FC236}">
                    <a16:creationId xmlns:a16="http://schemas.microsoft.com/office/drawing/2014/main" id="{660D8657-0598-4A83-8863-661C9282BE94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6" name="椭圆 375">
                <a:extLst>
                  <a:ext uri="{FF2B5EF4-FFF2-40B4-BE49-F238E27FC236}">
                    <a16:creationId xmlns:a16="http://schemas.microsoft.com/office/drawing/2014/main" id="{6EFDA5FD-F943-4460-93DE-72696AA295B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7" name="椭圆 376">
                <a:extLst>
                  <a:ext uri="{FF2B5EF4-FFF2-40B4-BE49-F238E27FC236}">
                    <a16:creationId xmlns:a16="http://schemas.microsoft.com/office/drawing/2014/main" id="{C596A37F-81DD-41BE-88B7-96E9B33F25F9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8" name="椭圆 377">
                <a:extLst>
                  <a:ext uri="{FF2B5EF4-FFF2-40B4-BE49-F238E27FC236}">
                    <a16:creationId xmlns:a16="http://schemas.microsoft.com/office/drawing/2014/main" id="{C80B9798-985E-47BD-9FA3-352CB6FE4B50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79" name="矩形 378">
              <a:extLst>
                <a:ext uri="{FF2B5EF4-FFF2-40B4-BE49-F238E27FC236}">
                  <a16:creationId xmlns:a16="http://schemas.microsoft.com/office/drawing/2014/main" id="{92CC7442-2C49-4BFB-BF6C-51A094E5209C}"/>
                </a:ext>
              </a:extLst>
            </p:cNvPr>
            <p:cNvSpPr/>
            <p:nvPr/>
          </p:nvSpPr>
          <p:spPr>
            <a:xfrm>
              <a:off x="6014291" y="2206918"/>
              <a:ext cx="3899251" cy="2003571"/>
            </a:xfrm>
            <a:prstGeom prst="rect">
              <a:avLst/>
            </a:prstGeom>
            <a:solidFill>
              <a:srgbClr val="00B0F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0" name="文本框 379">
              <a:extLst>
                <a:ext uri="{FF2B5EF4-FFF2-40B4-BE49-F238E27FC236}">
                  <a16:creationId xmlns:a16="http://schemas.microsoft.com/office/drawing/2014/main" id="{39748BF2-61EE-40F1-9533-F341FEC4E573}"/>
                </a:ext>
              </a:extLst>
            </p:cNvPr>
            <p:cNvSpPr txBox="1"/>
            <p:nvPr/>
          </p:nvSpPr>
          <p:spPr>
            <a:xfrm>
              <a:off x="7652347" y="1568864"/>
              <a:ext cx="837902" cy="405059"/>
            </a:xfrm>
            <a:custGeom>
              <a:avLst/>
              <a:gdLst/>
              <a:ahLst/>
              <a:cxnLst/>
              <a:rect l="l" t="t" r="r" b="b"/>
              <a:pathLst>
                <a:path w="591145" h="294085">
                  <a:moveTo>
                    <a:pt x="62805" y="190500"/>
                  </a:moveTo>
                  <a:cubicBezTo>
                    <a:pt x="77291" y="205185"/>
                    <a:pt x="91479" y="220465"/>
                    <a:pt x="105370" y="236340"/>
                  </a:cubicBezTo>
                  <a:lnTo>
                    <a:pt x="85129" y="252413"/>
                  </a:lnTo>
                  <a:cubicBezTo>
                    <a:pt x="73223" y="236736"/>
                    <a:pt x="59928" y="220762"/>
                    <a:pt x="45243" y="204490"/>
                  </a:cubicBezTo>
                  <a:close/>
                  <a:moveTo>
                    <a:pt x="233362" y="189905"/>
                  </a:moveTo>
                  <a:lnTo>
                    <a:pt x="254198" y="203300"/>
                  </a:lnTo>
                  <a:cubicBezTo>
                    <a:pt x="240307" y="220564"/>
                    <a:pt x="225722" y="237133"/>
                    <a:pt x="210442" y="253008"/>
                  </a:cubicBezTo>
                  <a:lnTo>
                    <a:pt x="192583" y="238721"/>
                  </a:lnTo>
                  <a:cubicBezTo>
                    <a:pt x="208657" y="222052"/>
                    <a:pt x="222249" y="205780"/>
                    <a:pt x="233362" y="189905"/>
                  </a:cubicBezTo>
                  <a:close/>
                  <a:moveTo>
                    <a:pt x="490834" y="139304"/>
                  </a:moveTo>
                  <a:lnTo>
                    <a:pt x="490834" y="161330"/>
                  </a:lnTo>
                  <a:lnTo>
                    <a:pt x="552747" y="161330"/>
                  </a:lnTo>
                  <a:lnTo>
                    <a:pt x="552747" y="139304"/>
                  </a:lnTo>
                  <a:close/>
                  <a:moveTo>
                    <a:pt x="411063" y="139304"/>
                  </a:moveTo>
                  <a:lnTo>
                    <a:pt x="411063" y="161330"/>
                  </a:lnTo>
                  <a:lnTo>
                    <a:pt x="471487" y="161330"/>
                  </a:lnTo>
                  <a:lnTo>
                    <a:pt x="471487" y="139304"/>
                  </a:lnTo>
                  <a:close/>
                  <a:moveTo>
                    <a:pt x="581024" y="82451"/>
                  </a:moveTo>
                  <a:lnTo>
                    <a:pt x="585787" y="99715"/>
                  </a:lnTo>
                  <a:cubicBezTo>
                    <a:pt x="559990" y="101104"/>
                    <a:pt x="528339" y="102493"/>
                    <a:pt x="490834" y="103882"/>
                  </a:cubicBezTo>
                  <a:lnTo>
                    <a:pt x="490834" y="123230"/>
                  </a:lnTo>
                  <a:lnTo>
                    <a:pt x="572392" y="123230"/>
                  </a:lnTo>
                  <a:lnTo>
                    <a:pt x="572392" y="183357"/>
                  </a:lnTo>
                  <a:lnTo>
                    <a:pt x="552747" y="183357"/>
                  </a:lnTo>
                  <a:lnTo>
                    <a:pt x="552747" y="177404"/>
                  </a:lnTo>
                  <a:lnTo>
                    <a:pt x="490834" y="177404"/>
                  </a:lnTo>
                  <a:lnTo>
                    <a:pt x="490834" y="196454"/>
                  </a:lnTo>
                  <a:lnTo>
                    <a:pt x="591145" y="196454"/>
                  </a:lnTo>
                  <a:lnTo>
                    <a:pt x="591145" y="261045"/>
                  </a:lnTo>
                  <a:cubicBezTo>
                    <a:pt x="591145" y="281286"/>
                    <a:pt x="581123" y="291406"/>
                    <a:pt x="561081" y="291406"/>
                  </a:cubicBezTo>
                  <a:cubicBezTo>
                    <a:pt x="551159" y="291406"/>
                    <a:pt x="538757" y="291208"/>
                    <a:pt x="523874" y="290811"/>
                  </a:cubicBezTo>
                  <a:cubicBezTo>
                    <a:pt x="522882" y="285254"/>
                    <a:pt x="521394" y="278408"/>
                    <a:pt x="519409" y="270272"/>
                  </a:cubicBezTo>
                  <a:cubicBezTo>
                    <a:pt x="533300" y="271463"/>
                    <a:pt x="545107" y="272058"/>
                    <a:pt x="554831" y="272058"/>
                  </a:cubicBezTo>
                  <a:cubicBezTo>
                    <a:pt x="565546" y="272058"/>
                    <a:pt x="570904" y="266998"/>
                    <a:pt x="570904" y="256878"/>
                  </a:cubicBezTo>
                  <a:lnTo>
                    <a:pt x="570904" y="212527"/>
                  </a:lnTo>
                  <a:lnTo>
                    <a:pt x="490834" y="212527"/>
                  </a:lnTo>
                  <a:lnTo>
                    <a:pt x="490834" y="239018"/>
                  </a:lnTo>
                  <a:cubicBezTo>
                    <a:pt x="502344" y="238423"/>
                    <a:pt x="513754" y="237729"/>
                    <a:pt x="525065" y="236935"/>
                  </a:cubicBezTo>
                  <a:cubicBezTo>
                    <a:pt x="522882" y="232371"/>
                    <a:pt x="520600" y="227807"/>
                    <a:pt x="518219" y="223243"/>
                  </a:cubicBezTo>
                  <a:lnTo>
                    <a:pt x="534292" y="215801"/>
                  </a:lnTo>
                  <a:cubicBezTo>
                    <a:pt x="541436" y="228700"/>
                    <a:pt x="548580" y="242590"/>
                    <a:pt x="555723" y="257473"/>
                  </a:cubicBezTo>
                  <a:lnTo>
                    <a:pt x="538162" y="265510"/>
                  </a:lnTo>
                  <a:cubicBezTo>
                    <a:pt x="536376" y="261343"/>
                    <a:pt x="534590" y="257275"/>
                    <a:pt x="532804" y="253306"/>
                  </a:cubicBezTo>
                  <a:cubicBezTo>
                    <a:pt x="499466" y="254695"/>
                    <a:pt x="462160" y="257374"/>
                    <a:pt x="420885" y="261343"/>
                  </a:cubicBezTo>
                  <a:lnTo>
                    <a:pt x="417314" y="242293"/>
                  </a:lnTo>
                  <a:cubicBezTo>
                    <a:pt x="435570" y="241697"/>
                    <a:pt x="453628" y="240904"/>
                    <a:pt x="471487" y="239911"/>
                  </a:cubicBezTo>
                  <a:lnTo>
                    <a:pt x="471487" y="212527"/>
                  </a:lnTo>
                  <a:lnTo>
                    <a:pt x="397668" y="212527"/>
                  </a:lnTo>
                  <a:lnTo>
                    <a:pt x="397668" y="292894"/>
                  </a:lnTo>
                  <a:lnTo>
                    <a:pt x="377428" y="292894"/>
                  </a:lnTo>
                  <a:lnTo>
                    <a:pt x="377428" y="196454"/>
                  </a:lnTo>
                  <a:lnTo>
                    <a:pt x="471487" y="196454"/>
                  </a:lnTo>
                  <a:lnTo>
                    <a:pt x="471487" y="177404"/>
                  </a:lnTo>
                  <a:lnTo>
                    <a:pt x="411063" y="177404"/>
                  </a:lnTo>
                  <a:lnTo>
                    <a:pt x="411063" y="183357"/>
                  </a:lnTo>
                  <a:lnTo>
                    <a:pt x="391417" y="183357"/>
                  </a:lnTo>
                  <a:lnTo>
                    <a:pt x="391417" y="123230"/>
                  </a:lnTo>
                  <a:lnTo>
                    <a:pt x="471487" y="123230"/>
                  </a:lnTo>
                  <a:lnTo>
                    <a:pt x="471487" y="104478"/>
                  </a:lnTo>
                  <a:cubicBezTo>
                    <a:pt x="442912" y="105470"/>
                    <a:pt x="411360" y="106462"/>
                    <a:pt x="376832" y="107454"/>
                  </a:cubicBezTo>
                  <a:cubicBezTo>
                    <a:pt x="375840" y="102097"/>
                    <a:pt x="374451" y="96143"/>
                    <a:pt x="372665" y="89595"/>
                  </a:cubicBezTo>
                  <a:cubicBezTo>
                    <a:pt x="467121" y="87412"/>
                    <a:pt x="536574" y="85031"/>
                    <a:pt x="581024" y="82451"/>
                  </a:cubicBezTo>
                  <a:close/>
                  <a:moveTo>
                    <a:pt x="361949" y="30361"/>
                  </a:moveTo>
                  <a:lnTo>
                    <a:pt x="361949" y="53281"/>
                  </a:lnTo>
                  <a:lnTo>
                    <a:pt x="566141" y="53281"/>
                  </a:lnTo>
                  <a:lnTo>
                    <a:pt x="566141" y="30361"/>
                  </a:lnTo>
                  <a:close/>
                  <a:moveTo>
                    <a:pt x="150316" y="25301"/>
                  </a:moveTo>
                  <a:cubicBezTo>
                    <a:pt x="129877" y="51098"/>
                    <a:pt x="100409" y="76399"/>
                    <a:pt x="61912" y="101204"/>
                  </a:cubicBezTo>
                  <a:lnTo>
                    <a:pt x="236636" y="101204"/>
                  </a:lnTo>
                  <a:cubicBezTo>
                    <a:pt x="205680" y="81558"/>
                    <a:pt x="176907" y="56257"/>
                    <a:pt x="150316" y="25301"/>
                  </a:cubicBezTo>
                  <a:close/>
                  <a:moveTo>
                    <a:pt x="341411" y="13097"/>
                  </a:moveTo>
                  <a:lnTo>
                    <a:pt x="586382" y="13097"/>
                  </a:lnTo>
                  <a:lnTo>
                    <a:pt x="586382" y="76498"/>
                  </a:lnTo>
                  <a:lnTo>
                    <a:pt x="566141" y="76498"/>
                  </a:lnTo>
                  <a:lnTo>
                    <a:pt x="566141" y="70545"/>
                  </a:lnTo>
                  <a:lnTo>
                    <a:pt x="361949" y="70545"/>
                  </a:lnTo>
                  <a:lnTo>
                    <a:pt x="361949" y="141387"/>
                  </a:lnTo>
                  <a:cubicBezTo>
                    <a:pt x="361949" y="208856"/>
                    <a:pt x="348059" y="259755"/>
                    <a:pt x="320278" y="294085"/>
                  </a:cubicBezTo>
                  <a:cubicBezTo>
                    <a:pt x="315714" y="287140"/>
                    <a:pt x="310753" y="280492"/>
                    <a:pt x="305395" y="274142"/>
                  </a:cubicBezTo>
                  <a:cubicBezTo>
                    <a:pt x="329604" y="246361"/>
                    <a:pt x="341610" y="200720"/>
                    <a:pt x="341411" y="137220"/>
                  </a:cubicBezTo>
                  <a:close/>
                  <a:moveTo>
                    <a:pt x="140196" y="0"/>
                  </a:moveTo>
                  <a:lnTo>
                    <a:pt x="172640" y="0"/>
                  </a:lnTo>
                  <a:lnTo>
                    <a:pt x="165794" y="8335"/>
                  </a:lnTo>
                  <a:cubicBezTo>
                    <a:pt x="197346" y="48618"/>
                    <a:pt x="241994" y="79971"/>
                    <a:pt x="299739" y="102394"/>
                  </a:cubicBezTo>
                  <a:cubicBezTo>
                    <a:pt x="294382" y="109935"/>
                    <a:pt x="289123" y="117872"/>
                    <a:pt x="283964" y="126207"/>
                  </a:cubicBezTo>
                  <a:cubicBezTo>
                    <a:pt x="268485" y="119658"/>
                    <a:pt x="253503" y="111820"/>
                    <a:pt x="239017" y="102692"/>
                  </a:cubicBezTo>
                  <a:lnTo>
                    <a:pt x="239017" y="122932"/>
                  </a:lnTo>
                  <a:lnTo>
                    <a:pt x="161925" y="122932"/>
                  </a:lnTo>
                  <a:lnTo>
                    <a:pt x="161925" y="164604"/>
                  </a:lnTo>
                  <a:lnTo>
                    <a:pt x="267890" y="164604"/>
                  </a:lnTo>
                  <a:lnTo>
                    <a:pt x="267890" y="186333"/>
                  </a:lnTo>
                  <a:lnTo>
                    <a:pt x="161925" y="186333"/>
                  </a:lnTo>
                  <a:lnTo>
                    <a:pt x="161925" y="258961"/>
                  </a:lnTo>
                  <a:lnTo>
                    <a:pt x="288726" y="258961"/>
                  </a:lnTo>
                  <a:lnTo>
                    <a:pt x="288726" y="280988"/>
                  </a:lnTo>
                  <a:lnTo>
                    <a:pt x="11906" y="280988"/>
                  </a:lnTo>
                  <a:lnTo>
                    <a:pt x="11906" y="258961"/>
                  </a:lnTo>
                  <a:lnTo>
                    <a:pt x="138112" y="258961"/>
                  </a:lnTo>
                  <a:lnTo>
                    <a:pt x="138112" y="186333"/>
                  </a:lnTo>
                  <a:lnTo>
                    <a:pt x="31551" y="186333"/>
                  </a:lnTo>
                  <a:lnTo>
                    <a:pt x="31551" y="164604"/>
                  </a:lnTo>
                  <a:lnTo>
                    <a:pt x="138112" y="164604"/>
                  </a:lnTo>
                  <a:lnTo>
                    <a:pt x="138112" y="122932"/>
                  </a:lnTo>
                  <a:lnTo>
                    <a:pt x="60721" y="122932"/>
                  </a:lnTo>
                  <a:lnTo>
                    <a:pt x="60721" y="102097"/>
                  </a:lnTo>
                  <a:cubicBezTo>
                    <a:pt x="46632" y="111026"/>
                    <a:pt x="31353" y="119956"/>
                    <a:pt x="14882" y="128886"/>
                  </a:cubicBezTo>
                  <a:cubicBezTo>
                    <a:pt x="10715" y="121345"/>
                    <a:pt x="5754" y="113904"/>
                    <a:pt x="0" y="106561"/>
                  </a:cubicBezTo>
                  <a:cubicBezTo>
                    <a:pt x="66079" y="75605"/>
                    <a:pt x="112811" y="40085"/>
                    <a:pt x="140196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1" name="组合 380">
              <a:extLst>
                <a:ext uri="{FF2B5EF4-FFF2-40B4-BE49-F238E27FC236}">
                  <a16:creationId xmlns:a16="http://schemas.microsoft.com/office/drawing/2014/main" id="{D4E91399-1261-4373-9B2D-1F6347F8A66A}"/>
                </a:ext>
              </a:extLst>
            </p:cNvPr>
            <p:cNvGrpSpPr/>
            <p:nvPr/>
          </p:nvGrpSpPr>
          <p:grpSpPr>
            <a:xfrm>
              <a:off x="6180862" y="2345279"/>
              <a:ext cx="3169328" cy="1788599"/>
              <a:chOff x="1214405" y="4590491"/>
              <a:chExt cx="2970865" cy="1725373"/>
            </a:xfrm>
          </p:grpSpPr>
          <p:grpSp>
            <p:nvGrpSpPr>
              <p:cNvPr id="382" name="组合 381">
                <a:extLst>
                  <a:ext uri="{FF2B5EF4-FFF2-40B4-BE49-F238E27FC236}">
                    <a16:creationId xmlns:a16="http://schemas.microsoft.com/office/drawing/2014/main" id="{5E758361-ADB5-4B25-A1AE-7CF35229ED3B}"/>
                  </a:ext>
                </a:extLst>
              </p:cNvPr>
              <p:cNvGrpSpPr/>
              <p:nvPr/>
            </p:nvGrpSpPr>
            <p:grpSpPr>
              <a:xfrm>
                <a:off x="1214405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07" name="椭圆 406">
                  <a:extLst>
                    <a:ext uri="{FF2B5EF4-FFF2-40B4-BE49-F238E27FC236}">
                      <a16:creationId xmlns:a16="http://schemas.microsoft.com/office/drawing/2014/main" id="{CE0ABAAB-C9FF-4391-B6D6-CFFBBBCC7DCC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8" name="椭圆 407">
                  <a:extLst>
                    <a:ext uri="{FF2B5EF4-FFF2-40B4-BE49-F238E27FC236}">
                      <a16:creationId xmlns:a16="http://schemas.microsoft.com/office/drawing/2014/main" id="{E53FB839-E2BA-4DFB-8C77-75FF0D6533F9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9" name="椭圆 408">
                  <a:extLst>
                    <a:ext uri="{FF2B5EF4-FFF2-40B4-BE49-F238E27FC236}">
                      <a16:creationId xmlns:a16="http://schemas.microsoft.com/office/drawing/2014/main" id="{FD73A821-CD50-48EB-A207-8340EF03AF12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0" name="椭圆 409">
                  <a:extLst>
                    <a:ext uri="{FF2B5EF4-FFF2-40B4-BE49-F238E27FC236}">
                      <a16:creationId xmlns:a16="http://schemas.microsoft.com/office/drawing/2014/main" id="{659169D7-6B35-44CD-A4A2-FAFF19A68B62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1" name="椭圆 410">
                  <a:extLst>
                    <a:ext uri="{FF2B5EF4-FFF2-40B4-BE49-F238E27FC236}">
                      <a16:creationId xmlns:a16="http://schemas.microsoft.com/office/drawing/2014/main" id="{C2C937A1-114C-45AE-89F4-61A5599C3070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83" name="组合 382">
                <a:extLst>
                  <a:ext uri="{FF2B5EF4-FFF2-40B4-BE49-F238E27FC236}">
                    <a16:creationId xmlns:a16="http://schemas.microsoft.com/office/drawing/2014/main" id="{78A433C0-0B53-49D6-A15E-958DCD7E88AA}"/>
                  </a:ext>
                </a:extLst>
              </p:cNvPr>
              <p:cNvGrpSpPr/>
              <p:nvPr/>
            </p:nvGrpSpPr>
            <p:grpSpPr>
              <a:xfrm>
                <a:off x="4100769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02" name="椭圆 401">
                  <a:extLst>
                    <a:ext uri="{FF2B5EF4-FFF2-40B4-BE49-F238E27FC236}">
                      <a16:creationId xmlns:a16="http://schemas.microsoft.com/office/drawing/2014/main" id="{CABF997E-4C03-4A42-862F-027994A043AA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3" name="椭圆 402">
                  <a:extLst>
                    <a:ext uri="{FF2B5EF4-FFF2-40B4-BE49-F238E27FC236}">
                      <a16:creationId xmlns:a16="http://schemas.microsoft.com/office/drawing/2014/main" id="{3407E0A8-34CE-451D-A038-27D61F0887A9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4" name="椭圆 403">
                  <a:extLst>
                    <a:ext uri="{FF2B5EF4-FFF2-40B4-BE49-F238E27FC236}">
                      <a16:creationId xmlns:a16="http://schemas.microsoft.com/office/drawing/2014/main" id="{D56B4F8B-9BE8-4B66-BEE8-4A16A9EFCB80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5" name="椭圆 404">
                  <a:extLst>
                    <a:ext uri="{FF2B5EF4-FFF2-40B4-BE49-F238E27FC236}">
                      <a16:creationId xmlns:a16="http://schemas.microsoft.com/office/drawing/2014/main" id="{42DCA0B8-72A8-4B88-9987-A97345E0610E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6" name="椭圆 405">
                  <a:extLst>
                    <a:ext uri="{FF2B5EF4-FFF2-40B4-BE49-F238E27FC236}">
                      <a16:creationId xmlns:a16="http://schemas.microsoft.com/office/drawing/2014/main" id="{32694E81-D4BE-4147-BD65-5ECCD7F6B7C5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84" name="组合 383">
                <a:extLst>
                  <a:ext uri="{FF2B5EF4-FFF2-40B4-BE49-F238E27FC236}">
                    <a16:creationId xmlns:a16="http://schemas.microsoft.com/office/drawing/2014/main" id="{2C5892FC-45BE-4621-B2F8-204ABBA8B7DD}"/>
                  </a:ext>
                </a:extLst>
              </p:cNvPr>
              <p:cNvGrpSpPr/>
              <p:nvPr/>
            </p:nvGrpSpPr>
            <p:grpSpPr>
              <a:xfrm>
                <a:off x="1935996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397" name="椭圆 396">
                  <a:extLst>
                    <a:ext uri="{FF2B5EF4-FFF2-40B4-BE49-F238E27FC236}">
                      <a16:creationId xmlns:a16="http://schemas.microsoft.com/office/drawing/2014/main" id="{A0026990-B9D3-4668-82FE-11A495192AE5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8" name="椭圆 397">
                  <a:extLst>
                    <a:ext uri="{FF2B5EF4-FFF2-40B4-BE49-F238E27FC236}">
                      <a16:creationId xmlns:a16="http://schemas.microsoft.com/office/drawing/2014/main" id="{52E91D40-4676-4DDE-A9F0-05667928F88A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9" name="椭圆 398">
                  <a:extLst>
                    <a:ext uri="{FF2B5EF4-FFF2-40B4-BE49-F238E27FC236}">
                      <a16:creationId xmlns:a16="http://schemas.microsoft.com/office/drawing/2014/main" id="{E98986EB-79A7-446F-8E83-3233D208D288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0" name="椭圆 399">
                  <a:extLst>
                    <a:ext uri="{FF2B5EF4-FFF2-40B4-BE49-F238E27FC236}">
                      <a16:creationId xmlns:a16="http://schemas.microsoft.com/office/drawing/2014/main" id="{145C9C4D-3C8A-4FA3-8DC3-1E4920AAAEFE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1" name="椭圆 400">
                  <a:extLst>
                    <a:ext uri="{FF2B5EF4-FFF2-40B4-BE49-F238E27FC236}">
                      <a16:creationId xmlns:a16="http://schemas.microsoft.com/office/drawing/2014/main" id="{5C01BDAF-BC3E-4228-BE09-444C0E62EE6B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85" name="组合 384">
                <a:extLst>
                  <a:ext uri="{FF2B5EF4-FFF2-40B4-BE49-F238E27FC236}">
                    <a16:creationId xmlns:a16="http://schemas.microsoft.com/office/drawing/2014/main" id="{5BF22CBB-3E55-400D-8C94-DBE3027F0627}"/>
                  </a:ext>
                </a:extLst>
              </p:cNvPr>
              <p:cNvGrpSpPr/>
              <p:nvPr/>
            </p:nvGrpSpPr>
            <p:grpSpPr>
              <a:xfrm>
                <a:off x="2657587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392" name="椭圆 391">
                  <a:extLst>
                    <a:ext uri="{FF2B5EF4-FFF2-40B4-BE49-F238E27FC236}">
                      <a16:creationId xmlns:a16="http://schemas.microsoft.com/office/drawing/2014/main" id="{1C6234C6-8B47-42E9-BB6D-39092339FB77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3" name="椭圆 392">
                  <a:extLst>
                    <a:ext uri="{FF2B5EF4-FFF2-40B4-BE49-F238E27FC236}">
                      <a16:creationId xmlns:a16="http://schemas.microsoft.com/office/drawing/2014/main" id="{D21F7E3F-634E-4068-896D-1DC6D3FB58C1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4" name="椭圆 393">
                  <a:extLst>
                    <a:ext uri="{FF2B5EF4-FFF2-40B4-BE49-F238E27FC236}">
                      <a16:creationId xmlns:a16="http://schemas.microsoft.com/office/drawing/2014/main" id="{099D9A11-E64B-47B1-AAED-3AE759D095D8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5" name="椭圆 394">
                  <a:extLst>
                    <a:ext uri="{FF2B5EF4-FFF2-40B4-BE49-F238E27FC236}">
                      <a16:creationId xmlns:a16="http://schemas.microsoft.com/office/drawing/2014/main" id="{D3542D08-C207-4B91-AA71-37B48236DBE0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6" name="椭圆 395">
                  <a:extLst>
                    <a:ext uri="{FF2B5EF4-FFF2-40B4-BE49-F238E27FC236}">
                      <a16:creationId xmlns:a16="http://schemas.microsoft.com/office/drawing/2014/main" id="{01894F74-1665-40CD-B1EB-E6DAEE4ADF93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86" name="组合 385">
                <a:extLst>
                  <a:ext uri="{FF2B5EF4-FFF2-40B4-BE49-F238E27FC236}">
                    <a16:creationId xmlns:a16="http://schemas.microsoft.com/office/drawing/2014/main" id="{ABC7FAD4-1B0A-4166-90C6-4B8CBED04819}"/>
                  </a:ext>
                </a:extLst>
              </p:cNvPr>
              <p:cNvGrpSpPr/>
              <p:nvPr/>
            </p:nvGrpSpPr>
            <p:grpSpPr>
              <a:xfrm>
                <a:off x="3379178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387" name="椭圆 386">
                  <a:extLst>
                    <a:ext uri="{FF2B5EF4-FFF2-40B4-BE49-F238E27FC236}">
                      <a16:creationId xmlns:a16="http://schemas.microsoft.com/office/drawing/2014/main" id="{DC0B623B-6958-4469-82A0-5F252D2A0D9B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8" name="椭圆 387">
                  <a:extLst>
                    <a:ext uri="{FF2B5EF4-FFF2-40B4-BE49-F238E27FC236}">
                      <a16:creationId xmlns:a16="http://schemas.microsoft.com/office/drawing/2014/main" id="{824F6AC5-A9D1-404D-9D92-F1BE2B56319C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9" name="椭圆 388">
                  <a:extLst>
                    <a:ext uri="{FF2B5EF4-FFF2-40B4-BE49-F238E27FC236}">
                      <a16:creationId xmlns:a16="http://schemas.microsoft.com/office/drawing/2014/main" id="{AFA02161-5EB2-4B7A-B26A-983FD1EF13A0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0" name="椭圆 389">
                  <a:extLst>
                    <a:ext uri="{FF2B5EF4-FFF2-40B4-BE49-F238E27FC236}">
                      <a16:creationId xmlns:a16="http://schemas.microsoft.com/office/drawing/2014/main" id="{1AB7BB40-5A1B-49C6-AA1E-86AC59BB1902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1" name="椭圆 390">
                  <a:extLst>
                    <a:ext uri="{FF2B5EF4-FFF2-40B4-BE49-F238E27FC236}">
                      <a16:creationId xmlns:a16="http://schemas.microsoft.com/office/drawing/2014/main" id="{0B866B2A-88ED-4203-A0D9-69240225B72B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412" name="组合 411">
              <a:extLst>
                <a:ext uri="{FF2B5EF4-FFF2-40B4-BE49-F238E27FC236}">
                  <a16:creationId xmlns:a16="http://schemas.microsoft.com/office/drawing/2014/main" id="{F07E313A-92E1-4223-97AE-C18CB86B6095}"/>
                </a:ext>
              </a:extLst>
            </p:cNvPr>
            <p:cNvGrpSpPr/>
            <p:nvPr/>
          </p:nvGrpSpPr>
          <p:grpSpPr>
            <a:xfrm>
              <a:off x="6578573" y="2345279"/>
              <a:ext cx="3169328" cy="1788599"/>
              <a:chOff x="1214405" y="4590491"/>
              <a:chExt cx="2970865" cy="1725373"/>
            </a:xfrm>
          </p:grpSpPr>
          <p:grpSp>
            <p:nvGrpSpPr>
              <p:cNvPr id="413" name="组合 412">
                <a:extLst>
                  <a:ext uri="{FF2B5EF4-FFF2-40B4-BE49-F238E27FC236}">
                    <a16:creationId xmlns:a16="http://schemas.microsoft.com/office/drawing/2014/main" id="{17AC8BA1-F257-4847-9EE9-B451ED57C744}"/>
                  </a:ext>
                </a:extLst>
              </p:cNvPr>
              <p:cNvGrpSpPr/>
              <p:nvPr/>
            </p:nvGrpSpPr>
            <p:grpSpPr>
              <a:xfrm>
                <a:off x="1214405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38" name="椭圆 437">
                  <a:extLst>
                    <a:ext uri="{FF2B5EF4-FFF2-40B4-BE49-F238E27FC236}">
                      <a16:creationId xmlns:a16="http://schemas.microsoft.com/office/drawing/2014/main" id="{30B192DC-134C-4CB9-ADF3-6CFEA5B4D8B2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9" name="椭圆 438">
                  <a:extLst>
                    <a:ext uri="{FF2B5EF4-FFF2-40B4-BE49-F238E27FC236}">
                      <a16:creationId xmlns:a16="http://schemas.microsoft.com/office/drawing/2014/main" id="{88A31B5F-6379-49DE-A5ED-C780D0A45DDC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0" name="椭圆 439">
                  <a:extLst>
                    <a:ext uri="{FF2B5EF4-FFF2-40B4-BE49-F238E27FC236}">
                      <a16:creationId xmlns:a16="http://schemas.microsoft.com/office/drawing/2014/main" id="{40D297BA-CD0C-46BF-9D0D-6CAA451F99AE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1" name="椭圆 440">
                  <a:extLst>
                    <a:ext uri="{FF2B5EF4-FFF2-40B4-BE49-F238E27FC236}">
                      <a16:creationId xmlns:a16="http://schemas.microsoft.com/office/drawing/2014/main" id="{1F66D8C5-F582-4475-8809-8E94CE7D192F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2" name="椭圆 441">
                  <a:extLst>
                    <a:ext uri="{FF2B5EF4-FFF2-40B4-BE49-F238E27FC236}">
                      <a16:creationId xmlns:a16="http://schemas.microsoft.com/office/drawing/2014/main" id="{D55A88F2-8575-420D-B49B-3426D24A898C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14" name="组合 413">
                <a:extLst>
                  <a:ext uri="{FF2B5EF4-FFF2-40B4-BE49-F238E27FC236}">
                    <a16:creationId xmlns:a16="http://schemas.microsoft.com/office/drawing/2014/main" id="{DF828C2A-6A8D-4139-A326-32151CF7E8A9}"/>
                  </a:ext>
                </a:extLst>
              </p:cNvPr>
              <p:cNvGrpSpPr/>
              <p:nvPr/>
            </p:nvGrpSpPr>
            <p:grpSpPr>
              <a:xfrm>
                <a:off x="4100769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33" name="椭圆 432">
                  <a:extLst>
                    <a:ext uri="{FF2B5EF4-FFF2-40B4-BE49-F238E27FC236}">
                      <a16:creationId xmlns:a16="http://schemas.microsoft.com/office/drawing/2014/main" id="{5737930B-9706-412B-A26C-91C2E1829783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4" name="椭圆 433">
                  <a:extLst>
                    <a:ext uri="{FF2B5EF4-FFF2-40B4-BE49-F238E27FC236}">
                      <a16:creationId xmlns:a16="http://schemas.microsoft.com/office/drawing/2014/main" id="{8AF4D9E0-4E5A-421D-862F-528418F0430A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5" name="椭圆 434">
                  <a:extLst>
                    <a:ext uri="{FF2B5EF4-FFF2-40B4-BE49-F238E27FC236}">
                      <a16:creationId xmlns:a16="http://schemas.microsoft.com/office/drawing/2014/main" id="{7EF355EB-5936-4E33-BD92-E942BB366DF3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6" name="椭圆 435">
                  <a:extLst>
                    <a:ext uri="{FF2B5EF4-FFF2-40B4-BE49-F238E27FC236}">
                      <a16:creationId xmlns:a16="http://schemas.microsoft.com/office/drawing/2014/main" id="{2828BE4E-4741-4FCE-A964-A790FBB2A471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7" name="椭圆 436">
                  <a:extLst>
                    <a:ext uri="{FF2B5EF4-FFF2-40B4-BE49-F238E27FC236}">
                      <a16:creationId xmlns:a16="http://schemas.microsoft.com/office/drawing/2014/main" id="{5FAD3672-B715-48E2-A1AA-353381DA109F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15" name="组合 414">
                <a:extLst>
                  <a:ext uri="{FF2B5EF4-FFF2-40B4-BE49-F238E27FC236}">
                    <a16:creationId xmlns:a16="http://schemas.microsoft.com/office/drawing/2014/main" id="{9141B5DF-5582-4907-94CA-4AD3968F626A}"/>
                  </a:ext>
                </a:extLst>
              </p:cNvPr>
              <p:cNvGrpSpPr/>
              <p:nvPr/>
            </p:nvGrpSpPr>
            <p:grpSpPr>
              <a:xfrm>
                <a:off x="1935996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28" name="椭圆 427">
                  <a:extLst>
                    <a:ext uri="{FF2B5EF4-FFF2-40B4-BE49-F238E27FC236}">
                      <a16:creationId xmlns:a16="http://schemas.microsoft.com/office/drawing/2014/main" id="{C0409B23-617D-40C2-9B31-73B962BBB26F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9" name="椭圆 428">
                  <a:extLst>
                    <a:ext uri="{FF2B5EF4-FFF2-40B4-BE49-F238E27FC236}">
                      <a16:creationId xmlns:a16="http://schemas.microsoft.com/office/drawing/2014/main" id="{8FA55F94-A456-43F8-97C9-96F062703787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0" name="椭圆 429">
                  <a:extLst>
                    <a:ext uri="{FF2B5EF4-FFF2-40B4-BE49-F238E27FC236}">
                      <a16:creationId xmlns:a16="http://schemas.microsoft.com/office/drawing/2014/main" id="{DD7C4146-52C5-489E-8538-6AF592990F02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1" name="椭圆 430">
                  <a:extLst>
                    <a:ext uri="{FF2B5EF4-FFF2-40B4-BE49-F238E27FC236}">
                      <a16:creationId xmlns:a16="http://schemas.microsoft.com/office/drawing/2014/main" id="{3AFBEC73-95EA-4467-A35A-B36D8726299B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2" name="椭圆 431">
                  <a:extLst>
                    <a:ext uri="{FF2B5EF4-FFF2-40B4-BE49-F238E27FC236}">
                      <a16:creationId xmlns:a16="http://schemas.microsoft.com/office/drawing/2014/main" id="{719EA60B-8C98-4E32-B603-84A24D894B62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16" name="组合 415">
                <a:extLst>
                  <a:ext uri="{FF2B5EF4-FFF2-40B4-BE49-F238E27FC236}">
                    <a16:creationId xmlns:a16="http://schemas.microsoft.com/office/drawing/2014/main" id="{6F1C26B9-45BF-4850-B589-88128B2E4630}"/>
                  </a:ext>
                </a:extLst>
              </p:cNvPr>
              <p:cNvGrpSpPr/>
              <p:nvPr/>
            </p:nvGrpSpPr>
            <p:grpSpPr>
              <a:xfrm>
                <a:off x="2657587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23" name="椭圆 422">
                  <a:extLst>
                    <a:ext uri="{FF2B5EF4-FFF2-40B4-BE49-F238E27FC236}">
                      <a16:creationId xmlns:a16="http://schemas.microsoft.com/office/drawing/2014/main" id="{683A205D-D955-4568-A427-E81307A799F1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4" name="椭圆 423">
                  <a:extLst>
                    <a:ext uri="{FF2B5EF4-FFF2-40B4-BE49-F238E27FC236}">
                      <a16:creationId xmlns:a16="http://schemas.microsoft.com/office/drawing/2014/main" id="{99CD9F7E-E1D0-4472-8151-DCBFADE4161E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5" name="椭圆 424">
                  <a:extLst>
                    <a:ext uri="{FF2B5EF4-FFF2-40B4-BE49-F238E27FC236}">
                      <a16:creationId xmlns:a16="http://schemas.microsoft.com/office/drawing/2014/main" id="{2A7C064E-EDC6-490B-8F85-AB5433BB1133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6" name="椭圆 425">
                  <a:extLst>
                    <a:ext uri="{FF2B5EF4-FFF2-40B4-BE49-F238E27FC236}">
                      <a16:creationId xmlns:a16="http://schemas.microsoft.com/office/drawing/2014/main" id="{CA46E02B-5613-4276-A204-CA34ADB16C6C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7" name="椭圆 426">
                  <a:extLst>
                    <a:ext uri="{FF2B5EF4-FFF2-40B4-BE49-F238E27FC236}">
                      <a16:creationId xmlns:a16="http://schemas.microsoft.com/office/drawing/2014/main" id="{58BE97BE-C873-4994-9F46-65D518040A38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17" name="组合 416">
                <a:extLst>
                  <a:ext uri="{FF2B5EF4-FFF2-40B4-BE49-F238E27FC236}">
                    <a16:creationId xmlns:a16="http://schemas.microsoft.com/office/drawing/2014/main" id="{9C5FD759-C1B3-4F1A-B0E2-81784F696C50}"/>
                  </a:ext>
                </a:extLst>
              </p:cNvPr>
              <p:cNvGrpSpPr/>
              <p:nvPr/>
            </p:nvGrpSpPr>
            <p:grpSpPr>
              <a:xfrm>
                <a:off x="3379178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18" name="椭圆 417">
                  <a:extLst>
                    <a:ext uri="{FF2B5EF4-FFF2-40B4-BE49-F238E27FC236}">
                      <a16:creationId xmlns:a16="http://schemas.microsoft.com/office/drawing/2014/main" id="{046009FB-7CFD-4DEC-80A5-ECC0C4C79EB4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9" name="椭圆 418">
                  <a:extLst>
                    <a:ext uri="{FF2B5EF4-FFF2-40B4-BE49-F238E27FC236}">
                      <a16:creationId xmlns:a16="http://schemas.microsoft.com/office/drawing/2014/main" id="{F5D4F70D-4CB6-42E7-8883-F91983DEA703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0" name="椭圆 419">
                  <a:extLst>
                    <a:ext uri="{FF2B5EF4-FFF2-40B4-BE49-F238E27FC236}">
                      <a16:creationId xmlns:a16="http://schemas.microsoft.com/office/drawing/2014/main" id="{867268E8-B249-40DF-87C0-5E009F478B10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1" name="椭圆 420">
                  <a:extLst>
                    <a:ext uri="{FF2B5EF4-FFF2-40B4-BE49-F238E27FC236}">
                      <a16:creationId xmlns:a16="http://schemas.microsoft.com/office/drawing/2014/main" id="{D6FAFBBD-14B2-4901-AB5B-7F25AD660621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2" name="椭圆 421">
                  <a:extLst>
                    <a:ext uri="{FF2B5EF4-FFF2-40B4-BE49-F238E27FC236}">
                      <a16:creationId xmlns:a16="http://schemas.microsoft.com/office/drawing/2014/main" id="{FFC63241-275F-4767-AC33-538F36D0DC03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443" name="组合 442">
              <a:extLst>
                <a:ext uri="{FF2B5EF4-FFF2-40B4-BE49-F238E27FC236}">
                  <a16:creationId xmlns:a16="http://schemas.microsoft.com/office/drawing/2014/main" id="{3318F69E-9C25-4B3E-89A4-BA54D45F280D}"/>
                </a:ext>
              </a:extLst>
            </p:cNvPr>
            <p:cNvGrpSpPr/>
            <p:nvPr/>
          </p:nvGrpSpPr>
          <p:grpSpPr>
            <a:xfrm>
              <a:off x="6032854" y="2316704"/>
              <a:ext cx="90146" cy="1840634"/>
              <a:chOff x="1214405" y="4592622"/>
              <a:chExt cx="84501" cy="1725373"/>
            </a:xfrm>
            <a:solidFill>
              <a:schemeClr val="tx1"/>
            </a:solidFill>
          </p:grpSpPr>
          <p:sp>
            <p:nvSpPr>
              <p:cNvPr id="444" name="椭圆 443">
                <a:extLst>
                  <a:ext uri="{FF2B5EF4-FFF2-40B4-BE49-F238E27FC236}">
                    <a16:creationId xmlns:a16="http://schemas.microsoft.com/office/drawing/2014/main" id="{949EDEB4-0991-40E6-A9C0-A1BA8459A0CB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5" name="椭圆 444">
                <a:extLst>
                  <a:ext uri="{FF2B5EF4-FFF2-40B4-BE49-F238E27FC236}">
                    <a16:creationId xmlns:a16="http://schemas.microsoft.com/office/drawing/2014/main" id="{1095DC88-2902-4839-BFA5-C669AAE8ADA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6" name="椭圆 445">
                <a:extLst>
                  <a:ext uri="{FF2B5EF4-FFF2-40B4-BE49-F238E27FC236}">
                    <a16:creationId xmlns:a16="http://schemas.microsoft.com/office/drawing/2014/main" id="{3165DA5E-F944-40E2-9DB8-1AD40500AC44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7" name="椭圆 446">
                <a:extLst>
                  <a:ext uri="{FF2B5EF4-FFF2-40B4-BE49-F238E27FC236}">
                    <a16:creationId xmlns:a16="http://schemas.microsoft.com/office/drawing/2014/main" id="{30CA3E68-F72C-4D19-80B4-2D1E0C167AF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8" name="椭圆 447">
                <a:extLst>
                  <a:ext uri="{FF2B5EF4-FFF2-40B4-BE49-F238E27FC236}">
                    <a16:creationId xmlns:a16="http://schemas.microsoft.com/office/drawing/2014/main" id="{E0B54FAB-7E22-40E9-8351-EDEB7F002895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49" name="组合 448">
              <a:extLst>
                <a:ext uri="{FF2B5EF4-FFF2-40B4-BE49-F238E27FC236}">
                  <a16:creationId xmlns:a16="http://schemas.microsoft.com/office/drawing/2014/main" id="{E479181D-3F23-41B8-BC76-E7718B9D8396}"/>
                </a:ext>
              </a:extLst>
            </p:cNvPr>
            <p:cNvGrpSpPr/>
            <p:nvPr/>
          </p:nvGrpSpPr>
          <p:grpSpPr>
            <a:xfrm>
              <a:off x="5353723" y="2291760"/>
              <a:ext cx="282298" cy="1800376"/>
              <a:chOff x="7477729" y="4741867"/>
              <a:chExt cx="360990" cy="2302237"/>
            </a:xfrm>
          </p:grpSpPr>
          <p:grpSp>
            <p:nvGrpSpPr>
              <p:cNvPr id="450" name="组合 449">
                <a:extLst>
                  <a:ext uri="{FF2B5EF4-FFF2-40B4-BE49-F238E27FC236}">
                    <a16:creationId xmlns:a16="http://schemas.microsoft.com/office/drawing/2014/main" id="{517266F1-DD87-4809-9D44-AFF2822C408F}"/>
                  </a:ext>
                </a:extLst>
              </p:cNvPr>
              <p:cNvGrpSpPr/>
              <p:nvPr/>
            </p:nvGrpSpPr>
            <p:grpSpPr>
              <a:xfrm>
                <a:off x="7504045" y="4741867"/>
                <a:ext cx="334674" cy="334674"/>
                <a:chOff x="2297340" y="3316514"/>
                <a:chExt cx="268062" cy="268062"/>
              </a:xfrm>
            </p:grpSpPr>
            <p:sp>
              <p:nvSpPr>
                <p:cNvPr id="467" name="椭圆 466">
                  <a:extLst>
                    <a:ext uri="{FF2B5EF4-FFF2-40B4-BE49-F238E27FC236}">
                      <a16:creationId xmlns:a16="http://schemas.microsoft.com/office/drawing/2014/main" id="{6593473C-82AF-4595-8638-EE8E6FF48FD0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68" name="直接连接符 467">
                  <a:extLst>
                    <a:ext uri="{FF2B5EF4-FFF2-40B4-BE49-F238E27FC236}">
                      <a16:creationId xmlns:a16="http://schemas.microsoft.com/office/drawing/2014/main" id="{B31C3F8E-E311-4DBD-81C4-DD3999E6F1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9" name="直接连接符 468">
                  <a:extLst>
                    <a:ext uri="{FF2B5EF4-FFF2-40B4-BE49-F238E27FC236}">
                      <a16:creationId xmlns:a16="http://schemas.microsoft.com/office/drawing/2014/main" id="{ED1E7366-EE9D-4D0D-B973-E41263514A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1" name="组合 450">
                <a:extLst>
                  <a:ext uri="{FF2B5EF4-FFF2-40B4-BE49-F238E27FC236}">
                    <a16:creationId xmlns:a16="http://schemas.microsoft.com/office/drawing/2014/main" id="{2B013CDE-FE4A-4F73-A1C8-1E5BBAEE5E20}"/>
                  </a:ext>
                </a:extLst>
              </p:cNvPr>
              <p:cNvGrpSpPr/>
              <p:nvPr/>
            </p:nvGrpSpPr>
            <p:grpSpPr>
              <a:xfrm>
                <a:off x="7502724" y="5233758"/>
                <a:ext cx="334674" cy="334674"/>
                <a:chOff x="2297340" y="3316514"/>
                <a:chExt cx="268062" cy="268062"/>
              </a:xfrm>
            </p:grpSpPr>
            <p:sp>
              <p:nvSpPr>
                <p:cNvPr id="464" name="椭圆 463">
                  <a:extLst>
                    <a:ext uri="{FF2B5EF4-FFF2-40B4-BE49-F238E27FC236}">
                      <a16:creationId xmlns:a16="http://schemas.microsoft.com/office/drawing/2014/main" id="{CCB00639-550C-4218-88B5-BF1583FC4151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65" name="直接连接符 464">
                  <a:extLst>
                    <a:ext uri="{FF2B5EF4-FFF2-40B4-BE49-F238E27FC236}">
                      <a16:creationId xmlns:a16="http://schemas.microsoft.com/office/drawing/2014/main" id="{60E17E05-013F-4C15-B0FC-F722FDA0B3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直接连接符 465">
                  <a:extLst>
                    <a:ext uri="{FF2B5EF4-FFF2-40B4-BE49-F238E27FC236}">
                      <a16:creationId xmlns:a16="http://schemas.microsoft.com/office/drawing/2014/main" id="{C4B59510-6D37-4C4D-8552-810CECDC7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2" name="组合 451">
                <a:extLst>
                  <a:ext uri="{FF2B5EF4-FFF2-40B4-BE49-F238E27FC236}">
                    <a16:creationId xmlns:a16="http://schemas.microsoft.com/office/drawing/2014/main" id="{3AEFEC9C-0F37-4BFC-8562-4C0D38ACC8B4}"/>
                  </a:ext>
                </a:extLst>
              </p:cNvPr>
              <p:cNvGrpSpPr/>
              <p:nvPr/>
            </p:nvGrpSpPr>
            <p:grpSpPr>
              <a:xfrm>
                <a:off x="7490979" y="5725649"/>
                <a:ext cx="334674" cy="334674"/>
                <a:chOff x="2297340" y="3316514"/>
                <a:chExt cx="268062" cy="268062"/>
              </a:xfrm>
            </p:grpSpPr>
            <p:sp>
              <p:nvSpPr>
                <p:cNvPr id="461" name="椭圆 460">
                  <a:extLst>
                    <a:ext uri="{FF2B5EF4-FFF2-40B4-BE49-F238E27FC236}">
                      <a16:creationId xmlns:a16="http://schemas.microsoft.com/office/drawing/2014/main" id="{109ECB9C-C2C8-4F23-9FBE-2956013457AD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62" name="直接连接符 461">
                  <a:extLst>
                    <a:ext uri="{FF2B5EF4-FFF2-40B4-BE49-F238E27FC236}">
                      <a16:creationId xmlns:a16="http://schemas.microsoft.com/office/drawing/2014/main" id="{9558F44B-EE40-4BE5-B746-469AE7AAF7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直接连接符 462">
                  <a:extLst>
                    <a:ext uri="{FF2B5EF4-FFF2-40B4-BE49-F238E27FC236}">
                      <a16:creationId xmlns:a16="http://schemas.microsoft.com/office/drawing/2014/main" id="{7459E1E1-8503-4F5A-8198-1256DD4B1E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3" name="组合 452">
                <a:extLst>
                  <a:ext uri="{FF2B5EF4-FFF2-40B4-BE49-F238E27FC236}">
                    <a16:creationId xmlns:a16="http://schemas.microsoft.com/office/drawing/2014/main" id="{596C3E9B-0E19-444A-8E9B-E03DA05F95DB}"/>
                  </a:ext>
                </a:extLst>
              </p:cNvPr>
              <p:cNvGrpSpPr/>
              <p:nvPr/>
            </p:nvGrpSpPr>
            <p:grpSpPr>
              <a:xfrm>
                <a:off x="7477729" y="6217540"/>
                <a:ext cx="334674" cy="334674"/>
                <a:chOff x="2297340" y="3316514"/>
                <a:chExt cx="268062" cy="268062"/>
              </a:xfrm>
            </p:grpSpPr>
            <p:sp>
              <p:nvSpPr>
                <p:cNvPr id="458" name="椭圆 457">
                  <a:extLst>
                    <a:ext uri="{FF2B5EF4-FFF2-40B4-BE49-F238E27FC236}">
                      <a16:creationId xmlns:a16="http://schemas.microsoft.com/office/drawing/2014/main" id="{122B7E6D-0480-49BC-BE96-FB63FF0107FC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59" name="直接连接符 458">
                  <a:extLst>
                    <a:ext uri="{FF2B5EF4-FFF2-40B4-BE49-F238E27FC236}">
                      <a16:creationId xmlns:a16="http://schemas.microsoft.com/office/drawing/2014/main" id="{0F66827B-31E8-4C14-B0F2-68ACB32F03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直接连接符 459">
                  <a:extLst>
                    <a:ext uri="{FF2B5EF4-FFF2-40B4-BE49-F238E27FC236}">
                      <a16:creationId xmlns:a16="http://schemas.microsoft.com/office/drawing/2014/main" id="{2BEC84F8-76D9-4866-BA1E-88CFC66081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4" name="组合 453">
                <a:extLst>
                  <a:ext uri="{FF2B5EF4-FFF2-40B4-BE49-F238E27FC236}">
                    <a16:creationId xmlns:a16="http://schemas.microsoft.com/office/drawing/2014/main" id="{FFCABE14-28F5-4E41-AD92-AACC8FEA273D}"/>
                  </a:ext>
                </a:extLst>
              </p:cNvPr>
              <p:cNvGrpSpPr/>
              <p:nvPr/>
            </p:nvGrpSpPr>
            <p:grpSpPr>
              <a:xfrm>
                <a:off x="7495713" y="6709430"/>
                <a:ext cx="334674" cy="334674"/>
                <a:chOff x="2297340" y="3316514"/>
                <a:chExt cx="268062" cy="268062"/>
              </a:xfrm>
            </p:grpSpPr>
            <p:sp>
              <p:nvSpPr>
                <p:cNvPr id="455" name="椭圆 454">
                  <a:extLst>
                    <a:ext uri="{FF2B5EF4-FFF2-40B4-BE49-F238E27FC236}">
                      <a16:creationId xmlns:a16="http://schemas.microsoft.com/office/drawing/2014/main" id="{15121B60-063C-41E9-B8BE-B5DEF5007993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56" name="直接连接符 455">
                  <a:extLst>
                    <a:ext uri="{FF2B5EF4-FFF2-40B4-BE49-F238E27FC236}">
                      <a16:creationId xmlns:a16="http://schemas.microsoft.com/office/drawing/2014/main" id="{437D9158-95A6-4EA4-A371-A7AF5B66C7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7" name="直接连接符 456">
                  <a:extLst>
                    <a:ext uri="{FF2B5EF4-FFF2-40B4-BE49-F238E27FC236}">
                      <a16:creationId xmlns:a16="http://schemas.microsoft.com/office/drawing/2014/main" id="{A8AC60BC-AFA5-4770-8070-C35A3A740E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73" name="组合 472">
              <a:extLst>
                <a:ext uri="{FF2B5EF4-FFF2-40B4-BE49-F238E27FC236}">
                  <a16:creationId xmlns:a16="http://schemas.microsoft.com/office/drawing/2014/main" id="{C62AAD34-C553-4892-AFF1-DC4BD3DE2C63}"/>
                </a:ext>
              </a:extLst>
            </p:cNvPr>
            <p:cNvGrpSpPr/>
            <p:nvPr/>
          </p:nvGrpSpPr>
          <p:grpSpPr>
            <a:xfrm>
              <a:off x="6032854" y="2316704"/>
              <a:ext cx="90146" cy="1840634"/>
              <a:chOff x="1214405" y="4592622"/>
              <a:chExt cx="84501" cy="1725373"/>
            </a:xfrm>
            <a:solidFill>
              <a:srgbClr val="FF0000"/>
            </a:solidFill>
          </p:grpSpPr>
          <p:sp>
            <p:nvSpPr>
              <p:cNvPr id="474" name="椭圆 473">
                <a:extLst>
                  <a:ext uri="{FF2B5EF4-FFF2-40B4-BE49-F238E27FC236}">
                    <a16:creationId xmlns:a16="http://schemas.microsoft.com/office/drawing/2014/main" id="{DE7A69C8-1AC1-4824-A683-24F261291466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5" name="椭圆 474">
                <a:extLst>
                  <a:ext uri="{FF2B5EF4-FFF2-40B4-BE49-F238E27FC236}">
                    <a16:creationId xmlns:a16="http://schemas.microsoft.com/office/drawing/2014/main" id="{198CE6C5-C93A-4E81-8739-0ACF8035EDF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6" name="椭圆 475">
                <a:extLst>
                  <a:ext uri="{FF2B5EF4-FFF2-40B4-BE49-F238E27FC236}">
                    <a16:creationId xmlns:a16="http://schemas.microsoft.com/office/drawing/2014/main" id="{5DB3887A-B2D2-4793-995C-56529720E18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7" name="椭圆 476">
                <a:extLst>
                  <a:ext uri="{FF2B5EF4-FFF2-40B4-BE49-F238E27FC236}">
                    <a16:creationId xmlns:a16="http://schemas.microsoft.com/office/drawing/2014/main" id="{4169CDA6-F798-4477-A810-8D30520234BC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8" name="椭圆 477">
                <a:extLst>
                  <a:ext uri="{FF2B5EF4-FFF2-40B4-BE49-F238E27FC236}">
                    <a16:creationId xmlns:a16="http://schemas.microsoft.com/office/drawing/2014/main" id="{229BCBC4-F9BB-4451-8D6C-FE4BD6299B72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479" name="矩形 478">
              <a:extLst>
                <a:ext uri="{FF2B5EF4-FFF2-40B4-BE49-F238E27FC236}">
                  <a16:creationId xmlns:a16="http://schemas.microsoft.com/office/drawing/2014/main" id="{58A817E6-CF6F-415F-A9E3-FF50B13D445A}"/>
                </a:ext>
              </a:extLst>
            </p:cNvPr>
            <p:cNvSpPr/>
            <p:nvPr/>
          </p:nvSpPr>
          <p:spPr>
            <a:xfrm>
              <a:off x="5215348" y="2206918"/>
              <a:ext cx="936948" cy="2001151"/>
            </a:xfrm>
            <a:prstGeom prst="rect">
              <a:avLst/>
            </a:prstGeom>
            <a:solidFill>
              <a:srgbClr val="7030A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0" name="文本框 479">
              <a:extLst>
                <a:ext uri="{FF2B5EF4-FFF2-40B4-BE49-F238E27FC236}">
                  <a16:creationId xmlns:a16="http://schemas.microsoft.com/office/drawing/2014/main" id="{8231AD64-7580-4B13-A33C-33D69F7FC1E8}"/>
                </a:ext>
              </a:extLst>
            </p:cNvPr>
            <p:cNvSpPr txBox="1"/>
            <p:nvPr/>
          </p:nvSpPr>
          <p:spPr>
            <a:xfrm>
              <a:off x="5085599" y="4391921"/>
              <a:ext cx="1113978" cy="221680"/>
            </a:xfrm>
            <a:custGeom>
              <a:avLst/>
              <a:gdLst/>
              <a:ahLst/>
              <a:cxnLst/>
              <a:rect l="l" t="t" r="r" b="b"/>
              <a:pathLst>
                <a:path w="1113978" h="221680">
                  <a:moveTo>
                    <a:pt x="316111" y="146001"/>
                  </a:moveTo>
                  <a:cubicBezTo>
                    <a:pt x="326826" y="157758"/>
                    <a:pt x="336054" y="168474"/>
                    <a:pt x="343793" y="178148"/>
                  </a:cubicBezTo>
                  <a:lnTo>
                    <a:pt x="329505" y="189086"/>
                  </a:lnTo>
                  <a:cubicBezTo>
                    <a:pt x="321022" y="177627"/>
                    <a:pt x="312241" y="166688"/>
                    <a:pt x="303163" y="156270"/>
                  </a:cubicBezTo>
                  <a:close/>
                  <a:moveTo>
                    <a:pt x="996553" y="132606"/>
                  </a:moveTo>
                  <a:lnTo>
                    <a:pt x="1013966" y="132606"/>
                  </a:lnTo>
                  <a:lnTo>
                    <a:pt x="1013966" y="150689"/>
                  </a:lnTo>
                  <a:lnTo>
                    <a:pt x="1095449" y="150689"/>
                  </a:lnTo>
                  <a:lnTo>
                    <a:pt x="1095449" y="166539"/>
                  </a:lnTo>
                  <a:lnTo>
                    <a:pt x="1013966" y="166539"/>
                  </a:lnTo>
                  <a:lnTo>
                    <a:pt x="1013966" y="196230"/>
                  </a:lnTo>
                  <a:lnTo>
                    <a:pt x="1113755" y="196230"/>
                  </a:lnTo>
                  <a:lnTo>
                    <a:pt x="1113755" y="212304"/>
                  </a:lnTo>
                  <a:lnTo>
                    <a:pt x="896540" y="212304"/>
                  </a:lnTo>
                  <a:lnTo>
                    <a:pt x="896540" y="196230"/>
                  </a:lnTo>
                  <a:lnTo>
                    <a:pt x="996553" y="196230"/>
                  </a:lnTo>
                  <a:lnTo>
                    <a:pt x="996553" y="166539"/>
                  </a:lnTo>
                  <a:lnTo>
                    <a:pt x="916855" y="166539"/>
                  </a:lnTo>
                  <a:lnTo>
                    <a:pt x="916855" y="150689"/>
                  </a:lnTo>
                  <a:lnTo>
                    <a:pt x="996553" y="150689"/>
                  </a:lnTo>
                  <a:close/>
                  <a:moveTo>
                    <a:pt x="516805" y="128588"/>
                  </a:moveTo>
                  <a:cubicBezTo>
                    <a:pt x="507504" y="139155"/>
                    <a:pt x="497830" y="148754"/>
                    <a:pt x="487784" y="157386"/>
                  </a:cubicBezTo>
                  <a:lnTo>
                    <a:pt x="539576" y="157386"/>
                  </a:lnTo>
                  <a:lnTo>
                    <a:pt x="539576" y="135732"/>
                  </a:lnTo>
                  <a:lnTo>
                    <a:pt x="556319" y="135732"/>
                  </a:lnTo>
                  <a:lnTo>
                    <a:pt x="556319" y="157386"/>
                  </a:lnTo>
                  <a:lnTo>
                    <a:pt x="607442" y="157386"/>
                  </a:lnTo>
                  <a:cubicBezTo>
                    <a:pt x="596800" y="148828"/>
                    <a:pt x="587089" y="139229"/>
                    <a:pt x="578309" y="128588"/>
                  </a:cubicBezTo>
                  <a:close/>
                  <a:moveTo>
                    <a:pt x="23663" y="125239"/>
                  </a:moveTo>
                  <a:lnTo>
                    <a:pt x="23663" y="152921"/>
                  </a:lnTo>
                  <a:lnTo>
                    <a:pt x="158055" y="152921"/>
                  </a:lnTo>
                  <a:lnTo>
                    <a:pt x="158055" y="125239"/>
                  </a:lnTo>
                  <a:close/>
                  <a:moveTo>
                    <a:pt x="753219" y="124793"/>
                  </a:moveTo>
                  <a:lnTo>
                    <a:pt x="770632" y="124793"/>
                  </a:lnTo>
                  <a:cubicBezTo>
                    <a:pt x="770483" y="129630"/>
                    <a:pt x="770185" y="134243"/>
                    <a:pt x="769739" y="138634"/>
                  </a:cubicBezTo>
                  <a:lnTo>
                    <a:pt x="860598" y="138634"/>
                  </a:lnTo>
                  <a:cubicBezTo>
                    <a:pt x="859556" y="156791"/>
                    <a:pt x="858366" y="172790"/>
                    <a:pt x="857026" y="186631"/>
                  </a:cubicBezTo>
                  <a:cubicBezTo>
                    <a:pt x="855240" y="205532"/>
                    <a:pt x="843632" y="215057"/>
                    <a:pt x="822201" y="215206"/>
                  </a:cubicBezTo>
                  <a:cubicBezTo>
                    <a:pt x="811336" y="215355"/>
                    <a:pt x="796974" y="215206"/>
                    <a:pt x="779115" y="214759"/>
                  </a:cubicBezTo>
                  <a:cubicBezTo>
                    <a:pt x="778222" y="208508"/>
                    <a:pt x="776957" y="202034"/>
                    <a:pt x="775320" y="195337"/>
                  </a:cubicBezTo>
                  <a:cubicBezTo>
                    <a:pt x="793030" y="196825"/>
                    <a:pt x="808508" y="197570"/>
                    <a:pt x="821754" y="197570"/>
                  </a:cubicBezTo>
                  <a:cubicBezTo>
                    <a:pt x="832767" y="197570"/>
                    <a:pt x="838795" y="192807"/>
                    <a:pt x="839837" y="183282"/>
                  </a:cubicBezTo>
                  <a:cubicBezTo>
                    <a:pt x="840730" y="176287"/>
                    <a:pt x="841548" y="166465"/>
                    <a:pt x="842292" y="153814"/>
                  </a:cubicBezTo>
                  <a:lnTo>
                    <a:pt x="767171" y="153814"/>
                  </a:lnTo>
                  <a:cubicBezTo>
                    <a:pt x="763600" y="169516"/>
                    <a:pt x="757237" y="181645"/>
                    <a:pt x="748084" y="190203"/>
                  </a:cubicBezTo>
                  <a:cubicBezTo>
                    <a:pt x="733946" y="203746"/>
                    <a:pt x="710952" y="214238"/>
                    <a:pt x="679102" y="221680"/>
                  </a:cubicBezTo>
                  <a:cubicBezTo>
                    <a:pt x="676126" y="216768"/>
                    <a:pt x="672554" y="211262"/>
                    <a:pt x="668387" y="205160"/>
                  </a:cubicBezTo>
                  <a:cubicBezTo>
                    <a:pt x="700534" y="198611"/>
                    <a:pt x="722709" y="189533"/>
                    <a:pt x="734913" y="177924"/>
                  </a:cubicBezTo>
                  <a:cubicBezTo>
                    <a:pt x="741610" y="171971"/>
                    <a:pt x="746447" y="163934"/>
                    <a:pt x="749424" y="153814"/>
                  </a:cubicBezTo>
                  <a:lnTo>
                    <a:pt x="681335" y="153814"/>
                  </a:lnTo>
                  <a:lnTo>
                    <a:pt x="681335" y="138634"/>
                  </a:lnTo>
                  <a:lnTo>
                    <a:pt x="752437" y="138634"/>
                  </a:lnTo>
                  <a:cubicBezTo>
                    <a:pt x="752958" y="134318"/>
                    <a:pt x="753219" y="129704"/>
                    <a:pt x="753219" y="124793"/>
                  </a:cubicBezTo>
                  <a:close/>
                  <a:moveTo>
                    <a:pt x="380404" y="102022"/>
                  </a:moveTo>
                  <a:lnTo>
                    <a:pt x="397817" y="102022"/>
                  </a:lnTo>
                  <a:lnTo>
                    <a:pt x="397817" y="125686"/>
                  </a:lnTo>
                  <a:lnTo>
                    <a:pt x="430411" y="125686"/>
                  </a:lnTo>
                  <a:lnTo>
                    <a:pt x="430411" y="140866"/>
                  </a:lnTo>
                  <a:lnTo>
                    <a:pt x="397817" y="140866"/>
                  </a:lnTo>
                  <a:lnTo>
                    <a:pt x="397817" y="189979"/>
                  </a:lnTo>
                  <a:cubicBezTo>
                    <a:pt x="397817" y="208583"/>
                    <a:pt x="388441" y="217959"/>
                    <a:pt x="369689" y="218108"/>
                  </a:cubicBezTo>
                  <a:cubicBezTo>
                    <a:pt x="362991" y="218257"/>
                    <a:pt x="352871" y="218182"/>
                    <a:pt x="339328" y="217885"/>
                  </a:cubicBezTo>
                  <a:cubicBezTo>
                    <a:pt x="338435" y="212080"/>
                    <a:pt x="337319" y="205681"/>
                    <a:pt x="335979" y="198686"/>
                  </a:cubicBezTo>
                  <a:cubicBezTo>
                    <a:pt x="347737" y="199876"/>
                    <a:pt x="357857" y="200472"/>
                    <a:pt x="366340" y="200472"/>
                  </a:cubicBezTo>
                  <a:cubicBezTo>
                    <a:pt x="375716" y="200472"/>
                    <a:pt x="380404" y="195263"/>
                    <a:pt x="380404" y="184845"/>
                  </a:cubicBezTo>
                  <a:lnTo>
                    <a:pt x="380404" y="140866"/>
                  </a:lnTo>
                  <a:lnTo>
                    <a:pt x="290661" y="140866"/>
                  </a:lnTo>
                  <a:lnTo>
                    <a:pt x="290661" y="125686"/>
                  </a:lnTo>
                  <a:lnTo>
                    <a:pt x="380404" y="125686"/>
                  </a:lnTo>
                  <a:close/>
                  <a:moveTo>
                    <a:pt x="500509" y="98227"/>
                  </a:moveTo>
                  <a:lnTo>
                    <a:pt x="500509" y="114077"/>
                  </a:lnTo>
                  <a:lnTo>
                    <a:pt x="596280" y="114077"/>
                  </a:lnTo>
                  <a:lnTo>
                    <a:pt x="596280" y="98227"/>
                  </a:lnTo>
                  <a:close/>
                  <a:moveTo>
                    <a:pt x="23663" y="81707"/>
                  </a:moveTo>
                  <a:lnTo>
                    <a:pt x="23663" y="109166"/>
                  </a:lnTo>
                  <a:lnTo>
                    <a:pt x="158055" y="109166"/>
                  </a:lnTo>
                  <a:lnTo>
                    <a:pt x="158055" y="81707"/>
                  </a:lnTo>
                  <a:close/>
                  <a:moveTo>
                    <a:pt x="500509" y="68759"/>
                  </a:moveTo>
                  <a:lnTo>
                    <a:pt x="500509" y="84386"/>
                  </a:lnTo>
                  <a:lnTo>
                    <a:pt x="596280" y="84386"/>
                  </a:lnTo>
                  <a:lnTo>
                    <a:pt x="596280" y="68759"/>
                  </a:lnTo>
                  <a:close/>
                  <a:moveTo>
                    <a:pt x="946323" y="65187"/>
                  </a:moveTo>
                  <a:lnTo>
                    <a:pt x="962620" y="72331"/>
                  </a:lnTo>
                  <a:cubicBezTo>
                    <a:pt x="947291" y="89446"/>
                    <a:pt x="935310" y="102096"/>
                    <a:pt x="926678" y="110282"/>
                  </a:cubicBezTo>
                  <a:cubicBezTo>
                    <a:pt x="931143" y="110133"/>
                    <a:pt x="947663" y="109612"/>
                    <a:pt x="976238" y="108719"/>
                  </a:cubicBezTo>
                  <a:cubicBezTo>
                    <a:pt x="971773" y="102915"/>
                    <a:pt x="967010" y="96887"/>
                    <a:pt x="961950" y="90637"/>
                  </a:cubicBezTo>
                  <a:lnTo>
                    <a:pt x="973559" y="81930"/>
                  </a:lnTo>
                  <a:cubicBezTo>
                    <a:pt x="985465" y="94581"/>
                    <a:pt x="996627" y="107529"/>
                    <a:pt x="1007045" y="120774"/>
                  </a:cubicBezTo>
                  <a:lnTo>
                    <a:pt x="993427" y="130597"/>
                  </a:lnTo>
                  <a:cubicBezTo>
                    <a:pt x="991195" y="127769"/>
                    <a:pt x="988888" y="124867"/>
                    <a:pt x="986507" y="121891"/>
                  </a:cubicBezTo>
                  <a:cubicBezTo>
                    <a:pt x="976238" y="122337"/>
                    <a:pt x="956220" y="123304"/>
                    <a:pt x="926455" y="124793"/>
                  </a:cubicBezTo>
                  <a:cubicBezTo>
                    <a:pt x="922436" y="124942"/>
                    <a:pt x="915814" y="125537"/>
                    <a:pt x="906586" y="126579"/>
                  </a:cubicBezTo>
                  <a:lnTo>
                    <a:pt x="900559" y="111175"/>
                  </a:lnTo>
                  <a:cubicBezTo>
                    <a:pt x="914400" y="104180"/>
                    <a:pt x="929655" y="88851"/>
                    <a:pt x="946323" y="65187"/>
                  </a:cubicBezTo>
                  <a:close/>
                  <a:moveTo>
                    <a:pt x="1045889" y="64517"/>
                  </a:moveTo>
                  <a:lnTo>
                    <a:pt x="1062632" y="70768"/>
                  </a:lnTo>
                  <a:cubicBezTo>
                    <a:pt x="1050577" y="86097"/>
                    <a:pt x="1039862" y="98971"/>
                    <a:pt x="1030486" y="109389"/>
                  </a:cubicBezTo>
                  <a:cubicBezTo>
                    <a:pt x="1046410" y="109091"/>
                    <a:pt x="1062558" y="108570"/>
                    <a:pt x="1078929" y="107826"/>
                  </a:cubicBezTo>
                  <a:cubicBezTo>
                    <a:pt x="1073720" y="102022"/>
                    <a:pt x="1068511" y="96143"/>
                    <a:pt x="1063302" y="90190"/>
                  </a:cubicBezTo>
                  <a:lnTo>
                    <a:pt x="1074911" y="81260"/>
                  </a:lnTo>
                  <a:cubicBezTo>
                    <a:pt x="1087859" y="94060"/>
                    <a:pt x="1100881" y="108050"/>
                    <a:pt x="1113978" y="123230"/>
                  </a:cubicBezTo>
                  <a:lnTo>
                    <a:pt x="1100807" y="134169"/>
                  </a:lnTo>
                  <a:cubicBezTo>
                    <a:pt x="1097235" y="129704"/>
                    <a:pt x="1093589" y="125314"/>
                    <a:pt x="1089868" y="120998"/>
                  </a:cubicBezTo>
                  <a:cubicBezTo>
                    <a:pt x="1074092" y="121891"/>
                    <a:pt x="1054149" y="122932"/>
                    <a:pt x="1030039" y="124123"/>
                  </a:cubicBezTo>
                  <a:cubicBezTo>
                    <a:pt x="1026170" y="124272"/>
                    <a:pt x="1020291" y="124867"/>
                    <a:pt x="1012403" y="125909"/>
                  </a:cubicBezTo>
                  <a:lnTo>
                    <a:pt x="1005929" y="110505"/>
                  </a:lnTo>
                  <a:cubicBezTo>
                    <a:pt x="1017835" y="102617"/>
                    <a:pt x="1031155" y="87288"/>
                    <a:pt x="1045889" y="64517"/>
                  </a:cubicBezTo>
                  <a:close/>
                  <a:moveTo>
                    <a:pt x="500509" y="39291"/>
                  </a:moveTo>
                  <a:lnTo>
                    <a:pt x="500509" y="54918"/>
                  </a:lnTo>
                  <a:lnTo>
                    <a:pt x="596280" y="54918"/>
                  </a:lnTo>
                  <a:lnTo>
                    <a:pt x="596280" y="39291"/>
                  </a:lnTo>
                  <a:close/>
                  <a:moveTo>
                    <a:pt x="12055" y="9153"/>
                  </a:moveTo>
                  <a:cubicBezTo>
                    <a:pt x="26789" y="21208"/>
                    <a:pt x="40853" y="33561"/>
                    <a:pt x="54248" y="46211"/>
                  </a:cubicBezTo>
                  <a:lnTo>
                    <a:pt x="40630" y="59383"/>
                  </a:lnTo>
                  <a:cubicBezTo>
                    <a:pt x="25300" y="43309"/>
                    <a:pt x="11757" y="30287"/>
                    <a:pt x="0" y="20315"/>
                  </a:cubicBezTo>
                  <a:close/>
                  <a:moveTo>
                    <a:pt x="165869" y="8037"/>
                  </a:moveTo>
                  <a:lnTo>
                    <a:pt x="179933" y="19869"/>
                  </a:lnTo>
                  <a:cubicBezTo>
                    <a:pt x="164455" y="34603"/>
                    <a:pt x="149274" y="48221"/>
                    <a:pt x="134391" y="60722"/>
                  </a:cubicBezTo>
                  <a:lnTo>
                    <a:pt x="122336" y="48667"/>
                  </a:lnTo>
                  <a:cubicBezTo>
                    <a:pt x="137666" y="36166"/>
                    <a:pt x="152176" y="22622"/>
                    <a:pt x="165869" y="8037"/>
                  </a:cubicBezTo>
                  <a:close/>
                  <a:moveTo>
                    <a:pt x="249361" y="2233"/>
                  </a:moveTo>
                  <a:lnTo>
                    <a:pt x="266104" y="2233"/>
                  </a:lnTo>
                  <a:lnTo>
                    <a:pt x="266104" y="52239"/>
                  </a:lnTo>
                  <a:lnTo>
                    <a:pt x="294010" y="52239"/>
                  </a:lnTo>
                  <a:lnTo>
                    <a:pt x="294010" y="67196"/>
                  </a:lnTo>
                  <a:lnTo>
                    <a:pt x="266104" y="67196"/>
                  </a:lnTo>
                  <a:lnTo>
                    <a:pt x="266104" y="113854"/>
                  </a:lnTo>
                  <a:cubicBezTo>
                    <a:pt x="274513" y="110877"/>
                    <a:pt x="282848" y="107901"/>
                    <a:pt x="291107" y="104924"/>
                  </a:cubicBezTo>
                  <a:cubicBezTo>
                    <a:pt x="291852" y="111473"/>
                    <a:pt x="292670" y="117128"/>
                    <a:pt x="293563" y="121891"/>
                  </a:cubicBezTo>
                  <a:cubicBezTo>
                    <a:pt x="284931" y="124942"/>
                    <a:pt x="275778" y="128253"/>
                    <a:pt x="266104" y="131825"/>
                  </a:cubicBezTo>
                  <a:lnTo>
                    <a:pt x="266104" y="220787"/>
                  </a:lnTo>
                  <a:lnTo>
                    <a:pt x="249361" y="220787"/>
                  </a:lnTo>
                  <a:lnTo>
                    <a:pt x="249361" y="138076"/>
                  </a:lnTo>
                  <a:cubicBezTo>
                    <a:pt x="237381" y="142615"/>
                    <a:pt x="224730" y="147489"/>
                    <a:pt x="211410" y="152698"/>
                  </a:cubicBezTo>
                  <a:lnTo>
                    <a:pt x="208061" y="133722"/>
                  </a:lnTo>
                  <a:cubicBezTo>
                    <a:pt x="221977" y="129034"/>
                    <a:pt x="235743" y="124346"/>
                    <a:pt x="249361" y="119658"/>
                  </a:cubicBezTo>
                  <a:lnTo>
                    <a:pt x="249361" y="67196"/>
                  </a:lnTo>
                  <a:lnTo>
                    <a:pt x="231725" y="67196"/>
                  </a:lnTo>
                  <a:cubicBezTo>
                    <a:pt x="228674" y="81335"/>
                    <a:pt x="224953" y="94283"/>
                    <a:pt x="220563" y="106040"/>
                  </a:cubicBezTo>
                  <a:cubicBezTo>
                    <a:pt x="215949" y="102766"/>
                    <a:pt x="211038" y="99492"/>
                    <a:pt x="205829" y="96218"/>
                  </a:cubicBezTo>
                  <a:cubicBezTo>
                    <a:pt x="214163" y="76572"/>
                    <a:pt x="219596" y="52090"/>
                    <a:pt x="222126" y="22771"/>
                  </a:cubicBezTo>
                  <a:lnTo>
                    <a:pt x="238199" y="25450"/>
                  </a:lnTo>
                  <a:cubicBezTo>
                    <a:pt x="237232" y="34752"/>
                    <a:pt x="236004" y="43681"/>
                    <a:pt x="234516" y="52239"/>
                  </a:cubicBezTo>
                  <a:lnTo>
                    <a:pt x="249361" y="52239"/>
                  </a:lnTo>
                  <a:close/>
                  <a:moveTo>
                    <a:pt x="81706" y="1786"/>
                  </a:moveTo>
                  <a:lnTo>
                    <a:pt x="99119" y="1786"/>
                  </a:lnTo>
                  <a:lnTo>
                    <a:pt x="99119" y="64964"/>
                  </a:lnTo>
                  <a:lnTo>
                    <a:pt x="175915" y="64964"/>
                  </a:lnTo>
                  <a:lnTo>
                    <a:pt x="175915" y="192212"/>
                  </a:lnTo>
                  <a:cubicBezTo>
                    <a:pt x="175915" y="210220"/>
                    <a:pt x="167655" y="219224"/>
                    <a:pt x="151135" y="219224"/>
                  </a:cubicBezTo>
                  <a:cubicBezTo>
                    <a:pt x="133573" y="219224"/>
                    <a:pt x="120625" y="219001"/>
                    <a:pt x="112290" y="218554"/>
                  </a:cubicBezTo>
                  <a:cubicBezTo>
                    <a:pt x="111398" y="213048"/>
                    <a:pt x="110281" y="206946"/>
                    <a:pt x="108942" y="200249"/>
                  </a:cubicBezTo>
                  <a:cubicBezTo>
                    <a:pt x="117127" y="201142"/>
                    <a:pt x="128959" y="201588"/>
                    <a:pt x="144437" y="201588"/>
                  </a:cubicBezTo>
                  <a:cubicBezTo>
                    <a:pt x="153516" y="201588"/>
                    <a:pt x="158055" y="197421"/>
                    <a:pt x="158055" y="189086"/>
                  </a:cubicBezTo>
                  <a:lnTo>
                    <a:pt x="158055" y="168995"/>
                  </a:lnTo>
                  <a:lnTo>
                    <a:pt x="23663" y="168995"/>
                  </a:lnTo>
                  <a:lnTo>
                    <a:pt x="23663" y="220564"/>
                  </a:lnTo>
                  <a:lnTo>
                    <a:pt x="5804" y="220564"/>
                  </a:lnTo>
                  <a:lnTo>
                    <a:pt x="5804" y="64964"/>
                  </a:lnTo>
                  <a:lnTo>
                    <a:pt x="81706" y="64964"/>
                  </a:lnTo>
                  <a:close/>
                  <a:moveTo>
                    <a:pt x="347364" y="1117"/>
                  </a:moveTo>
                  <a:lnTo>
                    <a:pt x="364777" y="1117"/>
                  </a:lnTo>
                  <a:lnTo>
                    <a:pt x="364777" y="32147"/>
                  </a:lnTo>
                  <a:lnTo>
                    <a:pt x="419025" y="32147"/>
                  </a:lnTo>
                  <a:lnTo>
                    <a:pt x="419025" y="47328"/>
                  </a:lnTo>
                  <a:lnTo>
                    <a:pt x="364777" y="47328"/>
                  </a:lnTo>
                  <a:lnTo>
                    <a:pt x="364777" y="80367"/>
                  </a:lnTo>
                  <a:lnTo>
                    <a:pt x="429294" y="80367"/>
                  </a:lnTo>
                  <a:lnTo>
                    <a:pt x="429294" y="95548"/>
                  </a:lnTo>
                  <a:lnTo>
                    <a:pt x="285973" y="95548"/>
                  </a:lnTo>
                  <a:lnTo>
                    <a:pt x="285973" y="80367"/>
                  </a:lnTo>
                  <a:lnTo>
                    <a:pt x="347364" y="80367"/>
                  </a:lnTo>
                  <a:lnTo>
                    <a:pt x="347364" y="47328"/>
                  </a:lnTo>
                  <a:lnTo>
                    <a:pt x="295349" y="47328"/>
                  </a:lnTo>
                  <a:lnTo>
                    <a:pt x="295349" y="32147"/>
                  </a:lnTo>
                  <a:lnTo>
                    <a:pt x="347364" y="32147"/>
                  </a:lnTo>
                  <a:close/>
                  <a:moveTo>
                    <a:pt x="990302" y="670"/>
                  </a:moveTo>
                  <a:lnTo>
                    <a:pt x="1009278" y="8260"/>
                  </a:lnTo>
                  <a:cubicBezTo>
                    <a:pt x="992460" y="21059"/>
                    <a:pt x="974749" y="33561"/>
                    <a:pt x="956146" y="45765"/>
                  </a:cubicBezTo>
                  <a:cubicBezTo>
                    <a:pt x="965076" y="45467"/>
                    <a:pt x="996255" y="44351"/>
                    <a:pt x="1049684" y="42416"/>
                  </a:cubicBezTo>
                  <a:cubicBezTo>
                    <a:pt x="1042094" y="36463"/>
                    <a:pt x="1034132" y="30287"/>
                    <a:pt x="1025797" y="23887"/>
                  </a:cubicBezTo>
                  <a:lnTo>
                    <a:pt x="1037629" y="13395"/>
                  </a:lnTo>
                  <a:cubicBezTo>
                    <a:pt x="1060251" y="29766"/>
                    <a:pt x="1080492" y="45318"/>
                    <a:pt x="1098351" y="60052"/>
                  </a:cubicBezTo>
                  <a:lnTo>
                    <a:pt x="1085626" y="72554"/>
                  </a:lnTo>
                  <a:cubicBezTo>
                    <a:pt x="1079822" y="67345"/>
                    <a:pt x="1073571" y="61987"/>
                    <a:pt x="1066874" y="56481"/>
                  </a:cubicBezTo>
                  <a:cubicBezTo>
                    <a:pt x="1025649" y="57969"/>
                    <a:pt x="985763" y="59680"/>
                    <a:pt x="947216" y="61615"/>
                  </a:cubicBezTo>
                  <a:cubicBezTo>
                    <a:pt x="943198" y="61764"/>
                    <a:pt x="936501" y="62434"/>
                    <a:pt x="927124" y="63624"/>
                  </a:cubicBezTo>
                  <a:lnTo>
                    <a:pt x="921320" y="46211"/>
                  </a:lnTo>
                  <a:cubicBezTo>
                    <a:pt x="929655" y="43533"/>
                    <a:pt x="936649" y="40630"/>
                    <a:pt x="942305" y="37505"/>
                  </a:cubicBezTo>
                  <a:cubicBezTo>
                    <a:pt x="956295" y="29022"/>
                    <a:pt x="972294" y="16743"/>
                    <a:pt x="990302" y="670"/>
                  </a:cubicBezTo>
                  <a:close/>
                  <a:moveTo>
                    <a:pt x="483765" y="670"/>
                  </a:moveTo>
                  <a:lnTo>
                    <a:pt x="500509" y="670"/>
                  </a:lnTo>
                  <a:lnTo>
                    <a:pt x="500509" y="24780"/>
                  </a:lnTo>
                  <a:lnTo>
                    <a:pt x="596280" y="24780"/>
                  </a:lnTo>
                  <a:lnTo>
                    <a:pt x="596280" y="670"/>
                  </a:lnTo>
                  <a:lnTo>
                    <a:pt x="613023" y="670"/>
                  </a:lnTo>
                  <a:lnTo>
                    <a:pt x="613023" y="24780"/>
                  </a:lnTo>
                  <a:lnTo>
                    <a:pt x="650527" y="24780"/>
                  </a:lnTo>
                  <a:lnTo>
                    <a:pt x="650527" y="39291"/>
                  </a:lnTo>
                  <a:lnTo>
                    <a:pt x="613023" y="39291"/>
                  </a:lnTo>
                  <a:lnTo>
                    <a:pt x="613023" y="114077"/>
                  </a:lnTo>
                  <a:lnTo>
                    <a:pt x="656778" y="114077"/>
                  </a:lnTo>
                  <a:lnTo>
                    <a:pt x="656778" y="128588"/>
                  </a:lnTo>
                  <a:lnTo>
                    <a:pt x="598065" y="128588"/>
                  </a:lnTo>
                  <a:cubicBezTo>
                    <a:pt x="614809" y="145257"/>
                    <a:pt x="635272" y="157833"/>
                    <a:pt x="659457" y="166316"/>
                  </a:cubicBezTo>
                  <a:cubicBezTo>
                    <a:pt x="654546" y="172418"/>
                    <a:pt x="650527" y="177775"/>
                    <a:pt x="647402" y="182389"/>
                  </a:cubicBezTo>
                  <a:cubicBezTo>
                    <a:pt x="633710" y="175915"/>
                    <a:pt x="621134" y="168176"/>
                    <a:pt x="609674" y="159172"/>
                  </a:cubicBezTo>
                  <a:lnTo>
                    <a:pt x="609674" y="171450"/>
                  </a:lnTo>
                  <a:lnTo>
                    <a:pt x="556319" y="171450"/>
                  </a:lnTo>
                  <a:lnTo>
                    <a:pt x="556319" y="194667"/>
                  </a:lnTo>
                  <a:lnTo>
                    <a:pt x="643607" y="194667"/>
                  </a:lnTo>
                  <a:lnTo>
                    <a:pt x="643607" y="209178"/>
                  </a:lnTo>
                  <a:lnTo>
                    <a:pt x="452288" y="209178"/>
                  </a:lnTo>
                  <a:lnTo>
                    <a:pt x="452288" y="194667"/>
                  </a:lnTo>
                  <a:lnTo>
                    <a:pt x="539576" y="194667"/>
                  </a:lnTo>
                  <a:lnTo>
                    <a:pt x="539576" y="171450"/>
                  </a:lnTo>
                  <a:lnTo>
                    <a:pt x="485551" y="171450"/>
                  </a:lnTo>
                  <a:lnTo>
                    <a:pt x="485551" y="159284"/>
                  </a:lnTo>
                  <a:cubicBezTo>
                    <a:pt x="473720" y="169181"/>
                    <a:pt x="461367" y="177775"/>
                    <a:pt x="448493" y="185068"/>
                  </a:cubicBezTo>
                  <a:cubicBezTo>
                    <a:pt x="445665" y="181050"/>
                    <a:pt x="441796" y="176362"/>
                    <a:pt x="436885" y="171004"/>
                  </a:cubicBezTo>
                  <a:cubicBezTo>
                    <a:pt x="459804" y="159842"/>
                    <a:pt x="479635" y="145703"/>
                    <a:pt x="496379" y="128588"/>
                  </a:cubicBezTo>
                  <a:lnTo>
                    <a:pt x="439340" y="128588"/>
                  </a:lnTo>
                  <a:lnTo>
                    <a:pt x="439340" y="114077"/>
                  </a:lnTo>
                  <a:lnTo>
                    <a:pt x="483765" y="114077"/>
                  </a:lnTo>
                  <a:lnTo>
                    <a:pt x="483765" y="39291"/>
                  </a:lnTo>
                  <a:lnTo>
                    <a:pt x="446261" y="39291"/>
                  </a:lnTo>
                  <a:lnTo>
                    <a:pt x="446261" y="24780"/>
                  </a:lnTo>
                  <a:lnTo>
                    <a:pt x="483765" y="24780"/>
                  </a:lnTo>
                  <a:close/>
                  <a:moveTo>
                    <a:pt x="787821" y="224"/>
                  </a:moveTo>
                  <a:lnTo>
                    <a:pt x="803895" y="224"/>
                  </a:lnTo>
                  <a:lnTo>
                    <a:pt x="803895" y="29692"/>
                  </a:lnTo>
                  <a:lnTo>
                    <a:pt x="851222" y="29692"/>
                  </a:lnTo>
                  <a:cubicBezTo>
                    <a:pt x="851222" y="58713"/>
                    <a:pt x="851966" y="78582"/>
                    <a:pt x="853455" y="89297"/>
                  </a:cubicBezTo>
                  <a:cubicBezTo>
                    <a:pt x="855092" y="101352"/>
                    <a:pt x="858366" y="107380"/>
                    <a:pt x="863277" y="107380"/>
                  </a:cubicBezTo>
                  <a:cubicBezTo>
                    <a:pt x="866105" y="107380"/>
                    <a:pt x="868189" y="103882"/>
                    <a:pt x="869528" y="96887"/>
                  </a:cubicBezTo>
                  <a:cubicBezTo>
                    <a:pt x="870719" y="90041"/>
                    <a:pt x="871537" y="81930"/>
                    <a:pt x="871984" y="72554"/>
                  </a:cubicBezTo>
                  <a:cubicBezTo>
                    <a:pt x="877193" y="74786"/>
                    <a:pt x="882402" y="76796"/>
                    <a:pt x="887611" y="78582"/>
                  </a:cubicBezTo>
                  <a:cubicBezTo>
                    <a:pt x="886866" y="87660"/>
                    <a:pt x="885899" y="95325"/>
                    <a:pt x="884708" y="101575"/>
                  </a:cubicBezTo>
                  <a:cubicBezTo>
                    <a:pt x="881732" y="118095"/>
                    <a:pt x="874439" y="126355"/>
                    <a:pt x="862831" y="126355"/>
                  </a:cubicBezTo>
                  <a:cubicBezTo>
                    <a:pt x="849585" y="126355"/>
                    <a:pt x="841325" y="117202"/>
                    <a:pt x="838051" y="98897"/>
                  </a:cubicBezTo>
                  <a:cubicBezTo>
                    <a:pt x="836116" y="87437"/>
                    <a:pt x="835149" y="69429"/>
                    <a:pt x="835149" y="44872"/>
                  </a:cubicBezTo>
                  <a:lnTo>
                    <a:pt x="803448" y="44872"/>
                  </a:lnTo>
                  <a:cubicBezTo>
                    <a:pt x="802779" y="57299"/>
                    <a:pt x="801067" y="67792"/>
                    <a:pt x="798314" y="76349"/>
                  </a:cubicBezTo>
                  <a:cubicBezTo>
                    <a:pt x="808806" y="82228"/>
                    <a:pt x="818331" y="87883"/>
                    <a:pt x="826889" y="93316"/>
                  </a:cubicBezTo>
                  <a:lnTo>
                    <a:pt x="817289" y="108273"/>
                  </a:lnTo>
                  <a:cubicBezTo>
                    <a:pt x="809253" y="102617"/>
                    <a:pt x="800621" y="96962"/>
                    <a:pt x="791393" y="91306"/>
                  </a:cubicBezTo>
                  <a:cubicBezTo>
                    <a:pt x="783729" y="103510"/>
                    <a:pt x="768622" y="115714"/>
                    <a:pt x="746075" y="127918"/>
                  </a:cubicBezTo>
                  <a:cubicBezTo>
                    <a:pt x="742801" y="123007"/>
                    <a:pt x="738931" y="118244"/>
                    <a:pt x="734466" y="113631"/>
                  </a:cubicBezTo>
                  <a:cubicBezTo>
                    <a:pt x="755228" y="103436"/>
                    <a:pt x="769218" y="93018"/>
                    <a:pt x="776436" y="82377"/>
                  </a:cubicBezTo>
                  <a:cubicBezTo>
                    <a:pt x="770334" y="78805"/>
                    <a:pt x="764009" y="75233"/>
                    <a:pt x="757460" y="71661"/>
                  </a:cubicBezTo>
                  <a:lnTo>
                    <a:pt x="765274" y="59159"/>
                  </a:lnTo>
                  <a:cubicBezTo>
                    <a:pt x="771525" y="62285"/>
                    <a:pt x="777552" y="65336"/>
                    <a:pt x="783356" y="68312"/>
                  </a:cubicBezTo>
                  <a:cubicBezTo>
                    <a:pt x="785366" y="61987"/>
                    <a:pt x="786705" y="54174"/>
                    <a:pt x="787375" y="44872"/>
                  </a:cubicBezTo>
                  <a:lnTo>
                    <a:pt x="763041" y="44872"/>
                  </a:lnTo>
                  <a:lnTo>
                    <a:pt x="763041" y="29692"/>
                  </a:lnTo>
                  <a:lnTo>
                    <a:pt x="787821" y="29692"/>
                  </a:lnTo>
                  <a:close/>
                  <a:moveTo>
                    <a:pt x="709240" y="0"/>
                  </a:moveTo>
                  <a:lnTo>
                    <a:pt x="725314" y="0"/>
                  </a:lnTo>
                  <a:lnTo>
                    <a:pt x="725314" y="31701"/>
                  </a:lnTo>
                  <a:lnTo>
                    <a:pt x="752103" y="31701"/>
                  </a:lnTo>
                  <a:lnTo>
                    <a:pt x="752103" y="46881"/>
                  </a:lnTo>
                  <a:lnTo>
                    <a:pt x="725314" y="46881"/>
                  </a:lnTo>
                  <a:lnTo>
                    <a:pt x="725314" y="67308"/>
                  </a:lnTo>
                  <a:cubicBezTo>
                    <a:pt x="733573" y="65671"/>
                    <a:pt x="742652" y="63848"/>
                    <a:pt x="752549" y="61838"/>
                  </a:cubicBezTo>
                  <a:cubicBezTo>
                    <a:pt x="752847" y="69875"/>
                    <a:pt x="753070" y="75159"/>
                    <a:pt x="753219" y="77689"/>
                  </a:cubicBezTo>
                  <a:cubicBezTo>
                    <a:pt x="743768" y="79549"/>
                    <a:pt x="734466" y="81409"/>
                    <a:pt x="725314" y="83270"/>
                  </a:cubicBezTo>
                  <a:lnTo>
                    <a:pt x="725314" y="106040"/>
                  </a:lnTo>
                  <a:cubicBezTo>
                    <a:pt x="725314" y="120774"/>
                    <a:pt x="718170" y="128216"/>
                    <a:pt x="703882" y="128365"/>
                  </a:cubicBezTo>
                  <a:cubicBezTo>
                    <a:pt x="697483" y="128513"/>
                    <a:pt x="689595" y="128439"/>
                    <a:pt x="680219" y="128141"/>
                  </a:cubicBezTo>
                  <a:cubicBezTo>
                    <a:pt x="679623" y="122188"/>
                    <a:pt x="678730" y="116756"/>
                    <a:pt x="677540" y="111845"/>
                  </a:cubicBezTo>
                  <a:cubicBezTo>
                    <a:pt x="687214" y="112589"/>
                    <a:pt x="694953" y="112961"/>
                    <a:pt x="700757" y="112961"/>
                  </a:cubicBezTo>
                  <a:cubicBezTo>
                    <a:pt x="706412" y="112961"/>
                    <a:pt x="709240" y="109984"/>
                    <a:pt x="709240" y="104031"/>
                  </a:cubicBezTo>
                  <a:lnTo>
                    <a:pt x="709240" y="86730"/>
                  </a:lnTo>
                  <a:cubicBezTo>
                    <a:pt x="697706" y="89260"/>
                    <a:pt x="686395" y="91827"/>
                    <a:pt x="675307" y="94432"/>
                  </a:cubicBezTo>
                  <a:lnTo>
                    <a:pt x="671289" y="77465"/>
                  </a:lnTo>
                  <a:cubicBezTo>
                    <a:pt x="679995" y="76051"/>
                    <a:pt x="692646" y="73745"/>
                    <a:pt x="709240" y="70545"/>
                  </a:cubicBezTo>
                  <a:lnTo>
                    <a:pt x="709240" y="46881"/>
                  </a:lnTo>
                  <a:lnTo>
                    <a:pt x="673521" y="46881"/>
                  </a:lnTo>
                  <a:lnTo>
                    <a:pt x="673521" y="31701"/>
                  </a:lnTo>
                  <a:lnTo>
                    <a:pt x="709240" y="31701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6074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3A5BD21E-E042-4F6F-B0E8-CFB2803181F2}"/>
              </a:ext>
            </a:extLst>
          </p:cNvPr>
          <p:cNvGrpSpPr/>
          <p:nvPr/>
        </p:nvGrpSpPr>
        <p:grpSpPr>
          <a:xfrm>
            <a:off x="3343085" y="2769014"/>
            <a:ext cx="5505831" cy="2203036"/>
            <a:chOff x="2304132" y="1568864"/>
            <a:chExt cx="7609410" cy="3044737"/>
          </a:xfrm>
        </p:grpSpPr>
        <p:sp>
          <p:nvSpPr>
            <p:cNvPr id="128" name="矩形 127">
              <a:extLst>
                <a:ext uri="{FF2B5EF4-FFF2-40B4-BE49-F238E27FC236}">
                  <a16:creationId xmlns:a16="http://schemas.microsoft.com/office/drawing/2014/main" id="{77B9D4C8-A61C-4E04-BA58-20FDC96E032F}"/>
                </a:ext>
              </a:extLst>
            </p:cNvPr>
            <p:cNvSpPr/>
            <p:nvPr/>
          </p:nvSpPr>
          <p:spPr>
            <a:xfrm>
              <a:off x="5324675" y="2209338"/>
              <a:ext cx="853035" cy="2001151"/>
            </a:xfrm>
            <a:prstGeom prst="rect">
              <a:avLst/>
            </a:prstGeom>
            <a:solidFill>
              <a:srgbClr val="7030A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7" name="矩形 256">
              <a:extLst>
                <a:ext uri="{FF2B5EF4-FFF2-40B4-BE49-F238E27FC236}">
                  <a16:creationId xmlns:a16="http://schemas.microsoft.com/office/drawing/2014/main" id="{E05AD738-60F4-427B-86C6-95EB2D0114B8}"/>
                </a:ext>
              </a:extLst>
            </p:cNvPr>
            <p:cNvSpPr/>
            <p:nvPr/>
          </p:nvSpPr>
          <p:spPr>
            <a:xfrm>
              <a:off x="2304132" y="2206918"/>
              <a:ext cx="3710159" cy="200357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8" name="文本框 257">
              <a:extLst>
                <a:ext uri="{FF2B5EF4-FFF2-40B4-BE49-F238E27FC236}">
                  <a16:creationId xmlns:a16="http://schemas.microsoft.com/office/drawing/2014/main" id="{36F5647D-11E6-4C17-99F1-6E8AF6D4004C}"/>
                </a:ext>
              </a:extLst>
            </p:cNvPr>
            <p:cNvSpPr txBox="1"/>
            <p:nvPr/>
          </p:nvSpPr>
          <p:spPr>
            <a:xfrm>
              <a:off x="3674791" y="1605251"/>
              <a:ext cx="775863" cy="414201"/>
            </a:xfrm>
            <a:custGeom>
              <a:avLst/>
              <a:gdLst/>
              <a:ahLst/>
              <a:cxnLst/>
              <a:rect l="l" t="t" r="r" b="b"/>
              <a:pathLst>
                <a:path w="281026" h="150028">
                  <a:moveTo>
                    <a:pt x="251527" y="24070"/>
                  </a:moveTo>
                  <a:cubicBezTo>
                    <a:pt x="255146" y="27810"/>
                    <a:pt x="258705" y="30283"/>
                    <a:pt x="262204" y="31490"/>
                  </a:cubicBezTo>
                  <a:cubicBezTo>
                    <a:pt x="263652" y="32093"/>
                    <a:pt x="264376" y="32696"/>
                    <a:pt x="264376" y="33299"/>
                  </a:cubicBezTo>
                  <a:cubicBezTo>
                    <a:pt x="264376" y="33903"/>
                    <a:pt x="263199" y="34747"/>
                    <a:pt x="260847" y="35833"/>
                  </a:cubicBezTo>
                  <a:cubicBezTo>
                    <a:pt x="258494" y="36919"/>
                    <a:pt x="254905" y="40719"/>
                    <a:pt x="250079" y="47235"/>
                  </a:cubicBezTo>
                  <a:cubicBezTo>
                    <a:pt x="241392" y="58938"/>
                    <a:pt x="232947" y="69313"/>
                    <a:pt x="224742" y="78362"/>
                  </a:cubicBezTo>
                  <a:lnTo>
                    <a:pt x="264376" y="120348"/>
                  </a:lnTo>
                  <a:lnTo>
                    <a:pt x="255146" y="128130"/>
                  </a:lnTo>
                  <a:cubicBezTo>
                    <a:pt x="241995" y="112566"/>
                    <a:pt x="229568" y="98511"/>
                    <a:pt x="217865" y="85963"/>
                  </a:cubicBezTo>
                  <a:cubicBezTo>
                    <a:pt x="203508" y="101165"/>
                    <a:pt x="187703" y="115160"/>
                    <a:pt x="170450" y="127949"/>
                  </a:cubicBezTo>
                  <a:cubicBezTo>
                    <a:pt x="169605" y="123847"/>
                    <a:pt x="166589" y="120590"/>
                    <a:pt x="161401" y="118177"/>
                  </a:cubicBezTo>
                  <a:cubicBezTo>
                    <a:pt x="177689" y="109007"/>
                    <a:pt x="194218" y="95856"/>
                    <a:pt x="210988" y="78724"/>
                  </a:cubicBezTo>
                  <a:cubicBezTo>
                    <a:pt x="196390" y="63281"/>
                    <a:pt x="182394" y="49406"/>
                    <a:pt x="169002" y="37100"/>
                  </a:cubicBezTo>
                  <a:lnTo>
                    <a:pt x="176422" y="30766"/>
                  </a:lnTo>
                  <a:cubicBezTo>
                    <a:pt x="193675" y="47174"/>
                    <a:pt x="207550" y="60687"/>
                    <a:pt x="218046" y="71304"/>
                  </a:cubicBezTo>
                  <a:cubicBezTo>
                    <a:pt x="233127" y="54413"/>
                    <a:pt x="244288" y="38668"/>
                    <a:pt x="251527" y="24070"/>
                  </a:cubicBezTo>
                  <a:close/>
                  <a:moveTo>
                    <a:pt x="141132" y="6877"/>
                  </a:moveTo>
                  <a:cubicBezTo>
                    <a:pt x="147647" y="8084"/>
                    <a:pt x="170269" y="8687"/>
                    <a:pt x="208997" y="8687"/>
                  </a:cubicBezTo>
                  <a:cubicBezTo>
                    <a:pt x="247726" y="8687"/>
                    <a:pt x="269624" y="8084"/>
                    <a:pt x="274692" y="6877"/>
                  </a:cubicBezTo>
                  <a:lnTo>
                    <a:pt x="274692" y="20088"/>
                  </a:lnTo>
                  <a:cubicBezTo>
                    <a:pt x="266005" y="18761"/>
                    <a:pt x="244589" y="18098"/>
                    <a:pt x="210445" y="18098"/>
                  </a:cubicBezTo>
                  <a:lnTo>
                    <a:pt x="152895" y="18098"/>
                  </a:lnTo>
                  <a:lnTo>
                    <a:pt x="152895" y="138808"/>
                  </a:lnTo>
                  <a:lnTo>
                    <a:pt x="218227" y="138808"/>
                  </a:lnTo>
                  <a:cubicBezTo>
                    <a:pt x="251165" y="138808"/>
                    <a:pt x="272098" y="138144"/>
                    <a:pt x="281026" y="136817"/>
                  </a:cubicBezTo>
                  <a:lnTo>
                    <a:pt x="281026" y="150028"/>
                  </a:lnTo>
                  <a:cubicBezTo>
                    <a:pt x="274390" y="148701"/>
                    <a:pt x="251044" y="148038"/>
                    <a:pt x="210988" y="148038"/>
                  </a:cubicBezTo>
                  <a:cubicBezTo>
                    <a:pt x="170932" y="148038"/>
                    <a:pt x="147647" y="148701"/>
                    <a:pt x="141132" y="150028"/>
                  </a:cubicBezTo>
                  <a:cubicBezTo>
                    <a:pt x="141735" y="140497"/>
                    <a:pt x="142037" y="130785"/>
                    <a:pt x="142037" y="120891"/>
                  </a:cubicBezTo>
                  <a:lnTo>
                    <a:pt x="142037" y="36195"/>
                  </a:lnTo>
                  <a:cubicBezTo>
                    <a:pt x="142037" y="24492"/>
                    <a:pt x="141735" y="14719"/>
                    <a:pt x="141132" y="6877"/>
                  </a:cubicBezTo>
                  <a:close/>
                  <a:moveTo>
                    <a:pt x="0" y="0"/>
                  </a:moveTo>
                  <a:lnTo>
                    <a:pt x="2896" y="0"/>
                  </a:lnTo>
                  <a:lnTo>
                    <a:pt x="89221" y="99536"/>
                  </a:lnTo>
                  <a:lnTo>
                    <a:pt x="89221" y="0"/>
                  </a:lnTo>
                  <a:lnTo>
                    <a:pt x="102070" y="0"/>
                  </a:lnTo>
                  <a:lnTo>
                    <a:pt x="102070" y="129940"/>
                  </a:lnTo>
                  <a:lnTo>
                    <a:pt x="99174" y="129940"/>
                  </a:lnTo>
                  <a:lnTo>
                    <a:pt x="13392" y="31671"/>
                  </a:lnTo>
                  <a:lnTo>
                    <a:pt x="13392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259" name="组合 258">
              <a:extLst>
                <a:ext uri="{FF2B5EF4-FFF2-40B4-BE49-F238E27FC236}">
                  <a16:creationId xmlns:a16="http://schemas.microsoft.com/office/drawing/2014/main" id="{759CCCB6-3150-40D0-9635-A3D22ED83AA4}"/>
                </a:ext>
              </a:extLst>
            </p:cNvPr>
            <p:cNvGrpSpPr/>
            <p:nvPr/>
          </p:nvGrpSpPr>
          <p:grpSpPr>
            <a:xfrm>
              <a:off x="2406233" y="2290660"/>
              <a:ext cx="90146" cy="1840634"/>
              <a:chOff x="1214405" y="4592622"/>
              <a:chExt cx="84501" cy="1725373"/>
            </a:xfrm>
          </p:grpSpPr>
          <p:sp>
            <p:nvSpPr>
              <p:cNvPr id="260" name="椭圆 259">
                <a:extLst>
                  <a:ext uri="{FF2B5EF4-FFF2-40B4-BE49-F238E27FC236}">
                    <a16:creationId xmlns:a16="http://schemas.microsoft.com/office/drawing/2014/main" id="{825CE884-5751-4F7F-8D00-B95E23F124C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1" name="椭圆 260">
                <a:extLst>
                  <a:ext uri="{FF2B5EF4-FFF2-40B4-BE49-F238E27FC236}">
                    <a16:creationId xmlns:a16="http://schemas.microsoft.com/office/drawing/2014/main" id="{53E83A2A-A96C-4643-B280-23D04F61A6BF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2" name="椭圆 261">
                <a:extLst>
                  <a:ext uri="{FF2B5EF4-FFF2-40B4-BE49-F238E27FC236}">
                    <a16:creationId xmlns:a16="http://schemas.microsoft.com/office/drawing/2014/main" id="{59F47408-B081-4112-8199-47CB9CB7218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3" name="椭圆 262">
                <a:extLst>
                  <a:ext uri="{FF2B5EF4-FFF2-40B4-BE49-F238E27FC236}">
                    <a16:creationId xmlns:a16="http://schemas.microsoft.com/office/drawing/2014/main" id="{B1D9FD58-D4FF-43F9-A1DD-B46F4ED83BD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4" name="椭圆 263">
                <a:extLst>
                  <a:ext uri="{FF2B5EF4-FFF2-40B4-BE49-F238E27FC236}">
                    <a16:creationId xmlns:a16="http://schemas.microsoft.com/office/drawing/2014/main" id="{4AD7126F-AF26-4A2D-8642-C50A306F3375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65" name="组合 264">
              <a:extLst>
                <a:ext uri="{FF2B5EF4-FFF2-40B4-BE49-F238E27FC236}">
                  <a16:creationId xmlns:a16="http://schemas.microsoft.com/office/drawing/2014/main" id="{EECB2006-0872-4D63-8C95-2F76F15D30EF}"/>
                </a:ext>
              </a:extLst>
            </p:cNvPr>
            <p:cNvGrpSpPr/>
            <p:nvPr/>
          </p:nvGrpSpPr>
          <p:grpSpPr>
            <a:xfrm>
              <a:off x="3176029" y="2290660"/>
              <a:ext cx="90146" cy="1840634"/>
              <a:chOff x="1214405" y="4592622"/>
              <a:chExt cx="84501" cy="1725373"/>
            </a:xfrm>
          </p:grpSpPr>
          <p:sp>
            <p:nvSpPr>
              <p:cNvPr id="266" name="椭圆 265">
                <a:extLst>
                  <a:ext uri="{FF2B5EF4-FFF2-40B4-BE49-F238E27FC236}">
                    <a16:creationId xmlns:a16="http://schemas.microsoft.com/office/drawing/2014/main" id="{C05A0E41-247A-474D-AF98-B2625D1528C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7" name="椭圆 266">
                <a:extLst>
                  <a:ext uri="{FF2B5EF4-FFF2-40B4-BE49-F238E27FC236}">
                    <a16:creationId xmlns:a16="http://schemas.microsoft.com/office/drawing/2014/main" id="{03700039-17FC-4EA2-9F37-181E177BA88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8" name="椭圆 267">
                <a:extLst>
                  <a:ext uri="{FF2B5EF4-FFF2-40B4-BE49-F238E27FC236}">
                    <a16:creationId xmlns:a16="http://schemas.microsoft.com/office/drawing/2014/main" id="{7AF1BFA3-4C4B-41D1-B737-8369C44BA9A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69" name="椭圆 268">
                <a:extLst>
                  <a:ext uri="{FF2B5EF4-FFF2-40B4-BE49-F238E27FC236}">
                    <a16:creationId xmlns:a16="http://schemas.microsoft.com/office/drawing/2014/main" id="{C0706632-2FCF-4C35-B6D7-B5D6F7C4CC7F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0" name="椭圆 269">
                <a:extLst>
                  <a:ext uri="{FF2B5EF4-FFF2-40B4-BE49-F238E27FC236}">
                    <a16:creationId xmlns:a16="http://schemas.microsoft.com/office/drawing/2014/main" id="{0ADBD81C-A929-4748-9256-03D569A470E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71" name="组合 270">
              <a:extLst>
                <a:ext uri="{FF2B5EF4-FFF2-40B4-BE49-F238E27FC236}">
                  <a16:creationId xmlns:a16="http://schemas.microsoft.com/office/drawing/2014/main" id="{1B026C1C-4AC5-4325-883F-58B574AF31B6}"/>
                </a:ext>
              </a:extLst>
            </p:cNvPr>
            <p:cNvGrpSpPr/>
            <p:nvPr/>
          </p:nvGrpSpPr>
          <p:grpSpPr>
            <a:xfrm>
              <a:off x="3945825" y="2290660"/>
              <a:ext cx="90146" cy="1840634"/>
              <a:chOff x="1214405" y="4592622"/>
              <a:chExt cx="84501" cy="1725373"/>
            </a:xfrm>
          </p:grpSpPr>
          <p:sp>
            <p:nvSpPr>
              <p:cNvPr id="272" name="椭圆 271">
                <a:extLst>
                  <a:ext uri="{FF2B5EF4-FFF2-40B4-BE49-F238E27FC236}">
                    <a16:creationId xmlns:a16="http://schemas.microsoft.com/office/drawing/2014/main" id="{8DDD8799-D74F-4FEB-84A3-B32221318DD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3" name="椭圆 272">
                <a:extLst>
                  <a:ext uri="{FF2B5EF4-FFF2-40B4-BE49-F238E27FC236}">
                    <a16:creationId xmlns:a16="http://schemas.microsoft.com/office/drawing/2014/main" id="{BEFDAB2A-2833-4432-A60D-C754AFFBF2A3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4" name="椭圆 273">
                <a:extLst>
                  <a:ext uri="{FF2B5EF4-FFF2-40B4-BE49-F238E27FC236}">
                    <a16:creationId xmlns:a16="http://schemas.microsoft.com/office/drawing/2014/main" id="{E0BC9680-C105-481B-8823-02E0EE42D6CC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5" name="椭圆 274">
                <a:extLst>
                  <a:ext uri="{FF2B5EF4-FFF2-40B4-BE49-F238E27FC236}">
                    <a16:creationId xmlns:a16="http://schemas.microsoft.com/office/drawing/2014/main" id="{1C0B3366-2459-4065-9686-77105E8EBA86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76" name="椭圆 275">
                <a:extLst>
                  <a:ext uri="{FF2B5EF4-FFF2-40B4-BE49-F238E27FC236}">
                    <a16:creationId xmlns:a16="http://schemas.microsoft.com/office/drawing/2014/main" id="{E5BCF7AF-9C60-4FE9-990D-74DD5AFF4968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277" name="组合 276">
              <a:extLst>
                <a:ext uri="{FF2B5EF4-FFF2-40B4-BE49-F238E27FC236}">
                  <a16:creationId xmlns:a16="http://schemas.microsoft.com/office/drawing/2014/main" id="{C979A337-7BF6-4600-937D-18160DF8BB2D}"/>
                </a:ext>
              </a:extLst>
            </p:cNvPr>
            <p:cNvGrpSpPr/>
            <p:nvPr/>
          </p:nvGrpSpPr>
          <p:grpSpPr>
            <a:xfrm>
              <a:off x="4715620" y="2290660"/>
              <a:ext cx="90146" cy="1840634"/>
              <a:chOff x="1214405" y="4592622"/>
              <a:chExt cx="84501" cy="1725373"/>
            </a:xfrm>
          </p:grpSpPr>
          <p:sp>
            <p:nvSpPr>
              <p:cNvPr id="374" name="椭圆 373">
                <a:extLst>
                  <a:ext uri="{FF2B5EF4-FFF2-40B4-BE49-F238E27FC236}">
                    <a16:creationId xmlns:a16="http://schemas.microsoft.com/office/drawing/2014/main" id="{D67778E1-1181-4FAF-8A1D-9F234FE36D2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5" name="椭圆 374">
                <a:extLst>
                  <a:ext uri="{FF2B5EF4-FFF2-40B4-BE49-F238E27FC236}">
                    <a16:creationId xmlns:a16="http://schemas.microsoft.com/office/drawing/2014/main" id="{660D8657-0598-4A83-8863-661C9282BE94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6" name="椭圆 375">
                <a:extLst>
                  <a:ext uri="{FF2B5EF4-FFF2-40B4-BE49-F238E27FC236}">
                    <a16:creationId xmlns:a16="http://schemas.microsoft.com/office/drawing/2014/main" id="{6EFDA5FD-F943-4460-93DE-72696AA295B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7" name="椭圆 376">
                <a:extLst>
                  <a:ext uri="{FF2B5EF4-FFF2-40B4-BE49-F238E27FC236}">
                    <a16:creationId xmlns:a16="http://schemas.microsoft.com/office/drawing/2014/main" id="{C596A37F-81DD-41BE-88B7-96E9B33F25F9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8" name="椭圆 377">
                <a:extLst>
                  <a:ext uri="{FF2B5EF4-FFF2-40B4-BE49-F238E27FC236}">
                    <a16:creationId xmlns:a16="http://schemas.microsoft.com/office/drawing/2014/main" id="{C80B9798-985E-47BD-9FA3-352CB6FE4B50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379" name="矩形 378">
              <a:extLst>
                <a:ext uri="{FF2B5EF4-FFF2-40B4-BE49-F238E27FC236}">
                  <a16:creationId xmlns:a16="http://schemas.microsoft.com/office/drawing/2014/main" id="{92CC7442-2C49-4BFB-BF6C-51A094E5209C}"/>
                </a:ext>
              </a:extLst>
            </p:cNvPr>
            <p:cNvSpPr/>
            <p:nvPr/>
          </p:nvSpPr>
          <p:spPr>
            <a:xfrm>
              <a:off x="6014291" y="2206918"/>
              <a:ext cx="3899251" cy="2003571"/>
            </a:xfrm>
            <a:prstGeom prst="rect">
              <a:avLst/>
            </a:prstGeom>
            <a:solidFill>
              <a:srgbClr val="00B0F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0" name="文本框 379">
              <a:extLst>
                <a:ext uri="{FF2B5EF4-FFF2-40B4-BE49-F238E27FC236}">
                  <a16:creationId xmlns:a16="http://schemas.microsoft.com/office/drawing/2014/main" id="{39748BF2-61EE-40F1-9533-F341FEC4E573}"/>
                </a:ext>
              </a:extLst>
            </p:cNvPr>
            <p:cNvSpPr txBox="1"/>
            <p:nvPr/>
          </p:nvSpPr>
          <p:spPr>
            <a:xfrm>
              <a:off x="7652347" y="1568864"/>
              <a:ext cx="837902" cy="405059"/>
            </a:xfrm>
            <a:custGeom>
              <a:avLst/>
              <a:gdLst/>
              <a:ahLst/>
              <a:cxnLst/>
              <a:rect l="l" t="t" r="r" b="b"/>
              <a:pathLst>
                <a:path w="591145" h="294085">
                  <a:moveTo>
                    <a:pt x="62805" y="190500"/>
                  </a:moveTo>
                  <a:cubicBezTo>
                    <a:pt x="77291" y="205185"/>
                    <a:pt x="91479" y="220465"/>
                    <a:pt x="105370" y="236340"/>
                  </a:cubicBezTo>
                  <a:lnTo>
                    <a:pt x="85129" y="252413"/>
                  </a:lnTo>
                  <a:cubicBezTo>
                    <a:pt x="73223" y="236736"/>
                    <a:pt x="59928" y="220762"/>
                    <a:pt x="45243" y="204490"/>
                  </a:cubicBezTo>
                  <a:close/>
                  <a:moveTo>
                    <a:pt x="233362" y="189905"/>
                  </a:moveTo>
                  <a:lnTo>
                    <a:pt x="254198" y="203300"/>
                  </a:lnTo>
                  <a:cubicBezTo>
                    <a:pt x="240307" y="220564"/>
                    <a:pt x="225722" y="237133"/>
                    <a:pt x="210442" y="253008"/>
                  </a:cubicBezTo>
                  <a:lnTo>
                    <a:pt x="192583" y="238721"/>
                  </a:lnTo>
                  <a:cubicBezTo>
                    <a:pt x="208657" y="222052"/>
                    <a:pt x="222249" y="205780"/>
                    <a:pt x="233362" y="189905"/>
                  </a:cubicBezTo>
                  <a:close/>
                  <a:moveTo>
                    <a:pt x="490834" y="139304"/>
                  </a:moveTo>
                  <a:lnTo>
                    <a:pt x="490834" y="161330"/>
                  </a:lnTo>
                  <a:lnTo>
                    <a:pt x="552747" y="161330"/>
                  </a:lnTo>
                  <a:lnTo>
                    <a:pt x="552747" y="139304"/>
                  </a:lnTo>
                  <a:close/>
                  <a:moveTo>
                    <a:pt x="411063" y="139304"/>
                  </a:moveTo>
                  <a:lnTo>
                    <a:pt x="411063" y="161330"/>
                  </a:lnTo>
                  <a:lnTo>
                    <a:pt x="471487" y="161330"/>
                  </a:lnTo>
                  <a:lnTo>
                    <a:pt x="471487" y="139304"/>
                  </a:lnTo>
                  <a:close/>
                  <a:moveTo>
                    <a:pt x="581024" y="82451"/>
                  </a:moveTo>
                  <a:lnTo>
                    <a:pt x="585787" y="99715"/>
                  </a:lnTo>
                  <a:cubicBezTo>
                    <a:pt x="559990" y="101104"/>
                    <a:pt x="528339" y="102493"/>
                    <a:pt x="490834" y="103882"/>
                  </a:cubicBezTo>
                  <a:lnTo>
                    <a:pt x="490834" y="123230"/>
                  </a:lnTo>
                  <a:lnTo>
                    <a:pt x="572392" y="123230"/>
                  </a:lnTo>
                  <a:lnTo>
                    <a:pt x="572392" y="183357"/>
                  </a:lnTo>
                  <a:lnTo>
                    <a:pt x="552747" y="183357"/>
                  </a:lnTo>
                  <a:lnTo>
                    <a:pt x="552747" y="177404"/>
                  </a:lnTo>
                  <a:lnTo>
                    <a:pt x="490834" y="177404"/>
                  </a:lnTo>
                  <a:lnTo>
                    <a:pt x="490834" y="196454"/>
                  </a:lnTo>
                  <a:lnTo>
                    <a:pt x="591145" y="196454"/>
                  </a:lnTo>
                  <a:lnTo>
                    <a:pt x="591145" y="261045"/>
                  </a:lnTo>
                  <a:cubicBezTo>
                    <a:pt x="591145" y="281286"/>
                    <a:pt x="581123" y="291406"/>
                    <a:pt x="561081" y="291406"/>
                  </a:cubicBezTo>
                  <a:cubicBezTo>
                    <a:pt x="551159" y="291406"/>
                    <a:pt x="538757" y="291208"/>
                    <a:pt x="523874" y="290811"/>
                  </a:cubicBezTo>
                  <a:cubicBezTo>
                    <a:pt x="522882" y="285254"/>
                    <a:pt x="521394" y="278408"/>
                    <a:pt x="519409" y="270272"/>
                  </a:cubicBezTo>
                  <a:cubicBezTo>
                    <a:pt x="533300" y="271463"/>
                    <a:pt x="545107" y="272058"/>
                    <a:pt x="554831" y="272058"/>
                  </a:cubicBezTo>
                  <a:cubicBezTo>
                    <a:pt x="565546" y="272058"/>
                    <a:pt x="570904" y="266998"/>
                    <a:pt x="570904" y="256878"/>
                  </a:cubicBezTo>
                  <a:lnTo>
                    <a:pt x="570904" y="212527"/>
                  </a:lnTo>
                  <a:lnTo>
                    <a:pt x="490834" y="212527"/>
                  </a:lnTo>
                  <a:lnTo>
                    <a:pt x="490834" y="239018"/>
                  </a:lnTo>
                  <a:cubicBezTo>
                    <a:pt x="502344" y="238423"/>
                    <a:pt x="513754" y="237729"/>
                    <a:pt x="525065" y="236935"/>
                  </a:cubicBezTo>
                  <a:cubicBezTo>
                    <a:pt x="522882" y="232371"/>
                    <a:pt x="520600" y="227807"/>
                    <a:pt x="518219" y="223243"/>
                  </a:cubicBezTo>
                  <a:lnTo>
                    <a:pt x="534292" y="215801"/>
                  </a:lnTo>
                  <a:cubicBezTo>
                    <a:pt x="541436" y="228700"/>
                    <a:pt x="548580" y="242590"/>
                    <a:pt x="555723" y="257473"/>
                  </a:cubicBezTo>
                  <a:lnTo>
                    <a:pt x="538162" y="265510"/>
                  </a:lnTo>
                  <a:cubicBezTo>
                    <a:pt x="536376" y="261343"/>
                    <a:pt x="534590" y="257275"/>
                    <a:pt x="532804" y="253306"/>
                  </a:cubicBezTo>
                  <a:cubicBezTo>
                    <a:pt x="499466" y="254695"/>
                    <a:pt x="462160" y="257374"/>
                    <a:pt x="420885" y="261343"/>
                  </a:cubicBezTo>
                  <a:lnTo>
                    <a:pt x="417314" y="242293"/>
                  </a:lnTo>
                  <a:cubicBezTo>
                    <a:pt x="435570" y="241697"/>
                    <a:pt x="453628" y="240904"/>
                    <a:pt x="471487" y="239911"/>
                  </a:cubicBezTo>
                  <a:lnTo>
                    <a:pt x="471487" y="212527"/>
                  </a:lnTo>
                  <a:lnTo>
                    <a:pt x="397668" y="212527"/>
                  </a:lnTo>
                  <a:lnTo>
                    <a:pt x="397668" y="292894"/>
                  </a:lnTo>
                  <a:lnTo>
                    <a:pt x="377428" y="292894"/>
                  </a:lnTo>
                  <a:lnTo>
                    <a:pt x="377428" y="196454"/>
                  </a:lnTo>
                  <a:lnTo>
                    <a:pt x="471487" y="196454"/>
                  </a:lnTo>
                  <a:lnTo>
                    <a:pt x="471487" y="177404"/>
                  </a:lnTo>
                  <a:lnTo>
                    <a:pt x="411063" y="177404"/>
                  </a:lnTo>
                  <a:lnTo>
                    <a:pt x="411063" y="183357"/>
                  </a:lnTo>
                  <a:lnTo>
                    <a:pt x="391417" y="183357"/>
                  </a:lnTo>
                  <a:lnTo>
                    <a:pt x="391417" y="123230"/>
                  </a:lnTo>
                  <a:lnTo>
                    <a:pt x="471487" y="123230"/>
                  </a:lnTo>
                  <a:lnTo>
                    <a:pt x="471487" y="104478"/>
                  </a:lnTo>
                  <a:cubicBezTo>
                    <a:pt x="442912" y="105470"/>
                    <a:pt x="411360" y="106462"/>
                    <a:pt x="376832" y="107454"/>
                  </a:cubicBezTo>
                  <a:cubicBezTo>
                    <a:pt x="375840" y="102097"/>
                    <a:pt x="374451" y="96143"/>
                    <a:pt x="372665" y="89595"/>
                  </a:cubicBezTo>
                  <a:cubicBezTo>
                    <a:pt x="467121" y="87412"/>
                    <a:pt x="536574" y="85031"/>
                    <a:pt x="581024" y="82451"/>
                  </a:cubicBezTo>
                  <a:close/>
                  <a:moveTo>
                    <a:pt x="361949" y="30361"/>
                  </a:moveTo>
                  <a:lnTo>
                    <a:pt x="361949" y="53281"/>
                  </a:lnTo>
                  <a:lnTo>
                    <a:pt x="566141" y="53281"/>
                  </a:lnTo>
                  <a:lnTo>
                    <a:pt x="566141" y="30361"/>
                  </a:lnTo>
                  <a:close/>
                  <a:moveTo>
                    <a:pt x="150316" y="25301"/>
                  </a:moveTo>
                  <a:cubicBezTo>
                    <a:pt x="129877" y="51098"/>
                    <a:pt x="100409" y="76399"/>
                    <a:pt x="61912" y="101204"/>
                  </a:cubicBezTo>
                  <a:lnTo>
                    <a:pt x="236636" y="101204"/>
                  </a:lnTo>
                  <a:cubicBezTo>
                    <a:pt x="205680" y="81558"/>
                    <a:pt x="176907" y="56257"/>
                    <a:pt x="150316" y="25301"/>
                  </a:cubicBezTo>
                  <a:close/>
                  <a:moveTo>
                    <a:pt x="341411" y="13097"/>
                  </a:moveTo>
                  <a:lnTo>
                    <a:pt x="586382" y="13097"/>
                  </a:lnTo>
                  <a:lnTo>
                    <a:pt x="586382" y="76498"/>
                  </a:lnTo>
                  <a:lnTo>
                    <a:pt x="566141" y="76498"/>
                  </a:lnTo>
                  <a:lnTo>
                    <a:pt x="566141" y="70545"/>
                  </a:lnTo>
                  <a:lnTo>
                    <a:pt x="361949" y="70545"/>
                  </a:lnTo>
                  <a:lnTo>
                    <a:pt x="361949" y="141387"/>
                  </a:lnTo>
                  <a:cubicBezTo>
                    <a:pt x="361949" y="208856"/>
                    <a:pt x="348059" y="259755"/>
                    <a:pt x="320278" y="294085"/>
                  </a:cubicBezTo>
                  <a:cubicBezTo>
                    <a:pt x="315714" y="287140"/>
                    <a:pt x="310753" y="280492"/>
                    <a:pt x="305395" y="274142"/>
                  </a:cubicBezTo>
                  <a:cubicBezTo>
                    <a:pt x="329604" y="246361"/>
                    <a:pt x="341610" y="200720"/>
                    <a:pt x="341411" y="137220"/>
                  </a:cubicBezTo>
                  <a:close/>
                  <a:moveTo>
                    <a:pt x="140196" y="0"/>
                  </a:moveTo>
                  <a:lnTo>
                    <a:pt x="172640" y="0"/>
                  </a:lnTo>
                  <a:lnTo>
                    <a:pt x="165794" y="8335"/>
                  </a:lnTo>
                  <a:cubicBezTo>
                    <a:pt x="197346" y="48618"/>
                    <a:pt x="241994" y="79971"/>
                    <a:pt x="299739" y="102394"/>
                  </a:cubicBezTo>
                  <a:cubicBezTo>
                    <a:pt x="294382" y="109935"/>
                    <a:pt x="289123" y="117872"/>
                    <a:pt x="283964" y="126207"/>
                  </a:cubicBezTo>
                  <a:cubicBezTo>
                    <a:pt x="268485" y="119658"/>
                    <a:pt x="253503" y="111820"/>
                    <a:pt x="239017" y="102692"/>
                  </a:cubicBezTo>
                  <a:lnTo>
                    <a:pt x="239017" y="122932"/>
                  </a:lnTo>
                  <a:lnTo>
                    <a:pt x="161925" y="122932"/>
                  </a:lnTo>
                  <a:lnTo>
                    <a:pt x="161925" y="164604"/>
                  </a:lnTo>
                  <a:lnTo>
                    <a:pt x="267890" y="164604"/>
                  </a:lnTo>
                  <a:lnTo>
                    <a:pt x="267890" y="186333"/>
                  </a:lnTo>
                  <a:lnTo>
                    <a:pt x="161925" y="186333"/>
                  </a:lnTo>
                  <a:lnTo>
                    <a:pt x="161925" y="258961"/>
                  </a:lnTo>
                  <a:lnTo>
                    <a:pt x="288726" y="258961"/>
                  </a:lnTo>
                  <a:lnTo>
                    <a:pt x="288726" y="280988"/>
                  </a:lnTo>
                  <a:lnTo>
                    <a:pt x="11906" y="280988"/>
                  </a:lnTo>
                  <a:lnTo>
                    <a:pt x="11906" y="258961"/>
                  </a:lnTo>
                  <a:lnTo>
                    <a:pt x="138112" y="258961"/>
                  </a:lnTo>
                  <a:lnTo>
                    <a:pt x="138112" y="186333"/>
                  </a:lnTo>
                  <a:lnTo>
                    <a:pt x="31551" y="186333"/>
                  </a:lnTo>
                  <a:lnTo>
                    <a:pt x="31551" y="164604"/>
                  </a:lnTo>
                  <a:lnTo>
                    <a:pt x="138112" y="164604"/>
                  </a:lnTo>
                  <a:lnTo>
                    <a:pt x="138112" y="122932"/>
                  </a:lnTo>
                  <a:lnTo>
                    <a:pt x="60721" y="122932"/>
                  </a:lnTo>
                  <a:lnTo>
                    <a:pt x="60721" y="102097"/>
                  </a:lnTo>
                  <a:cubicBezTo>
                    <a:pt x="46632" y="111026"/>
                    <a:pt x="31353" y="119956"/>
                    <a:pt x="14882" y="128886"/>
                  </a:cubicBezTo>
                  <a:cubicBezTo>
                    <a:pt x="10715" y="121345"/>
                    <a:pt x="5754" y="113904"/>
                    <a:pt x="0" y="106561"/>
                  </a:cubicBezTo>
                  <a:cubicBezTo>
                    <a:pt x="66079" y="75605"/>
                    <a:pt x="112811" y="40085"/>
                    <a:pt x="140196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1" name="组合 380">
              <a:extLst>
                <a:ext uri="{FF2B5EF4-FFF2-40B4-BE49-F238E27FC236}">
                  <a16:creationId xmlns:a16="http://schemas.microsoft.com/office/drawing/2014/main" id="{D4E91399-1261-4373-9B2D-1F6347F8A66A}"/>
                </a:ext>
              </a:extLst>
            </p:cNvPr>
            <p:cNvGrpSpPr/>
            <p:nvPr/>
          </p:nvGrpSpPr>
          <p:grpSpPr>
            <a:xfrm>
              <a:off x="6180862" y="2345279"/>
              <a:ext cx="3169328" cy="1788599"/>
              <a:chOff x="1214405" y="4590491"/>
              <a:chExt cx="2970865" cy="1725373"/>
            </a:xfrm>
          </p:grpSpPr>
          <p:grpSp>
            <p:nvGrpSpPr>
              <p:cNvPr id="382" name="组合 381">
                <a:extLst>
                  <a:ext uri="{FF2B5EF4-FFF2-40B4-BE49-F238E27FC236}">
                    <a16:creationId xmlns:a16="http://schemas.microsoft.com/office/drawing/2014/main" id="{5E758361-ADB5-4B25-A1AE-7CF35229ED3B}"/>
                  </a:ext>
                </a:extLst>
              </p:cNvPr>
              <p:cNvGrpSpPr/>
              <p:nvPr/>
            </p:nvGrpSpPr>
            <p:grpSpPr>
              <a:xfrm>
                <a:off x="1214405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07" name="椭圆 406">
                  <a:extLst>
                    <a:ext uri="{FF2B5EF4-FFF2-40B4-BE49-F238E27FC236}">
                      <a16:creationId xmlns:a16="http://schemas.microsoft.com/office/drawing/2014/main" id="{CE0ABAAB-C9FF-4391-B6D6-CFFBBBCC7DCC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8" name="椭圆 407">
                  <a:extLst>
                    <a:ext uri="{FF2B5EF4-FFF2-40B4-BE49-F238E27FC236}">
                      <a16:creationId xmlns:a16="http://schemas.microsoft.com/office/drawing/2014/main" id="{E53FB839-E2BA-4DFB-8C77-75FF0D6533F9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9" name="椭圆 408">
                  <a:extLst>
                    <a:ext uri="{FF2B5EF4-FFF2-40B4-BE49-F238E27FC236}">
                      <a16:creationId xmlns:a16="http://schemas.microsoft.com/office/drawing/2014/main" id="{FD73A821-CD50-48EB-A207-8340EF03AF12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0" name="椭圆 409">
                  <a:extLst>
                    <a:ext uri="{FF2B5EF4-FFF2-40B4-BE49-F238E27FC236}">
                      <a16:creationId xmlns:a16="http://schemas.microsoft.com/office/drawing/2014/main" id="{659169D7-6B35-44CD-A4A2-FAFF19A68B62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1" name="椭圆 410">
                  <a:extLst>
                    <a:ext uri="{FF2B5EF4-FFF2-40B4-BE49-F238E27FC236}">
                      <a16:creationId xmlns:a16="http://schemas.microsoft.com/office/drawing/2014/main" id="{C2C937A1-114C-45AE-89F4-61A5599C3070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83" name="组合 382">
                <a:extLst>
                  <a:ext uri="{FF2B5EF4-FFF2-40B4-BE49-F238E27FC236}">
                    <a16:creationId xmlns:a16="http://schemas.microsoft.com/office/drawing/2014/main" id="{78A433C0-0B53-49D6-A15E-958DCD7E88AA}"/>
                  </a:ext>
                </a:extLst>
              </p:cNvPr>
              <p:cNvGrpSpPr/>
              <p:nvPr/>
            </p:nvGrpSpPr>
            <p:grpSpPr>
              <a:xfrm>
                <a:off x="4100769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02" name="椭圆 401">
                  <a:extLst>
                    <a:ext uri="{FF2B5EF4-FFF2-40B4-BE49-F238E27FC236}">
                      <a16:creationId xmlns:a16="http://schemas.microsoft.com/office/drawing/2014/main" id="{CABF997E-4C03-4A42-862F-027994A043AA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3" name="椭圆 402">
                  <a:extLst>
                    <a:ext uri="{FF2B5EF4-FFF2-40B4-BE49-F238E27FC236}">
                      <a16:creationId xmlns:a16="http://schemas.microsoft.com/office/drawing/2014/main" id="{3407E0A8-34CE-451D-A038-27D61F0887A9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4" name="椭圆 403">
                  <a:extLst>
                    <a:ext uri="{FF2B5EF4-FFF2-40B4-BE49-F238E27FC236}">
                      <a16:creationId xmlns:a16="http://schemas.microsoft.com/office/drawing/2014/main" id="{D56B4F8B-9BE8-4B66-BEE8-4A16A9EFCB80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5" name="椭圆 404">
                  <a:extLst>
                    <a:ext uri="{FF2B5EF4-FFF2-40B4-BE49-F238E27FC236}">
                      <a16:creationId xmlns:a16="http://schemas.microsoft.com/office/drawing/2014/main" id="{42DCA0B8-72A8-4B88-9987-A97345E0610E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6" name="椭圆 405">
                  <a:extLst>
                    <a:ext uri="{FF2B5EF4-FFF2-40B4-BE49-F238E27FC236}">
                      <a16:creationId xmlns:a16="http://schemas.microsoft.com/office/drawing/2014/main" id="{32694E81-D4BE-4147-BD65-5ECCD7F6B7C5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84" name="组合 383">
                <a:extLst>
                  <a:ext uri="{FF2B5EF4-FFF2-40B4-BE49-F238E27FC236}">
                    <a16:creationId xmlns:a16="http://schemas.microsoft.com/office/drawing/2014/main" id="{2C5892FC-45BE-4621-B2F8-204ABBA8B7DD}"/>
                  </a:ext>
                </a:extLst>
              </p:cNvPr>
              <p:cNvGrpSpPr/>
              <p:nvPr/>
            </p:nvGrpSpPr>
            <p:grpSpPr>
              <a:xfrm>
                <a:off x="1935996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397" name="椭圆 396">
                  <a:extLst>
                    <a:ext uri="{FF2B5EF4-FFF2-40B4-BE49-F238E27FC236}">
                      <a16:creationId xmlns:a16="http://schemas.microsoft.com/office/drawing/2014/main" id="{A0026990-B9D3-4668-82FE-11A495192AE5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8" name="椭圆 397">
                  <a:extLst>
                    <a:ext uri="{FF2B5EF4-FFF2-40B4-BE49-F238E27FC236}">
                      <a16:creationId xmlns:a16="http://schemas.microsoft.com/office/drawing/2014/main" id="{52E91D40-4676-4DDE-A9F0-05667928F88A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9" name="椭圆 398">
                  <a:extLst>
                    <a:ext uri="{FF2B5EF4-FFF2-40B4-BE49-F238E27FC236}">
                      <a16:creationId xmlns:a16="http://schemas.microsoft.com/office/drawing/2014/main" id="{E98986EB-79A7-446F-8E83-3233D208D288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0" name="椭圆 399">
                  <a:extLst>
                    <a:ext uri="{FF2B5EF4-FFF2-40B4-BE49-F238E27FC236}">
                      <a16:creationId xmlns:a16="http://schemas.microsoft.com/office/drawing/2014/main" id="{145C9C4D-3C8A-4FA3-8DC3-1E4920AAAEFE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01" name="椭圆 400">
                  <a:extLst>
                    <a:ext uri="{FF2B5EF4-FFF2-40B4-BE49-F238E27FC236}">
                      <a16:creationId xmlns:a16="http://schemas.microsoft.com/office/drawing/2014/main" id="{5C01BDAF-BC3E-4228-BE09-444C0E62EE6B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85" name="组合 384">
                <a:extLst>
                  <a:ext uri="{FF2B5EF4-FFF2-40B4-BE49-F238E27FC236}">
                    <a16:creationId xmlns:a16="http://schemas.microsoft.com/office/drawing/2014/main" id="{5BF22CBB-3E55-400D-8C94-DBE3027F0627}"/>
                  </a:ext>
                </a:extLst>
              </p:cNvPr>
              <p:cNvGrpSpPr/>
              <p:nvPr/>
            </p:nvGrpSpPr>
            <p:grpSpPr>
              <a:xfrm>
                <a:off x="2657587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392" name="椭圆 391">
                  <a:extLst>
                    <a:ext uri="{FF2B5EF4-FFF2-40B4-BE49-F238E27FC236}">
                      <a16:creationId xmlns:a16="http://schemas.microsoft.com/office/drawing/2014/main" id="{1C6234C6-8B47-42E9-BB6D-39092339FB77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3" name="椭圆 392">
                  <a:extLst>
                    <a:ext uri="{FF2B5EF4-FFF2-40B4-BE49-F238E27FC236}">
                      <a16:creationId xmlns:a16="http://schemas.microsoft.com/office/drawing/2014/main" id="{D21F7E3F-634E-4068-896D-1DC6D3FB58C1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4" name="椭圆 393">
                  <a:extLst>
                    <a:ext uri="{FF2B5EF4-FFF2-40B4-BE49-F238E27FC236}">
                      <a16:creationId xmlns:a16="http://schemas.microsoft.com/office/drawing/2014/main" id="{099D9A11-E64B-47B1-AAED-3AE759D095D8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5" name="椭圆 394">
                  <a:extLst>
                    <a:ext uri="{FF2B5EF4-FFF2-40B4-BE49-F238E27FC236}">
                      <a16:creationId xmlns:a16="http://schemas.microsoft.com/office/drawing/2014/main" id="{D3542D08-C207-4B91-AA71-37B48236DBE0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6" name="椭圆 395">
                  <a:extLst>
                    <a:ext uri="{FF2B5EF4-FFF2-40B4-BE49-F238E27FC236}">
                      <a16:creationId xmlns:a16="http://schemas.microsoft.com/office/drawing/2014/main" id="{01894F74-1665-40CD-B1EB-E6DAEE4ADF93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386" name="组合 385">
                <a:extLst>
                  <a:ext uri="{FF2B5EF4-FFF2-40B4-BE49-F238E27FC236}">
                    <a16:creationId xmlns:a16="http://schemas.microsoft.com/office/drawing/2014/main" id="{ABC7FAD4-1B0A-4166-90C6-4B8CBED04819}"/>
                  </a:ext>
                </a:extLst>
              </p:cNvPr>
              <p:cNvGrpSpPr/>
              <p:nvPr/>
            </p:nvGrpSpPr>
            <p:grpSpPr>
              <a:xfrm>
                <a:off x="3379178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387" name="椭圆 386">
                  <a:extLst>
                    <a:ext uri="{FF2B5EF4-FFF2-40B4-BE49-F238E27FC236}">
                      <a16:creationId xmlns:a16="http://schemas.microsoft.com/office/drawing/2014/main" id="{DC0B623B-6958-4469-82A0-5F252D2A0D9B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8" name="椭圆 387">
                  <a:extLst>
                    <a:ext uri="{FF2B5EF4-FFF2-40B4-BE49-F238E27FC236}">
                      <a16:creationId xmlns:a16="http://schemas.microsoft.com/office/drawing/2014/main" id="{824F6AC5-A9D1-404D-9D92-F1BE2B56319C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89" name="椭圆 388">
                  <a:extLst>
                    <a:ext uri="{FF2B5EF4-FFF2-40B4-BE49-F238E27FC236}">
                      <a16:creationId xmlns:a16="http://schemas.microsoft.com/office/drawing/2014/main" id="{AFA02161-5EB2-4B7A-B26A-983FD1EF13A0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0" name="椭圆 389">
                  <a:extLst>
                    <a:ext uri="{FF2B5EF4-FFF2-40B4-BE49-F238E27FC236}">
                      <a16:creationId xmlns:a16="http://schemas.microsoft.com/office/drawing/2014/main" id="{1AB7BB40-5A1B-49C6-AA1E-86AC59BB1902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391" name="椭圆 390">
                  <a:extLst>
                    <a:ext uri="{FF2B5EF4-FFF2-40B4-BE49-F238E27FC236}">
                      <a16:creationId xmlns:a16="http://schemas.microsoft.com/office/drawing/2014/main" id="{0B866B2A-88ED-4203-A0D9-69240225B72B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412" name="组合 411">
              <a:extLst>
                <a:ext uri="{FF2B5EF4-FFF2-40B4-BE49-F238E27FC236}">
                  <a16:creationId xmlns:a16="http://schemas.microsoft.com/office/drawing/2014/main" id="{F07E313A-92E1-4223-97AE-C18CB86B6095}"/>
                </a:ext>
              </a:extLst>
            </p:cNvPr>
            <p:cNvGrpSpPr/>
            <p:nvPr/>
          </p:nvGrpSpPr>
          <p:grpSpPr>
            <a:xfrm>
              <a:off x="6578573" y="2345279"/>
              <a:ext cx="3169328" cy="1788599"/>
              <a:chOff x="1214405" y="4590491"/>
              <a:chExt cx="2970865" cy="1725373"/>
            </a:xfrm>
          </p:grpSpPr>
          <p:grpSp>
            <p:nvGrpSpPr>
              <p:cNvPr id="413" name="组合 412">
                <a:extLst>
                  <a:ext uri="{FF2B5EF4-FFF2-40B4-BE49-F238E27FC236}">
                    <a16:creationId xmlns:a16="http://schemas.microsoft.com/office/drawing/2014/main" id="{17AC8BA1-F257-4847-9EE9-B451ED57C744}"/>
                  </a:ext>
                </a:extLst>
              </p:cNvPr>
              <p:cNvGrpSpPr/>
              <p:nvPr/>
            </p:nvGrpSpPr>
            <p:grpSpPr>
              <a:xfrm>
                <a:off x="1214405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38" name="椭圆 437">
                  <a:extLst>
                    <a:ext uri="{FF2B5EF4-FFF2-40B4-BE49-F238E27FC236}">
                      <a16:creationId xmlns:a16="http://schemas.microsoft.com/office/drawing/2014/main" id="{30B192DC-134C-4CB9-ADF3-6CFEA5B4D8B2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9" name="椭圆 438">
                  <a:extLst>
                    <a:ext uri="{FF2B5EF4-FFF2-40B4-BE49-F238E27FC236}">
                      <a16:creationId xmlns:a16="http://schemas.microsoft.com/office/drawing/2014/main" id="{88A31B5F-6379-49DE-A5ED-C780D0A45DDC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0" name="椭圆 439">
                  <a:extLst>
                    <a:ext uri="{FF2B5EF4-FFF2-40B4-BE49-F238E27FC236}">
                      <a16:creationId xmlns:a16="http://schemas.microsoft.com/office/drawing/2014/main" id="{40D297BA-CD0C-46BF-9D0D-6CAA451F99AE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1" name="椭圆 440">
                  <a:extLst>
                    <a:ext uri="{FF2B5EF4-FFF2-40B4-BE49-F238E27FC236}">
                      <a16:creationId xmlns:a16="http://schemas.microsoft.com/office/drawing/2014/main" id="{1F66D8C5-F582-4475-8809-8E94CE7D192F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42" name="椭圆 441">
                  <a:extLst>
                    <a:ext uri="{FF2B5EF4-FFF2-40B4-BE49-F238E27FC236}">
                      <a16:creationId xmlns:a16="http://schemas.microsoft.com/office/drawing/2014/main" id="{D55A88F2-8575-420D-B49B-3426D24A898C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14" name="组合 413">
                <a:extLst>
                  <a:ext uri="{FF2B5EF4-FFF2-40B4-BE49-F238E27FC236}">
                    <a16:creationId xmlns:a16="http://schemas.microsoft.com/office/drawing/2014/main" id="{DF828C2A-6A8D-4139-A326-32151CF7E8A9}"/>
                  </a:ext>
                </a:extLst>
              </p:cNvPr>
              <p:cNvGrpSpPr/>
              <p:nvPr/>
            </p:nvGrpSpPr>
            <p:grpSpPr>
              <a:xfrm>
                <a:off x="4100769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33" name="椭圆 432">
                  <a:extLst>
                    <a:ext uri="{FF2B5EF4-FFF2-40B4-BE49-F238E27FC236}">
                      <a16:creationId xmlns:a16="http://schemas.microsoft.com/office/drawing/2014/main" id="{5737930B-9706-412B-A26C-91C2E1829783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4" name="椭圆 433">
                  <a:extLst>
                    <a:ext uri="{FF2B5EF4-FFF2-40B4-BE49-F238E27FC236}">
                      <a16:creationId xmlns:a16="http://schemas.microsoft.com/office/drawing/2014/main" id="{8AF4D9E0-4E5A-421D-862F-528418F0430A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5" name="椭圆 434">
                  <a:extLst>
                    <a:ext uri="{FF2B5EF4-FFF2-40B4-BE49-F238E27FC236}">
                      <a16:creationId xmlns:a16="http://schemas.microsoft.com/office/drawing/2014/main" id="{7EF355EB-5936-4E33-BD92-E942BB366DF3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6" name="椭圆 435">
                  <a:extLst>
                    <a:ext uri="{FF2B5EF4-FFF2-40B4-BE49-F238E27FC236}">
                      <a16:creationId xmlns:a16="http://schemas.microsoft.com/office/drawing/2014/main" id="{2828BE4E-4741-4FCE-A964-A790FBB2A471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7" name="椭圆 436">
                  <a:extLst>
                    <a:ext uri="{FF2B5EF4-FFF2-40B4-BE49-F238E27FC236}">
                      <a16:creationId xmlns:a16="http://schemas.microsoft.com/office/drawing/2014/main" id="{5FAD3672-B715-48E2-A1AA-353381DA109F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15" name="组合 414">
                <a:extLst>
                  <a:ext uri="{FF2B5EF4-FFF2-40B4-BE49-F238E27FC236}">
                    <a16:creationId xmlns:a16="http://schemas.microsoft.com/office/drawing/2014/main" id="{9141B5DF-5582-4907-94CA-4AD3968F626A}"/>
                  </a:ext>
                </a:extLst>
              </p:cNvPr>
              <p:cNvGrpSpPr/>
              <p:nvPr/>
            </p:nvGrpSpPr>
            <p:grpSpPr>
              <a:xfrm>
                <a:off x="1935996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28" name="椭圆 427">
                  <a:extLst>
                    <a:ext uri="{FF2B5EF4-FFF2-40B4-BE49-F238E27FC236}">
                      <a16:creationId xmlns:a16="http://schemas.microsoft.com/office/drawing/2014/main" id="{C0409B23-617D-40C2-9B31-73B962BBB26F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9" name="椭圆 428">
                  <a:extLst>
                    <a:ext uri="{FF2B5EF4-FFF2-40B4-BE49-F238E27FC236}">
                      <a16:creationId xmlns:a16="http://schemas.microsoft.com/office/drawing/2014/main" id="{8FA55F94-A456-43F8-97C9-96F062703787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0" name="椭圆 429">
                  <a:extLst>
                    <a:ext uri="{FF2B5EF4-FFF2-40B4-BE49-F238E27FC236}">
                      <a16:creationId xmlns:a16="http://schemas.microsoft.com/office/drawing/2014/main" id="{DD7C4146-52C5-489E-8538-6AF592990F02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1" name="椭圆 430">
                  <a:extLst>
                    <a:ext uri="{FF2B5EF4-FFF2-40B4-BE49-F238E27FC236}">
                      <a16:creationId xmlns:a16="http://schemas.microsoft.com/office/drawing/2014/main" id="{3AFBEC73-95EA-4467-A35A-B36D8726299B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32" name="椭圆 431">
                  <a:extLst>
                    <a:ext uri="{FF2B5EF4-FFF2-40B4-BE49-F238E27FC236}">
                      <a16:creationId xmlns:a16="http://schemas.microsoft.com/office/drawing/2014/main" id="{719EA60B-8C98-4E32-B603-84A24D894B62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16" name="组合 415">
                <a:extLst>
                  <a:ext uri="{FF2B5EF4-FFF2-40B4-BE49-F238E27FC236}">
                    <a16:creationId xmlns:a16="http://schemas.microsoft.com/office/drawing/2014/main" id="{6F1C26B9-45BF-4850-B589-88128B2E4630}"/>
                  </a:ext>
                </a:extLst>
              </p:cNvPr>
              <p:cNvGrpSpPr/>
              <p:nvPr/>
            </p:nvGrpSpPr>
            <p:grpSpPr>
              <a:xfrm>
                <a:off x="2657587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23" name="椭圆 422">
                  <a:extLst>
                    <a:ext uri="{FF2B5EF4-FFF2-40B4-BE49-F238E27FC236}">
                      <a16:creationId xmlns:a16="http://schemas.microsoft.com/office/drawing/2014/main" id="{683A205D-D955-4568-A427-E81307A799F1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4" name="椭圆 423">
                  <a:extLst>
                    <a:ext uri="{FF2B5EF4-FFF2-40B4-BE49-F238E27FC236}">
                      <a16:creationId xmlns:a16="http://schemas.microsoft.com/office/drawing/2014/main" id="{99CD9F7E-E1D0-4472-8151-DCBFADE4161E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5" name="椭圆 424">
                  <a:extLst>
                    <a:ext uri="{FF2B5EF4-FFF2-40B4-BE49-F238E27FC236}">
                      <a16:creationId xmlns:a16="http://schemas.microsoft.com/office/drawing/2014/main" id="{2A7C064E-EDC6-490B-8F85-AB5433BB1133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6" name="椭圆 425">
                  <a:extLst>
                    <a:ext uri="{FF2B5EF4-FFF2-40B4-BE49-F238E27FC236}">
                      <a16:creationId xmlns:a16="http://schemas.microsoft.com/office/drawing/2014/main" id="{CA46E02B-5613-4276-A204-CA34ADB16C6C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7" name="椭圆 426">
                  <a:extLst>
                    <a:ext uri="{FF2B5EF4-FFF2-40B4-BE49-F238E27FC236}">
                      <a16:creationId xmlns:a16="http://schemas.microsoft.com/office/drawing/2014/main" id="{58BE97BE-C873-4994-9F46-65D518040A38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417" name="组合 416">
                <a:extLst>
                  <a:ext uri="{FF2B5EF4-FFF2-40B4-BE49-F238E27FC236}">
                    <a16:creationId xmlns:a16="http://schemas.microsoft.com/office/drawing/2014/main" id="{9C5FD759-C1B3-4F1A-B0E2-81784F696C50}"/>
                  </a:ext>
                </a:extLst>
              </p:cNvPr>
              <p:cNvGrpSpPr/>
              <p:nvPr/>
            </p:nvGrpSpPr>
            <p:grpSpPr>
              <a:xfrm>
                <a:off x="3379178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418" name="椭圆 417">
                  <a:extLst>
                    <a:ext uri="{FF2B5EF4-FFF2-40B4-BE49-F238E27FC236}">
                      <a16:creationId xmlns:a16="http://schemas.microsoft.com/office/drawing/2014/main" id="{046009FB-7CFD-4DEC-80A5-ECC0C4C79EB4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19" name="椭圆 418">
                  <a:extLst>
                    <a:ext uri="{FF2B5EF4-FFF2-40B4-BE49-F238E27FC236}">
                      <a16:creationId xmlns:a16="http://schemas.microsoft.com/office/drawing/2014/main" id="{F5D4F70D-4CB6-42E7-8883-F91983DEA703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0" name="椭圆 419">
                  <a:extLst>
                    <a:ext uri="{FF2B5EF4-FFF2-40B4-BE49-F238E27FC236}">
                      <a16:creationId xmlns:a16="http://schemas.microsoft.com/office/drawing/2014/main" id="{867268E8-B249-40DF-87C0-5E009F478B10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1" name="椭圆 420">
                  <a:extLst>
                    <a:ext uri="{FF2B5EF4-FFF2-40B4-BE49-F238E27FC236}">
                      <a16:creationId xmlns:a16="http://schemas.microsoft.com/office/drawing/2014/main" id="{D6FAFBBD-14B2-4901-AB5B-7F25AD660621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22" name="椭圆 421">
                  <a:extLst>
                    <a:ext uri="{FF2B5EF4-FFF2-40B4-BE49-F238E27FC236}">
                      <a16:creationId xmlns:a16="http://schemas.microsoft.com/office/drawing/2014/main" id="{FFC63241-275F-4767-AC33-538F36D0DC03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443" name="组合 442">
              <a:extLst>
                <a:ext uri="{FF2B5EF4-FFF2-40B4-BE49-F238E27FC236}">
                  <a16:creationId xmlns:a16="http://schemas.microsoft.com/office/drawing/2014/main" id="{3318F69E-9C25-4B3E-89A4-BA54D45F280D}"/>
                </a:ext>
              </a:extLst>
            </p:cNvPr>
            <p:cNvGrpSpPr/>
            <p:nvPr/>
          </p:nvGrpSpPr>
          <p:grpSpPr>
            <a:xfrm>
              <a:off x="6032854" y="2316704"/>
              <a:ext cx="90146" cy="1840634"/>
              <a:chOff x="1214405" y="4592622"/>
              <a:chExt cx="84501" cy="1725373"/>
            </a:xfrm>
            <a:solidFill>
              <a:schemeClr val="tx1"/>
            </a:solidFill>
          </p:grpSpPr>
          <p:sp>
            <p:nvSpPr>
              <p:cNvPr id="444" name="椭圆 443">
                <a:extLst>
                  <a:ext uri="{FF2B5EF4-FFF2-40B4-BE49-F238E27FC236}">
                    <a16:creationId xmlns:a16="http://schemas.microsoft.com/office/drawing/2014/main" id="{949EDEB4-0991-40E6-A9C0-A1BA8459A0CB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5" name="椭圆 444">
                <a:extLst>
                  <a:ext uri="{FF2B5EF4-FFF2-40B4-BE49-F238E27FC236}">
                    <a16:creationId xmlns:a16="http://schemas.microsoft.com/office/drawing/2014/main" id="{1095DC88-2902-4839-BFA5-C669AAE8ADA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6" name="椭圆 445">
                <a:extLst>
                  <a:ext uri="{FF2B5EF4-FFF2-40B4-BE49-F238E27FC236}">
                    <a16:creationId xmlns:a16="http://schemas.microsoft.com/office/drawing/2014/main" id="{3165DA5E-F944-40E2-9DB8-1AD40500AC44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7" name="椭圆 446">
                <a:extLst>
                  <a:ext uri="{FF2B5EF4-FFF2-40B4-BE49-F238E27FC236}">
                    <a16:creationId xmlns:a16="http://schemas.microsoft.com/office/drawing/2014/main" id="{30CA3E68-F72C-4D19-80B4-2D1E0C167AF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8" name="椭圆 447">
                <a:extLst>
                  <a:ext uri="{FF2B5EF4-FFF2-40B4-BE49-F238E27FC236}">
                    <a16:creationId xmlns:a16="http://schemas.microsoft.com/office/drawing/2014/main" id="{E0B54FAB-7E22-40E9-8351-EDEB7F002895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49" name="组合 448">
              <a:extLst>
                <a:ext uri="{FF2B5EF4-FFF2-40B4-BE49-F238E27FC236}">
                  <a16:creationId xmlns:a16="http://schemas.microsoft.com/office/drawing/2014/main" id="{E479181D-3F23-41B8-BC76-E7718B9D8396}"/>
                </a:ext>
              </a:extLst>
            </p:cNvPr>
            <p:cNvGrpSpPr/>
            <p:nvPr/>
          </p:nvGrpSpPr>
          <p:grpSpPr>
            <a:xfrm>
              <a:off x="5353723" y="2291760"/>
              <a:ext cx="282298" cy="1800376"/>
              <a:chOff x="7477729" y="4741867"/>
              <a:chExt cx="360990" cy="2302237"/>
            </a:xfrm>
          </p:grpSpPr>
          <p:grpSp>
            <p:nvGrpSpPr>
              <p:cNvPr id="450" name="组合 449">
                <a:extLst>
                  <a:ext uri="{FF2B5EF4-FFF2-40B4-BE49-F238E27FC236}">
                    <a16:creationId xmlns:a16="http://schemas.microsoft.com/office/drawing/2014/main" id="{517266F1-DD87-4809-9D44-AFF2822C408F}"/>
                  </a:ext>
                </a:extLst>
              </p:cNvPr>
              <p:cNvGrpSpPr/>
              <p:nvPr/>
            </p:nvGrpSpPr>
            <p:grpSpPr>
              <a:xfrm>
                <a:off x="7504045" y="4741867"/>
                <a:ext cx="334674" cy="334674"/>
                <a:chOff x="2297340" y="3316514"/>
                <a:chExt cx="268062" cy="268062"/>
              </a:xfrm>
            </p:grpSpPr>
            <p:sp>
              <p:nvSpPr>
                <p:cNvPr id="467" name="椭圆 466">
                  <a:extLst>
                    <a:ext uri="{FF2B5EF4-FFF2-40B4-BE49-F238E27FC236}">
                      <a16:creationId xmlns:a16="http://schemas.microsoft.com/office/drawing/2014/main" id="{6593473C-82AF-4595-8638-EE8E6FF48FD0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68" name="直接连接符 467">
                  <a:extLst>
                    <a:ext uri="{FF2B5EF4-FFF2-40B4-BE49-F238E27FC236}">
                      <a16:creationId xmlns:a16="http://schemas.microsoft.com/office/drawing/2014/main" id="{B31C3F8E-E311-4DBD-81C4-DD3999E6F1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9" name="直接连接符 468">
                  <a:extLst>
                    <a:ext uri="{FF2B5EF4-FFF2-40B4-BE49-F238E27FC236}">
                      <a16:creationId xmlns:a16="http://schemas.microsoft.com/office/drawing/2014/main" id="{ED1E7366-EE9D-4D0D-B973-E41263514A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1" name="组合 450">
                <a:extLst>
                  <a:ext uri="{FF2B5EF4-FFF2-40B4-BE49-F238E27FC236}">
                    <a16:creationId xmlns:a16="http://schemas.microsoft.com/office/drawing/2014/main" id="{2B013CDE-FE4A-4F73-A1C8-1E5BBAEE5E20}"/>
                  </a:ext>
                </a:extLst>
              </p:cNvPr>
              <p:cNvGrpSpPr/>
              <p:nvPr/>
            </p:nvGrpSpPr>
            <p:grpSpPr>
              <a:xfrm>
                <a:off x="7502724" y="5233758"/>
                <a:ext cx="334674" cy="334674"/>
                <a:chOff x="2297340" y="3316514"/>
                <a:chExt cx="268062" cy="268062"/>
              </a:xfrm>
            </p:grpSpPr>
            <p:sp>
              <p:nvSpPr>
                <p:cNvPr id="464" name="椭圆 463">
                  <a:extLst>
                    <a:ext uri="{FF2B5EF4-FFF2-40B4-BE49-F238E27FC236}">
                      <a16:creationId xmlns:a16="http://schemas.microsoft.com/office/drawing/2014/main" id="{CCB00639-550C-4218-88B5-BF1583FC4151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65" name="直接连接符 464">
                  <a:extLst>
                    <a:ext uri="{FF2B5EF4-FFF2-40B4-BE49-F238E27FC236}">
                      <a16:creationId xmlns:a16="http://schemas.microsoft.com/office/drawing/2014/main" id="{60E17E05-013F-4C15-B0FC-F722FDA0B3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直接连接符 465">
                  <a:extLst>
                    <a:ext uri="{FF2B5EF4-FFF2-40B4-BE49-F238E27FC236}">
                      <a16:creationId xmlns:a16="http://schemas.microsoft.com/office/drawing/2014/main" id="{C4B59510-6D37-4C4D-8552-810CECDC77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2" name="组合 451">
                <a:extLst>
                  <a:ext uri="{FF2B5EF4-FFF2-40B4-BE49-F238E27FC236}">
                    <a16:creationId xmlns:a16="http://schemas.microsoft.com/office/drawing/2014/main" id="{3AEFEC9C-0F37-4BFC-8562-4C0D38ACC8B4}"/>
                  </a:ext>
                </a:extLst>
              </p:cNvPr>
              <p:cNvGrpSpPr/>
              <p:nvPr/>
            </p:nvGrpSpPr>
            <p:grpSpPr>
              <a:xfrm>
                <a:off x="7490979" y="5725649"/>
                <a:ext cx="334674" cy="334674"/>
                <a:chOff x="2297340" y="3316514"/>
                <a:chExt cx="268062" cy="268062"/>
              </a:xfrm>
            </p:grpSpPr>
            <p:sp>
              <p:nvSpPr>
                <p:cNvPr id="461" name="椭圆 460">
                  <a:extLst>
                    <a:ext uri="{FF2B5EF4-FFF2-40B4-BE49-F238E27FC236}">
                      <a16:creationId xmlns:a16="http://schemas.microsoft.com/office/drawing/2014/main" id="{109ECB9C-C2C8-4F23-9FBE-2956013457AD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62" name="直接连接符 461">
                  <a:extLst>
                    <a:ext uri="{FF2B5EF4-FFF2-40B4-BE49-F238E27FC236}">
                      <a16:creationId xmlns:a16="http://schemas.microsoft.com/office/drawing/2014/main" id="{9558F44B-EE40-4BE5-B746-469AE7AAF7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直接连接符 462">
                  <a:extLst>
                    <a:ext uri="{FF2B5EF4-FFF2-40B4-BE49-F238E27FC236}">
                      <a16:creationId xmlns:a16="http://schemas.microsoft.com/office/drawing/2014/main" id="{7459E1E1-8503-4F5A-8198-1256DD4B1E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3" name="组合 452">
                <a:extLst>
                  <a:ext uri="{FF2B5EF4-FFF2-40B4-BE49-F238E27FC236}">
                    <a16:creationId xmlns:a16="http://schemas.microsoft.com/office/drawing/2014/main" id="{596C3E9B-0E19-444A-8E9B-E03DA05F95DB}"/>
                  </a:ext>
                </a:extLst>
              </p:cNvPr>
              <p:cNvGrpSpPr/>
              <p:nvPr/>
            </p:nvGrpSpPr>
            <p:grpSpPr>
              <a:xfrm>
                <a:off x="7477729" y="6217540"/>
                <a:ext cx="334674" cy="334674"/>
                <a:chOff x="2297340" y="3316514"/>
                <a:chExt cx="268062" cy="268062"/>
              </a:xfrm>
            </p:grpSpPr>
            <p:sp>
              <p:nvSpPr>
                <p:cNvPr id="458" name="椭圆 457">
                  <a:extLst>
                    <a:ext uri="{FF2B5EF4-FFF2-40B4-BE49-F238E27FC236}">
                      <a16:creationId xmlns:a16="http://schemas.microsoft.com/office/drawing/2014/main" id="{122B7E6D-0480-49BC-BE96-FB63FF0107FC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59" name="直接连接符 458">
                  <a:extLst>
                    <a:ext uri="{FF2B5EF4-FFF2-40B4-BE49-F238E27FC236}">
                      <a16:creationId xmlns:a16="http://schemas.microsoft.com/office/drawing/2014/main" id="{0F66827B-31E8-4C14-B0F2-68ACB32F03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直接连接符 459">
                  <a:extLst>
                    <a:ext uri="{FF2B5EF4-FFF2-40B4-BE49-F238E27FC236}">
                      <a16:creationId xmlns:a16="http://schemas.microsoft.com/office/drawing/2014/main" id="{2BEC84F8-76D9-4866-BA1E-88CFC66081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54" name="组合 453">
                <a:extLst>
                  <a:ext uri="{FF2B5EF4-FFF2-40B4-BE49-F238E27FC236}">
                    <a16:creationId xmlns:a16="http://schemas.microsoft.com/office/drawing/2014/main" id="{FFCABE14-28F5-4E41-AD92-AACC8FEA273D}"/>
                  </a:ext>
                </a:extLst>
              </p:cNvPr>
              <p:cNvGrpSpPr/>
              <p:nvPr/>
            </p:nvGrpSpPr>
            <p:grpSpPr>
              <a:xfrm>
                <a:off x="7495713" y="6709430"/>
                <a:ext cx="334674" cy="334674"/>
                <a:chOff x="2297340" y="3316514"/>
                <a:chExt cx="268062" cy="268062"/>
              </a:xfrm>
            </p:grpSpPr>
            <p:sp>
              <p:nvSpPr>
                <p:cNvPr id="455" name="椭圆 454">
                  <a:extLst>
                    <a:ext uri="{FF2B5EF4-FFF2-40B4-BE49-F238E27FC236}">
                      <a16:creationId xmlns:a16="http://schemas.microsoft.com/office/drawing/2014/main" id="{15121B60-063C-41E9-B8BE-B5DEF5007993}"/>
                    </a:ext>
                  </a:extLst>
                </p:cNvPr>
                <p:cNvSpPr/>
                <p:nvPr/>
              </p:nvSpPr>
              <p:spPr>
                <a:xfrm>
                  <a:off x="2297340" y="3316514"/>
                  <a:ext cx="268062" cy="268062"/>
                </a:xfrm>
                <a:prstGeom prst="ellipse">
                  <a:avLst/>
                </a:prstGeom>
                <a:noFill/>
                <a:ln w="12700">
                  <a:solidFill>
                    <a:srgbClr val="FF0000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456" name="直接连接符 455">
                  <a:extLst>
                    <a:ext uri="{FF2B5EF4-FFF2-40B4-BE49-F238E27FC236}">
                      <a16:creationId xmlns:a16="http://schemas.microsoft.com/office/drawing/2014/main" id="{437D9158-95A6-4EA4-A371-A7AF5B66C7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5171" y="3450545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7" name="直接连接符 456">
                  <a:extLst>
                    <a:ext uri="{FF2B5EF4-FFF2-40B4-BE49-F238E27FC236}">
                      <a16:creationId xmlns:a16="http://schemas.microsoft.com/office/drawing/2014/main" id="{A8AC60BC-AFA5-4770-8070-C35A3A740E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2355171" y="3450546"/>
                  <a:ext cx="152400" cy="0"/>
                </a:xfrm>
                <a:prstGeom prst="line">
                  <a:avLst/>
                </a:prstGeom>
                <a:ln w="254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73" name="组合 472">
              <a:extLst>
                <a:ext uri="{FF2B5EF4-FFF2-40B4-BE49-F238E27FC236}">
                  <a16:creationId xmlns:a16="http://schemas.microsoft.com/office/drawing/2014/main" id="{C62AAD34-C553-4892-AFF1-DC4BD3DE2C63}"/>
                </a:ext>
              </a:extLst>
            </p:cNvPr>
            <p:cNvGrpSpPr/>
            <p:nvPr/>
          </p:nvGrpSpPr>
          <p:grpSpPr>
            <a:xfrm>
              <a:off x="6032854" y="2316704"/>
              <a:ext cx="90146" cy="1840634"/>
              <a:chOff x="1214405" y="4592622"/>
              <a:chExt cx="84501" cy="1725373"/>
            </a:xfrm>
            <a:solidFill>
              <a:srgbClr val="FF0000"/>
            </a:solidFill>
          </p:grpSpPr>
          <p:sp>
            <p:nvSpPr>
              <p:cNvPr id="474" name="椭圆 473">
                <a:extLst>
                  <a:ext uri="{FF2B5EF4-FFF2-40B4-BE49-F238E27FC236}">
                    <a16:creationId xmlns:a16="http://schemas.microsoft.com/office/drawing/2014/main" id="{DE7A69C8-1AC1-4824-A683-24F261291466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5" name="椭圆 474">
                <a:extLst>
                  <a:ext uri="{FF2B5EF4-FFF2-40B4-BE49-F238E27FC236}">
                    <a16:creationId xmlns:a16="http://schemas.microsoft.com/office/drawing/2014/main" id="{198CE6C5-C93A-4E81-8739-0ACF8035EDF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6" name="椭圆 475">
                <a:extLst>
                  <a:ext uri="{FF2B5EF4-FFF2-40B4-BE49-F238E27FC236}">
                    <a16:creationId xmlns:a16="http://schemas.microsoft.com/office/drawing/2014/main" id="{5DB3887A-B2D2-4793-995C-56529720E18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7" name="椭圆 476">
                <a:extLst>
                  <a:ext uri="{FF2B5EF4-FFF2-40B4-BE49-F238E27FC236}">
                    <a16:creationId xmlns:a16="http://schemas.microsoft.com/office/drawing/2014/main" id="{4169CDA6-F798-4477-A810-8D30520234BC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8" name="椭圆 477">
                <a:extLst>
                  <a:ext uri="{FF2B5EF4-FFF2-40B4-BE49-F238E27FC236}">
                    <a16:creationId xmlns:a16="http://schemas.microsoft.com/office/drawing/2014/main" id="{229BCBC4-F9BB-4451-8D6C-FE4BD6299B72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grpFill/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479" name="矩形 478">
              <a:extLst>
                <a:ext uri="{FF2B5EF4-FFF2-40B4-BE49-F238E27FC236}">
                  <a16:creationId xmlns:a16="http://schemas.microsoft.com/office/drawing/2014/main" id="{58A817E6-CF6F-415F-A9E3-FF50B13D445A}"/>
                </a:ext>
              </a:extLst>
            </p:cNvPr>
            <p:cNvSpPr/>
            <p:nvPr/>
          </p:nvSpPr>
          <p:spPr>
            <a:xfrm>
              <a:off x="5215348" y="2206918"/>
              <a:ext cx="936948" cy="2001151"/>
            </a:xfrm>
            <a:prstGeom prst="rect">
              <a:avLst/>
            </a:prstGeom>
            <a:solidFill>
              <a:srgbClr val="7030A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0" name="文本框 479">
              <a:extLst>
                <a:ext uri="{FF2B5EF4-FFF2-40B4-BE49-F238E27FC236}">
                  <a16:creationId xmlns:a16="http://schemas.microsoft.com/office/drawing/2014/main" id="{8231AD64-7580-4B13-A33C-33D69F7FC1E8}"/>
                </a:ext>
              </a:extLst>
            </p:cNvPr>
            <p:cNvSpPr txBox="1"/>
            <p:nvPr/>
          </p:nvSpPr>
          <p:spPr>
            <a:xfrm>
              <a:off x="5085599" y="4391921"/>
              <a:ext cx="1113978" cy="221680"/>
            </a:xfrm>
            <a:custGeom>
              <a:avLst/>
              <a:gdLst/>
              <a:ahLst/>
              <a:cxnLst/>
              <a:rect l="l" t="t" r="r" b="b"/>
              <a:pathLst>
                <a:path w="1113978" h="221680">
                  <a:moveTo>
                    <a:pt x="316111" y="146001"/>
                  </a:moveTo>
                  <a:cubicBezTo>
                    <a:pt x="326826" y="157758"/>
                    <a:pt x="336054" y="168474"/>
                    <a:pt x="343793" y="178148"/>
                  </a:cubicBezTo>
                  <a:lnTo>
                    <a:pt x="329505" y="189086"/>
                  </a:lnTo>
                  <a:cubicBezTo>
                    <a:pt x="321022" y="177627"/>
                    <a:pt x="312241" y="166688"/>
                    <a:pt x="303163" y="156270"/>
                  </a:cubicBezTo>
                  <a:close/>
                  <a:moveTo>
                    <a:pt x="996553" y="132606"/>
                  </a:moveTo>
                  <a:lnTo>
                    <a:pt x="1013966" y="132606"/>
                  </a:lnTo>
                  <a:lnTo>
                    <a:pt x="1013966" y="150689"/>
                  </a:lnTo>
                  <a:lnTo>
                    <a:pt x="1095449" y="150689"/>
                  </a:lnTo>
                  <a:lnTo>
                    <a:pt x="1095449" y="166539"/>
                  </a:lnTo>
                  <a:lnTo>
                    <a:pt x="1013966" y="166539"/>
                  </a:lnTo>
                  <a:lnTo>
                    <a:pt x="1013966" y="196230"/>
                  </a:lnTo>
                  <a:lnTo>
                    <a:pt x="1113755" y="196230"/>
                  </a:lnTo>
                  <a:lnTo>
                    <a:pt x="1113755" y="212304"/>
                  </a:lnTo>
                  <a:lnTo>
                    <a:pt x="896540" y="212304"/>
                  </a:lnTo>
                  <a:lnTo>
                    <a:pt x="896540" y="196230"/>
                  </a:lnTo>
                  <a:lnTo>
                    <a:pt x="996553" y="196230"/>
                  </a:lnTo>
                  <a:lnTo>
                    <a:pt x="996553" y="166539"/>
                  </a:lnTo>
                  <a:lnTo>
                    <a:pt x="916855" y="166539"/>
                  </a:lnTo>
                  <a:lnTo>
                    <a:pt x="916855" y="150689"/>
                  </a:lnTo>
                  <a:lnTo>
                    <a:pt x="996553" y="150689"/>
                  </a:lnTo>
                  <a:close/>
                  <a:moveTo>
                    <a:pt x="516805" y="128588"/>
                  </a:moveTo>
                  <a:cubicBezTo>
                    <a:pt x="507504" y="139155"/>
                    <a:pt x="497830" y="148754"/>
                    <a:pt x="487784" y="157386"/>
                  </a:cubicBezTo>
                  <a:lnTo>
                    <a:pt x="539576" y="157386"/>
                  </a:lnTo>
                  <a:lnTo>
                    <a:pt x="539576" y="135732"/>
                  </a:lnTo>
                  <a:lnTo>
                    <a:pt x="556319" y="135732"/>
                  </a:lnTo>
                  <a:lnTo>
                    <a:pt x="556319" y="157386"/>
                  </a:lnTo>
                  <a:lnTo>
                    <a:pt x="607442" y="157386"/>
                  </a:lnTo>
                  <a:cubicBezTo>
                    <a:pt x="596800" y="148828"/>
                    <a:pt x="587089" y="139229"/>
                    <a:pt x="578309" y="128588"/>
                  </a:cubicBezTo>
                  <a:close/>
                  <a:moveTo>
                    <a:pt x="23663" y="125239"/>
                  </a:moveTo>
                  <a:lnTo>
                    <a:pt x="23663" y="152921"/>
                  </a:lnTo>
                  <a:lnTo>
                    <a:pt x="158055" y="152921"/>
                  </a:lnTo>
                  <a:lnTo>
                    <a:pt x="158055" y="125239"/>
                  </a:lnTo>
                  <a:close/>
                  <a:moveTo>
                    <a:pt x="753219" y="124793"/>
                  </a:moveTo>
                  <a:lnTo>
                    <a:pt x="770632" y="124793"/>
                  </a:lnTo>
                  <a:cubicBezTo>
                    <a:pt x="770483" y="129630"/>
                    <a:pt x="770185" y="134243"/>
                    <a:pt x="769739" y="138634"/>
                  </a:cubicBezTo>
                  <a:lnTo>
                    <a:pt x="860598" y="138634"/>
                  </a:lnTo>
                  <a:cubicBezTo>
                    <a:pt x="859556" y="156791"/>
                    <a:pt x="858366" y="172790"/>
                    <a:pt x="857026" y="186631"/>
                  </a:cubicBezTo>
                  <a:cubicBezTo>
                    <a:pt x="855240" y="205532"/>
                    <a:pt x="843632" y="215057"/>
                    <a:pt x="822201" y="215206"/>
                  </a:cubicBezTo>
                  <a:cubicBezTo>
                    <a:pt x="811336" y="215355"/>
                    <a:pt x="796974" y="215206"/>
                    <a:pt x="779115" y="214759"/>
                  </a:cubicBezTo>
                  <a:cubicBezTo>
                    <a:pt x="778222" y="208508"/>
                    <a:pt x="776957" y="202034"/>
                    <a:pt x="775320" y="195337"/>
                  </a:cubicBezTo>
                  <a:cubicBezTo>
                    <a:pt x="793030" y="196825"/>
                    <a:pt x="808508" y="197570"/>
                    <a:pt x="821754" y="197570"/>
                  </a:cubicBezTo>
                  <a:cubicBezTo>
                    <a:pt x="832767" y="197570"/>
                    <a:pt x="838795" y="192807"/>
                    <a:pt x="839837" y="183282"/>
                  </a:cubicBezTo>
                  <a:cubicBezTo>
                    <a:pt x="840730" y="176287"/>
                    <a:pt x="841548" y="166465"/>
                    <a:pt x="842292" y="153814"/>
                  </a:cubicBezTo>
                  <a:lnTo>
                    <a:pt x="767171" y="153814"/>
                  </a:lnTo>
                  <a:cubicBezTo>
                    <a:pt x="763600" y="169516"/>
                    <a:pt x="757237" y="181645"/>
                    <a:pt x="748084" y="190203"/>
                  </a:cubicBezTo>
                  <a:cubicBezTo>
                    <a:pt x="733946" y="203746"/>
                    <a:pt x="710952" y="214238"/>
                    <a:pt x="679102" y="221680"/>
                  </a:cubicBezTo>
                  <a:cubicBezTo>
                    <a:pt x="676126" y="216768"/>
                    <a:pt x="672554" y="211262"/>
                    <a:pt x="668387" y="205160"/>
                  </a:cubicBezTo>
                  <a:cubicBezTo>
                    <a:pt x="700534" y="198611"/>
                    <a:pt x="722709" y="189533"/>
                    <a:pt x="734913" y="177924"/>
                  </a:cubicBezTo>
                  <a:cubicBezTo>
                    <a:pt x="741610" y="171971"/>
                    <a:pt x="746447" y="163934"/>
                    <a:pt x="749424" y="153814"/>
                  </a:cubicBezTo>
                  <a:lnTo>
                    <a:pt x="681335" y="153814"/>
                  </a:lnTo>
                  <a:lnTo>
                    <a:pt x="681335" y="138634"/>
                  </a:lnTo>
                  <a:lnTo>
                    <a:pt x="752437" y="138634"/>
                  </a:lnTo>
                  <a:cubicBezTo>
                    <a:pt x="752958" y="134318"/>
                    <a:pt x="753219" y="129704"/>
                    <a:pt x="753219" y="124793"/>
                  </a:cubicBezTo>
                  <a:close/>
                  <a:moveTo>
                    <a:pt x="380404" y="102022"/>
                  </a:moveTo>
                  <a:lnTo>
                    <a:pt x="397817" y="102022"/>
                  </a:lnTo>
                  <a:lnTo>
                    <a:pt x="397817" y="125686"/>
                  </a:lnTo>
                  <a:lnTo>
                    <a:pt x="430411" y="125686"/>
                  </a:lnTo>
                  <a:lnTo>
                    <a:pt x="430411" y="140866"/>
                  </a:lnTo>
                  <a:lnTo>
                    <a:pt x="397817" y="140866"/>
                  </a:lnTo>
                  <a:lnTo>
                    <a:pt x="397817" y="189979"/>
                  </a:lnTo>
                  <a:cubicBezTo>
                    <a:pt x="397817" y="208583"/>
                    <a:pt x="388441" y="217959"/>
                    <a:pt x="369689" y="218108"/>
                  </a:cubicBezTo>
                  <a:cubicBezTo>
                    <a:pt x="362991" y="218257"/>
                    <a:pt x="352871" y="218182"/>
                    <a:pt x="339328" y="217885"/>
                  </a:cubicBezTo>
                  <a:cubicBezTo>
                    <a:pt x="338435" y="212080"/>
                    <a:pt x="337319" y="205681"/>
                    <a:pt x="335979" y="198686"/>
                  </a:cubicBezTo>
                  <a:cubicBezTo>
                    <a:pt x="347737" y="199876"/>
                    <a:pt x="357857" y="200472"/>
                    <a:pt x="366340" y="200472"/>
                  </a:cubicBezTo>
                  <a:cubicBezTo>
                    <a:pt x="375716" y="200472"/>
                    <a:pt x="380404" y="195263"/>
                    <a:pt x="380404" y="184845"/>
                  </a:cubicBezTo>
                  <a:lnTo>
                    <a:pt x="380404" y="140866"/>
                  </a:lnTo>
                  <a:lnTo>
                    <a:pt x="290661" y="140866"/>
                  </a:lnTo>
                  <a:lnTo>
                    <a:pt x="290661" y="125686"/>
                  </a:lnTo>
                  <a:lnTo>
                    <a:pt x="380404" y="125686"/>
                  </a:lnTo>
                  <a:close/>
                  <a:moveTo>
                    <a:pt x="500509" y="98227"/>
                  </a:moveTo>
                  <a:lnTo>
                    <a:pt x="500509" y="114077"/>
                  </a:lnTo>
                  <a:lnTo>
                    <a:pt x="596280" y="114077"/>
                  </a:lnTo>
                  <a:lnTo>
                    <a:pt x="596280" y="98227"/>
                  </a:lnTo>
                  <a:close/>
                  <a:moveTo>
                    <a:pt x="23663" y="81707"/>
                  </a:moveTo>
                  <a:lnTo>
                    <a:pt x="23663" y="109166"/>
                  </a:lnTo>
                  <a:lnTo>
                    <a:pt x="158055" y="109166"/>
                  </a:lnTo>
                  <a:lnTo>
                    <a:pt x="158055" y="81707"/>
                  </a:lnTo>
                  <a:close/>
                  <a:moveTo>
                    <a:pt x="500509" y="68759"/>
                  </a:moveTo>
                  <a:lnTo>
                    <a:pt x="500509" y="84386"/>
                  </a:lnTo>
                  <a:lnTo>
                    <a:pt x="596280" y="84386"/>
                  </a:lnTo>
                  <a:lnTo>
                    <a:pt x="596280" y="68759"/>
                  </a:lnTo>
                  <a:close/>
                  <a:moveTo>
                    <a:pt x="946323" y="65187"/>
                  </a:moveTo>
                  <a:lnTo>
                    <a:pt x="962620" y="72331"/>
                  </a:lnTo>
                  <a:cubicBezTo>
                    <a:pt x="947291" y="89446"/>
                    <a:pt x="935310" y="102096"/>
                    <a:pt x="926678" y="110282"/>
                  </a:cubicBezTo>
                  <a:cubicBezTo>
                    <a:pt x="931143" y="110133"/>
                    <a:pt x="947663" y="109612"/>
                    <a:pt x="976238" y="108719"/>
                  </a:cubicBezTo>
                  <a:cubicBezTo>
                    <a:pt x="971773" y="102915"/>
                    <a:pt x="967010" y="96887"/>
                    <a:pt x="961950" y="90637"/>
                  </a:cubicBezTo>
                  <a:lnTo>
                    <a:pt x="973559" y="81930"/>
                  </a:lnTo>
                  <a:cubicBezTo>
                    <a:pt x="985465" y="94581"/>
                    <a:pt x="996627" y="107529"/>
                    <a:pt x="1007045" y="120774"/>
                  </a:cubicBezTo>
                  <a:lnTo>
                    <a:pt x="993427" y="130597"/>
                  </a:lnTo>
                  <a:cubicBezTo>
                    <a:pt x="991195" y="127769"/>
                    <a:pt x="988888" y="124867"/>
                    <a:pt x="986507" y="121891"/>
                  </a:cubicBezTo>
                  <a:cubicBezTo>
                    <a:pt x="976238" y="122337"/>
                    <a:pt x="956220" y="123304"/>
                    <a:pt x="926455" y="124793"/>
                  </a:cubicBezTo>
                  <a:cubicBezTo>
                    <a:pt x="922436" y="124942"/>
                    <a:pt x="915814" y="125537"/>
                    <a:pt x="906586" y="126579"/>
                  </a:cubicBezTo>
                  <a:lnTo>
                    <a:pt x="900559" y="111175"/>
                  </a:lnTo>
                  <a:cubicBezTo>
                    <a:pt x="914400" y="104180"/>
                    <a:pt x="929655" y="88851"/>
                    <a:pt x="946323" y="65187"/>
                  </a:cubicBezTo>
                  <a:close/>
                  <a:moveTo>
                    <a:pt x="1045889" y="64517"/>
                  </a:moveTo>
                  <a:lnTo>
                    <a:pt x="1062632" y="70768"/>
                  </a:lnTo>
                  <a:cubicBezTo>
                    <a:pt x="1050577" y="86097"/>
                    <a:pt x="1039862" y="98971"/>
                    <a:pt x="1030486" y="109389"/>
                  </a:cubicBezTo>
                  <a:cubicBezTo>
                    <a:pt x="1046410" y="109091"/>
                    <a:pt x="1062558" y="108570"/>
                    <a:pt x="1078929" y="107826"/>
                  </a:cubicBezTo>
                  <a:cubicBezTo>
                    <a:pt x="1073720" y="102022"/>
                    <a:pt x="1068511" y="96143"/>
                    <a:pt x="1063302" y="90190"/>
                  </a:cubicBezTo>
                  <a:lnTo>
                    <a:pt x="1074911" y="81260"/>
                  </a:lnTo>
                  <a:cubicBezTo>
                    <a:pt x="1087859" y="94060"/>
                    <a:pt x="1100881" y="108050"/>
                    <a:pt x="1113978" y="123230"/>
                  </a:cubicBezTo>
                  <a:lnTo>
                    <a:pt x="1100807" y="134169"/>
                  </a:lnTo>
                  <a:cubicBezTo>
                    <a:pt x="1097235" y="129704"/>
                    <a:pt x="1093589" y="125314"/>
                    <a:pt x="1089868" y="120998"/>
                  </a:cubicBezTo>
                  <a:cubicBezTo>
                    <a:pt x="1074092" y="121891"/>
                    <a:pt x="1054149" y="122932"/>
                    <a:pt x="1030039" y="124123"/>
                  </a:cubicBezTo>
                  <a:cubicBezTo>
                    <a:pt x="1026170" y="124272"/>
                    <a:pt x="1020291" y="124867"/>
                    <a:pt x="1012403" y="125909"/>
                  </a:cubicBezTo>
                  <a:lnTo>
                    <a:pt x="1005929" y="110505"/>
                  </a:lnTo>
                  <a:cubicBezTo>
                    <a:pt x="1017835" y="102617"/>
                    <a:pt x="1031155" y="87288"/>
                    <a:pt x="1045889" y="64517"/>
                  </a:cubicBezTo>
                  <a:close/>
                  <a:moveTo>
                    <a:pt x="500509" y="39291"/>
                  </a:moveTo>
                  <a:lnTo>
                    <a:pt x="500509" y="54918"/>
                  </a:lnTo>
                  <a:lnTo>
                    <a:pt x="596280" y="54918"/>
                  </a:lnTo>
                  <a:lnTo>
                    <a:pt x="596280" y="39291"/>
                  </a:lnTo>
                  <a:close/>
                  <a:moveTo>
                    <a:pt x="12055" y="9153"/>
                  </a:moveTo>
                  <a:cubicBezTo>
                    <a:pt x="26789" y="21208"/>
                    <a:pt x="40853" y="33561"/>
                    <a:pt x="54248" y="46211"/>
                  </a:cubicBezTo>
                  <a:lnTo>
                    <a:pt x="40630" y="59383"/>
                  </a:lnTo>
                  <a:cubicBezTo>
                    <a:pt x="25300" y="43309"/>
                    <a:pt x="11757" y="30287"/>
                    <a:pt x="0" y="20315"/>
                  </a:cubicBezTo>
                  <a:close/>
                  <a:moveTo>
                    <a:pt x="165869" y="8037"/>
                  </a:moveTo>
                  <a:lnTo>
                    <a:pt x="179933" y="19869"/>
                  </a:lnTo>
                  <a:cubicBezTo>
                    <a:pt x="164455" y="34603"/>
                    <a:pt x="149274" y="48221"/>
                    <a:pt x="134391" y="60722"/>
                  </a:cubicBezTo>
                  <a:lnTo>
                    <a:pt x="122336" y="48667"/>
                  </a:lnTo>
                  <a:cubicBezTo>
                    <a:pt x="137666" y="36166"/>
                    <a:pt x="152176" y="22622"/>
                    <a:pt x="165869" y="8037"/>
                  </a:cubicBezTo>
                  <a:close/>
                  <a:moveTo>
                    <a:pt x="249361" y="2233"/>
                  </a:moveTo>
                  <a:lnTo>
                    <a:pt x="266104" y="2233"/>
                  </a:lnTo>
                  <a:lnTo>
                    <a:pt x="266104" y="52239"/>
                  </a:lnTo>
                  <a:lnTo>
                    <a:pt x="294010" y="52239"/>
                  </a:lnTo>
                  <a:lnTo>
                    <a:pt x="294010" y="67196"/>
                  </a:lnTo>
                  <a:lnTo>
                    <a:pt x="266104" y="67196"/>
                  </a:lnTo>
                  <a:lnTo>
                    <a:pt x="266104" y="113854"/>
                  </a:lnTo>
                  <a:cubicBezTo>
                    <a:pt x="274513" y="110877"/>
                    <a:pt x="282848" y="107901"/>
                    <a:pt x="291107" y="104924"/>
                  </a:cubicBezTo>
                  <a:cubicBezTo>
                    <a:pt x="291852" y="111473"/>
                    <a:pt x="292670" y="117128"/>
                    <a:pt x="293563" y="121891"/>
                  </a:cubicBezTo>
                  <a:cubicBezTo>
                    <a:pt x="284931" y="124942"/>
                    <a:pt x="275778" y="128253"/>
                    <a:pt x="266104" y="131825"/>
                  </a:cubicBezTo>
                  <a:lnTo>
                    <a:pt x="266104" y="220787"/>
                  </a:lnTo>
                  <a:lnTo>
                    <a:pt x="249361" y="220787"/>
                  </a:lnTo>
                  <a:lnTo>
                    <a:pt x="249361" y="138076"/>
                  </a:lnTo>
                  <a:cubicBezTo>
                    <a:pt x="237381" y="142615"/>
                    <a:pt x="224730" y="147489"/>
                    <a:pt x="211410" y="152698"/>
                  </a:cubicBezTo>
                  <a:lnTo>
                    <a:pt x="208061" y="133722"/>
                  </a:lnTo>
                  <a:cubicBezTo>
                    <a:pt x="221977" y="129034"/>
                    <a:pt x="235743" y="124346"/>
                    <a:pt x="249361" y="119658"/>
                  </a:cubicBezTo>
                  <a:lnTo>
                    <a:pt x="249361" y="67196"/>
                  </a:lnTo>
                  <a:lnTo>
                    <a:pt x="231725" y="67196"/>
                  </a:lnTo>
                  <a:cubicBezTo>
                    <a:pt x="228674" y="81335"/>
                    <a:pt x="224953" y="94283"/>
                    <a:pt x="220563" y="106040"/>
                  </a:cubicBezTo>
                  <a:cubicBezTo>
                    <a:pt x="215949" y="102766"/>
                    <a:pt x="211038" y="99492"/>
                    <a:pt x="205829" y="96218"/>
                  </a:cubicBezTo>
                  <a:cubicBezTo>
                    <a:pt x="214163" y="76572"/>
                    <a:pt x="219596" y="52090"/>
                    <a:pt x="222126" y="22771"/>
                  </a:cubicBezTo>
                  <a:lnTo>
                    <a:pt x="238199" y="25450"/>
                  </a:lnTo>
                  <a:cubicBezTo>
                    <a:pt x="237232" y="34752"/>
                    <a:pt x="236004" y="43681"/>
                    <a:pt x="234516" y="52239"/>
                  </a:cubicBezTo>
                  <a:lnTo>
                    <a:pt x="249361" y="52239"/>
                  </a:lnTo>
                  <a:close/>
                  <a:moveTo>
                    <a:pt x="81706" y="1786"/>
                  </a:moveTo>
                  <a:lnTo>
                    <a:pt x="99119" y="1786"/>
                  </a:lnTo>
                  <a:lnTo>
                    <a:pt x="99119" y="64964"/>
                  </a:lnTo>
                  <a:lnTo>
                    <a:pt x="175915" y="64964"/>
                  </a:lnTo>
                  <a:lnTo>
                    <a:pt x="175915" y="192212"/>
                  </a:lnTo>
                  <a:cubicBezTo>
                    <a:pt x="175915" y="210220"/>
                    <a:pt x="167655" y="219224"/>
                    <a:pt x="151135" y="219224"/>
                  </a:cubicBezTo>
                  <a:cubicBezTo>
                    <a:pt x="133573" y="219224"/>
                    <a:pt x="120625" y="219001"/>
                    <a:pt x="112290" y="218554"/>
                  </a:cubicBezTo>
                  <a:cubicBezTo>
                    <a:pt x="111398" y="213048"/>
                    <a:pt x="110281" y="206946"/>
                    <a:pt x="108942" y="200249"/>
                  </a:cubicBezTo>
                  <a:cubicBezTo>
                    <a:pt x="117127" y="201142"/>
                    <a:pt x="128959" y="201588"/>
                    <a:pt x="144437" y="201588"/>
                  </a:cubicBezTo>
                  <a:cubicBezTo>
                    <a:pt x="153516" y="201588"/>
                    <a:pt x="158055" y="197421"/>
                    <a:pt x="158055" y="189086"/>
                  </a:cubicBezTo>
                  <a:lnTo>
                    <a:pt x="158055" y="168995"/>
                  </a:lnTo>
                  <a:lnTo>
                    <a:pt x="23663" y="168995"/>
                  </a:lnTo>
                  <a:lnTo>
                    <a:pt x="23663" y="220564"/>
                  </a:lnTo>
                  <a:lnTo>
                    <a:pt x="5804" y="220564"/>
                  </a:lnTo>
                  <a:lnTo>
                    <a:pt x="5804" y="64964"/>
                  </a:lnTo>
                  <a:lnTo>
                    <a:pt x="81706" y="64964"/>
                  </a:lnTo>
                  <a:close/>
                  <a:moveTo>
                    <a:pt x="347364" y="1117"/>
                  </a:moveTo>
                  <a:lnTo>
                    <a:pt x="364777" y="1117"/>
                  </a:lnTo>
                  <a:lnTo>
                    <a:pt x="364777" y="32147"/>
                  </a:lnTo>
                  <a:lnTo>
                    <a:pt x="419025" y="32147"/>
                  </a:lnTo>
                  <a:lnTo>
                    <a:pt x="419025" y="47328"/>
                  </a:lnTo>
                  <a:lnTo>
                    <a:pt x="364777" y="47328"/>
                  </a:lnTo>
                  <a:lnTo>
                    <a:pt x="364777" y="80367"/>
                  </a:lnTo>
                  <a:lnTo>
                    <a:pt x="429294" y="80367"/>
                  </a:lnTo>
                  <a:lnTo>
                    <a:pt x="429294" y="95548"/>
                  </a:lnTo>
                  <a:lnTo>
                    <a:pt x="285973" y="95548"/>
                  </a:lnTo>
                  <a:lnTo>
                    <a:pt x="285973" y="80367"/>
                  </a:lnTo>
                  <a:lnTo>
                    <a:pt x="347364" y="80367"/>
                  </a:lnTo>
                  <a:lnTo>
                    <a:pt x="347364" y="47328"/>
                  </a:lnTo>
                  <a:lnTo>
                    <a:pt x="295349" y="47328"/>
                  </a:lnTo>
                  <a:lnTo>
                    <a:pt x="295349" y="32147"/>
                  </a:lnTo>
                  <a:lnTo>
                    <a:pt x="347364" y="32147"/>
                  </a:lnTo>
                  <a:close/>
                  <a:moveTo>
                    <a:pt x="990302" y="670"/>
                  </a:moveTo>
                  <a:lnTo>
                    <a:pt x="1009278" y="8260"/>
                  </a:lnTo>
                  <a:cubicBezTo>
                    <a:pt x="992460" y="21059"/>
                    <a:pt x="974749" y="33561"/>
                    <a:pt x="956146" y="45765"/>
                  </a:cubicBezTo>
                  <a:cubicBezTo>
                    <a:pt x="965076" y="45467"/>
                    <a:pt x="996255" y="44351"/>
                    <a:pt x="1049684" y="42416"/>
                  </a:cubicBezTo>
                  <a:cubicBezTo>
                    <a:pt x="1042094" y="36463"/>
                    <a:pt x="1034132" y="30287"/>
                    <a:pt x="1025797" y="23887"/>
                  </a:cubicBezTo>
                  <a:lnTo>
                    <a:pt x="1037629" y="13395"/>
                  </a:lnTo>
                  <a:cubicBezTo>
                    <a:pt x="1060251" y="29766"/>
                    <a:pt x="1080492" y="45318"/>
                    <a:pt x="1098351" y="60052"/>
                  </a:cubicBezTo>
                  <a:lnTo>
                    <a:pt x="1085626" y="72554"/>
                  </a:lnTo>
                  <a:cubicBezTo>
                    <a:pt x="1079822" y="67345"/>
                    <a:pt x="1073571" y="61987"/>
                    <a:pt x="1066874" y="56481"/>
                  </a:cubicBezTo>
                  <a:cubicBezTo>
                    <a:pt x="1025649" y="57969"/>
                    <a:pt x="985763" y="59680"/>
                    <a:pt x="947216" y="61615"/>
                  </a:cubicBezTo>
                  <a:cubicBezTo>
                    <a:pt x="943198" y="61764"/>
                    <a:pt x="936501" y="62434"/>
                    <a:pt x="927124" y="63624"/>
                  </a:cubicBezTo>
                  <a:lnTo>
                    <a:pt x="921320" y="46211"/>
                  </a:lnTo>
                  <a:cubicBezTo>
                    <a:pt x="929655" y="43533"/>
                    <a:pt x="936649" y="40630"/>
                    <a:pt x="942305" y="37505"/>
                  </a:cubicBezTo>
                  <a:cubicBezTo>
                    <a:pt x="956295" y="29022"/>
                    <a:pt x="972294" y="16743"/>
                    <a:pt x="990302" y="670"/>
                  </a:cubicBezTo>
                  <a:close/>
                  <a:moveTo>
                    <a:pt x="483765" y="670"/>
                  </a:moveTo>
                  <a:lnTo>
                    <a:pt x="500509" y="670"/>
                  </a:lnTo>
                  <a:lnTo>
                    <a:pt x="500509" y="24780"/>
                  </a:lnTo>
                  <a:lnTo>
                    <a:pt x="596280" y="24780"/>
                  </a:lnTo>
                  <a:lnTo>
                    <a:pt x="596280" y="670"/>
                  </a:lnTo>
                  <a:lnTo>
                    <a:pt x="613023" y="670"/>
                  </a:lnTo>
                  <a:lnTo>
                    <a:pt x="613023" y="24780"/>
                  </a:lnTo>
                  <a:lnTo>
                    <a:pt x="650527" y="24780"/>
                  </a:lnTo>
                  <a:lnTo>
                    <a:pt x="650527" y="39291"/>
                  </a:lnTo>
                  <a:lnTo>
                    <a:pt x="613023" y="39291"/>
                  </a:lnTo>
                  <a:lnTo>
                    <a:pt x="613023" y="114077"/>
                  </a:lnTo>
                  <a:lnTo>
                    <a:pt x="656778" y="114077"/>
                  </a:lnTo>
                  <a:lnTo>
                    <a:pt x="656778" y="128588"/>
                  </a:lnTo>
                  <a:lnTo>
                    <a:pt x="598065" y="128588"/>
                  </a:lnTo>
                  <a:cubicBezTo>
                    <a:pt x="614809" y="145257"/>
                    <a:pt x="635272" y="157833"/>
                    <a:pt x="659457" y="166316"/>
                  </a:cubicBezTo>
                  <a:cubicBezTo>
                    <a:pt x="654546" y="172418"/>
                    <a:pt x="650527" y="177775"/>
                    <a:pt x="647402" y="182389"/>
                  </a:cubicBezTo>
                  <a:cubicBezTo>
                    <a:pt x="633710" y="175915"/>
                    <a:pt x="621134" y="168176"/>
                    <a:pt x="609674" y="159172"/>
                  </a:cubicBezTo>
                  <a:lnTo>
                    <a:pt x="609674" y="171450"/>
                  </a:lnTo>
                  <a:lnTo>
                    <a:pt x="556319" y="171450"/>
                  </a:lnTo>
                  <a:lnTo>
                    <a:pt x="556319" y="194667"/>
                  </a:lnTo>
                  <a:lnTo>
                    <a:pt x="643607" y="194667"/>
                  </a:lnTo>
                  <a:lnTo>
                    <a:pt x="643607" y="209178"/>
                  </a:lnTo>
                  <a:lnTo>
                    <a:pt x="452288" y="209178"/>
                  </a:lnTo>
                  <a:lnTo>
                    <a:pt x="452288" y="194667"/>
                  </a:lnTo>
                  <a:lnTo>
                    <a:pt x="539576" y="194667"/>
                  </a:lnTo>
                  <a:lnTo>
                    <a:pt x="539576" y="171450"/>
                  </a:lnTo>
                  <a:lnTo>
                    <a:pt x="485551" y="171450"/>
                  </a:lnTo>
                  <a:lnTo>
                    <a:pt x="485551" y="159284"/>
                  </a:lnTo>
                  <a:cubicBezTo>
                    <a:pt x="473720" y="169181"/>
                    <a:pt x="461367" y="177775"/>
                    <a:pt x="448493" y="185068"/>
                  </a:cubicBezTo>
                  <a:cubicBezTo>
                    <a:pt x="445665" y="181050"/>
                    <a:pt x="441796" y="176362"/>
                    <a:pt x="436885" y="171004"/>
                  </a:cubicBezTo>
                  <a:cubicBezTo>
                    <a:pt x="459804" y="159842"/>
                    <a:pt x="479635" y="145703"/>
                    <a:pt x="496379" y="128588"/>
                  </a:cubicBezTo>
                  <a:lnTo>
                    <a:pt x="439340" y="128588"/>
                  </a:lnTo>
                  <a:lnTo>
                    <a:pt x="439340" y="114077"/>
                  </a:lnTo>
                  <a:lnTo>
                    <a:pt x="483765" y="114077"/>
                  </a:lnTo>
                  <a:lnTo>
                    <a:pt x="483765" y="39291"/>
                  </a:lnTo>
                  <a:lnTo>
                    <a:pt x="446261" y="39291"/>
                  </a:lnTo>
                  <a:lnTo>
                    <a:pt x="446261" y="24780"/>
                  </a:lnTo>
                  <a:lnTo>
                    <a:pt x="483765" y="24780"/>
                  </a:lnTo>
                  <a:close/>
                  <a:moveTo>
                    <a:pt x="787821" y="224"/>
                  </a:moveTo>
                  <a:lnTo>
                    <a:pt x="803895" y="224"/>
                  </a:lnTo>
                  <a:lnTo>
                    <a:pt x="803895" y="29692"/>
                  </a:lnTo>
                  <a:lnTo>
                    <a:pt x="851222" y="29692"/>
                  </a:lnTo>
                  <a:cubicBezTo>
                    <a:pt x="851222" y="58713"/>
                    <a:pt x="851966" y="78582"/>
                    <a:pt x="853455" y="89297"/>
                  </a:cubicBezTo>
                  <a:cubicBezTo>
                    <a:pt x="855092" y="101352"/>
                    <a:pt x="858366" y="107380"/>
                    <a:pt x="863277" y="107380"/>
                  </a:cubicBezTo>
                  <a:cubicBezTo>
                    <a:pt x="866105" y="107380"/>
                    <a:pt x="868189" y="103882"/>
                    <a:pt x="869528" y="96887"/>
                  </a:cubicBezTo>
                  <a:cubicBezTo>
                    <a:pt x="870719" y="90041"/>
                    <a:pt x="871537" y="81930"/>
                    <a:pt x="871984" y="72554"/>
                  </a:cubicBezTo>
                  <a:cubicBezTo>
                    <a:pt x="877193" y="74786"/>
                    <a:pt x="882402" y="76796"/>
                    <a:pt x="887611" y="78582"/>
                  </a:cubicBezTo>
                  <a:cubicBezTo>
                    <a:pt x="886866" y="87660"/>
                    <a:pt x="885899" y="95325"/>
                    <a:pt x="884708" y="101575"/>
                  </a:cubicBezTo>
                  <a:cubicBezTo>
                    <a:pt x="881732" y="118095"/>
                    <a:pt x="874439" y="126355"/>
                    <a:pt x="862831" y="126355"/>
                  </a:cubicBezTo>
                  <a:cubicBezTo>
                    <a:pt x="849585" y="126355"/>
                    <a:pt x="841325" y="117202"/>
                    <a:pt x="838051" y="98897"/>
                  </a:cubicBezTo>
                  <a:cubicBezTo>
                    <a:pt x="836116" y="87437"/>
                    <a:pt x="835149" y="69429"/>
                    <a:pt x="835149" y="44872"/>
                  </a:cubicBezTo>
                  <a:lnTo>
                    <a:pt x="803448" y="44872"/>
                  </a:lnTo>
                  <a:cubicBezTo>
                    <a:pt x="802779" y="57299"/>
                    <a:pt x="801067" y="67792"/>
                    <a:pt x="798314" y="76349"/>
                  </a:cubicBezTo>
                  <a:cubicBezTo>
                    <a:pt x="808806" y="82228"/>
                    <a:pt x="818331" y="87883"/>
                    <a:pt x="826889" y="93316"/>
                  </a:cubicBezTo>
                  <a:lnTo>
                    <a:pt x="817289" y="108273"/>
                  </a:lnTo>
                  <a:cubicBezTo>
                    <a:pt x="809253" y="102617"/>
                    <a:pt x="800621" y="96962"/>
                    <a:pt x="791393" y="91306"/>
                  </a:cubicBezTo>
                  <a:cubicBezTo>
                    <a:pt x="783729" y="103510"/>
                    <a:pt x="768622" y="115714"/>
                    <a:pt x="746075" y="127918"/>
                  </a:cubicBezTo>
                  <a:cubicBezTo>
                    <a:pt x="742801" y="123007"/>
                    <a:pt x="738931" y="118244"/>
                    <a:pt x="734466" y="113631"/>
                  </a:cubicBezTo>
                  <a:cubicBezTo>
                    <a:pt x="755228" y="103436"/>
                    <a:pt x="769218" y="93018"/>
                    <a:pt x="776436" y="82377"/>
                  </a:cubicBezTo>
                  <a:cubicBezTo>
                    <a:pt x="770334" y="78805"/>
                    <a:pt x="764009" y="75233"/>
                    <a:pt x="757460" y="71661"/>
                  </a:cubicBezTo>
                  <a:lnTo>
                    <a:pt x="765274" y="59159"/>
                  </a:lnTo>
                  <a:cubicBezTo>
                    <a:pt x="771525" y="62285"/>
                    <a:pt x="777552" y="65336"/>
                    <a:pt x="783356" y="68312"/>
                  </a:cubicBezTo>
                  <a:cubicBezTo>
                    <a:pt x="785366" y="61987"/>
                    <a:pt x="786705" y="54174"/>
                    <a:pt x="787375" y="44872"/>
                  </a:cubicBezTo>
                  <a:lnTo>
                    <a:pt x="763041" y="44872"/>
                  </a:lnTo>
                  <a:lnTo>
                    <a:pt x="763041" y="29692"/>
                  </a:lnTo>
                  <a:lnTo>
                    <a:pt x="787821" y="29692"/>
                  </a:lnTo>
                  <a:close/>
                  <a:moveTo>
                    <a:pt x="709240" y="0"/>
                  </a:moveTo>
                  <a:lnTo>
                    <a:pt x="725314" y="0"/>
                  </a:lnTo>
                  <a:lnTo>
                    <a:pt x="725314" y="31701"/>
                  </a:lnTo>
                  <a:lnTo>
                    <a:pt x="752103" y="31701"/>
                  </a:lnTo>
                  <a:lnTo>
                    <a:pt x="752103" y="46881"/>
                  </a:lnTo>
                  <a:lnTo>
                    <a:pt x="725314" y="46881"/>
                  </a:lnTo>
                  <a:lnTo>
                    <a:pt x="725314" y="67308"/>
                  </a:lnTo>
                  <a:cubicBezTo>
                    <a:pt x="733573" y="65671"/>
                    <a:pt x="742652" y="63848"/>
                    <a:pt x="752549" y="61838"/>
                  </a:cubicBezTo>
                  <a:cubicBezTo>
                    <a:pt x="752847" y="69875"/>
                    <a:pt x="753070" y="75159"/>
                    <a:pt x="753219" y="77689"/>
                  </a:cubicBezTo>
                  <a:cubicBezTo>
                    <a:pt x="743768" y="79549"/>
                    <a:pt x="734466" y="81409"/>
                    <a:pt x="725314" y="83270"/>
                  </a:cubicBezTo>
                  <a:lnTo>
                    <a:pt x="725314" y="106040"/>
                  </a:lnTo>
                  <a:cubicBezTo>
                    <a:pt x="725314" y="120774"/>
                    <a:pt x="718170" y="128216"/>
                    <a:pt x="703882" y="128365"/>
                  </a:cubicBezTo>
                  <a:cubicBezTo>
                    <a:pt x="697483" y="128513"/>
                    <a:pt x="689595" y="128439"/>
                    <a:pt x="680219" y="128141"/>
                  </a:cubicBezTo>
                  <a:cubicBezTo>
                    <a:pt x="679623" y="122188"/>
                    <a:pt x="678730" y="116756"/>
                    <a:pt x="677540" y="111845"/>
                  </a:cubicBezTo>
                  <a:cubicBezTo>
                    <a:pt x="687214" y="112589"/>
                    <a:pt x="694953" y="112961"/>
                    <a:pt x="700757" y="112961"/>
                  </a:cubicBezTo>
                  <a:cubicBezTo>
                    <a:pt x="706412" y="112961"/>
                    <a:pt x="709240" y="109984"/>
                    <a:pt x="709240" y="104031"/>
                  </a:cubicBezTo>
                  <a:lnTo>
                    <a:pt x="709240" y="86730"/>
                  </a:lnTo>
                  <a:cubicBezTo>
                    <a:pt x="697706" y="89260"/>
                    <a:pt x="686395" y="91827"/>
                    <a:pt x="675307" y="94432"/>
                  </a:cubicBezTo>
                  <a:lnTo>
                    <a:pt x="671289" y="77465"/>
                  </a:lnTo>
                  <a:cubicBezTo>
                    <a:pt x="679995" y="76051"/>
                    <a:pt x="692646" y="73745"/>
                    <a:pt x="709240" y="70545"/>
                  </a:cubicBezTo>
                  <a:lnTo>
                    <a:pt x="709240" y="46881"/>
                  </a:lnTo>
                  <a:lnTo>
                    <a:pt x="673521" y="46881"/>
                  </a:lnTo>
                  <a:lnTo>
                    <a:pt x="673521" y="31701"/>
                  </a:lnTo>
                  <a:lnTo>
                    <a:pt x="709240" y="31701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EE706E0F-3C9E-4F2F-AC2D-E04BFB91F73E}"/>
              </a:ext>
            </a:extLst>
          </p:cNvPr>
          <p:cNvGrpSpPr/>
          <p:nvPr/>
        </p:nvGrpSpPr>
        <p:grpSpPr>
          <a:xfrm>
            <a:off x="2901548" y="1564396"/>
            <a:ext cx="6235957" cy="2379008"/>
            <a:chOff x="2901548" y="1564396"/>
            <a:chExt cx="6235957" cy="2379008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46D0566A-0ADE-41F2-AAC0-508BEF017E4D}"/>
                </a:ext>
              </a:extLst>
            </p:cNvPr>
            <p:cNvGrpSpPr/>
            <p:nvPr/>
          </p:nvGrpSpPr>
          <p:grpSpPr>
            <a:xfrm flipH="1">
              <a:off x="5516358" y="1564396"/>
              <a:ext cx="1393965" cy="734252"/>
              <a:chOff x="4128293" y="5205575"/>
              <a:chExt cx="801688" cy="422278"/>
            </a:xfrm>
          </p:grpSpPr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81CA89C3-AFE7-4657-979B-38616418A420}"/>
                  </a:ext>
                </a:extLst>
              </p:cNvPr>
              <p:cNvSpPr/>
              <p:nvPr/>
            </p:nvSpPr>
            <p:spPr>
              <a:xfrm>
                <a:off x="4128293" y="5205575"/>
                <a:ext cx="148700" cy="42227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ED24459A-67FB-48AF-B87C-3D7588175DD9}"/>
                  </a:ext>
                </a:extLst>
              </p:cNvPr>
              <p:cNvSpPr/>
              <p:nvPr/>
            </p:nvSpPr>
            <p:spPr>
              <a:xfrm>
                <a:off x="4151659" y="5297589"/>
                <a:ext cx="73025" cy="24134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68997984-9AB1-46A6-B516-D7928E0693FF}"/>
                  </a:ext>
                </a:extLst>
              </p:cNvPr>
              <p:cNvSpPr/>
              <p:nvPr/>
            </p:nvSpPr>
            <p:spPr>
              <a:xfrm>
                <a:off x="4151978" y="5369183"/>
                <a:ext cx="45719" cy="9106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任意多边形 211">
                <a:extLst>
                  <a:ext uri="{FF2B5EF4-FFF2-40B4-BE49-F238E27FC236}">
                    <a16:creationId xmlns:a16="http://schemas.microsoft.com/office/drawing/2014/main" id="{D5A2E70F-7B0C-46FE-A7B8-241C1E233E63}"/>
                  </a:ext>
                </a:extLst>
              </p:cNvPr>
              <p:cNvSpPr/>
              <p:nvPr/>
            </p:nvSpPr>
            <p:spPr>
              <a:xfrm>
                <a:off x="4211393" y="5205575"/>
                <a:ext cx="718588" cy="422278"/>
              </a:xfrm>
              <a:custGeom>
                <a:avLst/>
                <a:gdLst>
                  <a:gd name="connsiteX0" fmla="*/ 0 w 751645"/>
                  <a:gd name="connsiteY0" fmla="*/ 0 h 422278"/>
                  <a:gd name="connsiteX1" fmla="*/ 686044 w 751645"/>
                  <a:gd name="connsiteY1" fmla="*/ 0 h 422278"/>
                  <a:gd name="connsiteX2" fmla="*/ 751645 w 751645"/>
                  <a:gd name="connsiteY2" fmla="*/ 211139 h 422278"/>
                  <a:gd name="connsiteX3" fmla="*/ 686044 w 751645"/>
                  <a:gd name="connsiteY3" fmla="*/ 422278 h 422278"/>
                  <a:gd name="connsiteX4" fmla="*/ 686041 w 751645"/>
                  <a:gd name="connsiteY4" fmla="*/ 422277 h 422278"/>
                  <a:gd name="connsiteX5" fmla="*/ 0 w 751645"/>
                  <a:gd name="connsiteY5" fmla="*/ 422277 h 422278"/>
                  <a:gd name="connsiteX6" fmla="*/ 0 w 751645"/>
                  <a:gd name="connsiteY6" fmla="*/ 419773 h 422278"/>
                  <a:gd name="connsiteX7" fmla="*/ 6235 w 751645"/>
                  <a:gd name="connsiteY7" fmla="*/ 417989 h 422278"/>
                  <a:gd name="connsiteX8" fmla="*/ 65601 w 751645"/>
                  <a:gd name="connsiteY8" fmla="*/ 211139 h 422278"/>
                  <a:gd name="connsiteX9" fmla="*/ 6235 w 751645"/>
                  <a:gd name="connsiteY9" fmla="*/ 4290 h 422278"/>
                  <a:gd name="connsiteX10" fmla="*/ 0 w 751645"/>
                  <a:gd name="connsiteY10" fmla="*/ 2505 h 422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1645" h="422278">
                    <a:moveTo>
                      <a:pt x="0" y="0"/>
                    </a:moveTo>
                    <a:lnTo>
                      <a:pt x="686044" y="0"/>
                    </a:lnTo>
                    <a:cubicBezTo>
                      <a:pt x="722274" y="0"/>
                      <a:pt x="751645" y="94530"/>
                      <a:pt x="751645" y="211139"/>
                    </a:cubicBezTo>
                    <a:cubicBezTo>
                      <a:pt x="751645" y="327748"/>
                      <a:pt x="722274" y="422278"/>
                      <a:pt x="686044" y="422278"/>
                    </a:cubicBezTo>
                    <a:lnTo>
                      <a:pt x="686041" y="422277"/>
                    </a:lnTo>
                    <a:lnTo>
                      <a:pt x="0" y="422277"/>
                    </a:lnTo>
                    <a:lnTo>
                      <a:pt x="0" y="419773"/>
                    </a:lnTo>
                    <a:lnTo>
                      <a:pt x="6235" y="417989"/>
                    </a:lnTo>
                    <a:cubicBezTo>
                      <a:pt x="40115" y="398301"/>
                      <a:pt x="65601" y="313172"/>
                      <a:pt x="65601" y="211139"/>
                    </a:cubicBezTo>
                    <a:cubicBezTo>
                      <a:pt x="65601" y="109106"/>
                      <a:pt x="40115" y="23978"/>
                      <a:pt x="6235" y="4290"/>
                    </a:cubicBezTo>
                    <a:lnTo>
                      <a:pt x="0" y="2505"/>
                    </a:lnTo>
                    <a:close/>
                  </a:path>
                </a:pathLst>
              </a:custGeom>
              <a:gradFill>
                <a:gsLst>
                  <a:gs pos="26000">
                    <a:schemeClr val="accent1">
                      <a:lumMod val="5000"/>
                      <a:lumOff val="95000"/>
                    </a:schemeClr>
                  </a:gs>
                  <a:gs pos="93000">
                    <a:schemeClr val="tx2">
                      <a:lumMod val="60000"/>
                      <a:lumOff val="40000"/>
                    </a:schemeClr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DA021C78-34DE-4258-A86F-4B7167CF0B78}"/>
                  </a:ext>
                </a:extLst>
              </p:cNvPr>
              <p:cNvSpPr/>
              <p:nvPr/>
            </p:nvSpPr>
            <p:spPr>
              <a:xfrm>
                <a:off x="4719369" y="5321774"/>
                <a:ext cx="168983" cy="16898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14F2F90C-5B42-4043-B017-8DC5CF9275EC}"/>
                  </a:ext>
                </a:extLst>
              </p:cNvPr>
              <p:cNvSpPr/>
              <p:nvPr/>
            </p:nvSpPr>
            <p:spPr>
              <a:xfrm>
                <a:off x="4318085" y="5321775"/>
                <a:ext cx="168983" cy="16898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8F317E0C-9D28-4A97-8B3F-F48A35F6C5C0}"/>
                  </a:ext>
                </a:extLst>
              </p:cNvPr>
              <p:cNvCxnSpPr/>
              <p:nvPr/>
            </p:nvCxnSpPr>
            <p:spPr>
              <a:xfrm>
                <a:off x="4348955" y="5406266"/>
                <a:ext cx="1047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99E2E242-46BE-447A-A403-42BDCEDC4644}"/>
                  </a:ext>
                </a:extLst>
              </p:cNvPr>
              <p:cNvCxnSpPr/>
              <p:nvPr/>
            </p:nvCxnSpPr>
            <p:spPr>
              <a:xfrm>
                <a:off x="4751472" y="5402736"/>
                <a:ext cx="1047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12B34F8A-83A4-47BE-AC64-B72BF2E492AE}"/>
                  </a:ext>
                </a:extLst>
              </p:cNvPr>
              <p:cNvCxnSpPr/>
              <p:nvPr/>
            </p:nvCxnSpPr>
            <p:spPr>
              <a:xfrm>
                <a:off x="4401342" y="5348324"/>
                <a:ext cx="0" cy="1119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任意多边形: 形状 138">
              <a:extLst>
                <a:ext uri="{FF2B5EF4-FFF2-40B4-BE49-F238E27FC236}">
                  <a16:creationId xmlns:a16="http://schemas.microsoft.com/office/drawing/2014/main" id="{801100BF-7E75-48CF-AC9C-2FC2EE45B5CA}"/>
                </a:ext>
              </a:extLst>
            </p:cNvPr>
            <p:cNvSpPr/>
            <p:nvPr/>
          </p:nvSpPr>
          <p:spPr>
            <a:xfrm flipV="1">
              <a:off x="6837279" y="1907217"/>
              <a:ext cx="2300226" cy="2017342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0" name="任意多边形: 形状 139">
              <a:extLst>
                <a:ext uri="{FF2B5EF4-FFF2-40B4-BE49-F238E27FC236}">
                  <a16:creationId xmlns:a16="http://schemas.microsoft.com/office/drawing/2014/main" id="{F1C40194-0C20-45BA-99A5-09513255AE93}"/>
                </a:ext>
              </a:extLst>
            </p:cNvPr>
            <p:cNvSpPr/>
            <p:nvPr/>
          </p:nvSpPr>
          <p:spPr>
            <a:xfrm rot="10800000" flipV="1">
              <a:off x="2901548" y="1915951"/>
              <a:ext cx="2641647" cy="2027453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20387464 w 25194307"/>
                <a:gd name="connsiteY0" fmla="*/ 2581405 h 2642807"/>
                <a:gd name="connsiteX1" fmla="*/ 21882889 w 25194307"/>
                <a:gd name="connsiteY1" fmla="*/ 2609980 h 2642807"/>
                <a:gd name="connsiteX2" fmla="*/ 23330689 w 25194307"/>
                <a:gd name="connsiteY2" fmla="*/ 2429005 h 2642807"/>
                <a:gd name="connsiteX3" fmla="*/ 23435464 w 25194307"/>
                <a:gd name="connsiteY3" fmla="*/ 485905 h 2642807"/>
                <a:gd name="connsiteX4" fmla="*/ 0 w 25194307"/>
                <a:gd name="connsiteY4" fmla="*/ 130 h 2642807"/>
                <a:gd name="connsiteX0" fmla="*/ 20387464 w 27512420"/>
                <a:gd name="connsiteY0" fmla="*/ 2629870 h 2709399"/>
                <a:gd name="connsiteX1" fmla="*/ 21882889 w 27512420"/>
                <a:gd name="connsiteY1" fmla="*/ 2658445 h 2709399"/>
                <a:gd name="connsiteX2" fmla="*/ 23330689 w 27512420"/>
                <a:gd name="connsiteY2" fmla="*/ 2477470 h 2709399"/>
                <a:gd name="connsiteX3" fmla="*/ 26219752 w 27512420"/>
                <a:gd name="connsiteY3" fmla="*/ 258145 h 2709399"/>
                <a:gd name="connsiteX4" fmla="*/ 0 w 27512420"/>
                <a:gd name="connsiteY4" fmla="*/ 48595 h 2709399"/>
                <a:gd name="connsiteX0" fmla="*/ 20387464 w 27512420"/>
                <a:gd name="connsiteY0" fmla="*/ 2629870 h 2693407"/>
                <a:gd name="connsiteX1" fmla="*/ 23330689 w 27512420"/>
                <a:gd name="connsiteY1" fmla="*/ 2477470 h 2693407"/>
                <a:gd name="connsiteX2" fmla="*/ 26219752 w 27512420"/>
                <a:gd name="connsiteY2" fmla="*/ 258145 h 2693407"/>
                <a:gd name="connsiteX3" fmla="*/ 0 w 27512420"/>
                <a:gd name="connsiteY3" fmla="*/ 48595 h 2693407"/>
                <a:gd name="connsiteX0" fmla="*/ 20387464 w 27722404"/>
                <a:gd name="connsiteY0" fmla="*/ 2629870 h 2693407"/>
                <a:gd name="connsiteX1" fmla="*/ 24233700 w 27722404"/>
                <a:gd name="connsiteY1" fmla="*/ 2477470 h 2693407"/>
                <a:gd name="connsiteX2" fmla="*/ 26219752 w 27722404"/>
                <a:gd name="connsiteY2" fmla="*/ 258145 h 2693407"/>
                <a:gd name="connsiteX3" fmla="*/ 0 w 27722404"/>
                <a:gd name="connsiteY3" fmla="*/ 48595 h 2693407"/>
                <a:gd name="connsiteX0" fmla="*/ 20387464 w 27690510"/>
                <a:gd name="connsiteY0" fmla="*/ 2629870 h 2643563"/>
                <a:gd name="connsiteX1" fmla="*/ 24233700 w 27690510"/>
                <a:gd name="connsiteY1" fmla="*/ 2477470 h 2643563"/>
                <a:gd name="connsiteX2" fmla="*/ 26219752 w 27690510"/>
                <a:gd name="connsiteY2" fmla="*/ 258145 h 2643563"/>
                <a:gd name="connsiteX3" fmla="*/ 0 w 27690510"/>
                <a:gd name="connsiteY3" fmla="*/ 48595 h 2643563"/>
                <a:gd name="connsiteX0" fmla="*/ 20387464 w 27766401"/>
                <a:gd name="connsiteY0" fmla="*/ 2617440 h 2617440"/>
                <a:gd name="connsiteX1" fmla="*/ 24534704 w 27766401"/>
                <a:gd name="connsiteY1" fmla="*/ 2255490 h 2617440"/>
                <a:gd name="connsiteX2" fmla="*/ 26219752 w 27766401"/>
                <a:gd name="connsiteY2" fmla="*/ 245715 h 2617440"/>
                <a:gd name="connsiteX3" fmla="*/ 0 w 27766401"/>
                <a:gd name="connsiteY3" fmla="*/ 36165 h 2617440"/>
                <a:gd name="connsiteX0" fmla="*/ 20387463 w 27844283"/>
                <a:gd name="connsiteY0" fmla="*/ 2426940 h 2466365"/>
                <a:gd name="connsiteX1" fmla="*/ 24534704 w 27844283"/>
                <a:gd name="connsiteY1" fmla="*/ 2255490 h 2466365"/>
                <a:gd name="connsiteX2" fmla="*/ 26219752 w 27844283"/>
                <a:gd name="connsiteY2" fmla="*/ 245715 h 2466365"/>
                <a:gd name="connsiteX3" fmla="*/ 0 w 27844283"/>
                <a:gd name="connsiteY3" fmla="*/ 36165 h 2466365"/>
                <a:gd name="connsiteX0" fmla="*/ 20387463 w 25371962"/>
                <a:gd name="connsiteY0" fmla="*/ 2440487 h 2481821"/>
                <a:gd name="connsiteX1" fmla="*/ 24534704 w 25371962"/>
                <a:gd name="connsiteY1" fmla="*/ 2269037 h 2481821"/>
                <a:gd name="connsiteX2" fmla="*/ 22833452 w 25371962"/>
                <a:gd name="connsiteY2" fmla="*/ 230687 h 2481821"/>
                <a:gd name="connsiteX3" fmla="*/ 0 w 25371962"/>
                <a:gd name="connsiteY3" fmla="*/ 49712 h 2481821"/>
                <a:gd name="connsiteX0" fmla="*/ 21064723 w 26093006"/>
                <a:gd name="connsiteY0" fmla="*/ 2457162 h 2498496"/>
                <a:gd name="connsiteX1" fmla="*/ 25211964 w 26093006"/>
                <a:gd name="connsiteY1" fmla="*/ 2285712 h 2498496"/>
                <a:gd name="connsiteX2" fmla="*/ 23510712 w 26093006"/>
                <a:gd name="connsiteY2" fmla="*/ 247362 h 2498496"/>
                <a:gd name="connsiteX3" fmla="*/ 0 w 26093006"/>
                <a:gd name="connsiteY3" fmla="*/ 37812 h 2498496"/>
                <a:gd name="connsiteX0" fmla="*/ 20914221 w 25932739"/>
                <a:gd name="connsiteY0" fmla="*/ 2435240 h 2476574"/>
                <a:gd name="connsiteX1" fmla="*/ 25061462 w 25932739"/>
                <a:gd name="connsiteY1" fmla="*/ 2263790 h 2476574"/>
                <a:gd name="connsiteX2" fmla="*/ 23360210 w 25932739"/>
                <a:gd name="connsiteY2" fmla="*/ 225440 h 2476574"/>
                <a:gd name="connsiteX3" fmla="*/ 0 w 25932739"/>
                <a:gd name="connsiteY3" fmla="*/ 53990 h 2476574"/>
                <a:gd name="connsiteX0" fmla="*/ 20914221 w 25853561"/>
                <a:gd name="connsiteY0" fmla="*/ 2429982 h 2432928"/>
                <a:gd name="connsiteX1" fmla="*/ 24910959 w 25853561"/>
                <a:gd name="connsiteY1" fmla="*/ 2175982 h 2432928"/>
                <a:gd name="connsiteX2" fmla="*/ 23360210 w 25853561"/>
                <a:gd name="connsiteY2" fmla="*/ 220182 h 2432928"/>
                <a:gd name="connsiteX3" fmla="*/ 0 w 25853561"/>
                <a:gd name="connsiteY3" fmla="*/ 48732 h 2432928"/>
                <a:gd name="connsiteX0" fmla="*/ 20914221 w 25853561"/>
                <a:gd name="connsiteY0" fmla="*/ 2429982 h 2429982"/>
                <a:gd name="connsiteX1" fmla="*/ 24910959 w 25853561"/>
                <a:gd name="connsiteY1" fmla="*/ 2175982 h 2429982"/>
                <a:gd name="connsiteX2" fmla="*/ 23360210 w 25853561"/>
                <a:gd name="connsiteY2" fmla="*/ 220182 h 2429982"/>
                <a:gd name="connsiteX3" fmla="*/ 0 w 25853561"/>
                <a:gd name="connsiteY3" fmla="*/ 48732 h 2429982"/>
                <a:gd name="connsiteX0" fmla="*/ 20914221 w 26074061"/>
                <a:gd name="connsiteY0" fmla="*/ 2462033 h 2467778"/>
                <a:gd name="connsiteX1" fmla="*/ 24910959 w 26074061"/>
                <a:gd name="connsiteY1" fmla="*/ 2208033 h 2467778"/>
                <a:gd name="connsiteX2" fmla="*/ 23711381 w 26074061"/>
                <a:gd name="connsiteY2" fmla="*/ 195083 h 2467778"/>
                <a:gd name="connsiteX3" fmla="*/ 0 w 26074061"/>
                <a:gd name="connsiteY3" fmla="*/ 80783 h 2467778"/>
                <a:gd name="connsiteX0" fmla="*/ 20914221 w 26074061"/>
                <a:gd name="connsiteY0" fmla="*/ 2462033 h 2467778"/>
                <a:gd name="connsiteX1" fmla="*/ 24910959 w 26074061"/>
                <a:gd name="connsiteY1" fmla="*/ 2208033 h 2467778"/>
                <a:gd name="connsiteX2" fmla="*/ 23711381 w 26074061"/>
                <a:gd name="connsiteY2" fmla="*/ 195083 h 2467778"/>
                <a:gd name="connsiteX3" fmla="*/ 0 w 26074061"/>
                <a:gd name="connsiteY3" fmla="*/ 80783 h 2467778"/>
                <a:gd name="connsiteX0" fmla="*/ 20914221 w 26074061"/>
                <a:gd name="connsiteY0" fmla="*/ 2382124 h 2387869"/>
                <a:gd name="connsiteX1" fmla="*/ 24910959 w 26074061"/>
                <a:gd name="connsiteY1" fmla="*/ 2128124 h 2387869"/>
                <a:gd name="connsiteX2" fmla="*/ 23711381 w 26074061"/>
                <a:gd name="connsiteY2" fmla="*/ 115174 h 2387869"/>
                <a:gd name="connsiteX3" fmla="*/ 0 w 26074061"/>
                <a:gd name="connsiteY3" fmla="*/ 874 h 2387869"/>
                <a:gd name="connsiteX0" fmla="*/ 20914221 w 27573095"/>
                <a:gd name="connsiteY0" fmla="*/ 2381894 h 2387322"/>
                <a:gd name="connsiteX1" fmla="*/ 24910959 w 27573095"/>
                <a:gd name="connsiteY1" fmla="*/ 2127894 h 2387322"/>
                <a:gd name="connsiteX2" fmla="*/ 25768245 w 27573095"/>
                <a:gd name="connsiteY2" fmla="*/ 121294 h 2387322"/>
                <a:gd name="connsiteX3" fmla="*/ 0 w 27573095"/>
                <a:gd name="connsiteY3" fmla="*/ 644 h 2387322"/>
                <a:gd name="connsiteX0" fmla="*/ 20914221 w 25998320"/>
                <a:gd name="connsiteY0" fmla="*/ 2381894 h 2387322"/>
                <a:gd name="connsiteX1" fmla="*/ 24910959 w 25998320"/>
                <a:gd name="connsiteY1" fmla="*/ 2127894 h 2387322"/>
                <a:gd name="connsiteX2" fmla="*/ 25768245 w 25998320"/>
                <a:gd name="connsiteY2" fmla="*/ 121294 h 2387322"/>
                <a:gd name="connsiteX3" fmla="*/ 0 w 25998320"/>
                <a:gd name="connsiteY3" fmla="*/ 644 h 2387322"/>
                <a:gd name="connsiteX0" fmla="*/ 20914221 w 25998320"/>
                <a:gd name="connsiteY0" fmla="*/ 2383604 h 2389032"/>
                <a:gd name="connsiteX1" fmla="*/ 24910959 w 25998320"/>
                <a:gd name="connsiteY1" fmla="*/ 2129604 h 2389032"/>
                <a:gd name="connsiteX2" fmla="*/ 25768245 w 25998320"/>
                <a:gd name="connsiteY2" fmla="*/ 123004 h 2389032"/>
                <a:gd name="connsiteX3" fmla="*/ 0 w 25998320"/>
                <a:gd name="connsiteY3" fmla="*/ 2354 h 2389032"/>
                <a:gd name="connsiteX0" fmla="*/ 20914221 w 26039781"/>
                <a:gd name="connsiteY0" fmla="*/ 2383604 h 2389032"/>
                <a:gd name="connsiteX1" fmla="*/ 24910959 w 26039781"/>
                <a:gd name="connsiteY1" fmla="*/ 2129604 h 2389032"/>
                <a:gd name="connsiteX2" fmla="*/ 25768245 w 26039781"/>
                <a:gd name="connsiteY2" fmla="*/ 123004 h 2389032"/>
                <a:gd name="connsiteX3" fmla="*/ 0 w 26039781"/>
                <a:gd name="connsiteY3" fmla="*/ 2354 h 2389032"/>
                <a:gd name="connsiteX0" fmla="*/ 20914221 w 26204401"/>
                <a:gd name="connsiteY0" fmla="*/ 2420349 h 2425777"/>
                <a:gd name="connsiteX1" fmla="*/ 24910959 w 26204401"/>
                <a:gd name="connsiteY1" fmla="*/ 2166349 h 2425777"/>
                <a:gd name="connsiteX2" fmla="*/ 25768245 w 26204401"/>
                <a:gd name="connsiteY2" fmla="*/ 159749 h 2425777"/>
                <a:gd name="connsiteX3" fmla="*/ 0 w 26204401"/>
                <a:gd name="connsiteY3" fmla="*/ 39099 h 2425777"/>
                <a:gd name="connsiteX0" fmla="*/ 20914221 w 25586165"/>
                <a:gd name="connsiteY0" fmla="*/ 2420349 h 2425777"/>
                <a:gd name="connsiteX1" fmla="*/ 24910959 w 25586165"/>
                <a:gd name="connsiteY1" fmla="*/ 2166349 h 2425777"/>
                <a:gd name="connsiteX2" fmla="*/ 24940483 w 25586165"/>
                <a:gd name="connsiteY2" fmla="*/ 159749 h 2425777"/>
                <a:gd name="connsiteX3" fmla="*/ 0 w 25586165"/>
                <a:gd name="connsiteY3" fmla="*/ 39099 h 2425777"/>
                <a:gd name="connsiteX0" fmla="*/ 20914221 w 25329742"/>
                <a:gd name="connsiteY0" fmla="*/ 2384472 h 2384906"/>
                <a:gd name="connsiteX1" fmla="*/ 24910959 w 25329742"/>
                <a:gd name="connsiteY1" fmla="*/ 2130472 h 2384906"/>
                <a:gd name="connsiteX2" fmla="*/ 24488976 w 25329742"/>
                <a:gd name="connsiteY2" fmla="*/ 228647 h 2384906"/>
                <a:gd name="connsiteX3" fmla="*/ 0 w 25329742"/>
                <a:gd name="connsiteY3" fmla="*/ 3222 h 238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329742" h="2384906">
                  <a:moveTo>
                    <a:pt x="20914221" y="2384472"/>
                  </a:moveTo>
                  <a:cubicBezTo>
                    <a:pt x="21527393" y="2352722"/>
                    <a:pt x="24315167" y="2489776"/>
                    <a:pt x="24910959" y="2130472"/>
                  </a:cubicBezTo>
                  <a:cubicBezTo>
                    <a:pt x="25506751" y="1771168"/>
                    <a:pt x="25550763" y="500883"/>
                    <a:pt x="24488976" y="228647"/>
                  </a:cubicBezTo>
                  <a:cubicBezTo>
                    <a:pt x="23471264" y="-32288"/>
                    <a:pt x="157560" y="-747"/>
                    <a:pt x="0" y="3222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958007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矩形 127">
            <a:extLst>
              <a:ext uri="{FF2B5EF4-FFF2-40B4-BE49-F238E27FC236}">
                <a16:creationId xmlns:a16="http://schemas.microsoft.com/office/drawing/2014/main" id="{77B9D4C8-A61C-4E04-BA58-20FDC96E032F}"/>
              </a:ext>
            </a:extLst>
          </p:cNvPr>
          <p:cNvSpPr/>
          <p:nvPr/>
        </p:nvSpPr>
        <p:spPr>
          <a:xfrm>
            <a:off x="5528616" y="3232432"/>
            <a:ext cx="617218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E05AD738-60F4-427B-86C6-95EB2D0114B8}"/>
              </a:ext>
            </a:extLst>
          </p:cNvPr>
          <p:cNvSpPr/>
          <p:nvPr/>
        </p:nvSpPr>
        <p:spPr>
          <a:xfrm>
            <a:off x="3343085" y="3230681"/>
            <a:ext cx="2684506" cy="144969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36F5647D-11E6-4C17-99F1-6E8AF6D4004C}"/>
              </a:ext>
            </a:extLst>
          </p:cNvPr>
          <p:cNvSpPr txBox="1"/>
          <p:nvPr/>
        </p:nvSpPr>
        <p:spPr>
          <a:xfrm>
            <a:off x="4334833" y="2795342"/>
            <a:ext cx="561380" cy="29969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259" name="组合 258">
            <a:extLst>
              <a:ext uri="{FF2B5EF4-FFF2-40B4-BE49-F238E27FC236}">
                <a16:creationId xmlns:a16="http://schemas.microsoft.com/office/drawing/2014/main" id="{759CCCB6-3150-40D0-9635-A3D22ED83AA4}"/>
              </a:ext>
            </a:extLst>
          </p:cNvPr>
          <p:cNvGrpSpPr/>
          <p:nvPr/>
        </p:nvGrpSpPr>
        <p:grpSpPr>
          <a:xfrm>
            <a:off x="3416961" y="3291273"/>
            <a:ext cx="65226" cy="1331801"/>
            <a:chOff x="1214405" y="4592622"/>
            <a:chExt cx="84501" cy="1725373"/>
          </a:xfrm>
        </p:grpSpPr>
        <p:sp>
          <p:nvSpPr>
            <p:cNvPr id="260" name="椭圆 259">
              <a:extLst>
                <a:ext uri="{FF2B5EF4-FFF2-40B4-BE49-F238E27FC236}">
                  <a16:creationId xmlns:a16="http://schemas.microsoft.com/office/drawing/2014/main" id="{825CE884-5751-4F7F-8D00-B95E23F124C3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1" name="椭圆 260">
              <a:extLst>
                <a:ext uri="{FF2B5EF4-FFF2-40B4-BE49-F238E27FC236}">
                  <a16:creationId xmlns:a16="http://schemas.microsoft.com/office/drawing/2014/main" id="{53E83A2A-A96C-4643-B280-23D04F61A6BF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2" name="椭圆 261">
              <a:extLst>
                <a:ext uri="{FF2B5EF4-FFF2-40B4-BE49-F238E27FC236}">
                  <a16:creationId xmlns:a16="http://schemas.microsoft.com/office/drawing/2014/main" id="{59F47408-B081-4112-8199-47CB9CB72183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3" name="椭圆 262">
              <a:extLst>
                <a:ext uri="{FF2B5EF4-FFF2-40B4-BE49-F238E27FC236}">
                  <a16:creationId xmlns:a16="http://schemas.microsoft.com/office/drawing/2014/main" id="{B1D9FD58-D4FF-43F9-A1DD-B46F4ED83BD2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4" name="椭圆 263">
              <a:extLst>
                <a:ext uri="{FF2B5EF4-FFF2-40B4-BE49-F238E27FC236}">
                  <a16:creationId xmlns:a16="http://schemas.microsoft.com/office/drawing/2014/main" id="{4AD7126F-AF26-4A2D-8642-C50A306F3375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65" name="组合 264">
            <a:extLst>
              <a:ext uri="{FF2B5EF4-FFF2-40B4-BE49-F238E27FC236}">
                <a16:creationId xmlns:a16="http://schemas.microsoft.com/office/drawing/2014/main" id="{EECB2006-0872-4D63-8C95-2F76F15D30EF}"/>
              </a:ext>
            </a:extLst>
          </p:cNvPr>
          <p:cNvGrpSpPr/>
          <p:nvPr/>
        </p:nvGrpSpPr>
        <p:grpSpPr>
          <a:xfrm>
            <a:off x="3973951" y="3291273"/>
            <a:ext cx="65226" cy="1331801"/>
            <a:chOff x="1214405" y="4592622"/>
            <a:chExt cx="84501" cy="1725373"/>
          </a:xfrm>
        </p:grpSpPr>
        <p:sp>
          <p:nvSpPr>
            <p:cNvPr id="266" name="椭圆 265">
              <a:extLst>
                <a:ext uri="{FF2B5EF4-FFF2-40B4-BE49-F238E27FC236}">
                  <a16:creationId xmlns:a16="http://schemas.microsoft.com/office/drawing/2014/main" id="{C05A0E41-247A-474D-AF98-B2625D1528CD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7" name="椭圆 266">
              <a:extLst>
                <a:ext uri="{FF2B5EF4-FFF2-40B4-BE49-F238E27FC236}">
                  <a16:creationId xmlns:a16="http://schemas.microsoft.com/office/drawing/2014/main" id="{03700039-17FC-4EA2-9F37-181E177BA88A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8" name="椭圆 267">
              <a:extLst>
                <a:ext uri="{FF2B5EF4-FFF2-40B4-BE49-F238E27FC236}">
                  <a16:creationId xmlns:a16="http://schemas.microsoft.com/office/drawing/2014/main" id="{7AF1BFA3-4C4B-41D1-B737-8369C44BA9A8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9" name="椭圆 268">
              <a:extLst>
                <a:ext uri="{FF2B5EF4-FFF2-40B4-BE49-F238E27FC236}">
                  <a16:creationId xmlns:a16="http://schemas.microsoft.com/office/drawing/2014/main" id="{C0706632-2FCF-4C35-B6D7-B5D6F7C4CC7F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0" name="椭圆 269">
              <a:extLst>
                <a:ext uri="{FF2B5EF4-FFF2-40B4-BE49-F238E27FC236}">
                  <a16:creationId xmlns:a16="http://schemas.microsoft.com/office/drawing/2014/main" id="{0ADBD81C-A929-4748-9256-03D569A470E7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1" name="组合 270">
            <a:extLst>
              <a:ext uri="{FF2B5EF4-FFF2-40B4-BE49-F238E27FC236}">
                <a16:creationId xmlns:a16="http://schemas.microsoft.com/office/drawing/2014/main" id="{1B026C1C-4AC5-4325-883F-58B574AF31B6}"/>
              </a:ext>
            </a:extLst>
          </p:cNvPr>
          <p:cNvGrpSpPr/>
          <p:nvPr/>
        </p:nvGrpSpPr>
        <p:grpSpPr>
          <a:xfrm>
            <a:off x="4530941" y="3291273"/>
            <a:ext cx="65226" cy="1331801"/>
            <a:chOff x="1214405" y="4592622"/>
            <a:chExt cx="84501" cy="1725373"/>
          </a:xfrm>
        </p:grpSpPr>
        <p:sp>
          <p:nvSpPr>
            <p:cNvPr id="272" name="椭圆 271">
              <a:extLst>
                <a:ext uri="{FF2B5EF4-FFF2-40B4-BE49-F238E27FC236}">
                  <a16:creationId xmlns:a16="http://schemas.microsoft.com/office/drawing/2014/main" id="{8DDD8799-D74F-4FEB-84A3-B32221318DD3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3" name="椭圆 272">
              <a:extLst>
                <a:ext uri="{FF2B5EF4-FFF2-40B4-BE49-F238E27FC236}">
                  <a16:creationId xmlns:a16="http://schemas.microsoft.com/office/drawing/2014/main" id="{BEFDAB2A-2833-4432-A60D-C754AFFBF2A3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4" name="椭圆 273">
              <a:extLst>
                <a:ext uri="{FF2B5EF4-FFF2-40B4-BE49-F238E27FC236}">
                  <a16:creationId xmlns:a16="http://schemas.microsoft.com/office/drawing/2014/main" id="{E0BC9680-C105-481B-8823-02E0EE42D6CC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5" name="椭圆 274">
              <a:extLst>
                <a:ext uri="{FF2B5EF4-FFF2-40B4-BE49-F238E27FC236}">
                  <a16:creationId xmlns:a16="http://schemas.microsoft.com/office/drawing/2014/main" id="{1C0B3366-2459-4065-9686-77105E8EBA86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6" name="椭圆 275">
              <a:extLst>
                <a:ext uri="{FF2B5EF4-FFF2-40B4-BE49-F238E27FC236}">
                  <a16:creationId xmlns:a16="http://schemas.microsoft.com/office/drawing/2014/main" id="{E5BCF7AF-9C60-4FE9-990D-74DD5AFF4968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7" name="组合 276">
            <a:extLst>
              <a:ext uri="{FF2B5EF4-FFF2-40B4-BE49-F238E27FC236}">
                <a16:creationId xmlns:a16="http://schemas.microsoft.com/office/drawing/2014/main" id="{C979A337-7BF6-4600-937D-18160DF8BB2D}"/>
              </a:ext>
            </a:extLst>
          </p:cNvPr>
          <p:cNvGrpSpPr/>
          <p:nvPr/>
        </p:nvGrpSpPr>
        <p:grpSpPr>
          <a:xfrm>
            <a:off x="5087931" y="3291273"/>
            <a:ext cx="65226" cy="1331801"/>
            <a:chOff x="1214405" y="4592622"/>
            <a:chExt cx="84501" cy="1725373"/>
          </a:xfrm>
        </p:grpSpPr>
        <p:sp>
          <p:nvSpPr>
            <p:cNvPr id="374" name="椭圆 373">
              <a:extLst>
                <a:ext uri="{FF2B5EF4-FFF2-40B4-BE49-F238E27FC236}">
                  <a16:creationId xmlns:a16="http://schemas.microsoft.com/office/drawing/2014/main" id="{D67778E1-1181-4FAF-8A1D-9F234FE36D29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5" name="椭圆 374">
              <a:extLst>
                <a:ext uri="{FF2B5EF4-FFF2-40B4-BE49-F238E27FC236}">
                  <a16:creationId xmlns:a16="http://schemas.microsoft.com/office/drawing/2014/main" id="{660D8657-0598-4A83-8863-661C9282BE94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6" name="椭圆 375">
              <a:extLst>
                <a:ext uri="{FF2B5EF4-FFF2-40B4-BE49-F238E27FC236}">
                  <a16:creationId xmlns:a16="http://schemas.microsoft.com/office/drawing/2014/main" id="{6EFDA5FD-F943-4460-93DE-72696AA295B8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7" name="椭圆 376">
              <a:extLst>
                <a:ext uri="{FF2B5EF4-FFF2-40B4-BE49-F238E27FC236}">
                  <a16:creationId xmlns:a16="http://schemas.microsoft.com/office/drawing/2014/main" id="{C596A37F-81DD-41BE-88B7-96E9B33F25F9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8" name="椭圆 377">
              <a:extLst>
                <a:ext uri="{FF2B5EF4-FFF2-40B4-BE49-F238E27FC236}">
                  <a16:creationId xmlns:a16="http://schemas.microsoft.com/office/drawing/2014/main" id="{C80B9798-985E-47BD-9FA3-352CB6FE4B50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79" name="矩形 378">
            <a:extLst>
              <a:ext uri="{FF2B5EF4-FFF2-40B4-BE49-F238E27FC236}">
                <a16:creationId xmlns:a16="http://schemas.microsoft.com/office/drawing/2014/main" id="{92CC7442-2C49-4BFB-BF6C-51A094E5209C}"/>
              </a:ext>
            </a:extLst>
          </p:cNvPr>
          <p:cNvSpPr/>
          <p:nvPr/>
        </p:nvSpPr>
        <p:spPr>
          <a:xfrm>
            <a:off x="6027591" y="3230681"/>
            <a:ext cx="2821325" cy="1449695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80" name="文本框 379">
            <a:extLst>
              <a:ext uri="{FF2B5EF4-FFF2-40B4-BE49-F238E27FC236}">
                <a16:creationId xmlns:a16="http://schemas.microsoft.com/office/drawing/2014/main" id="{39748BF2-61EE-40F1-9533-F341FEC4E573}"/>
              </a:ext>
            </a:extLst>
          </p:cNvPr>
          <p:cNvSpPr txBox="1"/>
          <p:nvPr/>
        </p:nvSpPr>
        <p:spPr>
          <a:xfrm>
            <a:off x="7212816" y="2769014"/>
            <a:ext cx="606269" cy="293083"/>
          </a:xfrm>
          <a:custGeom>
            <a:avLst/>
            <a:gdLst/>
            <a:ahLst/>
            <a:cxnLst/>
            <a:rect l="l" t="t" r="r" b="b"/>
            <a:pathLst>
              <a:path w="591145" h="294085">
                <a:moveTo>
                  <a:pt x="62805" y="190500"/>
                </a:moveTo>
                <a:cubicBezTo>
                  <a:pt x="77291" y="205185"/>
                  <a:pt x="91479" y="220465"/>
                  <a:pt x="105370" y="236340"/>
                </a:cubicBezTo>
                <a:lnTo>
                  <a:pt x="85129" y="252413"/>
                </a:lnTo>
                <a:cubicBezTo>
                  <a:pt x="73223" y="236736"/>
                  <a:pt x="59928" y="220762"/>
                  <a:pt x="45243" y="204490"/>
                </a:cubicBezTo>
                <a:close/>
                <a:moveTo>
                  <a:pt x="233362" y="189905"/>
                </a:moveTo>
                <a:lnTo>
                  <a:pt x="254198" y="203300"/>
                </a:lnTo>
                <a:cubicBezTo>
                  <a:pt x="240307" y="220564"/>
                  <a:pt x="225722" y="237133"/>
                  <a:pt x="210442" y="253008"/>
                </a:cubicBezTo>
                <a:lnTo>
                  <a:pt x="192583" y="238721"/>
                </a:lnTo>
                <a:cubicBezTo>
                  <a:pt x="208657" y="222052"/>
                  <a:pt x="222249" y="205780"/>
                  <a:pt x="233362" y="189905"/>
                </a:cubicBezTo>
                <a:close/>
                <a:moveTo>
                  <a:pt x="490834" y="139304"/>
                </a:moveTo>
                <a:lnTo>
                  <a:pt x="490834" y="161330"/>
                </a:lnTo>
                <a:lnTo>
                  <a:pt x="552747" y="161330"/>
                </a:lnTo>
                <a:lnTo>
                  <a:pt x="552747" y="139304"/>
                </a:lnTo>
                <a:close/>
                <a:moveTo>
                  <a:pt x="411063" y="139304"/>
                </a:moveTo>
                <a:lnTo>
                  <a:pt x="411063" y="161330"/>
                </a:lnTo>
                <a:lnTo>
                  <a:pt x="471487" y="161330"/>
                </a:lnTo>
                <a:lnTo>
                  <a:pt x="471487" y="139304"/>
                </a:lnTo>
                <a:close/>
                <a:moveTo>
                  <a:pt x="581024" y="82451"/>
                </a:moveTo>
                <a:lnTo>
                  <a:pt x="585787" y="99715"/>
                </a:lnTo>
                <a:cubicBezTo>
                  <a:pt x="559990" y="101104"/>
                  <a:pt x="528339" y="102493"/>
                  <a:pt x="490834" y="103882"/>
                </a:cubicBezTo>
                <a:lnTo>
                  <a:pt x="490834" y="123230"/>
                </a:lnTo>
                <a:lnTo>
                  <a:pt x="572392" y="123230"/>
                </a:lnTo>
                <a:lnTo>
                  <a:pt x="572392" y="183357"/>
                </a:lnTo>
                <a:lnTo>
                  <a:pt x="552747" y="183357"/>
                </a:lnTo>
                <a:lnTo>
                  <a:pt x="552747" y="177404"/>
                </a:lnTo>
                <a:lnTo>
                  <a:pt x="490834" y="177404"/>
                </a:lnTo>
                <a:lnTo>
                  <a:pt x="490834" y="196454"/>
                </a:lnTo>
                <a:lnTo>
                  <a:pt x="591145" y="196454"/>
                </a:lnTo>
                <a:lnTo>
                  <a:pt x="591145" y="261045"/>
                </a:lnTo>
                <a:cubicBezTo>
                  <a:pt x="591145" y="281286"/>
                  <a:pt x="581123" y="291406"/>
                  <a:pt x="561081" y="291406"/>
                </a:cubicBezTo>
                <a:cubicBezTo>
                  <a:pt x="551159" y="291406"/>
                  <a:pt x="538757" y="291208"/>
                  <a:pt x="523874" y="290811"/>
                </a:cubicBezTo>
                <a:cubicBezTo>
                  <a:pt x="522882" y="285254"/>
                  <a:pt x="521394" y="278408"/>
                  <a:pt x="519409" y="270272"/>
                </a:cubicBezTo>
                <a:cubicBezTo>
                  <a:pt x="533300" y="271463"/>
                  <a:pt x="545107" y="272058"/>
                  <a:pt x="554831" y="272058"/>
                </a:cubicBezTo>
                <a:cubicBezTo>
                  <a:pt x="565546" y="272058"/>
                  <a:pt x="570904" y="266998"/>
                  <a:pt x="570904" y="256878"/>
                </a:cubicBezTo>
                <a:lnTo>
                  <a:pt x="570904" y="212527"/>
                </a:lnTo>
                <a:lnTo>
                  <a:pt x="490834" y="212527"/>
                </a:lnTo>
                <a:lnTo>
                  <a:pt x="490834" y="239018"/>
                </a:lnTo>
                <a:cubicBezTo>
                  <a:pt x="502344" y="238423"/>
                  <a:pt x="513754" y="237729"/>
                  <a:pt x="525065" y="236935"/>
                </a:cubicBezTo>
                <a:cubicBezTo>
                  <a:pt x="522882" y="232371"/>
                  <a:pt x="520600" y="227807"/>
                  <a:pt x="518219" y="223243"/>
                </a:cubicBezTo>
                <a:lnTo>
                  <a:pt x="534292" y="215801"/>
                </a:lnTo>
                <a:cubicBezTo>
                  <a:pt x="541436" y="228700"/>
                  <a:pt x="548580" y="242590"/>
                  <a:pt x="555723" y="257473"/>
                </a:cubicBezTo>
                <a:lnTo>
                  <a:pt x="538162" y="265510"/>
                </a:lnTo>
                <a:cubicBezTo>
                  <a:pt x="536376" y="261343"/>
                  <a:pt x="534590" y="257275"/>
                  <a:pt x="532804" y="253306"/>
                </a:cubicBezTo>
                <a:cubicBezTo>
                  <a:pt x="499466" y="254695"/>
                  <a:pt x="462160" y="257374"/>
                  <a:pt x="420885" y="261343"/>
                </a:cubicBezTo>
                <a:lnTo>
                  <a:pt x="417314" y="242293"/>
                </a:lnTo>
                <a:cubicBezTo>
                  <a:pt x="435570" y="241697"/>
                  <a:pt x="453628" y="240904"/>
                  <a:pt x="471487" y="239911"/>
                </a:cubicBezTo>
                <a:lnTo>
                  <a:pt x="471487" y="212527"/>
                </a:lnTo>
                <a:lnTo>
                  <a:pt x="397668" y="212527"/>
                </a:lnTo>
                <a:lnTo>
                  <a:pt x="397668" y="292894"/>
                </a:lnTo>
                <a:lnTo>
                  <a:pt x="377428" y="292894"/>
                </a:lnTo>
                <a:lnTo>
                  <a:pt x="377428" y="196454"/>
                </a:lnTo>
                <a:lnTo>
                  <a:pt x="471487" y="196454"/>
                </a:lnTo>
                <a:lnTo>
                  <a:pt x="471487" y="177404"/>
                </a:lnTo>
                <a:lnTo>
                  <a:pt x="411063" y="177404"/>
                </a:lnTo>
                <a:lnTo>
                  <a:pt x="411063" y="183357"/>
                </a:lnTo>
                <a:lnTo>
                  <a:pt x="391417" y="183357"/>
                </a:lnTo>
                <a:lnTo>
                  <a:pt x="391417" y="123230"/>
                </a:lnTo>
                <a:lnTo>
                  <a:pt x="471487" y="123230"/>
                </a:lnTo>
                <a:lnTo>
                  <a:pt x="471487" y="104478"/>
                </a:lnTo>
                <a:cubicBezTo>
                  <a:pt x="442912" y="105470"/>
                  <a:pt x="411360" y="106462"/>
                  <a:pt x="376832" y="107454"/>
                </a:cubicBezTo>
                <a:cubicBezTo>
                  <a:pt x="375840" y="102097"/>
                  <a:pt x="374451" y="96143"/>
                  <a:pt x="372665" y="89595"/>
                </a:cubicBezTo>
                <a:cubicBezTo>
                  <a:pt x="467121" y="87412"/>
                  <a:pt x="536574" y="85031"/>
                  <a:pt x="581024" y="82451"/>
                </a:cubicBezTo>
                <a:close/>
                <a:moveTo>
                  <a:pt x="361949" y="30361"/>
                </a:moveTo>
                <a:lnTo>
                  <a:pt x="361949" y="53281"/>
                </a:lnTo>
                <a:lnTo>
                  <a:pt x="566141" y="53281"/>
                </a:lnTo>
                <a:lnTo>
                  <a:pt x="566141" y="30361"/>
                </a:lnTo>
                <a:close/>
                <a:moveTo>
                  <a:pt x="150316" y="25301"/>
                </a:moveTo>
                <a:cubicBezTo>
                  <a:pt x="129877" y="51098"/>
                  <a:pt x="100409" y="76399"/>
                  <a:pt x="61912" y="101204"/>
                </a:cubicBezTo>
                <a:lnTo>
                  <a:pt x="236636" y="101204"/>
                </a:lnTo>
                <a:cubicBezTo>
                  <a:pt x="205680" y="81558"/>
                  <a:pt x="176907" y="56257"/>
                  <a:pt x="150316" y="25301"/>
                </a:cubicBezTo>
                <a:close/>
                <a:moveTo>
                  <a:pt x="341411" y="13097"/>
                </a:moveTo>
                <a:lnTo>
                  <a:pt x="586382" y="13097"/>
                </a:lnTo>
                <a:lnTo>
                  <a:pt x="586382" y="76498"/>
                </a:lnTo>
                <a:lnTo>
                  <a:pt x="566141" y="76498"/>
                </a:lnTo>
                <a:lnTo>
                  <a:pt x="566141" y="70545"/>
                </a:lnTo>
                <a:lnTo>
                  <a:pt x="361949" y="70545"/>
                </a:lnTo>
                <a:lnTo>
                  <a:pt x="361949" y="141387"/>
                </a:lnTo>
                <a:cubicBezTo>
                  <a:pt x="361949" y="208856"/>
                  <a:pt x="348059" y="259755"/>
                  <a:pt x="320278" y="294085"/>
                </a:cubicBezTo>
                <a:cubicBezTo>
                  <a:pt x="315714" y="287140"/>
                  <a:pt x="310753" y="280492"/>
                  <a:pt x="305395" y="274142"/>
                </a:cubicBezTo>
                <a:cubicBezTo>
                  <a:pt x="329604" y="246361"/>
                  <a:pt x="341610" y="200720"/>
                  <a:pt x="341411" y="137220"/>
                </a:cubicBezTo>
                <a:close/>
                <a:moveTo>
                  <a:pt x="140196" y="0"/>
                </a:moveTo>
                <a:lnTo>
                  <a:pt x="172640" y="0"/>
                </a:lnTo>
                <a:lnTo>
                  <a:pt x="165794" y="8335"/>
                </a:lnTo>
                <a:cubicBezTo>
                  <a:pt x="197346" y="48618"/>
                  <a:pt x="241994" y="79971"/>
                  <a:pt x="299739" y="102394"/>
                </a:cubicBezTo>
                <a:cubicBezTo>
                  <a:pt x="294382" y="109935"/>
                  <a:pt x="289123" y="117872"/>
                  <a:pt x="283964" y="126207"/>
                </a:cubicBezTo>
                <a:cubicBezTo>
                  <a:pt x="268485" y="119658"/>
                  <a:pt x="253503" y="111820"/>
                  <a:pt x="239017" y="102692"/>
                </a:cubicBezTo>
                <a:lnTo>
                  <a:pt x="239017" y="122932"/>
                </a:lnTo>
                <a:lnTo>
                  <a:pt x="161925" y="122932"/>
                </a:lnTo>
                <a:lnTo>
                  <a:pt x="161925" y="164604"/>
                </a:lnTo>
                <a:lnTo>
                  <a:pt x="267890" y="164604"/>
                </a:lnTo>
                <a:lnTo>
                  <a:pt x="267890" y="186333"/>
                </a:lnTo>
                <a:lnTo>
                  <a:pt x="161925" y="186333"/>
                </a:lnTo>
                <a:lnTo>
                  <a:pt x="161925" y="258961"/>
                </a:lnTo>
                <a:lnTo>
                  <a:pt x="288726" y="258961"/>
                </a:lnTo>
                <a:lnTo>
                  <a:pt x="288726" y="280988"/>
                </a:lnTo>
                <a:lnTo>
                  <a:pt x="11906" y="280988"/>
                </a:lnTo>
                <a:lnTo>
                  <a:pt x="11906" y="258961"/>
                </a:lnTo>
                <a:lnTo>
                  <a:pt x="138112" y="258961"/>
                </a:lnTo>
                <a:lnTo>
                  <a:pt x="138112" y="186333"/>
                </a:lnTo>
                <a:lnTo>
                  <a:pt x="31551" y="186333"/>
                </a:lnTo>
                <a:lnTo>
                  <a:pt x="31551" y="164604"/>
                </a:lnTo>
                <a:lnTo>
                  <a:pt x="138112" y="164604"/>
                </a:lnTo>
                <a:lnTo>
                  <a:pt x="138112" y="122932"/>
                </a:lnTo>
                <a:lnTo>
                  <a:pt x="60721" y="122932"/>
                </a:lnTo>
                <a:lnTo>
                  <a:pt x="60721" y="102097"/>
                </a:lnTo>
                <a:cubicBezTo>
                  <a:pt x="46632" y="111026"/>
                  <a:pt x="31353" y="119956"/>
                  <a:pt x="14882" y="128886"/>
                </a:cubicBezTo>
                <a:cubicBezTo>
                  <a:pt x="10715" y="121345"/>
                  <a:pt x="5754" y="113904"/>
                  <a:pt x="0" y="106561"/>
                </a:cubicBezTo>
                <a:cubicBezTo>
                  <a:pt x="66079" y="75605"/>
                  <a:pt x="112811" y="40085"/>
                  <a:pt x="140196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81" name="组合 380">
            <a:extLst>
              <a:ext uri="{FF2B5EF4-FFF2-40B4-BE49-F238E27FC236}">
                <a16:creationId xmlns:a16="http://schemas.microsoft.com/office/drawing/2014/main" id="{D4E91399-1261-4373-9B2D-1F6347F8A66A}"/>
              </a:ext>
            </a:extLst>
          </p:cNvPr>
          <p:cNvGrpSpPr/>
          <p:nvPr/>
        </p:nvGrpSpPr>
        <p:grpSpPr>
          <a:xfrm>
            <a:off x="6148115" y="3330793"/>
            <a:ext cx="2293185" cy="1294151"/>
            <a:chOff x="1214405" y="4590491"/>
            <a:chExt cx="2970865" cy="1725373"/>
          </a:xfrm>
        </p:grpSpPr>
        <p:grpSp>
          <p:nvGrpSpPr>
            <p:cNvPr id="382" name="组合 381">
              <a:extLst>
                <a:ext uri="{FF2B5EF4-FFF2-40B4-BE49-F238E27FC236}">
                  <a16:creationId xmlns:a16="http://schemas.microsoft.com/office/drawing/2014/main" id="{5E758361-ADB5-4B25-A1AE-7CF35229ED3B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407" name="椭圆 406">
                <a:extLst>
                  <a:ext uri="{FF2B5EF4-FFF2-40B4-BE49-F238E27FC236}">
                    <a16:creationId xmlns:a16="http://schemas.microsoft.com/office/drawing/2014/main" id="{CE0ABAAB-C9FF-4391-B6D6-CFFBBBCC7DCC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8" name="椭圆 407">
                <a:extLst>
                  <a:ext uri="{FF2B5EF4-FFF2-40B4-BE49-F238E27FC236}">
                    <a16:creationId xmlns:a16="http://schemas.microsoft.com/office/drawing/2014/main" id="{E53FB839-E2BA-4DFB-8C77-75FF0D6533F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9" name="椭圆 408">
                <a:extLst>
                  <a:ext uri="{FF2B5EF4-FFF2-40B4-BE49-F238E27FC236}">
                    <a16:creationId xmlns:a16="http://schemas.microsoft.com/office/drawing/2014/main" id="{FD73A821-CD50-48EB-A207-8340EF03AF1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0" name="椭圆 409">
                <a:extLst>
                  <a:ext uri="{FF2B5EF4-FFF2-40B4-BE49-F238E27FC236}">
                    <a16:creationId xmlns:a16="http://schemas.microsoft.com/office/drawing/2014/main" id="{659169D7-6B35-44CD-A4A2-FAFF19A68B6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1" name="椭圆 410">
                <a:extLst>
                  <a:ext uri="{FF2B5EF4-FFF2-40B4-BE49-F238E27FC236}">
                    <a16:creationId xmlns:a16="http://schemas.microsoft.com/office/drawing/2014/main" id="{C2C937A1-114C-45AE-89F4-61A5599C3070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83" name="组合 382">
              <a:extLst>
                <a:ext uri="{FF2B5EF4-FFF2-40B4-BE49-F238E27FC236}">
                  <a16:creationId xmlns:a16="http://schemas.microsoft.com/office/drawing/2014/main" id="{78A433C0-0B53-49D6-A15E-958DCD7E88AA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402" name="椭圆 401">
                <a:extLst>
                  <a:ext uri="{FF2B5EF4-FFF2-40B4-BE49-F238E27FC236}">
                    <a16:creationId xmlns:a16="http://schemas.microsoft.com/office/drawing/2014/main" id="{CABF997E-4C03-4A42-862F-027994A043AA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3" name="椭圆 402">
                <a:extLst>
                  <a:ext uri="{FF2B5EF4-FFF2-40B4-BE49-F238E27FC236}">
                    <a16:creationId xmlns:a16="http://schemas.microsoft.com/office/drawing/2014/main" id="{3407E0A8-34CE-451D-A038-27D61F0887A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4" name="椭圆 403">
                <a:extLst>
                  <a:ext uri="{FF2B5EF4-FFF2-40B4-BE49-F238E27FC236}">
                    <a16:creationId xmlns:a16="http://schemas.microsoft.com/office/drawing/2014/main" id="{D56B4F8B-9BE8-4B66-BEE8-4A16A9EFCB80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5" name="椭圆 404">
                <a:extLst>
                  <a:ext uri="{FF2B5EF4-FFF2-40B4-BE49-F238E27FC236}">
                    <a16:creationId xmlns:a16="http://schemas.microsoft.com/office/drawing/2014/main" id="{42DCA0B8-72A8-4B88-9987-A97345E0610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6" name="椭圆 405">
                <a:extLst>
                  <a:ext uri="{FF2B5EF4-FFF2-40B4-BE49-F238E27FC236}">
                    <a16:creationId xmlns:a16="http://schemas.microsoft.com/office/drawing/2014/main" id="{32694E81-D4BE-4147-BD65-5ECCD7F6B7C5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84" name="组合 383">
              <a:extLst>
                <a:ext uri="{FF2B5EF4-FFF2-40B4-BE49-F238E27FC236}">
                  <a16:creationId xmlns:a16="http://schemas.microsoft.com/office/drawing/2014/main" id="{2C5892FC-45BE-4621-B2F8-204ABBA8B7DD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397" name="椭圆 396">
                <a:extLst>
                  <a:ext uri="{FF2B5EF4-FFF2-40B4-BE49-F238E27FC236}">
                    <a16:creationId xmlns:a16="http://schemas.microsoft.com/office/drawing/2014/main" id="{A0026990-B9D3-4668-82FE-11A495192AE5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8" name="椭圆 397">
                <a:extLst>
                  <a:ext uri="{FF2B5EF4-FFF2-40B4-BE49-F238E27FC236}">
                    <a16:creationId xmlns:a16="http://schemas.microsoft.com/office/drawing/2014/main" id="{52E91D40-4676-4DDE-A9F0-05667928F88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9" name="椭圆 398">
                <a:extLst>
                  <a:ext uri="{FF2B5EF4-FFF2-40B4-BE49-F238E27FC236}">
                    <a16:creationId xmlns:a16="http://schemas.microsoft.com/office/drawing/2014/main" id="{E98986EB-79A7-446F-8E83-3233D208D28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0" name="椭圆 399">
                <a:extLst>
                  <a:ext uri="{FF2B5EF4-FFF2-40B4-BE49-F238E27FC236}">
                    <a16:creationId xmlns:a16="http://schemas.microsoft.com/office/drawing/2014/main" id="{145C9C4D-3C8A-4FA3-8DC3-1E4920AAAEF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1" name="椭圆 400">
                <a:extLst>
                  <a:ext uri="{FF2B5EF4-FFF2-40B4-BE49-F238E27FC236}">
                    <a16:creationId xmlns:a16="http://schemas.microsoft.com/office/drawing/2014/main" id="{5C01BDAF-BC3E-4228-BE09-444C0E62EE6B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85" name="组合 384">
              <a:extLst>
                <a:ext uri="{FF2B5EF4-FFF2-40B4-BE49-F238E27FC236}">
                  <a16:creationId xmlns:a16="http://schemas.microsoft.com/office/drawing/2014/main" id="{5BF22CBB-3E55-400D-8C94-DBE3027F0627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392" name="椭圆 391">
                <a:extLst>
                  <a:ext uri="{FF2B5EF4-FFF2-40B4-BE49-F238E27FC236}">
                    <a16:creationId xmlns:a16="http://schemas.microsoft.com/office/drawing/2014/main" id="{1C6234C6-8B47-42E9-BB6D-39092339FB77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3" name="椭圆 392">
                <a:extLst>
                  <a:ext uri="{FF2B5EF4-FFF2-40B4-BE49-F238E27FC236}">
                    <a16:creationId xmlns:a16="http://schemas.microsoft.com/office/drawing/2014/main" id="{D21F7E3F-634E-4068-896D-1DC6D3FB58C1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4" name="椭圆 393">
                <a:extLst>
                  <a:ext uri="{FF2B5EF4-FFF2-40B4-BE49-F238E27FC236}">
                    <a16:creationId xmlns:a16="http://schemas.microsoft.com/office/drawing/2014/main" id="{099D9A11-E64B-47B1-AAED-3AE759D095D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5" name="椭圆 394">
                <a:extLst>
                  <a:ext uri="{FF2B5EF4-FFF2-40B4-BE49-F238E27FC236}">
                    <a16:creationId xmlns:a16="http://schemas.microsoft.com/office/drawing/2014/main" id="{D3542D08-C207-4B91-AA71-37B48236DBE0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6" name="椭圆 395">
                <a:extLst>
                  <a:ext uri="{FF2B5EF4-FFF2-40B4-BE49-F238E27FC236}">
                    <a16:creationId xmlns:a16="http://schemas.microsoft.com/office/drawing/2014/main" id="{01894F74-1665-40CD-B1EB-E6DAEE4ADF9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86" name="组合 385">
              <a:extLst>
                <a:ext uri="{FF2B5EF4-FFF2-40B4-BE49-F238E27FC236}">
                  <a16:creationId xmlns:a16="http://schemas.microsoft.com/office/drawing/2014/main" id="{ABC7FAD4-1B0A-4166-90C6-4B8CBED04819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387" name="椭圆 386">
                <a:extLst>
                  <a:ext uri="{FF2B5EF4-FFF2-40B4-BE49-F238E27FC236}">
                    <a16:creationId xmlns:a16="http://schemas.microsoft.com/office/drawing/2014/main" id="{DC0B623B-6958-4469-82A0-5F252D2A0D9B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8" name="椭圆 387">
                <a:extLst>
                  <a:ext uri="{FF2B5EF4-FFF2-40B4-BE49-F238E27FC236}">
                    <a16:creationId xmlns:a16="http://schemas.microsoft.com/office/drawing/2014/main" id="{824F6AC5-A9D1-404D-9D92-F1BE2B56319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9" name="椭圆 388">
                <a:extLst>
                  <a:ext uri="{FF2B5EF4-FFF2-40B4-BE49-F238E27FC236}">
                    <a16:creationId xmlns:a16="http://schemas.microsoft.com/office/drawing/2014/main" id="{AFA02161-5EB2-4B7A-B26A-983FD1EF13A0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0" name="椭圆 389">
                <a:extLst>
                  <a:ext uri="{FF2B5EF4-FFF2-40B4-BE49-F238E27FC236}">
                    <a16:creationId xmlns:a16="http://schemas.microsoft.com/office/drawing/2014/main" id="{1AB7BB40-5A1B-49C6-AA1E-86AC59BB190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1" name="椭圆 390">
                <a:extLst>
                  <a:ext uri="{FF2B5EF4-FFF2-40B4-BE49-F238E27FC236}">
                    <a16:creationId xmlns:a16="http://schemas.microsoft.com/office/drawing/2014/main" id="{0B866B2A-88ED-4203-A0D9-69240225B72B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412" name="组合 411">
            <a:extLst>
              <a:ext uri="{FF2B5EF4-FFF2-40B4-BE49-F238E27FC236}">
                <a16:creationId xmlns:a16="http://schemas.microsoft.com/office/drawing/2014/main" id="{F07E313A-92E1-4223-97AE-C18CB86B6095}"/>
              </a:ext>
            </a:extLst>
          </p:cNvPr>
          <p:cNvGrpSpPr/>
          <p:nvPr/>
        </p:nvGrpSpPr>
        <p:grpSpPr>
          <a:xfrm>
            <a:off x="6435881" y="3330793"/>
            <a:ext cx="2293185" cy="1294151"/>
            <a:chOff x="1214405" y="4590491"/>
            <a:chExt cx="2970865" cy="1725373"/>
          </a:xfrm>
        </p:grpSpPr>
        <p:grpSp>
          <p:nvGrpSpPr>
            <p:cNvPr id="413" name="组合 412">
              <a:extLst>
                <a:ext uri="{FF2B5EF4-FFF2-40B4-BE49-F238E27FC236}">
                  <a16:creationId xmlns:a16="http://schemas.microsoft.com/office/drawing/2014/main" id="{17AC8BA1-F257-4847-9EE9-B451ED57C744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438" name="椭圆 437">
                <a:extLst>
                  <a:ext uri="{FF2B5EF4-FFF2-40B4-BE49-F238E27FC236}">
                    <a16:creationId xmlns:a16="http://schemas.microsoft.com/office/drawing/2014/main" id="{30B192DC-134C-4CB9-ADF3-6CFEA5B4D8B2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9" name="椭圆 438">
                <a:extLst>
                  <a:ext uri="{FF2B5EF4-FFF2-40B4-BE49-F238E27FC236}">
                    <a16:creationId xmlns:a16="http://schemas.microsoft.com/office/drawing/2014/main" id="{88A31B5F-6379-49DE-A5ED-C780D0A45DD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0" name="椭圆 439">
                <a:extLst>
                  <a:ext uri="{FF2B5EF4-FFF2-40B4-BE49-F238E27FC236}">
                    <a16:creationId xmlns:a16="http://schemas.microsoft.com/office/drawing/2014/main" id="{40D297BA-CD0C-46BF-9D0D-6CAA451F99AE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1" name="椭圆 440">
                <a:extLst>
                  <a:ext uri="{FF2B5EF4-FFF2-40B4-BE49-F238E27FC236}">
                    <a16:creationId xmlns:a16="http://schemas.microsoft.com/office/drawing/2014/main" id="{1F66D8C5-F582-4475-8809-8E94CE7D192F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2" name="椭圆 441">
                <a:extLst>
                  <a:ext uri="{FF2B5EF4-FFF2-40B4-BE49-F238E27FC236}">
                    <a16:creationId xmlns:a16="http://schemas.microsoft.com/office/drawing/2014/main" id="{D55A88F2-8575-420D-B49B-3426D24A898C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14" name="组合 413">
              <a:extLst>
                <a:ext uri="{FF2B5EF4-FFF2-40B4-BE49-F238E27FC236}">
                  <a16:creationId xmlns:a16="http://schemas.microsoft.com/office/drawing/2014/main" id="{DF828C2A-6A8D-4139-A326-32151CF7E8A9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433" name="椭圆 432">
                <a:extLst>
                  <a:ext uri="{FF2B5EF4-FFF2-40B4-BE49-F238E27FC236}">
                    <a16:creationId xmlns:a16="http://schemas.microsoft.com/office/drawing/2014/main" id="{5737930B-9706-412B-A26C-91C2E182978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4" name="椭圆 433">
                <a:extLst>
                  <a:ext uri="{FF2B5EF4-FFF2-40B4-BE49-F238E27FC236}">
                    <a16:creationId xmlns:a16="http://schemas.microsoft.com/office/drawing/2014/main" id="{8AF4D9E0-4E5A-421D-862F-528418F0430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5" name="椭圆 434">
                <a:extLst>
                  <a:ext uri="{FF2B5EF4-FFF2-40B4-BE49-F238E27FC236}">
                    <a16:creationId xmlns:a16="http://schemas.microsoft.com/office/drawing/2014/main" id="{7EF355EB-5936-4E33-BD92-E942BB366DF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6" name="椭圆 435">
                <a:extLst>
                  <a:ext uri="{FF2B5EF4-FFF2-40B4-BE49-F238E27FC236}">
                    <a16:creationId xmlns:a16="http://schemas.microsoft.com/office/drawing/2014/main" id="{2828BE4E-4741-4FCE-A964-A790FBB2A471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7" name="椭圆 436">
                <a:extLst>
                  <a:ext uri="{FF2B5EF4-FFF2-40B4-BE49-F238E27FC236}">
                    <a16:creationId xmlns:a16="http://schemas.microsoft.com/office/drawing/2014/main" id="{5FAD3672-B715-48E2-A1AA-353381DA109F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15" name="组合 414">
              <a:extLst>
                <a:ext uri="{FF2B5EF4-FFF2-40B4-BE49-F238E27FC236}">
                  <a16:creationId xmlns:a16="http://schemas.microsoft.com/office/drawing/2014/main" id="{9141B5DF-5582-4907-94CA-4AD3968F626A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428" name="椭圆 427">
                <a:extLst>
                  <a:ext uri="{FF2B5EF4-FFF2-40B4-BE49-F238E27FC236}">
                    <a16:creationId xmlns:a16="http://schemas.microsoft.com/office/drawing/2014/main" id="{C0409B23-617D-40C2-9B31-73B962BBB26F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9" name="椭圆 428">
                <a:extLst>
                  <a:ext uri="{FF2B5EF4-FFF2-40B4-BE49-F238E27FC236}">
                    <a16:creationId xmlns:a16="http://schemas.microsoft.com/office/drawing/2014/main" id="{8FA55F94-A456-43F8-97C9-96F062703787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0" name="椭圆 429">
                <a:extLst>
                  <a:ext uri="{FF2B5EF4-FFF2-40B4-BE49-F238E27FC236}">
                    <a16:creationId xmlns:a16="http://schemas.microsoft.com/office/drawing/2014/main" id="{DD7C4146-52C5-489E-8538-6AF592990F0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1" name="椭圆 430">
                <a:extLst>
                  <a:ext uri="{FF2B5EF4-FFF2-40B4-BE49-F238E27FC236}">
                    <a16:creationId xmlns:a16="http://schemas.microsoft.com/office/drawing/2014/main" id="{3AFBEC73-95EA-4467-A35A-B36D8726299B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2" name="椭圆 431">
                <a:extLst>
                  <a:ext uri="{FF2B5EF4-FFF2-40B4-BE49-F238E27FC236}">
                    <a16:creationId xmlns:a16="http://schemas.microsoft.com/office/drawing/2014/main" id="{719EA60B-8C98-4E32-B603-84A24D894B62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16" name="组合 415">
              <a:extLst>
                <a:ext uri="{FF2B5EF4-FFF2-40B4-BE49-F238E27FC236}">
                  <a16:creationId xmlns:a16="http://schemas.microsoft.com/office/drawing/2014/main" id="{6F1C26B9-45BF-4850-B589-88128B2E4630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423" name="椭圆 422">
                <a:extLst>
                  <a:ext uri="{FF2B5EF4-FFF2-40B4-BE49-F238E27FC236}">
                    <a16:creationId xmlns:a16="http://schemas.microsoft.com/office/drawing/2014/main" id="{683A205D-D955-4568-A427-E81307A799F1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4" name="椭圆 423">
                <a:extLst>
                  <a:ext uri="{FF2B5EF4-FFF2-40B4-BE49-F238E27FC236}">
                    <a16:creationId xmlns:a16="http://schemas.microsoft.com/office/drawing/2014/main" id="{99CD9F7E-E1D0-4472-8151-DCBFADE4161E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5" name="椭圆 424">
                <a:extLst>
                  <a:ext uri="{FF2B5EF4-FFF2-40B4-BE49-F238E27FC236}">
                    <a16:creationId xmlns:a16="http://schemas.microsoft.com/office/drawing/2014/main" id="{2A7C064E-EDC6-490B-8F85-AB5433BB113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6" name="椭圆 425">
                <a:extLst>
                  <a:ext uri="{FF2B5EF4-FFF2-40B4-BE49-F238E27FC236}">
                    <a16:creationId xmlns:a16="http://schemas.microsoft.com/office/drawing/2014/main" id="{CA46E02B-5613-4276-A204-CA34ADB16C6C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7" name="椭圆 426">
                <a:extLst>
                  <a:ext uri="{FF2B5EF4-FFF2-40B4-BE49-F238E27FC236}">
                    <a16:creationId xmlns:a16="http://schemas.microsoft.com/office/drawing/2014/main" id="{58BE97BE-C873-4994-9F46-65D518040A38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17" name="组合 416">
              <a:extLst>
                <a:ext uri="{FF2B5EF4-FFF2-40B4-BE49-F238E27FC236}">
                  <a16:creationId xmlns:a16="http://schemas.microsoft.com/office/drawing/2014/main" id="{9C5FD759-C1B3-4F1A-B0E2-81784F696C50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418" name="椭圆 417">
                <a:extLst>
                  <a:ext uri="{FF2B5EF4-FFF2-40B4-BE49-F238E27FC236}">
                    <a16:creationId xmlns:a16="http://schemas.microsoft.com/office/drawing/2014/main" id="{046009FB-7CFD-4DEC-80A5-ECC0C4C79EB4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9" name="椭圆 418">
                <a:extLst>
                  <a:ext uri="{FF2B5EF4-FFF2-40B4-BE49-F238E27FC236}">
                    <a16:creationId xmlns:a16="http://schemas.microsoft.com/office/drawing/2014/main" id="{F5D4F70D-4CB6-42E7-8883-F91983DEA703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0" name="椭圆 419">
                <a:extLst>
                  <a:ext uri="{FF2B5EF4-FFF2-40B4-BE49-F238E27FC236}">
                    <a16:creationId xmlns:a16="http://schemas.microsoft.com/office/drawing/2014/main" id="{867268E8-B249-40DF-87C0-5E009F478B10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1" name="椭圆 420">
                <a:extLst>
                  <a:ext uri="{FF2B5EF4-FFF2-40B4-BE49-F238E27FC236}">
                    <a16:creationId xmlns:a16="http://schemas.microsoft.com/office/drawing/2014/main" id="{D6FAFBBD-14B2-4901-AB5B-7F25AD660621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2" name="椭圆 421">
                <a:extLst>
                  <a:ext uri="{FF2B5EF4-FFF2-40B4-BE49-F238E27FC236}">
                    <a16:creationId xmlns:a16="http://schemas.microsoft.com/office/drawing/2014/main" id="{FFC63241-275F-4767-AC33-538F36D0DC0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479" name="矩形 478">
            <a:extLst>
              <a:ext uri="{FF2B5EF4-FFF2-40B4-BE49-F238E27FC236}">
                <a16:creationId xmlns:a16="http://schemas.microsoft.com/office/drawing/2014/main" id="{58A817E6-CF6F-415F-A9E3-FF50B13D445A}"/>
              </a:ext>
            </a:extLst>
          </p:cNvPr>
          <p:cNvSpPr/>
          <p:nvPr/>
        </p:nvSpPr>
        <p:spPr>
          <a:xfrm>
            <a:off x="5449512" y="3230681"/>
            <a:ext cx="677934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80" name="文本框 479">
            <a:extLst>
              <a:ext uri="{FF2B5EF4-FFF2-40B4-BE49-F238E27FC236}">
                <a16:creationId xmlns:a16="http://schemas.microsoft.com/office/drawing/2014/main" id="{8231AD64-7580-4B13-A33C-33D69F7FC1E8}"/>
              </a:ext>
            </a:extLst>
          </p:cNvPr>
          <p:cNvSpPr txBox="1"/>
          <p:nvPr/>
        </p:nvSpPr>
        <p:spPr>
          <a:xfrm>
            <a:off x="5355631" y="4811652"/>
            <a:ext cx="806025" cy="160398"/>
          </a:xfrm>
          <a:custGeom>
            <a:avLst/>
            <a:gdLst/>
            <a:ahLst/>
            <a:cxnLst/>
            <a:rect l="l" t="t" r="r" b="b"/>
            <a:pathLst>
              <a:path w="1113978" h="221680">
                <a:moveTo>
                  <a:pt x="316111" y="146001"/>
                </a:moveTo>
                <a:cubicBezTo>
                  <a:pt x="326826" y="157758"/>
                  <a:pt x="336054" y="168474"/>
                  <a:pt x="343793" y="178148"/>
                </a:cubicBezTo>
                <a:lnTo>
                  <a:pt x="329505" y="189086"/>
                </a:lnTo>
                <a:cubicBezTo>
                  <a:pt x="321022" y="177627"/>
                  <a:pt x="312241" y="166688"/>
                  <a:pt x="303163" y="156270"/>
                </a:cubicBezTo>
                <a:close/>
                <a:moveTo>
                  <a:pt x="996553" y="132606"/>
                </a:moveTo>
                <a:lnTo>
                  <a:pt x="1013966" y="132606"/>
                </a:lnTo>
                <a:lnTo>
                  <a:pt x="1013966" y="150689"/>
                </a:lnTo>
                <a:lnTo>
                  <a:pt x="1095449" y="150689"/>
                </a:lnTo>
                <a:lnTo>
                  <a:pt x="1095449" y="166539"/>
                </a:lnTo>
                <a:lnTo>
                  <a:pt x="1013966" y="166539"/>
                </a:lnTo>
                <a:lnTo>
                  <a:pt x="1013966" y="196230"/>
                </a:lnTo>
                <a:lnTo>
                  <a:pt x="1113755" y="196230"/>
                </a:lnTo>
                <a:lnTo>
                  <a:pt x="1113755" y="212304"/>
                </a:lnTo>
                <a:lnTo>
                  <a:pt x="896540" y="212304"/>
                </a:lnTo>
                <a:lnTo>
                  <a:pt x="896540" y="196230"/>
                </a:lnTo>
                <a:lnTo>
                  <a:pt x="996553" y="196230"/>
                </a:lnTo>
                <a:lnTo>
                  <a:pt x="996553" y="166539"/>
                </a:lnTo>
                <a:lnTo>
                  <a:pt x="916855" y="166539"/>
                </a:lnTo>
                <a:lnTo>
                  <a:pt x="916855" y="150689"/>
                </a:lnTo>
                <a:lnTo>
                  <a:pt x="996553" y="150689"/>
                </a:lnTo>
                <a:close/>
                <a:moveTo>
                  <a:pt x="516805" y="128588"/>
                </a:moveTo>
                <a:cubicBezTo>
                  <a:pt x="507504" y="139155"/>
                  <a:pt x="497830" y="148754"/>
                  <a:pt x="487784" y="157386"/>
                </a:cubicBezTo>
                <a:lnTo>
                  <a:pt x="539576" y="157386"/>
                </a:lnTo>
                <a:lnTo>
                  <a:pt x="539576" y="135732"/>
                </a:lnTo>
                <a:lnTo>
                  <a:pt x="556319" y="135732"/>
                </a:lnTo>
                <a:lnTo>
                  <a:pt x="556319" y="157386"/>
                </a:lnTo>
                <a:lnTo>
                  <a:pt x="607442" y="157386"/>
                </a:lnTo>
                <a:cubicBezTo>
                  <a:pt x="596800" y="148828"/>
                  <a:pt x="587089" y="139229"/>
                  <a:pt x="578309" y="128588"/>
                </a:cubicBezTo>
                <a:close/>
                <a:moveTo>
                  <a:pt x="23663" y="125239"/>
                </a:moveTo>
                <a:lnTo>
                  <a:pt x="23663" y="152921"/>
                </a:lnTo>
                <a:lnTo>
                  <a:pt x="158055" y="152921"/>
                </a:lnTo>
                <a:lnTo>
                  <a:pt x="158055" y="125239"/>
                </a:lnTo>
                <a:close/>
                <a:moveTo>
                  <a:pt x="753219" y="124793"/>
                </a:moveTo>
                <a:lnTo>
                  <a:pt x="770632" y="124793"/>
                </a:lnTo>
                <a:cubicBezTo>
                  <a:pt x="770483" y="129630"/>
                  <a:pt x="770185" y="134243"/>
                  <a:pt x="769739" y="138634"/>
                </a:cubicBezTo>
                <a:lnTo>
                  <a:pt x="860598" y="138634"/>
                </a:lnTo>
                <a:cubicBezTo>
                  <a:pt x="859556" y="156791"/>
                  <a:pt x="858366" y="172790"/>
                  <a:pt x="857026" y="186631"/>
                </a:cubicBezTo>
                <a:cubicBezTo>
                  <a:pt x="855240" y="205532"/>
                  <a:pt x="843632" y="215057"/>
                  <a:pt x="822201" y="215206"/>
                </a:cubicBezTo>
                <a:cubicBezTo>
                  <a:pt x="811336" y="215355"/>
                  <a:pt x="796974" y="215206"/>
                  <a:pt x="779115" y="214759"/>
                </a:cubicBezTo>
                <a:cubicBezTo>
                  <a:pt x="778222" y="208508"/>
                  <a:pt x="776957" y="202034"/>
                  <a:pt x="775320" y="195337"/>
                </a:cubicBezTo>
                <a:cubicBezTo>
                  <a:pt x="793030" y="196825"/>
                  <a:pt x="808508" y="197570"/>
                  <a:pt x="821754" y="197570"/>
                </a:cubicBezTo>
                <a:cubicBezTo>
                  <a:pt x="832767" y="197570"/>
                  <a:pt x="838795" y="192807"/>
                  <a:pt x="839837" y="183282"/>
                </a:cubicBezTo>
                <a:cubicBezTo>
                  <a:pt x="840730" y="176287"/>
                  <a:pt x="841548" y="166465"/>
                  <a:pt x="842292" y="153814"/>
                </a:cubicBezTo>
                <a:lnTo>
                  <a:pt x="767171" y="153814"/>
                </a:lnTo>
                <a:cubicBezTo>
                  <a:pt x="763600" y="169516"/>
                  <a:pt x="757237" y="181645"/>
                  <a:pt x="748084" y="190203"/>
                </a:cubicBezTo>
                <a:cubicBezTo>
                  <a:pt x="733946" y="203746"/>
                  <a:pt x="710952" y="214238"/>
                  <a:pt x="679102" y="221680"/>
                </a:cubicBezTo>
                <a:cubicBezTo>
                  <a:pt x="676126" y="216768"/>
                  <a:pt x="672554" y="211262"/>
                  <a:pt x="668387" y="205160"/>
                </a:cubicBezTo>
                <a:cubicBezTo>
                  <a:pt x="700534" y="198611"/>
                  <a:pt x="722709" y="189533"/>
                  <a:pt x="734913" y="177924"/>
                </a:cubicBezTo>
                <a:cubicBezTo>
                  <a:pt x="741610" y="171971"/>
                  <a:pt x="746447" y="163934"/>
                  <a:pt x="749424" y="153814"/>
                </a:cubicBezTo>
                <a:lnTo>
                  <a:pt x="681335" y="153814"/>
                </a:lnTo>
                <a:lnTo>
                  <a:pt x="681335" y="138634"/>
                </a:lnTo>
                <a:lnTo>
                  <a:pt x="752437" y="138634"/>
                </a:lnTo>
                <a:cubicBezTo>
                  <a:pt x="752958" y="134318"/>
                  <a:pt x="753219" y="129704"/>
                  <a:pt x="753219" y="124793"/>
                </a:cubicBezTo>
                <a:close/>
                <a:moveTo>
                  <a:pt x="380404" y="102022"/>
                </a:moveTo>
                <a:lnTo>
                  <a:pt x="397817" y="102022"/>
                </a:lnTo>
                <a:lnTo>
                  <a:pt x="397817" y="125686"/>
                </a:lnTo>
                <a:lnTo>
                  <a:pt x="430411" y="125686"/>
                </a:lnTo>
                <a:lnTo>
                  <a:pt x="430411" y="140866"/>
                </a:lnTo>
                <a:lnTo>
                  <a:pt x="397817" y="140866"/>
                </a:lnTo>
                <a:lnTo>
                  <a:pt x="397817" y="189979"/>
                </a:lnTo>
                <a:cubicBezTo>
                  <a:pt x="397817" y="208583"/>
                  <a:pt x="388441" y="217959"/>
                  <a:pt x="369689" y="218108"/>
                </a:cubicBezTo>
                <a:cubicBezTo>
                  <a:pt x="362991" y="218257"/>
                  <a:pt x="352871" y="218182"/>
                  <a:pt x="339328" y="217885"/>
                </a:cubicBezTo>
                <a:cubicBezTo>
                  <a:pt x="338435" y="212080"/>
                  <a:pt x="337319" y="205681"/>
                  <a:pt x="335979" y="198686"/>
                </a:cubicBezTo>
                <a:cubicBezTo>
                  <a:pt x="347737" y="199876"/>
                  <a:pt x="357857" y="200472"/>
                  <a:pt x="366340" y="200472"/>
                </a:cubicBezTo>
                <a:cubicBezTo>
                  <a:pt x="375716" y="200472"/>
                  <a:pt x="380404" y="195263"/>
                  <a:pt x="380404" y="184845"/>
                </a:cubicBezTo>
                <a:lnTo>
                  <a:pt x="380404" y="140866"/>
                </a:lnTo>
                <a:lnTo>
                  <a:pt x="290661" y="140866"/>
                </a:lnTo>
                <a:lnTo>
                  <a:pt x="290661" y="125686"/>
                </a:lnTo>
                <a:lnTo>
                  <a:pt x="380404" y="125686"/>
                </a:lnTo>
                <a:close/>
                <a:moveTo>
                  <a:pt x="500509" y="98227"/>
                </a:moveTo>
                <a:lnTo>
                  <a:pt x="500509" y="114077"/>
                </a:lnTo>
                <a:lnTo>
                  <a:pt x="596280" y="114077"/>
                </a:lnTo>
                <a:lnTo>
                  <a:pt x="596280" y="98227"/>
                </a:lnTo>
                <a:close/>
                <a:moveTo>
                  <a:pt x="23663" y="81707"/>
                </a:moveTo>
                <a:lnTo>
                  <a:pt x="23663" y="109166"/>
                </a:lnTo>
                <a:lnTo>
                  <a:pt x="158055" y="109166"/>
                </a:lnTo>
                <a:lnTo>
                  <a:pt x="158055" y="81707"/>
                </a:lnTo>
                <a:close/>
                <a:moveTo>
                  <a:pt x="500509" y="68759"/>
                </a:moveTo>
                <a:lnTo>
                  <a:pt x="500509" y="84386"/>
                </a:lnTo>
                <a:lnTo>
                  <a:pt x="596280" y="84386"/>
                </a:lnTo>
                <a:lnTo>
                  <a:pt x="596280" y="68759"/>
                </a:lnTo>
                <a:close/>
                <a:moveTo>
                  <a:pt x="946323" y="65187"/>
                </a:moveTo>
                <a:lnTo>
                  <a:pt x="962620" y="72331"/>
                </a:lnTo>
                <a:cubicBezTo>
                  <a:pt x="947291" y="89446"/>
                  <a:pt x="935310" y="102096"/>
                  <a:pt x="926678" y="110282"/>
                </a:cubicBezTo>
                <a:cubicBezTo>
                  <a:pt x="931143" y="110133"/>
                  <a:pt x="947663" y="109612"/>
                  <a:pt x="976238" y="108719"/>
                </a:cubicBezTo>
                <a:cubicBezTo>
                  <a:pt x="971773" y="102915"/>
                  <a:pt x="967010" y="96887"/>
                  <a:pt x="961950" y="90637"/>
                </a:cubicBezTo>
                <a:lnTo>
                  <a:pt x="973559" y="81930"/>
                </a:lnTo>
                <a:cubicBezTo>
                  <a:pt x="985465" y="94581"/>
                  <a:pt x="996627" y="107529"/>
                  <a:pt x="1007045" y="120774"/>
                </a:cubicBezTo>
                <a:lnTo>
                  <a:pt x="993427" y="130597"/>
                </a:lnTo>
                <a:cubicBezTo>
                  <a:pt x="991195" y="127769"/>
                  <a:pt x="988888" y="124867"/>
                  <a:pt x="986507" y="121891"/>
                </a:cubicBezTo>
                <a:cubicBezTo>
                  <a:pt x="976238" y="122337"/>
                  <a:pt x="956220" y="123304"/>
                  <a:pt x="926455" y="124793"/>
                </a:cubicBezTo>
                <a:cubicBezTo>
                  <a:pt x="922436" y="124942"/>
                  <a:pt x="915814" y="125537"/>
                  <a:pt x="906586" y="126579"/>
                </a:cubicBezTo>
                <a:lnTo>
                  <a:pt x="900559" y="111175"/>
                </a:lnTo>
                <a:cubicBezTo>
                  <a:pt x="914400" y="104180"/>
                  <a:pt x="929655" y="88851"/>
                  <a:pt x="946323" y="65187"/>
                </a:cubicBezTo>
                <a:close/>
                <a:moveTo>
                  <a:pt x="1045889" y="64517"/>
                </a:moveTo>
                <a:lnTo>
                  <a:pt x="1062632" y="70768"/>
                </a:lnTo>
                <a:cubicBezTo>
                  <a:pt x="1050577" y="86097"/>
                  <a:pt x="1039862" y="98971"/>
                  <a:pt x="1030486" y="109389"/>
                </a:cubicBezTo>
                <a:cubicBezTo>
                  <a:pt x="1046410" y="109091"/>
                  <a:pt x="1062558" y="108570"/>
                  <a:pt x="1078929" y="107826"/>
                </a:cubicBezTo>
                <a:cubicBezTo>
                  <a:pt x="1073720" y="102022"/>
                  <a:pt x="1068511" y="96143"/>
                  <a:pt x="1063302" y="90190"/>
                </a:cubicBezTo>
                <a:lnTo>
                  <a:pt x="1074911" y="81260"/>
                </a:lnTo>
                <a:cubicBezTo>
                  <a:pt x="1087859" y="94060"/>
                  <a:pt x="1100881" y="108050"/>
                  <a:pt x="1113978" y="123230"/>
                </a:cubicBezTo>
                <a:lnTo>
                  <a:pt x="1100807" y="134169"/>
                </a:lnTo>
                <a:cubicBezTo>
                  <a:pt x="1097235" y="129704"/>
                  <a:pt x="1093589" y="125314"/>
                  <a:pt x="1089868" y="120998"/>
                </a:cubicBezTo>
                <a:cubicBezTo>
                  <a:pt x="1074092" y="121891"/>
                  <a:pt x="1054149" y="122932"/>
                  <a:pt x="1030039" y="124123"/>
                </a:cubicBezTo>
                <a:cubicBezTo>
                  <a:pt x="1026170" y="124272"/>
                  <a:pt x="1020291" y="124867"/>
                  <a:pt x="1012403" y="125909"/>
                </a:cubicBezTo>
                <a:lnTo>
                  <a:pt x="1005929" y="110505"/>
                </a:lnTo>
                <a:cubicBezTo>
                  <a:pt x="1017835" y="102617"/>
                  <a:pt x="1031155" y="87288"/>
                  <a:pt x="1045889" y="64517"/>
                </a:cubicBezTo>
                <a:close/>
                <a:moveTo>
                  <a:pt x="500509" y="39291"/>
                </a:moveTo>
                <a:lnTo>
                  <a:pt x="500509" y="54918"/>
                </a:lnTo>
                <a:lnTo>
                  <a:pt x="596280" y="54918"/>
                </a:lnTo>
                <a:lnTo>
                  <a:pt x="596280" y="39291"/>
                </a:lnTo>
                <a:close/>
                <a:moveTo>
                  <a:pt x="12055" y="9153"/>
                </a:moveTo>
                <a:cubicBezTo>
                  <a:pt x="26789" y="21208"/>
                  <a:pt x="40853" y="33561"/>
                  <a:pt x="54248" y="46211"/>
                </a:cubicBezTo>
                <a:lnTo>
                  <a:pt x="40630" y="59383"/>
                </a:lnTo>
                <a:cubicBezTo>
                  <a:pt x="25300" y="43309"/>
                  <a:pt x="11757" y="30287"/>
                  <a:pt x="0" y="20315"/>
                </a:cubicBezTo>
                <a:close/>
                <a:moveTo>
                  <a:pt x="165869" y="8037"/>
                </a:moveTo>
                <a:lnTo>
                  <a:pt x="179933" y="19869"/>
                </a:lnTo>
                <a:cubicBezTo>
                  <a:pt x="164455" y="34603"/>
                  <a:pt x="149274" y="48221"/>
                  <a:pt x="134391" y="60722"/>
                </a:cubicBezTo>
                <a:lnTo>
                  <a:pt x="122336" y="48667"/>
                </a:lnTo>
                <a:cubicBezTo>
                  <a:pt x="137666" y="36166"/>
                  <a:pt x="152176" y="22622"/>
                  <a:pt x="165869" y="8037"/>
                </a:cubicBezTo>
                <a:close/>
                <a:moveTo>
                  <a:pt x="249361" y="2233"/>
                </a:moveTo>
                <a:lnTo>
                  <a:pt x="266104" y="2233"/>
                </a:lnTo>
                <a:lnTo>
                  <a:pt x="266104" y="52239"/>
                </a:lnTo>
                <a:lnTo>
                  <a:pt x="294010" y="52239"/>
                </a:lnTo>
                <a:lnTo>
                  <a:pt x="294010" y="67196"/>
                </a:lnTo>
                <a:lnTo>
                  <a:pt x="266104" y="67196"/>
                </a:lnTo>
                <a:lnTo>
                  <a:pt x="266104" y="113854"/>
                </a:lnTo>
                <a:cubicBezTo>
                  <a:pt x="274513" y="110877"/>
                  <a:pt x="282848" y="107901"/>
                  <a:pt x="291107" y="104924"/>
                </a:cubicBezTo>
                <a:cubicBezTo>
                  <a:pt x="291852" y="111473"/>
                  <a:pt x="292670" y="117128"/>
                  <a:pt x="293563" y="121891"/>
                </a:cubicBezTo>
                <a:cubicBezTo>
                  <a:pt x="284931" y="124942"/>
                  <a:pt x="275778" y="128253"/>
                  <a:pt x="266104" y="131825"/>
                </a:cubicBezTo>
                <a:lnTo>
                  <a:pt x="266104" y="220787"/>
                </a:lnTo>
                <a:lnTo>
                  <a:pt x="249361" y="220787"/>
                </a:lnTo>
                <a:lnTo>
                  <a:pt x="249361" y="138076"/>
                </a:lnTo>
                <a:cubicBezTo>
                  <a:pt x="237381" y="142615"/>
                  <a:pt x="224730" y="147489"/>
                  <a:pt x="211410" y="152698"/>
                </a:cubicBezTo>
                <a:lnTo>
                  <a:pt x="208061" y="133722"/>
                </a:lnTo>
                <a:cubicBezTo>
                  <a:pt x="221977" y="129034"/>
                  <a:pt x="235743" y="124346"/>
                  <a:pt x="249361" y="119658"/>
                </a:cubicBezTo>
                <a:lnTo>
                  <a:pt x="249361" y="67196"/>
                </a:lnTo>
                <a:lnTo>
                  <a:pt x="231725" y="67196"/>
                </a:lnTo>
                <a:cubicBezTo>
                  <a:pt x="228674" y="81335"/>
                  <a:pt x="224953" y="94283"/>
                  <a:pt x="220563" y="106040"/>
                </a:cubicBezTo>
                <a:cubicBezTo>
                  <a:pt x="215949" y="102766"/>
                  <a:pt x="211038" y="99492"/>
                  <a:pt x="205829" y="96218"/>
                </a:cubicBezTo>
                <a:cubicBezTo>
                  <a:pt x="214163" y="76572"/>
                  <a:pt x="219596" y="52090"/>
                  <a:pt x="222126" y="22771"/>
                </a:cubicBezTo>
                <a:lnTo>
                  <a:pt x="238199" y="25450"/>
                </a:lnTo>
                <a:cubicBezTo>
                  <a:pt x="237232" y="34752"/>
                  <a:pt x="236004" y="43681"/>
                  <a:pt x="234516" y="52239"/>
                </a:cubicBezTo>
                <a:lnTo>
                  <a:pt x="249361" y="52239"/>
                </a:lnTo>
                <a:close/>
                <a:moveTo>
                  <a:pt x="81706" y="1786"/>
                </a:moveTo>
                <a:lnTo>
                  <a:pt x="99119" y="1786"/>
                </a:lnTo>
                <a:lnTo>
                  <a:pt x="99119" y="64964"/>
                </a:lnTo>
                <a:lnTo>
                  <a:pt x="175915" y="64964"/>
                </a:lnTo>
                <a:lnTo>
                  <a:pt x="175915" y="192212"/>
                </a:lnTo>
                <a:cubicBezTo>
                  <a:pt x="175915" y="210220"/>
                  <a:pt x="167655" y="219224"/>
                  <a:pt x="151135" y="219224"/>
                </a:cubicBezTo>
                <a:cubicBezTo>
                  <a:pt x="133573" y="219224"/>
                  <a:pt x="120625" y="219001"/>
                  <a:pt x="112290" y="218554"/>
                </a:cubicBezTo>
                <a:cubicBezTo>
                  <a:pt x="111398" y="213048"/>
                  <a:pt x="110281" y="206946"/>
                  <a:pt x="108942" y="200249"/>
                </a:cubicBezTo>
                <a:cubicBezTo>
                  <a:pt x="117127" y="201142"/>
                  <a:pt x="128959" y="201588"/>
                  <a:pt x="144437" y="201588"/>
                </a:cubicBezTo>
                <a:cubicBezTo>
                  <a:pt x="153516" y="201588"/>
                  <a:pt x="158055" y="197421"/>
                  <a:pt x="158055" y="189086"/>
                </a:cubicBezTo>
                <a:lnTo>
                  <a:pt x="158055" y="168995"/>
                </a:lnTo>
                <a:lnTo>
                  <a:pt x="23663" y="168995"/>
                </a:lnTo>
                <a:lnTo>
                  <a:pt x="23663" y="220564"/>
                </a:lnTo>
                <a:lnTo>
                  <a:pt x="5804" y="220564"/>
                </a:lnTo>
                <a:lnTo>
                  <a:pt x="5804" y="64964"/>
                </a:lnTo>
                <a:lnTo>
                  <a:pt x="81706" y="64964"/>
                </a:lnTo>
                <a:close/>
                <a:moveTo>
                  <a:pt x="347364" y="1117"/>
                </a:moveTo>
                <a:lnTo>
                  <a:pt x="364777" y="1117"/>
                </a:lnTo>
                <a:lnTo>
                  <a:pt x="364777" y="32147"/>
                </a:lnTo>
                <a:lnTo>
                  <a:pt x="419025" y="32147"/>
                </a:lnTo>
                <a:lnTo>
                  <a:pt x="419025" y="47328"/>
                </a:lnTo>
                <a:lnTo>
                  <a:pt x="364777" y="47328"/>
                </a:lnTo>
                <a:lnTo>
                  <a:pt x="364777" y="80367"/>
                </a:lnTo>
                <a:lnTo>
                  <a:pt x="429294" y="80367"/>
                </a:lnTo>
                <a:lnTo>
                  <a:pt x="429294" y="95548"/>
                </a:lnTo>
                <a:lnTo>
                  <a:pt x="285973" y="95548"/>
                </a:lnTo>
                <a:lnTo>
                  <a:pt x="285973" y="80367"/>
                </a:lnTo>
                <a:lnTo>
                  <a:pt x="347364" y="80367"/>
                </a:lnTo>
                <a:lnTo>
                  <a:pt x="347364" y="47328"/>
                </a:lnTo>
                <a:lnTo>
                  <a:pt x="295349" y="47328"/>
                </a:lnTo>
                <a:lnTo>
                  <a:pt x="295349" y="32147"/>
                </a:lnTo>
                <a:lnTo>
                  <a:pt x="347364" y="32147"/>
                </a:lnTo>
                <a:close/>
                <a:moveTo>
                  <a:pt x="990302" y="670"/>
                </a:moveTo>
                <a:lnTo>
                  <a:pt x="1009278" y="8260"/>
                </a:lnTo>
                <a:cubicBezTo>
                  <a:pt x="992460" y="21059"/>
                  <a:pt x="974749" y="33561"/>
                  <a:pt x="956146" y="45765"/>
                </a:cubicBezTo>
                <a:cubicBezTo>
                  <a:pt x="965076" y="45467"/>
                  <a:pt x="996255" y="44351"/>
                  <a:pt x="1049684" y="42416"/>
                </a:cubicBezTo>
                <a:cubicBezTo>
                  <a:pt x="1042094" y="36463"/>
                  <a:pt x="1034132" y="30287"/>
                  <a:pt x="1025797" y="23887"/>
                </a:cubicBezTo>
                <a:lnTo>
                  <a:pt x="1037629" y="13395"/>
                </a:lnTo>
                <a:cubicBezTo>
                  <a:pt x="1060251" y="29766"/>
                  <a:pt x="1080492" y="45318"/>
                  <a:pt x="1098351" y="60052"/>
                </a:cubicBezTo>
                <a:lnTo>
                  <a:pt x="1085626" y="72554"/>
                </a:lnTo>
                <a:cubicBezTo>
                  <a:pt x="1079822" y="67345"/>
                  <a:pt x="1073571" y="61987"/>
                  <a:pt x="1066874" y="56481"/>
                </a:cubicBezTo>
                <a:cubicBezTo>
                  <a:pt x="1025649" y="57969"/>
                  <a:pt x="985763" y="59680"/>
                  <a:pt x="947216" y="61615"/>
                </a:cubicBezTo>
                <a:cubicBezTo>
                  <a:pt x="943198" y="61764"/>
                  <a:pt x="936501" y="62434"/>
                  <a:pt x="927124" y="63624"/>
                </a:cubicBezTo>
                <a:lnTo>
                  <a:pt x="921320" y="46211"/>
                </a:lnTo>
                <a:cubicBezTo>
                  <a:pt x="929655" y="43533"/>
                  <a:pt x="936649" y="40630"/>
                  <a:pt x="942305" y="37505"/>
                </a:cubicBezTo>
                <a:cubicBezTo>
                  <a:pt x="956295" y="29022"/>
                  <a:pt x="972294" y="16743"/>
                  <a:pt x="990302" y="670"/>
                </a:cubicBezTo>
                <a:close/>
                <a:moveTo>
                  <a:pt x="483765" y="670"/>
                </a:moveTo>
                <a:lnTo>
                  <a:pt x="500509" y="670"/>
                </a:lnTo>
                <a:lnTo>
                  <a:pt x="500509" y="24780"/>
                </a:lnTo>
                <a:lnTo>
                  <a:pt x="596280" y="24780"/>
                </a:lnTo>
                <a:lnTo>
                  <a:pt x="596280" y="670"/>
                </a:lnTo>
                <a:lnTo>
                  <a:pt x="613023" y="670"/>
                </a:lnTo>
                <a:lnTo>
                  <a:pt x="613023" y="24780"/>
                </a:lnTo>
                <a:lnTo>
                  <a:pt x="650527" y="24780"/>
                </a:lnTo>
                <a:lnTo>
                  <a:pt x="650527" y="39291"/>
                </a:lnTo>
                <a:lnTo>
                  <a:pt x="613023" y="39291"/>
                </a:lnTo>
                <a:lnTo>
                  <a:pt x="613023" y="114077"/>
                </a:lnTo>
                <a:lnTo>
                  <a:pt x="656778" y="114077"/>
                </a:lnTo>
                <a:lnTo>
                  <a:pt x="656778" y="128588"/>
                </a:lnTo>
                <a:lnTo>
                  <a:pt x="598065" y="128588"/>
                </a:lnTo>
                <a:cubicBezTo>
                  <a:pt x="614809" y="145257"/>
                  <a:pt x="635272" y="157833"/>
                  <a:pt x="659457" y="166316"/>
                </a:cubicBezTo>
                <a:cubicBezTo>
                  <a:pt x="654546" y="172418"/>
                  <a:pt x="650527" y="177775"/>
                  <a:pt x="647402" y="182389"/>
                </a:cubicBezTo>
                <a:cubicBezTo>
                  <a:pt x="633710" y="175915"/>
                  <a:pt x="621134" y="168176"/>
                  <a:pt x="609674" y="159172"/>
                </a:cubicBezTo>
                <a:lnTo>
                  <a:pt x="609674" y="171450"/>
                </a:lnTo>
                <a:lnTo>
                  <a:pt x="556319" y="171450"/>
                </a:lnTo>
                <a:lnTo>
                  <a:pt x="556319" y="194667"/>
                </a:lnTo>
                <a:lnTo>
                  <a:pt x="643607" y="194667"/>
                </a:lnTo>
                <a:lnTo>
                  <a:pt x="643607" y="209178"/>
                </a:lnTo>
                <a:lnTo>
                  <a:pt x="452288" y="209178"/>
                </a:lnTo>
                <a:lnTo>
                  <a:pt x="452288" y="194667"/>
                </a:lnTo>
                <a:lnTo>
                  <a:pt x="539576" y="194667"/>
                </a:lnTo>
                <a:lnTo>
                  <a:pt x="539576" y="171450"/>
                </a:lnTo>
                <a:lnTo>
                  <a:pt x="485551" y="171450"/>
                </a:lnTo>
                <a:lnTo>
                  <a:pt x="485551" y="159284"/>
                </a:lnTo>
                <a:cubicBezTo>
                  <a:pt x="473720" y="169181"/>
                  <a:pt x="461367" y="177775"/>
                  <a:pt x="448493" y="185068"/>
                </a:cubicBezTo>
                <a:cubicBezTo>
                  <a:pt x="445665" y="181050"/>
                  <a:pt x="441796" y="176362"/>
                  <a:pt x="436885" y="171004"/>
                </a:cubicBezTo>
                <a:cubicBezTo>
                  <a:pt x="459804" y="159842"/>
                  <a:pt x="479635" y="145703"/>
                  <a:pt x="496379" y="128588"/>
                </a:cubicBezTo>
                <a:lnTo>
                  <a:pt x="439340" y="128588"/>
                </a:lnTo>
                <a:lnTo>
                  <a:pt x="439340" y="114077"/>
                </a:lnTo>
                <a:lnTo>
                  <a:pt x="483765" y="114077"/>
                </a:lnTo>
                <a:lnTo>
                  <a:pt x="483765" y="39291"/>
                </a:lnTo>
                <a:lnTo>
                  <a:pt x="446261" y="39291"/>
                </a:lnTo>
                <a:lnTo>
                  <a:pt x="446261" y="24780"/>
                </a:lnTo>
                <a:lnTo>
                  <a:pt x="483765" y="24780"/>
                </a:lnTo>
                <a:close/>
                <a:moveTo>
                  <a:pt x="787821" y="224"/>
                </a:moveTo>
                <a:lnTo>
                  <a:pt x="803895" y="224"/>
                </a:lnTo>
                <a:lnTo>
                  <a:pt x="803895" y="29692"/>
                </a:lnTo>
                <a:lnTo>
                  <a:pt x="851222" y="29692"/>
                </a:lnTo>
                <a:cubicBezTo>
                  <a:pt x="851222" y="58713"/>
                  <a:pt x="851966" y="78582"/>
                  <a:pt x="853455" y="89297"/>
                </a:cubicBezTo>
                <a:cubicBezTo>
                  <a:pt x="855092" y="101352"/>
                  <a:pt x="858366" y="107380"/>
                  <a:pt x="863277" y="107380"/>
                </a:cubicBezTo>
                <a:cubicBezTo>
                  <a:pt x="866105" y="107380"/>
                  <a:pt x="868189" y="103882"/>
                  <a:pt x="869528" y="96887"/>
                </a:cubicBezTo>
                <a:cubicBezTo>
                  <a:pt x="870719" y="90041"/>
                  <a:pt x="871537" y="81930"/>
                  <a:pt x="871984" y="72554"/>
                </a:cubicBezTo>
                <a:cubicBezTo>
                  <a:pt x="877193" y="74786"/>
                  <a:pt x="882402" y="76796"/>
                  <a:pt x="887611" y="78582"/>
                </a:cubicBezTo>
                <a:cubicBezTo>
                  <a:pt x="886866" y="87660"/>
                  <a:pt x="885899" y="95325"/>
                  <a:pt x="884708" y="101575"/>
                </a:cubicBezTo>
                <a:cubicBezTo>
                  <a:pt x="881732" y="118095"/>
                  <a:pt x="874439" y="126355"/>
                  <a:pt x="862831" y="126355"/>
                </a:cubicBezTo>
                <a:cubicBezTo>
                  <a:pt x="849585" y="126355"/>
                  <a:pt x="841325" y="117202"/>
                  <a:pt x="838051" y="98897"/>
                </a:cubicBezTo>
                <a:cubicBezTo>
                  <a:pt x="836116" y="87437"/>
                  <a:pt x="835149" y="69429"/>
                  <a:pt x="835149" y="44872"/>
                </a:cubicBezTo>
                <a:lnTo>
                  <a:pt x="803448" y="44872"/>
                </a:lnTo>
                <a:cubicBezTo>
                  <a:pt x="802779" y="57299"/>
                  <a:pt x="801067" y="67792"/>
                  <a:pt x="798314" y="76349"/>
                </a:cubicBezTo>
                <a:cubicBezTo>
                  <a:pt x="808806" y="82228"/>
                  <a:pt x="818331" y="87883"/>
                  <a:pt x="826889" y="93316"/>
                </a:cubicBezTo>
                <a:lnTo>
                  <a:pt x="817289" y="108273"/>
                </a:lnTo>
                <a:cubicBezTo>
                  <a:pt x="809253" y="102617"/>
                  <a:pt x="800621" y="96962"/>
                  <a:pt x="791393" y="91306"/>
                </a:cubicBezTo>
                <a:cubicBezTo>
                  <a:pt x="783729" y="103510"/>
                  <a:pt x="768622" y="115714"/>
                  <a:pt x="746075" y="127918"/>
                </a:cubicBezTo>
                <a:cubicBezTo>
                  <a:pt x="742801" y="123007"/>
                  <a:pt x="738931" y="118244"/>
                  <a:pt x="734466" y="113631"/>
                </a:cubicBezTo>
                <a:cubicBezTo>
                  <a:pt x="755228" y="103436"/>
                  <a:pt x="769218" y="93018"/>
                  <a:pt x="776436" y="82377"/>
                </a:cubicBezTo>
                <a:cubicBezTo>
                  <a:pt x="770334" y="78805"/>
                  <a:pt x="764009" y="75233"/>
                  <a:pt x="757460" y="71661"/>
                </a:cubicBezTo>
                <a:lnTo>
                  <a:pt x="765274" y="59159"/>
                </a:lnTo>
                <a:cubicBezTo>
                  <a:pt x="771525" y="62285"/>
                  <a:pt x="777552" y="65336"/>
                  <a:pt x="783356" y="68312"/>
                </a:cubicBezTo>
                <a:cubicBezTo>
                  <a:pt x="785366" y="61987"/>
                  <a:pt x="786705" y="54174"/>
                  <a:pt x="787375" y="44872"/>
                </a:cubicBezTo>
                <a:lnTo>
                  <a:pt x="763041" y="44872"/>
                </a:lnTo>
                <a:lnTo>
                  <a:pt x="763041" y="29692"/>
                </a:lnTo>
                <a:lnTo>
                  <a:pt x="787821" y="29692"/>
                </a:lnTo>
                <a:close/>
                <a:moveTo>
                  <a:pt x="709240" y="0"/>
                </a:moveTo>
                <a:lnTo>
                  <a:pt x="725314" y="0"/>
                </a:lnTo>
                <a:lnTo>
                  <a:pt x="725314" y="31701"/>
                </a:lnTo>
                <a:lnTo>
                  <a:pt x="752103" y="31701"/>
                </a:lnTo>
                <a:lnTo>
                  <a:pt x="752103" y="46881"/>
                </a:lnTo>
                <a:lnTo>
                  <a:pt x="725314" y="46881"/>
                </a:lnTo>
                <a:lnTo>
                  <a:pt x="725314" y="67308"/>
                </a:lnTo>
                <a:cubicBezTo>
                  <a:pt x="733573" y="65671"/>
                  <a:pt x="742652" y="63848"/>
                  <a:pt x="752549" y="61838"/>
                </a:cubicBezTo>
                <a:cubicBezTo>
                  <a:pt x="752847" y="69875"/>
                  <a:pt x="753070" y="75159"/>
                  <a:pt x="753219" y="77689"/>
                </a:cubicBezTo>
                <a:cubicBezTo>
                  <a:pt x="743768" y="79549"/>
                  <a:pt x="734466" y="81409"/>
                  <a:pt x="725314" y="83270"/>
                </a:cubicBezTo>
                <a:lnTo>
                  <a:pt x="725314" y="106040"/>
                </a:lnTo>
                <a:cubicBezTo>
                  <a:pt x="725314" y="120774"/>
                  <a:pt x="718170" y="128216"/>
                  <a:pt x="703882" y="128365"/>
                </a:cubicBezTo>
                <a:cubicBezTo>
                  <a:pt x="697483" y="128513"/>
                  <a:pt x="689595" y="128439"/>
                  <a:pt x="680219" y="128141"/>
                </a:cubicBezTo>
                <a:cubicBezTo>
                  <a:pt x="679623" y="122188"/>
                  <a:pt x="678730" y="116756"/>
                  <a:pt x="677540" y="111845"/>
                </a:cubicBezTo>
                <a:cubicBezTo>
                  <a:pt x="687214" y="112589"/>
                  <a:pt x="694953" y="112961"/>
                  <a:pt x="700757" y="112961"/>
                </a:cubicBezTo>
                <a:cubicBezTo>
                  <a:pt x="706412" y="112961"/>
                  <a:pt x="709240" y="109984"/>
                  <a:pt x="709240" y="104031"/>
                </a:cubicBezTo>
                <a:lnTo>
                  <a:pt x="709240" y="86730"/>
                </a:lnTo>
                <a:cubicBezTo>
                  <a:pt x="697706" y="89260"/>
                  <a:pt x="686395" y="91827"/>
                  <a:pt x="675307" y="94432"/>
                </a:cubicBezTo>
                <a:lnTo>
                  <a:pt x="671289" y="77465"/>
                </a:lnTo>
                <a:cubicBezTo>
                  <a:pt x="679995" y="76051"/>
                  <a:pt x="692646" y="73745"/>
                  <a:pt x="709240" y="70545"/>
                </a:cubicBezTo>
                <a:lnTo>
                  <a:pt x="709240" y="46881"/>
                </a:lnTo>
                <a:lnTo>
                  <a:pt x="673521" y="46881"/>
                </a:lnTo>
                <a:lnTo>
                  <a:pt x="673521" y="31701"/>
                </a:lnTo>
                <a:lnTo>
                  <a:pt x="709240" y="31701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EE706E0F-3C9E-4F2F-AC2D-E04BFB91F73E}"/>
              </a:ext>
            </a:extLst>
          </p:cNvPr>
          <p:cNvGrpSpPr/>
          <p:nvPr/>
        </p:nvGrpSpPr>
        <p:grpSpPr>
          <a:xfrm>
            <a:off x="2901548" y="1564396"/>
            <a:ext cx="6235957" cy="2379008"/>
            <a:chOff x="2901548" y="1564396"/>
            <a:chExt cx="6235957" cy="2379008"/>
          </a:xfrm>
        </p:grpSpPr>
        <p:grpSp>
          <p:nvGrpSpPr>
            <p:cNvPr id="129" name="组合 128">
              <a:extLst>
                <a:ext uri="{FF2B5EF4-FFF2-40B4-BE49-F238E27FC236}">
                  <a16:creationId xmlns:a16="http://schemas.microsoft.com/office/drawing/2014/main" id="{46D0566A-0ADE-41F2-AAC0-508BEF017E4D}"/>
                </a:ext>
              </a:extLst>
            </p:cNvPr>
            <p:cNvGrpSpPr/>
            <p:nvPr/>
          </p:nvGrpSpPr>
          <p:grpSpPr>
            <a:xfrm flipH="1">
              <a:off x="5516358" y="1564396"/>
              <a:ext cx="1393965" cy="734252"/>
              <a:chOff x="4128293" y="5205575"/>
              <a:chExt cx="801688" cy="422278"/>
            </a:xfrm>
          </p:grpSpPr>
          <p:sp>
            <p:nvSpPr>
              <p:cNvPr id="130" name="椭圆 129">
                <a:extLst>
                  <a:ext uri="{FF2B5EF4-FFF2-40B4-BE49-F238E27FC236}">
                    <a16:creationId xmlns:a16="http://schemas.microsoft.com/office/drawing/2014/main" id="{81CA89C3-AFE7-4657-979B-38616418A420}"/>
                  </a:ext>
                </a:extLst>
              </p:cNvPr>
              <p:cNvSpPr/>
              <p:nvPr/>
            </p:nvSpPr>
            <p:spPr>
              <a:xfrm>
                <a:off x="4128293" y="5205575"/>
                <a:ext cx="148700" cy="42227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ED24459A-67FB-48AF-B87C-3D7588175DD9}"/>
                  </a:ext>
                </a:extLst>
              </p:cNvPr>
              <p:cNvSpPr/>
              <p:nvPr/>
            </p:nvSpPr>
            <p:spPr>
              <a:xfrm>
                <a:off x="4151659" y="5297589"/>
                <a:ext cx="73025" cy="24134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68997984-9AB1-46A6-B516-D7928E0693FF}"/>
                  </a:ext>
                </a:extLst>
              </p:cNvPr>
              <p:cNvSpPr/>
              <p:nvPr/>
            </p:nvSpPr>
            <p:spPr>
              <a:xfrm>
                <a:off x="4151978" y="5369183"/>
                <a:ext cx="45719" cy="9106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任意多边形 211">
                <a:extLst>
                  <a:ext uri="{FF2B5EF4-FFF2-40B4-BE49-F238E27FC236}">
                    <a16:creationId xmlns:a16="http://schemas.microsoft.com/office/drawing/2014/main" id="{D5A2E70F-7B0C-46FE-A7B8-241C1E233E63}"/>
                  </a:ext>
                </a:extLst>
              </p:cNvPr>
              <p:cNvSpPr/>
              <p:nvPr/>
            </p:nvSpPr>
            <p:spPr>
              <a:xfrm>
                <a:off x="4211393" y="5205575"/>
                <a:ext cx="718588" cy="422278"/>
              </a:xfrm>
              <a:custGeom>
                <a:avLst/>
                <a:gdLst>
                  <a:gd name="connsiteX0" fmla="*/ 0 w 751645"/>
                  <a:gd name="connsiteY0" fmla="*/ 0 h 422278"/>
                  <a:gd name="connsiteX1" fmla="*/ 686044 w 751645"/>
                  <a:gd name="connsiteY1" fmla="*/ 0 h 422278"/>
                  <a:gd name="connsiteX2" fmla="*/ 751645 w 751645"/>
                  <a:gd name="connsiteY2" fmla="*/ 211139 h 422278"/>
                  <a:gd name="connsiteX3" fmla="*/ 686044 w 751645"/>
                  <a:gd name="connsiteY3" fmla="*/ 422278 h 422278"/>
                  <a:gd name="connsiteX4" fmla="*/ 686041 w 751645"/>
                  <a:gd name="connsiteY4" fmla="*/ 422277 h 422278"/>
                  <a:gd name="connsiteX5" fmla="*/ 0 w 751645"/>
                  <a:gd name="connsiteY5" fmla="*/ 422277 h 422278"/>
                  <a:gd name="connsiteX6" fmla="*/ 0 w 751645"/>
                  <a:gd name="connsiteY6" fmla="*/ 419773 h 422278"/>
                  <a:gd name="connsiteX7" fmla="*/ 6235 w 751645"/>
                  <a:gd name="connsiteY7" fmla="*/ 417989 h 422278"/>
                  <a:gd name="connsiteX8" fmla="*/ 65601 w 751645"/>
                  <a:gd name="connsiteY8" fmla="*/ 211139 h 422278"/>
                  <a:gd name="connsiteX9" fmla="*/ 6235 w 751645"/>
                  <a:gd name="connsiteY9" fmla="*/ 4290 h 422278"/>
                  <a:gd name="connsiteX10" fmla="*/ 0 w 751645"/>
                  <a:gd name="connsiteY10" fmla="*/ 2505 h 422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1645" h="422278">
                    <a:moveTo>
                      <a:pt x="0" y="0"/>
                    </a:moveTo>
                    <a:lnTo>
                      <a:pt x="686044" y="0"/>
                    </a:lnTo>
                    <a:cubicBezTo>
                      <a:pt x="722274" y="0"/>
                      <a:pt x="751645" y="94530"/>
                      <a:pt x="751645" y="211139"/>
                    </a:cubicBezTo>
                    <a:cubicBezTo>
                      <a:pt x="751645" y="327748"/>
                      <a:pt x="722274" y="422278"/>
                      <a:pt x="686044" y="422278"/>
                    </a:cubicBezTo>
                    <a:lnTo>
                      <a:pt x="686041" y="422277"/>
                    </a:lnTo>
                    <a:lnTo>
                      <a:pt x="0" y="422277"/>
                    </a:lnTo>
                    <a:lnTo>
                      <a:pt x="0" y="419773"/>
                    </a:lnTo>
                    <a:lnTo>
                      <a:pt x="6235" y="417989"/>
                    </a:lnTo>
                    <a:cubicBezTo>
                      <a:pt x="40115" y="398301"/>
                      <a:pt x="65601" y="313172"/>
                      <a:pt x="65601" y="211139"/>
                    </a:cubicBezTo>
                    <a:cubicBezTo>
                      <a:pt x="65601" y="109106"/>
                      <a:pt x="40115" y="23978"/>
                      <a:pt x="6235" y="4290"/>
                    </a:cubicBezTo>
                    <a:lnTo>
                      <a:pt x="0" y="2505"/>
                    </a:lnTo>
                    <a:close/>
                  </a:path>
                </a:pathLst>
              </a:custGeom>
              <a:gradFill>
                <a:gsLst>
                  <a:gs pos="26000">
                    <a:schemeClr val="accent1">
                      <a:lumMod val="5000"/>
                      <a:lumOff val="95000"/>
                    </a:schemeClr>
                  </a:gs>
                  <a:gs pos="93000">
                    <a:schemeClr val="tx2">
                      <a:lumMod val="60000"/>
                      <a:lumOff val="40000"/>
                    </a:schemeClr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DA021C78-34DE-4258-A86F-4B7167CF0B78}"/>
                  </a:ext>
                </a:extLst>
              </p:cNvPr>
              <p:cNvSpPr/>
              <p:nvPr/>
            </p:nvSpPr>
            <p:spPr>
              <a:xfrm>
                <a:off x="4719369" y="5321774"/>
                <a:ext cx="168983" cy="16898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14F2F90C-5B42-4043-B017-8DC5CF9275EC}"/>
                  </a:ext>
                </a:extLst>
              </p:cNvPr>
              <p:cNvSpPr/>
              <p:nvPr/>
            </p:nvSpPr>
            <p:spPr>
              <a:xfrm>
                <a:off x="4318085" y="5321775"/>
                <a:ext cx="168983" cy="16898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36" name="直接连接符 135">
                <a:extLst>
                  <a:ext uri="{FF2B5EF4-FFF2-40B4-BE49-F238E27FC236}">
                    <a16:creationId xmlns:a16="http://schemas.microsoft.com/office/drawing/2014/main" id="{8F317E0C-9D28-4A97-8B3F-F48A35F6C5C0}"/>
                  </a:ext>
                </a:extLst>
              </p:cNvPr>
              <p:cNvCxnSpPr/>
              <p:nvPr/>
            </p:nvCxnSpPr>
            <p:spPr>
              <a:xfrm>
                <a:off x="4348955" y="5406266"/>
                <a:ext cx="1047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>
                <a:extLst>
                  <a:ext uri="{FF2B5EF4-FFF2-40B4-BE49-F238E27FC236}">
                    <a16:creationId xmlns:a16="http://schemas.microsoft.com/office/drawing/2014/main" id="{99E2E242-46BE-447A-A403-42BDCEDC4644}"/>
                  </a:ext>
                </a:extLst>
              </p:cNvPr>
              <p:cNvCxnSpPr/>
              <p:nvPr/>
            </p:nvCxnSpPr>
            <p:spPr>
              <a:xfrm>
                <a:off x="4751472" y="5402736"/>
                <a:ext cx="1047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>
                <a:extLst>
                  <a:ext uri="{FF2B5EF4-FFF2-40B4-BE49-F238E27FC236}">
                    <a16:creationId xmlns:a16="http://schemas.microsoft.com/office/drawing/2014/main" id="{12B34F8A-83A4-47BE-AC64-B72BF2E492AE}"/>
                  </a:ext>
                </a:extLst>
              </p:cNvPr>
              <p:cNvCxnSpPr/>
              <p:nvPr/>
            </p:nvCxnSpPr>
            <p:spPr>
              <a:xfrm>
                <a:off x="4401342" y="5348324"/>
                <a:ext cx="0" cy="1119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9" name="任意多边形: 形状 138">
              <a:extLst>
                <a:ext uri="{FF2B5EF4-FFF2-40B4-BE49-F238E27FC236}">
                  <a16:creationId xmlns:a16="http://schemas.microsoft.com/office/drawing/2014/main" id="{801100BF-7E75-48CF-AC9C-2FC2EE45B5CA}"/>
                </a:ext>
              </a:extLst>
            </p:cNvPr>
            <p:cNvSpPr/>
            <p:nvPr/>
          </p:nvSpPr>
          <p:spPr>
            <a:xfrm flipV="1">
              <a:off x="6837279" y="1907217"/>
              <a:ext cx="2300226" cy="2017342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0" name="任意多边形: 形状 139">
              <a:extLst>
                <a:ext uri="{FF2B5EF4-FFF2-40B4-BE49-F238E27FC236}">
                  <a16:creationId xmlns:a16="http://schemas.microsoft.com/office/drawing/2014/main" id="{F1C40194-0C20-45BA-99A5-09513255AE93}"/>
                </a:ext>
              </a:extLst>
            </p:cNvPr>
            <p:cNvSpPr/>
            <p:nvPr/>
          </p:nvSpPr>
          <p:spPr>
            <a:xfrm rot="10800000" flipV="1">
              <a:off x="2901548" y="1915951"/>
              <a:ext cx="2641647" cy="2027453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20387464 w 25194307"/>
                <a:gd name="connsiteY0" fmla="*/ 2581405 h 2642807"/>
                <a:gd name="connsiteX1" fmla="*/ 21882889 w 25194307"/>
                <a:gd name="connsiteY1" fmla="*/ 2609980 h 2642807"/>
                <a:gd name="connsiteX2" fmla="*/ 23330689 w 25194307"/>
                <a:gd name="connsiteY2" fmla="*/ 2429005 h 2642807"/>
                <a:gd name="connsiteX3" fmla="*/ 23435464 w 25194307"/>
                <a:gd name="connsiteY3" fmla="*/ 485905 h 2642807"/>
                <a:gd name="connsiteX4" fmla="*/ 0 w 25194307"/>
                <a:gd name="connsiteY4" fmla="*/ 130 h 2642807"/>
                <a:gd name="connsiteX0" fmla="*/ 20387464 w 27512420"/>
                <a:gd name="connsiteY0" fmla="*/ 2629870 h 2709399"/>
                <a:gd name="connsiteX1" fmla="*/ 21882889 w 27512420"/>
                <a:gd name="connsiteY1" fmla="*/ 2658445 h 2709399"/>
                <a:gd name="connsiteX2" fmla="*/ 23330689 w 27512420"/>
                <a:gd name="connsiteY2" fmla="*/ 2477470 h 2709399"/>
                <a:gd name="connsiteX3" fmla="*/ 26219752 w 27512420"/>
                <a:gd name="connsiteY3" fmla="*/ 258145 h 2709399"/>
                <a:gd name="connsiteX4" fmla="*/ 0 w 27512420"/>
                <a:gd name="connsiteY4" fmla="*/ 48595 h 2709399"/>
                <a:gd name="connsiteX0" fmla="*/ 20387464 w 27512420"/>
                <a:gd name="connsiteY0" fmla="*/ 2629870 h 2693407"/>
                <a:gd name="connsiteX1" fmla="*/ 23330689 w 27512420"/>
                <a:gd name="connsiteY1" fmla="*/ 2477470 h 2693407"/>
                <a:gd name="connsiteX2" fmla="*/ 26219752 w 27512420"/>
                <a:gd name="connsiteY2" fmla="*/ 258145 h 2693407"/>
                <a:gd name="connsiteX3" fmla="*/ 0 w 27512420"/>
                <a:gd name="connsiteY3" fmla="*/ 48595 h 2693407"/>
                <a:gd name="connsiteX0" fmla="*/ 20387464 w 27722404"/>
                <a:gd name="connsiteY0" fmla="*/ 2629870 h 2693407"/>
                <a:gd name="connsiteX1" fmla="*/ 24233700 w 27722404"/>
                <a:gd name="connsiteY1" fmla="*/ 2477470 h 2693407"/>
                <a:gd name="connsiteX2" fmla="*/ 26219752 w 27722404"/>
                <a:gd name="connsiteY2" fmla="*/ 258145 h 2693407"/>
                <a:gd name="connsiteX3" fmla="*/ 0 w 27722404"/>
                <a:gd name="connsiteY3" fmla="*/ 48595 h 2693407"/>
                <a:gd name="connsiteX0" fmla="*/ 20387464 w 27690510"/>
                <a:gd name="connsiteY0" fmla="*/ 2629870 h 2643563"/>
                <a:gd name="connsiteX1" fmla="*/ 24233700 w 27690510"/>
                <a:gd name="connsiteY1" fmla="*/ 2477470 h 2643563"/>
                <a:gd name="connsiteX2" fmla="*/ 26219752 w 27690510"/>
                <a:gd name="connsiteY2" fmla="*/ 258145 h 2643563"/>
                <a:gd name="connsiteX3" fmla="*/ 0 w 27690510"/>
                <a:gd name="connsiteY3" fmla="*/ 48595 h 2643563"/>
                <a:gd name="connsiteX0" fmla="*/ 20387464 w 27766401"/>
                <a:gd name="connsiteY0" fmla="*/ 2617440 h 2617440"/>
                <a:gd name="connsiteX1" fmla="*/ 24534704 w 27766401"/>
                <a:gd name="connsiteY1" fmla="*/ 2255490 h 2617440"/>
                <a:gd name="connsiteX2" fmla="*/ 26219752 w 27766401"/>
                <a:gd name="connsiteY2" fmla="*/ 245715 h 2617440"/>
                <a:gd name="connsiteX3" fmla="*/ 0 w 27766401"/>
                <a:gd name="connsiteY3" fmla="*/ 36165 h 2617440"/>
                <a:gd name="connsiteX0" fmla="*/ 20387463 w 27844283"/>
                <a:gd name="connsiteY0" fmla="*/ 2426940 h 2466365"/>
                <a:gd name="connsiteX1" fmla="*/ 24534704 w 27844283"/>
                <a:gd name="connsiteY1" fmla="*/ 2255490 h 2466365"/>
                <a:gd name="connsiteX2" fmla="*/ 26219752 w 27844283"/>
                <a:gd name="connsiteY2" fmla="*/ 245715 h 2466365"/>
                <a:gd name="connsiteX3" fmla="*/ 0 w 27844283"/>
                <a:gd name="connsiteY3" fmla="*/ 36165 h 2466365"/>
                <a:gd name="connsiteX0" fmla="*/ 20387463 w 25371962"/>
                <a:gd name="connsiteY0" fmla="*/ 2440487 h 2481821"/>
                <a:gd name="connsiteX1" fmla="*/ 24534704 w 25371962"/>
                <a:gd name="connsiteY1" fmla="*/ 2269037 h 2481821"/>
                <a:gd name="connsiteX2" fmla="*/ 22833452 w 25371962"/>
                <a:gd name="connsiteY2" fmla="*/ 230687 h 2481821"/>
                <a:gd name="connsiteX3" fmla="*/ 0 w 25371962"/>
                <a:gd name="connsiteY3" fmla="*/ 49712 h 2481821"/>
                <a:gd name="connsiteX0" fmla="*/ 21064723 w 26093006"/>
                <a:gd name="connsiteY0" fmla="*/ 2457162 h 2498496"/>
                <a:gd name="connsiteX1" fmla="*/ 25211964 w 26093006"/>
                <a:gd name="connsiteY1" fmla="*/ 2285712 h 2498496"/>
                <a:gd name="connsiteX2" fmla="*/ 23510712 w 26093006"/>
                <a:gd name="connsiteY2" fmla="*/ 247362 h 2498496"/>
                <a:gd name="connsiteX3" fmla="*/ 0 w 26093006"/>
                <a:gd name="connsiteY3" fmla="*/ 37812 h 2498496"/>
                <a:gd name="connsiteX0" fmla="*/ 20914221 w 25932739"/>
                <a:gd name="connsiteY0" fmla="*/ 2435240 h 2476574"/>
                <a:gd name="connsiteX1" fmla="*/ 25061462 w 25932739"/>
                <a:gd name="connsiteY1" fmla="*/ 2263790 h 2476574"/>
                <a:gd name="connsiteX2" fmla="*/ 23360210 w 25932739"/>
                <a:gd name="connsiteY2" fmla="*/ 225440 h 2476574"/>
                <a:gd name="connsiteX3" fmla="*/ 0 w 25932739"/>
                <a:gd name="connsiteY3" fmla="*/ 53990 h 2476574"/>
                <a:gd name="connsiteX0" fmla="*/ 20914221 w 25853561"/>
                <a:gd name="connsiteY0" fmla="*/ 2429982 h 2432928"/>
                <a:gd name="connsiteX1" fmla="*/ 24910959 w 25853561"/>
                <a:gd name="connsiteY1" fmla="*/ 2175982 h 2432928"/>
                <a:gd name="connsiteX2" fmla="*/ 23360210 w 25853561"/>
                <a:gd name="connsiteY2" fmla="*/ 220182 h 2432928"/>
                <a:gd name="connsiteX3" fmla="*/ 0 w 25853561"/>
                <a:gd name="connsiteY3" fmla="*/ 48732 h 2432928"/>
                <a:gd name="connsiteX0" fmla="*/ 20914221 w 25853561"/>
                <a:gd name="connsiteY0" fmla="*/ 2429982 h 2429982"/>
                <a:gd name="connsiteX1" fmla="*/ 24910959 w 25853561"/>
                <a:gd name="connsiteY1" fmla="*/ 2175982 h 2429982"/>
                <a:gd name="connsiteX2" fmla="*/ 23360210 w 25853561"/>
                <a:gd name="connsiteY2" fmla="*/ 220182 h 2429982"/>
                <a:gd name="connsiteX3" fmla="*/ 0 w 25853561"/>
                <a:gd name="connsiteY3" fmla="*/ 48732 h 2429982"/>
                <a:gd name="connsiteX0" fmla="*/ 20914221 w 26074061"/>
                <a:gd name="connsiteY0" fmla="*/ 2462033 h 2467778"/>
                <a:gd name="connsiteX1" fmla="*/ 24910959 w 26074061"/>
                <a:gd name="connsiteY1" fmla="*/ 2208033 h 2467778"/>
                <a:gd name="connsiteX2" fmla="*/ 23711381 w 26074061"/>
                <a:gd name="connsiteY2" fmla="*/ 195083 h 2467778"/>
                <a:gd name="connsiteX3" fmla="*/ 0 w 26074061"/>
                <a:gd name="connsiteY3" fmla="*/ 80783 h 2467778"/>
                <a:gd name="connsiteX0" fmla="*/ 20914221 w 26074061"/>
                <a:gd name="connsiteY0" fmla="*/ 2462033 h 2467778"/>
                <a:gd name="connsiteX1" fmla="*/ 24910959 w 26074061"/>
                <a:gd name="connsiteY1" fmla="*/ 2208033 h 2467778"/>
                <a:gd name="connsiteX2" fmla="*/ 23711381 w 26074061"/>
                <a:gd name="connsiteY2" fmla="*/ 195083 h 2467778"/>
                <a:gd name="connsiteX3" fmla="*/ 0 w 26074061"/>
                <a:gd name="connsiteY3" fmla="*/ 80783 h 2467778"/>
                <a:gd name="connsiteX0" fmla="*/ 20914221 w 26074061"/>
                <a:gd name="connsiteY0" fmla="*/ 2382124 h 2387869"/>
                <a:gd name="connsiteX1" fmla="*/ 24910959 w 26074061"/>
                <a:gd name="connsiteY1" fmla="*/ 2128124 h 2387869"/>
                <a:gd name="connsiteX2" fmla="*/ 23711381 w 26074061"/>
                <a:gd name="connsiteY2" fmla="*/ 115174 h 2387869"/>
                <a:gd name="connsiteX3" fmla="*/ 0 w 26074061"/>
                <a:gd name="connsiteY3" fmla="*/ 874 h 2387869"/>
                <a:gd name="connsiteX0" fmla="*/ 20914221 w 27573095"/>
                <a:gd name="connsiteY0" fmla="*/ 2381894 h 2387322"/>
                <a:gd name="connsiteX1" fmla="*/ 24910959 w 27573095"/>
                <a:gd name="connsiteY1" fmla="*/ 2127894 h 2387322"/>
                <a:gd name="connsiteX2" fmla="*/ 25768245 w 27573095"/>
                <a:gd name="connsiteY2" fmla="*/ 121294 h 2387322"/>
                <a:gd name="connsiteX3" fmla="*/ 0 w 27573095"/>
                <a:gd name="connsiteY3" fmla="*/ 644 h 2387322"/>
                <a:gd name="connsiteX0" fmla="*/ 20914221 w 25998320"/>
                <a:gd name="connsiteY0" fmla="*/ 2381894 h 2387322"/>
                <a:gd name="connsiteX1" fmla="*/ 24910959 w 25998320"/>
                <a:gd name="connsiteY1" fmla="*/ 2127894 h 2387322"/>
                <a:gd name="connsiteX2" fmla="*/ 25768245 w 25998320"/>
                <a:gd name="connsiteY2" fmla="*/ 121294 h 2387322"/>
                <a:gd name="connsiteX3" fmla="*/ 0 w 25998320"/>
                <a:gd name="connsiteY3" fmla="*/ 644 h 2387322"/>
                <a:gd name="connsiteX0" fmla="*/ 20914221 w 25998320"/>
                <a:gd name="connsiteY0" fmla="*/ 2383604 h 2389032"/>
                <a:gd name="connsiteX1" fmla="*/ 24910959 w 25998320"/>
                <a:gd name="connsiteY1" fmla="*/ 2129604 h 2389032"/>
                <a:gd name="connsiteX2" fmla="*/ 25768245 w 25998320"/>
                <a:gd name="connsiteY2" fmla="*/ 123004 h 2389032"/>
                <a:gd name="connsiteX3" fmla="*/ 0 w 25998320"/>
                <a:gd name="connsiteY3" fmla="*/ 2354 h 2389032"/>
                <a:gd name="connsiteX0" fmla="*/ 20914221 w 26039781"/>
                <a:gd name="connsiteY0" fmla="*/ 2383604 h 2389032"/>
                <a:gd name="connsiteX1" fmla="*/ 24910959 w 26039781"/>
                <a:gd name="connsiteY1" fmla="*/ 2129604 h 2389032"/>
                <a:gd name="connsiteX2" fmla="*/ 25768245 w 26039781"/>
                <a:gd name="connsiteY2" fmla="*/ 123004 h 2389032"/>
                <a:gd name="connsiteX3" fmla="*/ 0 w 26039781"/>
                <a:gd name="connsiteY3" fmla="*/ 2354 h 2389032"/>
                <a:gd name="connsiteX0" fmla="*/ 20914221 w 26204401"/>
                <a:gd name="connsiteY0" fmla="*/ 2420349 h 2425777"/>
                <a:gd name="connsiteX1" fmla="*/ 24910959 w 26204401"/>
                <a:gd name="connsiteY1" fmla="*/ 2166349 h 2425777"/>
                <a:gd name="connsiteX2" fmla="*/ 25768245 w 26204401"/>
                <a:gd name="connsiteY2" fmla="*/ 159749 h 2425777"/>
                <a:gd name="connsiteX3" fmla="*/ 0 w 26204401"/>
                <a:gd name="connsiteY3" fmla="*/ 39099 h 2425777"/>
                <a:gd name="connsiteX0" fmla="*/ 20914221 w 25586165"/>
                <a:gd name="connsiteY0" fmla="*/ 2420349 h 2425777"/>
                <a:gd name="connsiteX1" fmla="*/ 24910959 w 25586165"/>
                <a:gd name="connsiteY1" fmla="*/ 2166349 h 2425777"/>
                <a:gd name="connsiteX2" fmla="*/ 24940483 w 25586165"/>
                <a:gd name="connsiteY2" fmla="*/ 159749 h 2425777"/>
                <a:gd name="connsiteX3" fmla="*/ 0 w 25586165"/>
                <a:gd name="connsiteY3" fmla="*/ 39099 h 2425777"/>
                <a:gd name="connsiteX0" fmla="*/ 20914221 w 25329742"/>
                <a:gd name="connsiteY0" fmla="*/ 2384472 h 2384906"/>
                <a:gd name="connsiteX1" fmla="*/ 24910959 w 25329742"/>
                <a:gd name="connsiteY1" fmla="*/ 2130472 h 2384906"/>
                <a:gd name="connsiteX2" fmla="*/ 24488976 w 25329742"/>
                <a:gd name="connsiteY2" fmla="*/ 228647 h 2384906"/>
                <a:gd name="connsiteX3" fmla="*/ 0 w 25329742"/>
                <a:gd name="connsiteY3" fmla="*/ 3222 h 238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329742" h="2384906">
                  <a:moveTo>
                    <a:pt x="20914221" y="2384472"/>
                  </a:moveTo>
                  <a:cubicBezTo>
                    <a:pt x="21527393" y="2352722"/>
                    <a:pt x="24315167" y="2489776"/>
                    <a:pt x="24910959" y="2130472"/>
                  </a:cubicBezTo>
                  <a:cubicBezTo>
                    <a:pt x="25506751" y="1771168"/>
                    <a:pt x="25550763" y="500883"/>
                    <a:pt x="24488976" y="228647"/>
                  </a:cubicBezTo>
                  <a:cubicBezTo>
                    <a:pt x="23471264" y="-32288"/>
                    <a:pt x="157560" y="-747"/>
                    <a:pt x="0" y="3222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9394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42A18EE-FE02-4BCC-AD7E-C6E6570DD004}"/>
              </a:ext>
            </a:extLst>
          </p:cNvPr>
          <p:cNvSpPr/>
          <p:nvPr/>
        </p:nvSpPr>
        <p:spPr>
          <a:xfrm>
            <a:off x="5528616" y="3232432"/>
            <a:ext cx="617218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10A03B-6FCA-4358-A165-C0F9021FE501}"/>
              </a:ext>
            </a:extLst>
          </p:cNvPr>
          <p:cNvSpPr/>
          <p:nvPr/>
        </p:nvSpPr>
        <p:spPr>
          <a:xfrm>
            <a:off x="3343085" y="3230681"/>
            <a:ext cx="2684506" cy="144969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EF430B-3F94-4F66-B9D4-A00285C2F6AD}"/>
              </a:ext>
            </a:extLst>
          </p:cNvPr>
          <p:cNvSpPr txBox="1"/>
          <p:nvPr/>
        </p:nvSpPr>
        <p:spPr>
          <a:xfrm>
            <a:off x="4334833" y="2795342"/>
            <a:ext cx="561380" cy="29969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7FACFA6-8908-490B-9146-4180F9FFC783}"/>
              </a:ext>
            </a:extLst>
          </p:cNvPr>
          <p:cNvGrpSpPr/>
          <p:nvPr/>
        </p:nvGrpSpPr>
        <p:grpSpPr>
          <a:xfrm>
            <a:off x="3416961" y="3291273"/>
            <a:ext cx="65226" cy="1331801"/>
            <a:chOff x="1214405" y="4592622"/>
            <a:chExt cx="84501" cy="1725373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F3FADA7-DBA9-4BAE-9EE7-C229E3AA8A23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BA2EDEC-779C-467A-AC77-DD73D85F2185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2CC2720-AF12-4018-AD62-62D657A617BA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76CC25A-836D-4D62-BF0B-E7AA05D38BF0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F1C7DFF-6798-4E6D-9EBD-8D6BD112090C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0494307-7921-4707-9AFB-664AB2D0D1E1}"/>
              </a:ext>
            </a:extLst>
          </p:cNvPr>
          <p:cNvGrpSpPr/>
          <p:nvPr/>
        </p:nvGrpSpPr>
        <p:grpSpPr>
          <a:xfrm>
            <a:off x="3973951" y="3291273"/>
            <a:ext cx="65226" cy="1331801"/>
            <a:chOff x="1214405" y="4592622"/>
            <a:chExt cx="84501" cy="1725373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6D4349B-5B52-4B62-A806-B1E4F9670D49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874D912-371F-48EF-A93D-4E3648109351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22BA1-FA09-43CE-8347-C100DC235EEB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360F7E8F-9CDB-41F2-A9B6-87F159107FC8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3918037C-715F-46F9-A6AA-6E3B8AFC6812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D53F773-F693-425E-BDF7-CF2C174ECDEA}"/>
              </a:ext>
            </a:extLst>
          </p:cNvPr>
          <p:cNvGrpSpPr/>
          <p:nvPr/>
        </p:nvGrpSpPr>
        <p:grpSpPr>
          <a:xfrm>
            <a:off x="4530941" y="3291273"/>
            <a:ext cx="65226" cy="1331801"/>
            <a:chOff x="1214405" y="4592622"/>
            <a:chExt cx="84501" cy="1725373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628B267-7AC3-4B17-8A14-CBB2D81B572E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046F130-73DE-43E1-A034-19034505C8BB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69E2346-9DD2-4D8D-AEBF-2FF352BF7AF1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18E0C041-1145-47C6-AA3D-70871BA3E0CC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C2751BBC-B321-45B7-9252-3C6363FFC8F5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A3FEB53-84E6-4773-8323-03E3F56971A9}"/>
              </a:ext>
            </a:extLst>
          </p:cNvPr>
          <p:cNvGrpSpPr/>
          <p:nvPr/>
        </p:nvGrpSpPr>
        <p:grpSpPr>
          <a:xfrm>
            <a:off x="5087931" y="3291273"/>
            <a:ext cx="65226" cy="1331801"/>
            <a:chOff x="1214405" y="4592622"/>
            <a:chExt cx="84501" cy="1725373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BF001AE7-1664-4CD6-AD50-C42D26EE2C0B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E65737D9-095A-46C9-A4EC-8C44F5C4510A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AEA279E4-A98C-4C98-9D1F-A3A6FD577CD3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2986FB29-9DBC-47C4-9455-E3C52B6B1B65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9FBE27EA-3C93-48F2-8A35-9961BF1DDEB2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AB00B6B7-41C8-4E4D-A3DD-39B46BD9E9BD}"/>
              </a:ext>
            </a:extLst>
          </p:cNvPr>
          <p:cNvSpPr/>
          <p:nvPr/>
        </p:nvSpPr>
        <p:spPr>
          <a:xfrm>
            <a:off x="6027591" y="3230681"/>
            <a:ext cx="2821325" cy="1449695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1273BA0-7AC9-4669-822C-8F44624E3FE9}"/>
              </a:ext>
            </a:extLst>
          </p:cNvPr>
          <p:cNvSpPr txBox="1"/>
          <p:nvPr/>
        </p:nvSpPr>
        <p:spPr>
          <a:xfrm>
            <a:off x="7212816" y="2769014"/>
            <a:ext cx="606269" cy="293083"/>
          </a:xfrm>
          <a:custGeom>
            <a:avLst/>
            <a:gdLst/>
            <a:ahLst/>
            <a:cxnLst/>
            <a:rect l="l" t="t" r="r" b="b"/>
            <a:pathLst>
              <a:path w="591145" h="294085">
                <a:moveTo>
                  <a:pt x="62805" y="190500"/>
                </a:moveTo>
                <a:cubicBezTo>
                  <a:pt x="77291" y="205185"/>
                  <a:pt x="91479" y="220465"/>
                  <a:pt x="105370" y="236340"/>
                </a:cubicBezTo>
                <a:lnTo>
                  <a:pt x="85129" y="252413"/>
                </a:lnTo>
                <a:cubicBezTo>
                  <a:pt x="73223" y="236736"/>
                  <a:pt x="59928" y="220762"/>
                  <a:pt x="45243" y="204490"/>
                </a:cubicBezTo>
                <a:close/>
                <a:moveTo>
                  <a:pt x="233362" y="189905"/>
                </a:moveTo>
                <a:lnTo>
                  <a:pt x="254198" y="203300"/>
                </a:lnTo>
                <a:cubicBezTo>
                  <a:pt x="240307" y="220564"/>
                  <a:pt x="225722" y="237133"/>
                  <a:pt x="210442" y="253008"/>
                </a:cubicBezTo>
                <a:lnTo>
                  <a:pt x="192583" y="238721"/>
                </a:lnTo>
                <a:cubicBezTo>
                  <a:pt x="208657" y="222052"/>
                  <a:pt x="222249" y="205780"/>
                  <a:pt x="233362" y="189905"/>
                </a:cubicBezTo>
                <a:close/>
                <a:moveTo>
                  <a:pt x="490834" y="139304"/>
                </a:moveTo>
                <a:lnTo>
                  <a:pt x="490834" y="161330"/>
                </a:lnTo>
                <a:lnTo>
                  <a:pt x="552747" y="161330"/>
                </a:lnTo>
                <a:lnTo>
                  <a:pt x="552747" y="139304"/>
                </a:lnTo>
                <a:close/>
                <a:moveTo>
                  <a:pt x="411063" y="139304"/>
                </a:moveTo>
                <a:lnTo>
                  <a:pt x="411063" y="161330"/>
                </a:lnTo>
                <a:lnTo>
                  <a:pt x="471487" y="161330"/>
                </a:lnTo>
                <a:lnTo>
                  <a:pt x="471487" y="139304"/>
                </a:lnTo>
                <a:close/>
                <a:moveTo>
                  <a:pt x="581024" y="82451"/>
                </a:moveTo>
                <a:lnTo>
                  <a:pt x="585787" y="99715"/>
                </a:lnTo>
                <a:cubicBezTo>
                  <a:pt x="559990" y="101104"/>
                  <a:pt x="528339" y="102493"/>
                  <a:pt x="490834" y="103882"/>
                </a:cubicBezTo>
                <a:lnTo>
                  <a:pt x="490834" y="123230"/>
                </a:lnTo>
                <a:lnTo>
                  <a:pt x="572392" y="123230"/>
                </a:lnTo>
                <a:lnTo>
                  <a:pt x="572392" y="183357"/>
                </a:lnTo>
                <a:lnTo>
                  <a:pt x="552747" y="183357"/>
                </a:lnTo>
                <a:lnTo>
                  <a:pt x="552747" y="177404"/>
                </a:lnTo>
                <a:lnTo>
                  <a:pt x="490834" y="177404"/>
                </a:lnTo>
                <a:lnTo>
                  <a:pt x="490834" y="196454"/>
                </a:lnTo>
                <a:lnTo>
                  <a:pt x="591145" y="196454"/>
                </a:lnTo>
                <a:lnTo>
                  <a:pt x="591145" y="261045"/>
                </a:lnTo>
                <a:cubicBezTo>
                  <a:pt x="591145" y="281286"/>
                  <a:pt x="581123" y="291406"/>
                  <a:pt x="561081" y="291406"/>
                </a:cubicBezTo>
                <a:cubicBezTo>
                  <a:pt x="551159" y="291406"/>
                  <a:pt x="538757" y="291208"/>
                  <a:pt x="523874" y="290811"/>
                </a:cubicBezTo>
                <a:cubicBezTo>
                  <a:pt x="522882" y="285254"/>
                  <a:pt x="521394" y="278408"/>
                  <a:pt x="519409" y="270272"/>
                </a:cubicBezTo>
                <a:cubicBezTo>
                  <a:pt x="533300" y="271463"/>
                  <a:pt x="545107" y="272058"/>
                  <a:pt x="554831" y="272058"/>
                </a:cubicBezTo>
                <a:cubicBezTo>
                  <a:pt x="565546" y="272058"/>
                  <a:pt x="570904" y="266998"/>
                  <a:pt x="570904" y="256878"/>
                </a:cubicBezTo>
                <a:lnTo>
                  <a:pt x="570904" y="212527"/>
                </a:lnTo>
                <a:lnTo>
                  <a:pt x="490834" y="212527"/>
                </a:lnTo>
                <a:lnTo>
                  <a:pt x="490834" y="239018"/>
                </a:lnTo>
                <a:cubicBezTo>
                  <a:pt x="502344" y="238423"/>
                  <a:pt x="513754" y="237729"/>
                  <a:pt x="525065" y="236935"/>
                </a:cubicBezTo>
                <a:cubicBezTo>
                  <a:pt x="522882" y="232371"/>
                  <a:pt x="520600" y="227807"/>
                  <a:pt x="518219" y="223243"/>
                </a:cubicBezTo>
                <a:lnTo>
                  <a:pt x="534292" y="215801"/>
                </a:lnTo>
                <a:cubicBezTo>
                  <a:pt x="541436" y="228700"/>
                  <a:pt x="548580" y="242590"/>
                  <a:pt x="555723" y="257473"/>
                </a:cubicBezTo>
                <a:lnTo>
                  <a:pt x="538162" y="265510"/>
                </a:lnTo>
                <a:cubicBezTo>
                  <a:pt x="536376" y="261343"/>
                  <a:pt x="534590" y="257275"/>
                  <a:pt x="532804" y="253306"/>
                </a:cubicBezTo>
                <a:cubicBezTo>
                  <a:pt x="499466" y="254695"/>
                  <a:pt x="462160" y="257374"/>
                  <a:pt x="420885" y="261343"/>
                </a:cubicBezTo>
                <a:lnTo>
                  <a:pt x="417314" y="242293"/>
                </a:lnTo>
                <a:cubicBezTo>
                  <a:pt x="435570" y="241697"/>
                  <a:pt x="453628" y="240904"/>
                  <a:pt x="471487" y="239911"/>
                </a:cubicBezTo>
                <a:lnTo>
                  <a:pt x="471487" y="212527"/>
                </a:lnTo>
                <a:lnTo>
                  <a:pt x="397668" y="212527"/>
                </a:lnTo>
                <a:lnTo>
                  <a:pt x="397668" y="292894"/>
                </a:lnTo>
                <a:lnTo>
                  <a:pt x="377428" y="292894"/>
                </a:lnTo>
                <a:lnTo>
                  <a:pt x="377428" y="196454"/>
                </a:lnTo>
                <a:lnTo>
                  <a:pt x="471487" y="196454"/>
                </a:lnTo>
                <a:lnTo>
                  <a:pt x="471487" y="177404"/>
                </a:lnTo>
                <a:lnTo>
                  <a:pt x="411063" y="177404"/>
                </a:lnTo>
                <a:lnTo>
                  <a:pt x="411063" y="183357"/>
                </a:lnTo>
                <a:lnTo>
                  <a:pt x="391417" y="183357"/>
                </a:lnTo>
                <a:lnTo>
                  <a:pt x="391417" y="123230"/>
                </a:lnTo>
                <a:lnTo>
                  <a:pt x="471487" y="123230"/>
                </a:lnTo>
                <a:lnTo>
                  <a:pt x="471487" y="104478"/>
                </a:lnTo>
                <a:cubicBezTo>
                  <a:pt x="442912" y="105470"/>
                  <a:pt x="411360" y="106462"/>
                  <a:pt x="376832" y="107454"/>
                </a:cubicBezTo>
                <a:cubicBezTo>
                  <a:pt x="375840" y="102097"/>
                  <a:pt x="374451" y="96143"/>
                  <a:pt x="372665" y="89595"/>
                </a:cubicBezTo>
                <a:cubicBezTo>
                  <a:pt x="467121" y="87412"/>
                  <a:pt x="536574" y="85031"/>
                  <a:pt x="581024" y="82451"/>
                </a:cubicBezTo>
                <a:close/>
                <a:moveTo>
                  <a:pt x="361949" y="30361"/>
                </a:moveTo>
                <a:lnTo>
                  <a:pt x="361949" y="53281"/>
                </a:lnTo>
                <a:lnTo>
                  <a:pt x="566141" y="53281"/>
                </a:lnTo>
                <a:lnTo>
                  <a:pt x="566141" y="30361"/>
                </a:lnTo>
                <a:close/>
                <a:moveTo>
                  <a:pt x="150316" y="25301"/>
                </a:moveTo>
                <a:cubicBezTo>
                  <a:pt x="129877" y="51098"/>
                  <a:pt x="100409" y="76399"/>
                  <a:pt x="61912" y="101204"/>
                </a:cubicBezTo>
                <a:lnTo>
                  <a:pt x="236636" y="101204"/>
                </a:lnTo>
                <a:cubicBezTo>
                  <a:pt x="205680" y="81558"/>
                  <a:pt x="176907" y="56257"/>
                  <a:pt x="150316" y="25301"/>
                </a:cubicBezTo>
                <a:close/>
                <a:moveTo>
                  <a:pt x="341411" y="13097"/>
                </a:moveTo>
                <a:lnTo>
                  <a:pt x="586382" y="13097"/>
                </a:lnTo>
                <a:lnTo>
                  <a:pt x="586382" y="76498"/>
                </a:lnTo>
                <a:lnTo>
                  <a:pt x="566141" y="76498"/>
                </a:lnTo>
                <a:lnTo>
                  <a:pt x="566141" y="70545"/>
                </a:lnTo>
                <a:lnTo>
                  <a:pt x="361949" y="70545"/>
                </a:lnTo>
                <a:lnTo>
                  <a:pt x="361949" y="141387"/>
                </a:lnTo>
                <a:cubicBezTo>
                  <a:pt x="361949" y="208856"/>
                  <a:pt x="348059" y="259755"/>
                  <a:pt x="320278" y="294085"/>
                </a:cubicBezTo>
                <a:cubicBezTo>
                  <a:pt x="315714" y="287140"/>
                  <a:pt x="310753" y="280492"/>
                  <a:pt x="305395" y="274142"/>
                </a:cubicBezTo>
                <a:cubicBezTo>
                  <a:pt x="329604" y="246361"/>
                  <a:pt x="341610" y="200720"/>
                  <a:pt x="341411" y="137220"/>
                </a:cubicBezTo>
                <a:close/>
                <a:moveTo>
                  <a:pt x="140196" y="0"/>
                </a:moveTo>
                <a:lnTo>
                  <a:pt x="172640" y="0"/>
                </a:lnTo>
                <a:lnTo>
                  <a:pt x="165794" y="8335"/>
                </a:lnTo>
                <a:cubicBezTo>
                  <a:pt x="197346" y="48618"/>
                  <a:pt x="241994" y="79971"/>
                  <a:pt x="299739" y="102394"/>
                </a:cubicBezTo>
                <a:cubicBezTo>
                  <a:pt x="294382" y="109935"/>
                  <a:pt x="289123" y="117872"/>
                  <a:pt x="283964" y="126207"/>
                </a:cubicBezTo>
                <a:cubicBezTo>
                  <a:pt x="268485" y="119658"/>
                  <a:pt x="253503" y="111820"/>
                  <a:pt x="239017" y="102692"/>
                </a:cubicBezTo>
                <a:lnTo>
                  <a:pt x="239017" y="122932"/>
                </a:lnTo>
                <a:lnTo>
                  <a:pt x="161925" y="122932"/>
                </a:lnTo>
                <a:lnTo>
                  <a:pt x="161925" y="164604"/>
                </a:lnTo>
                <a:lnTo>
                  <a:pt x="267890" y="164604"/>
                </a:lnTo>
                <a:lnTo>
                  <a:pt x="267890" y="186333"/>
                </a:lnTo>
                <a:lnTo>
                  <a:pt x="161925" y="186333"/>
                </a:lnTo>
                <a:lnTo>
                  <a:pt x="161925" y="258961"/>
                </a:lnTo>
                <a:lnTo>
                  <a:pt x="288726" y="258961"/>
                </a:lnTo>
                <a:lnTo>
                  <a:pt x="288726" y="280988"/>
                </a:lnTo>
                <a:lnTo>
                  <a:pt x="11906" y="280988"/>
                </a:lnTo>
                <a:lnTo>
                  <a:pt x="11906" y="258961"/>
                </a:lnTo>
                <a:lnTo>
                  <a:pt x="138112" y="258961"/>
                </a:lnTo>
                <a:lnTo>
                  <a:pt x="138112" y="186333"/>
                </a:lnTo>
                <a:lnTo>
                  <a:pt x="31551" y="186333"/>
                </a:lnTo>
                <a:lnTo>
                  <a:pt x="31551" y="164604"/>
                </a:lnTo>
                <a:lnTo>
                  <a:pt x="138112" y="164604"/>
                </a:lnTo>
                <a:lnTo>
                  <a:pt x="138112" y="122932"/>
                </a:lnTo>
                <a:lnTo>
                  <a:pt x="60721" y="122932"/>
                </a:lnTo>
                <a:lnTo>
                  <a:pt x="60721" y="102097"/>
                </a:lnTo>
                <a:cubicBezTo>
                  <a:pt x="46632" y="111026"/>
                  <a:pt x="31353" y="119956"/>
                  <a:pt x="14882" y="128886"/>
                </a:cubicBezTo>
                <a:cubicBezTo>
                  <a:pt x="10715" y="121345"/>
                  <a:pt x="5754" y="113904"/>
                  <a:pt x="0" y="106561"/>
                </a:cubicBezTo>
                <a:cubicBezTo>
                  <a:pt x="66079" y="75605"/>
                  <a:pt x="112811" y="40085"/>
                  <a:pt x="140196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FC414F7-3959-49BA-BEC3-A1815FC444EB}"/>
              </a:ext>
            </a:extLst>
          </p:cNvPr>
          <p:cNvGrpSpPr/>
          <p:nvPr/>
        </p:nvGrpSpPr>
        <p:grpSpPr>
          <a:xfrm>
            <a:off x="6148115" y="3330793"/>
            <a:ext cx="2293185" cy="1294151"/>
            <a:chOff x="1214405" y="4590491"/>
            <a:chExt cx="2970865" cy="1725373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0860D55-6AD4-4242-87B8-5BF03D7A4E65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5F852EAF-BFD3-429A-8461-4DCE6EEC7A16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DC7F103F-6A4D-4DD3-BDC3-C4EDE9672F6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B256FE8C-7B49-4E9A-8629-F4349BB27E75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D6F3628D-C159-47FB-A6D2-1CAE296A6006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7C07ADFC-7325-4872-8317-9A327DC98CF0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42D8CC40-262A-4C11-923E-D2CE54F0A5C3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DC378069-AA85-40CD-BBD7-C2F430AFA8C5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5AB01B61-850C-4F56-AC77-4ED569E1404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1FAD627A-2420-4288-BA02-74FED88F5889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4A7A7E1B-6FA1-436C-AEDD-238912B360AD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BCF95790-5DC6-4B66-B9E2-A83A696ABB5C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46EFB93-0D31-49F2-A6AD-77A746D1E067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52342329-6A4F-40AA-B58E-37294E5F4952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2CF3A33C-AD74-4E3A-8EAA-1D230513C4B3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F1161EFD-5C41-4CFB-9DBB-A895F201147F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81108A3C-D054-4126-81D5-DBF5D350CAFD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23AA66BD-0B15-4014-B7D8-DCC8CE2FF73E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2E7E8987-355F-425C-A69D-1A03339D6B68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B0F966B7-532A-471C-ADBF-9FCF18BFD9FF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118F57CA-EC7E-4DF5-AFE7-258182772FC5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B6200711-6C3F-405E-9897-AABB1DD9B9BD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E48AD0E8-04B5-46DD-B664-294741F21DAA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B019D421-E447-4E2F-9D53-650CE5D65E6F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7BE1584-C1A4-4D0D-AD0B-64BEEA0757D0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EA2750E7-ECDE-4595-8B20-18344CE67557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C3C9ADF6-038B-4811-A2B6-14706CA92230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DEFDBE17-F703-4E46-8A17-EA79C3F5CC25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89C205A8-9FEB-4354-9E99-75B377F54BEA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068B4402-39DF-4C4A-8154-035C46D09296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706F47E8-297D-457F-B33D-D8511616BFB1}"/>
              </a:ext>
            </a:extLst>
          </p:cNvPr>
          <p:cNvGrpSpPr/>
          <p:nvPr/>
        </p:nvGrpSpPr>
        <p:grpSpPr>
          <a:xfrm>
            <a:off x="6435881" y="3330793"/>
            <a:ext cx="2293185" cy="1294151"/>
            <a:chOff x="1214405" y="4590491"/>
            <a:chExt cx="2970865" cy="1725373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510D7142-BBFC-498A-935F-4DB705451375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F44D84FE-3846-4DD3-8863-66CA12F99B16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8A530E68-91A9-45B2-BA65-5F6144C505BD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1FEB7C44-8CAB-425E-A202-A5CD2136E296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B03E115E-075F-428C-BDBE-2FCDD7521A7A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9936A017-736E-4C56-85DB-754418EF60A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D329BE80-D2C3-40D1-B8BD-655952D7700E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AA0BD7ED-CEC6-4621-8119-6BB9BCE46F98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B2C9C96E-73FF-4068-A8FA-1270E5B55D2B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98B43A6E-215B-4BB6-AAB3-0CDD0FCD8F95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E57CB1A4-5DB1-4DD7-A9D7-147B2BDEB6A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88294C34-3BB6-4897-91B3-170C0B790C5B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F2434772-D9D1-44CB-9DB9-9677C730F6F3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7DBE76C0-57DE-4E2F-B1F4-85CD4B0ADF01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E8AE3EBA-17A5-415F-B696-97F3A20E6EFD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844C354B-61AF-4DBC-A5A5-4F9AC3F7830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C7BF664E-5DAE-4C3E-84D3-B602D0CA634F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0314F5ED-081E-4F78-BD74-87B6A7433D21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95AB1C7A-554A-4DEC-8C87-9F6DF1B50EB6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F96A515C-D7D0-476E-A3C6-749DF72CD1CF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E7B0F4D2-10FA-45BA-9864-CBFA545D2BC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783DB15B-06D8-401F-A37B-8B9F0B315355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83C95F35-7621-4619-A19B-A41AF80C831C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89DEA9F5-FD04-458F-A953-0A9B1F5068F6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B3C9EB5B-7FB4-4A30-A9B6-E4B9F7AC5820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90043398-D64E-49F7-9EAA-D26D30E2ED6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27592526-9EB8-497F-851D-1C68BFF1D7B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29D55AD9-B62D-4410-A4C7-AE7E55066C85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E279A54D-22CB-4797-AA77-64497F8432BD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65A8DBB6-375A-4515-804C-99BB37D64F28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95" name="矩形 94">
            <a:extLst>
              <a:ext uri="{FF2B5EF4-FFF2-40B4-BE49-F238E27FC236}">
                <a16:creationId xmlns:a16="http://schemas.microsoft.com/office/drawing/2014/main" id="{38745D35-ADA9-43AF-B54C-7C69D0B60679}"/>
              </a:ext>
            </a:extLst>
          </p:cNvPr>
          <p:cNvSpPr/>
          <p:nvPr/>
        </p:nvSpPr>
        <p:spPr>
          <a:xfrm>
            <a:off x="5826746" y="3230681"/>
            <a:ext cx="300699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7BB25C9-C8F6-49D2-8AE2-58C30DC453B9}"/>
              </a:ext>
            </a:extLst>
          </p:cNvPr>
          <p:cNvSpPr txBox="1"/>
          <p:nvPr/>
        </p:nvSpPr>
        <p:spPr>
          <a:xfrm>
            <a:off x="5582014" y="4816018"/>
            <a:ext cx="806025" cy="160398"/>
          </a:xfrm>
          <a:custGeom>
            <a:avLst/>
            <a:gdLst/>
            <a:ahLst/>
            <a:cxnLst/>
            <a:rect l="l" t="t" r="r" b="b"/>
            <a:pathLst>
              <a:path w="1113978" h="221680">
                <a:moveTo>
                  <a:pt x="316111" y="146001"/>
                </a:moveTo>
                <a:cubicBezTo>
                  <a:pt x="326826" y="157758"/>
                  <a:pt x="336054" y="168474"/>
                  <a:pt x="343793" y="178148"/>
                </a:cubicBezTo>
                <a:lnTo>
                  <a:pt x="329505" y="189086"/>
                </a:lnTo>
                <a:cubicBezTo>
                  <a:pt x="321022" y="177627"/>
                  <a:pt x="312241" y="166688"/>
                  <a:pt x="303163" y="156270"/>
                </a:cubicBezTo>
                <a:close/>
                <a:moveTo>
                  <a:pt x="996553" y="132606"/>
                </a:moveTo>
                <a:lnTo>
                  <a:pt x="1013966" y="132606"/>
                </a:lnTo>
                <a:lnTo>
                  <a:pt x="1013966" y="150689"/>
                </a:lnTo>
                <a:lnTo>
                  <a:pt x="1095449" y="150689"/>
                </a:lnTo>
                <a:lnTo>
                  <a:pt x="1095449" y="166539"/>
                </a:lnTo>
                <a:lnTo>
                  <a:pt x="1013966" y="166539"/>
                </a:lnTo>
                <a:lnTo>
                  <a:pt x="1013966" y="196230"/>
                </a:lnTo>
                <a:lnTo>
                  <a:pt x="1113755" y="196230"/>
                </a:lnTo>
                <a:lnTo>
                  <a:pt x="1113755" y="212304"/>
                </a:lnTo>
                <a:lnTo>
                  <a:pt x="896540" y="212304"/>
                </a:lnTo>
                <a:lnTo>
                  <a:pt x="896540" y="196230"/>
                </a:lnTo>
                <a:lnTo>
                  <a:pt x="996553" y="196230"/>
                </a:lnTo>
                <a:lnTo>
                  <a:pt x="996553" y="166539"/>
                </a:lnTo>
                <a:lnTo>
                  <a:pt x="916855" y="166539"/>
                </a:lnTo>
                <a:lnTo>
                  <a:pt x="916855" y="150689"/>
                </a:lnTo>
                <a:lnTo>
                  <a:pt x="996553" y="150689"/>
                </a:lnTo>
                <a:close/>
                <a:moveTo>
                  <a:pt x="516805" y="128588"/>
                </a:moveTo>
                <a:cubicBezTo>
                  <a:pt x="507504" y="139155"/>
                  <a:pt x="497830" y="148754"/>
                  <a:pt x="487784" y="157386"/>
                </a:cubicBezTo>
                <a:lnTo>
                  <a:pt x="539576" y="157386"/>
                </a:lnTo>
                <a:lnTo>
                  <a:pt x="539576" y="135732"/>
                </a:lnTo>
                <a:lnTo>
                  <a:pt x="556319" y="135732"/>
                </a:lnTo>
                <a:lnTo>
                  <a:pt x="556319" y="157386"/>
                </a:lnTo>
                <a:lnTo>
                  <a:pt x="607442" y="157386"/>
                </a:lnTo>
                <a:cubicBezTo>
                  <a:pt x="596800" y="148828"/>
                  <a:pt x="587089" y="139229"/>
                  <a:pt x="578309" y="128588"/>
                </a:cubicBezTo>
                <a:close/>
                <a:moveTo>
                  <a:pt x="23663" y="125239"/>
                </a:moveTo>
                <a:lnTo>
                  <a:pt x="23663" y="152921"/>
                </a:lnTo>
                <a:lnTo>
                  <a:pt x="158055" y="152921"/>
                </a:lnTo>
                <a:lnTo>
                  <a:pt x="158055" y="125239"/>
                </a:lnTo>
                <a:close/>
                <a:moveTo>
                  <a:pt x="753219" y="124793"/>
                </a:moveTo>
                <a:lnTo>
                  <a:pt x="770632" y="124793"/>
                </a:lnTo>
                <a:cubicBezTo>
                  <a:pt x="770483" y="129630"/>
                  <a:pt x="770185" y="134243"/>
                  <a:pt x="769739" y="138634"/>
                </a:cubicBezTo>
                <a:lnTo>
                  <a:pt x="860598" y="138634"/>
                </a:lnTo>
                <a:cubicBezTo>
                  <a:pt x="859556" y="156791"/>
                  <a:pt x="858366" y="172790"/>
                  <a:pt x="857026" y="186631"/>
                </a:cubicBezTo>
                <a:cubicBezTo>
                  <a:pt x="855240" y="205532"/>
                  <a:pt x="843632" y="215057"/>
                  <a:pt x="822201" y="215206"/>
                </a:cubicBezTo>
                <a:cubicBezTo>
                  <a:pt x="811336" y="215355"/>
                  <a:pt x="796974" y="215206"/>
                  <a:pt x="779115" y="214759"/>
                </a:cubicBezTo>
                <a:cubicBezTo>
                  <a:pt x="778222" y="208508"/>
                  <a:pt x="776957" y="202034"/>
                  <a:pt x="775320" y="195337"/>
                </a:cubicBezTo>
                <a:cubicBezTo>
                  <a:pt x="793030" y="196825"/>
                  <a:pt x="808508" y="197570"/>
                  <a:pt x="821754" y="197570"/>
                </a:cubicBezTo>
                <a:cubicBezTo>
                  <a:pt x="832767" y="197570"/>
                  <a:pt x="838795" y="192807"/>
                  <a:pt x="839837" y="183282"/>
                </a:cubicBezTo>
                <a:cubicBezTo>
                  <a:pt x="840730" y="176287"/>
                  <a:pt x="841548" y="166465"/>
                  <a:pt x="842292" y="153814"/>
                </a:cubicBezTo>
                <a:lnTo>
                  <a:pt x="767171" y="153814"/>
                </a:lnTo>
                <a:cubicBezTo>
                  <a:pt x="763600" y="169516"/>
                  <a:pt x="757237" y="181645"/>
                  <a:pt x="748084" y="190203"/>
                </a:cubicBezTo>
                <a:cubicBezTo>
                  <a:pt x="733946" y="203746"/>
                  <a:pt x="710952" y="214238"/>
                  <a:pt x="679102" y="221680"/>
                </a:cubicBezTo>
                <a:cubicBezTo>
                  <a:pt x="676126" y="216768"/>
                  <a:pt x="672554" y="211262"/>
                  <a:pt x="668387" y="205160"/>
                </a:cubicBezTo>
                <a:cubicBezTo>
                  <a:pt x="700534" y="198611"/>
                  <a:pt x="722709" y="189533"/>
                  <a:pt x="734913" y="177924"/>
                </a:cubicBezTo>
                <a:cubicBezTo>
                  <a:pt x="741610" y="171971"/>
                  <a:pt x="746447" y="163934"/>
                  <a:pt x="749424" y="153814"/>
                </a:cubicBezTo>
                <a:lnTo>
                  <a:pt x="681335" y="153814"/>
                </a:lnTo>
                <a:lnTo>
                  <a:pt x="681335" y="138634"/>
                </a:lnTo>
                <a:lnTo>
                  <a:pt x="752437" y="138634"/>
                </a:lnTo>
                <a:cubicBezTo>
                  <a:pt x="752958" y="134318"/>
                  <a:pt x="753219" y="129704"/>
                  <a:pt x="753219" y="124793"/>
                </a:cubicBezTo>
                <a:close/>
                <a:moveTo>
                  <a:pt x="380404" y="102022"/>
                </a:moveTo>
                <a:lnTo>
                  <a:pt x="397817" y="102022"/>
                </a:lnTo>
                <a:lnTo>
                  <a:pt x="397817" y="125686"/>
                </a:lnTo>
                <a:lnTo>
                  <a:pt x="430411" y="125686"/>
                </a:lnTo>
                <a:lnTo>
                  <a:pt x="430411" y="140866"/>
                </a:lnTo>
                <a:lnTo>
                  <a:pt x="397817" y="140866"/>
                </a:lnTo>
                <a:lnTo>
                  <a:pt x="397817" y="189979"/>
                </a:lnTo>
                <a:cubicBezTo>
                  <a:pt x="397817" y="208583"/>
                  <a:pt x="388441" y="217959"/>
                  <a:pt x="369689" y="218108"/>
                </a:cubicBezTo>
                <a:cubicBezTo>
                  <a:pt x="362991" y="218257"/>
                  <a:pt x="352871" y="218182"/>
                  <a:pt x="339328" y="217885"/>
                </a:cubicBezTo>
                <a:cubicBezTo>
                  <a:pt x="338435" y="212080"/>
                  <a:pt x="337319" y="205681"/>
                  <a:pt x="335979" y="198686"/>
                </a:cubicBezTo>
                <a:cubicBezTo>
                  <a:pt x="347737" y="199876"/>
                  <a:pt x="357857" y="200472"/>
                  <a:pt x="366340" y="200472"/>
                </a:cubicBezTo>
                <a:cubicBezTo>
                  <a:pt x="375716" y="200472"/>
                  <a:pt x="380404" y="195263"/>
                  <a:pt x="380404" y="184845"/>
                </a:cubicBezTo>
                <a:lnTo>
                  <a:pt x="380404" y="140866"/>
                </a:lnTo>
                <a:lnTo>
                  <a:pt x="290661" y="140866"/>
                </a:lnTo>
                <a:lnTo>
                  <a:pt x="290661" y="125686"/>
                </a:lnTo>
                <a:lnTo>
                  <a:pt x="380404" y="125686"/>
                </a:lnTo>
                <a:close/>
                <a:moveTo>
                  <a:pt x="500509" y="98227"/>
                </a:moveTo>
                <a:lnTo>
                  <a:pt x="500509" y="114077"/>
                </a:lnTo>
                <a:lnTo>
                  <a:pt x="596280" y="114077"/>
                </a:lnTo>
                <a:lnTo>
                  <a:pt x="596280" y="98227"/>
                </a:lnTo>
                <a:close/>
                <a:moveTo>
                  <a:pt x="23663" y="81707"/>
                </a:moveTo>
                <a:lnTo>
                  <a:pt x="23663" y="109166"/>
                </a:lnTo>
                <a:lnTo>
                  <a:pt x="158055" y="109166"/>
                </a:lnTo>
                <a:lnTo>
                  <a:pt x="158055" y="81707"/>
                </a:lnTo>
                <a:close/>
                <a:moveTo>
                  <a:pt x="500509" y="68759"/>
                </a:moveTo>
                <a:lnTo>
                  <a:pt x="500509" y="84386"/>
                </a:lnTo>
                <a:lnTo>
                  <a:pt x="596280" y="84386"/>
                </a:lnTo>
                <a:lnTo>
                  <a:pt x="596280" y="68759"/>
                </a:lnTo>
                <a:close/>
                <a:moveTo>
                  <a:pt x="946323" y="65187"/>
                </a:moveTo>
                <a:lnTo>
                  <a:pt x="962620" y="72331"/>
                </a:lnTo>
                <a:cubicBezTo>
                  <a:pt x="947291" y="89446"/>
                  <a:pt x="935310" y="102096"/>
                  <a:pt x="926678" y="110282"/>
                </a:cubicBezTo>
                <a:cubicBezTo>
                  <a:pt x="931143" y="110133"/>
                  <a:pt x="947663" y="109612"/>
                  <a:pt x="976238" y="108719"/>
                </a:cubicBezTo>
                <a:cubicBezTo>
                  <a:pt x="971773" y="102915"/>
                  <a:pt x="967010" y="96887"/>
                  <a:pt x="961950" y="90637"/>
                </a:cubicBezTo>
                <a:lnTo>
                  <a:pt x="973559" y="81930"/>
                </a:lnTo>
                <a:cubicBezTo>
                  <a:pt x="985465" y="94581"/>
                  <a:pt x="996627" y="107529"/>
                  <a:pt x="1007045" y="120774"/>
                </a:cubicBezTo>
                <a:lnTo>
                  <a:pt x="993427" y="130597"/>
                </a:lnTo>
                <a:cubicBezTo>
                  <a:pt x="991195" y="127769"/>
                  <a:pt x="988888" y="124867"/>
                  <a:pt x="986507" y="121891"/>
                </a:cubicBezTo>
                <a:cubicBezTo>
                  <a:pt x="976238" y="122337"/>
                  <a:pt x="956220" y="123304"/>
                  <a:pt x="926455" y="124793"/>
                </a:cubicBezTo>
                <a:cubicBezTo>
                  <a:pt x="922436" y="124942"/>
                  <a:pt x="915814" y="125537"/>
                  <a:pt x="906586" y="126579"/>
                </a:cubicBezTo>
                <a:lnTo>
                  <a:pt x="900559" y="111175"/>
                </a:lnTo>
                <a:cubicBezTo>
                  <a:pt x="914400" y="104180"/>
                  <a:pt x="929655" y="88851"/>
                  <a:pt x="946323" y="65187"/>
                </a:cubicBezTo>
                <a:close/>
                <a:moveTo>
                  <a:pt x="1045889" y="64517"/>
                </a:moveTo>
                <a:lnTo>
                  <a:pt x="1062632" y="70768"/>
                </a:lnTo>
                <a:cubicBezTo>
                  <a:pt x="1050577" y="86097"/>
                  <a:pt x="1039862" y="98971"/>
                  <a:pt x="1030486" y="109389"/>
                </a:cubicBezTo>
                <a:cubicBezTo>
                  <a:pt x="1046410" y="109091"/>
                  <a:pt x="1062558" y="108570"/>
                  <a:pt x="1078929" y="107826"/>
                </a:cubicBezTo>
                <a:cubicBezTo>
                  <a:pt x="1073720" y="102022"/>
                  <a:pt x="1068511" y="96143"/>
                  <a:pt x="1063302" y="90190"/>
                </a:cubicBezTo>
                <a:lnTo>
                  <a:pt x="1074911" y="81260"/>
                </a:lnTo>
                <a:cubicBezTo>
                  <a:pt x="1087859" y="94060"/>
                  <a:pt x="1100881" y="108050"/>
                  <a:pt x="1113978" y="123230"/>
                </a:cubicBezTo>
                <a:lnTo>
                  <a:pt x="1100807" y="134169"/>
                </a:lnTo>
                <a:cubicBezTo>
                  <a:pt x="1097235" y="129704"/>
                  <a:pt x="1093589" y="125314"/>
                  <a:pt x="1089868" y="120998"/>
                </a:cubicBezTo>
                <a:cubicBezTo>
                  <a:pt x="1074092" y="121891"/>
                  <a:pt x="1054149" y="122932"/>
                  <a:pt x="1030039" y="124123"/>
                </a:cubicBezTo>
                <a:cubicBezTo>
                  <a:pt x="1026170" y="124272"/>
                  <a:pt x="1020291" y="124867"/>
                  <a:pt x="1012403" y="125909"/>
                </a:cubicBezTo>
                <a:lnTo>
                  <a:pt x="1005929" y="110505"/>
                </a:lnTo>
                <a:cubicBezTo>
                  <a:pt x="1017835" y="102617"/>
                  <a:pt x="1031155" y="87288"/>
                  <a:pt x="1045889" y="64517"/>
                </a:cubicBezTo>
                <a:close/>
                <a:moveTo>
                  <a:pt x="500509" y="39291"/>
                </a:moveTo>
                <a:lnTo>
                  <a:pt x="500509" y="54918"/>
                </a:lnTo>
                <a:lnTo>
                  <a:pt x="596280" y="54918"/>
                </a:lnTo>
                <a:lnTo>
                  <a:pt x="596280" y="39291"/>
                </a:lnTo>
                <a:close/>
                <a:moveTo>
                  <a:pt x="12055" y="9153"/>
                </a:moveTo>
                <a:cubicBezTo>
                  <a:pt x="26789" y="21208"/>
                  <a:pt x="40853" y="33561"/>
                  <a:pt x="54248" y="46211"/>
                </a:cubicBezTo>
                <a:lnTo>
                  <a:pt x="40630" y="59383"/>
                </a:lnTo>
                <a:cubicBezTo>
                  <a:pt x="25300" y="43309"/>
                  <a:pt x="11757" y="30287"/>
                  <a:pt x="0" y="20315"/>
                </a:cubicBezTo>
                <a:close/>
                <a:moveTo>
                  <a:pt x="165869" y="8037"/>
                </a:moveTo>
                <a:lnTo>
                  <a:pt x="179933" y="19869"/>
                </a:lnTo>
                <a:cubicBezTo>
                  <a:pt x="164455" y="34603"/>
                  <a:pt x="149274" y="48221"/>
                  <a:pt x="134391" y="60722"/>
                </a:cubicBezTo>
                <a:lnTo>
                  <a:pt x="122336" y="48667"/>
                </a:lnTo>
                <a:cubicBezTo>
                  <a:pt x="137666" y="36166"/>
                  <a:pt x="152176" y="22622"/>
                  <a:pt x="165869" y="8037"/>
                </a:cubicBezTo>
                <a:close/>
                <a:moveTo>
                  <a:pt x="249361" y="2233"/>
                </a:moveTo>
                <a:lnTo>
                  <a:pt x="266104" y="2233"/>
                </a:lnTo>
                <a:lnTo>
                  <a:pt x="266104" y="52239"/>
                </a:lnTo>
                <a:lnTo>
                  <a:pt x="294010" y="52239"/>
                </a:lnTo>
                <a:lnTo>
                  <a:pt x="294010" y="67196"/>
                </a:lnTo>
                <a:lnTo>
                  <a:pt x="266104" y="67196"/>
                </a:lnTo>
                <a:lnTo>
                  <a:pt x="266104" y="113854"/>
                </a:lnTo>
                <a:cubicBezTo>
                  <a:pt x="274513" y="110877"/>
                  <a:pt x="282848" y="107901"/>
                  <a:pt x="291107" y="104924"/>
                </a:cubicBezTo>
                <a:cubicBezTo>
                  <a:pt x="291852" y="111473"/>
                  <a:pt x="292670" y="117128"/>
                  <a:pt x="293563" y="121891"/>
                </a:cubicBezTo>
                <a:cubicBezTo>
                  <a:pt x="284931" y="124942"/>
                  <a:pt x="275778" y="128253"/>
                  <a:pt x="266104" y="131825"/>
                </a:cubicBezTo>
                <a:lnTo>
                  <a:pt x="266104" y="220787"/>
                </a:lnTo>
                <a:lnTo>
                  <a:pt x="249361" y="220787"/>
                </a:lnTo>
                <a:lnTo>
                  <a:pt x="249361" y="138076"/>
                </a:lnTo>
                <a:cubicBezTo>
                  <a:pt x="237381" y="142615"/>
                  <a:pt x="224730" y="147489"/>
                  <a:pt x="211410" y="152698"/>
                </a:cubicBezTo>
                <a:lnTo>
                  <a:pt x="208061" y="133722"/>
                </a:lnTo>
                <a:cubicBezTo>
                  <a:pt x="221977" y="129034"/>
                  <a:pt x="235743" y="124346"/>
                  <a:pt x="249361" y="119658"/>
                </a:cubicBezTo>
                <a:lnTo>
                  <a:pt x="249361" y="67196"/>
                </a:lnTo>
                <a:lnTo>
                  <a:pt x="231725" y="67196"/>
                </a:lnTo>
                <a:cubicBezTo>
                  <a:pt x="228674" y="81335"/>
                  <a:pt x="224953" y="94283"/>
                  <a:pt x="220563" y="106040"/>
                </a:cubicBezTo>
                <a:cubicBezTo>
                  <a:pt x="215949" y="102766"/>
                  <a:pt x="211038" y="99492"/>
                  <a:pt x="205829" y="96218"/>
                </a:cubicBezTo>
                <a:cubicBezTo>
                  <a:pt x="214163" y="76572"/>
                  <a:pt x="219596" y="52090"/>
                  <a:pt x="222126" y="22771"/>
                </a:cubicBezTo>
                <a:lnTo>
                  <a:pt x="238199" y="25450"/>
                </a:lnTo>
                <a:cubicBezTo>
                  <a:pt x="237232" y="34752"/>
                  <a:pt x="236004" y="43681"/>
                  <a:pt x="234516" y="52239"/>
                </a:cubicBezTo>
                <a:lnTo>
                  <a:pt x="249361" y="52239"/>
                </a:lnTo>
                <a:close/>
                <a:moveTo>
                  <a:pt x="81706" y="1786"/>
                </a:moveTo>
                <a:lnTo>
                  <a:pt x="99119" y="1786"/>
                </a:lnTo>
                <a:lnTo>
                  <a:pt x="99119" y="64964"/>
                </a:lnTo>
                <a:lnTo>
                  <a:pt x="175915" y="64964"/>
                </a:lnTo>
                <a:lnTo>
                  <a:pt x="175915" y="192212"/>
                </a:lnTo>
                <a:cubicBezTo>
                  <a:pt x="175915" y="210220"/>
                  <a:pt x="167655" y="219224"/>
                  <a:pt x="151135" y="219224"/>
                </a:cubicBezTo>
                <a:cubicBezTo>
                  <a:pt x="133573" y="219224"/>
                  <a:pt x="120625" y="219001"/>
                  <a:pt x="112290" y="218554"/>
                </a:cubicBezTo>
                <a:cubicBezTo>
                  <a:pt x="111398" y="213048"/>
                  <a:pt x="110281" y="206946"/>
                  <a:pt x="108942" y="200249"/>
                </a:cubicBezTo>
                <a:cubicBezTo>
                  <a:pt x="117127" y="201142"/>
                  <a:pt x="128959" y="201588"/>
                  <a:pt x="144437" y="201588"/>
                </a:cubicBezTo>
                <a:cubicBezTo>
                  <a:pt x="153516" y="201588"/>
                  <a:pt x="158055" y="197421"/>
                  <a:pt x="158055" y="189086"/>
                </a:cubicBezTo>
                <a:lnTo>
                  <a:pt x="158055" y="168995"/>
                </a:lnTo>
                <a:lnTo>
                  <a:pt x="23663" y="168995"/>
                </a:lnTo>
                <a:lnTo>
                  <a:pt x="23663" y="220564"/>
                </a:lnTo>
                <a:lnTo>
                  <a:pt x="5804" y="220564"/>
                </a:lnTo>
                <a:lnTo>
                  <a:pt x="5804" y="64964"/>
                </a:lnTo>
                <a:lnTo>
                  <a:pt x="81706" y="64964"/>
                </a:lnTo>
                <a:close/>
                <a:moveTo>
                  <a:pt x="347364" y="1117"/>
                </a:moveTo>
                <a:lnTo>
                  <a:pt x="364777" y="1117"/>
                </a:lnTo>
                <a:lnTo>
                  <a:pt x="364777" y="32147"/>
                </a:lnTo>
                <a:lnTo>
                  <a:pt x="419025" y="32147"/>
                </a:lnTo>
                <a:lnTo>
                  <a:pt x="419025" y="47328"/>
                </a:lnTo>
                <a:lnTo>
                  <a:pt x="364777" y="47328"/>
                </a:lnTo>
                <a:lnTo>
                  <a:pt x="364777" y="80367"/>
                </a:lnTo>
                <a:lnTo>
                  <a:pt x="429294" y="80367"/>
                </a:lnTo>
                <a:lnTo>
                  <a:pt x="429294" y="95548"/>
                </a:lnTo>
                <a:lnTo>
                  <a:pt x="285973" y="95548"/>
                </a:lnTo>
                <a:lnTo>
                  <a:pt x="285973" y="80367"/>
                </a:lnTo>
                <a:lnTo>
                  <a:pt x="347364" y="80367"/>
                </a:lnTo>
                <a:lnTo>
                  <a:pt x="347364" y="47328"/>
                </a:lnTo>
                <a:lnTo>
                  <a:pt x="295349" y="47328"/>
                </a:lnTo>
                <a:lnTo>
                  <a:pt x="295349" y="32147"/>
                </a:lnTo>
                <a:lnTo>
                  <a:pt x="347364" y="32147"/>
                </a:lnTo>
                <a:close/>
                <a:moveTo>
                  <a:pt x="990302" y="670"/>
                </a:moveTo>
                <a:lnTo>
                  <a:pt x="1009278" y="8260"/>
                </a:lnTo>
                <a:cubicBezTo>
                  <a:pt x="992460" y="21059"/>
                  <a:pt x="974749" y="33561"/>
                  <a:pt x="956146" y="45765"/>
                </a:cubicBezTo>
                <a:cubicBezTo>
                  <a:pt x="965076" y="45467"/>
                  <a:pt x="996255" y="44351"/>
                  <a:pt x="1049684" y="42416"/>
                </a:cubicBezTo>
                <a:cubicBezTo>
                  <a:pt x="1042094" y="36463"/>
                  <a:pt x="1034132" y="30287"/>
                  <a:pt x="1025797" y="23887"/>
                </a:cubicBezTo>
                <a:lnTo>
                  <a:pt x="1037629" y="13395"/>
                </a:lnTo>
                <a:cubicBezTo>
                  <a:pt x="1060251" y="29766"/>
                  <a:pt x="1080492" y="45318"/>
                  <a:pt x="1098351" y="60052"/>
                </a:cubicBezTo>
                <a:lnTo>
                  <a:pt x="1085626" y="72554"/>
                </a:lnTo>
                <a:cubicBezTo>
                  <a:pt x="1079822" y="67345"/>
                  <a:pt x="1073571" y="61987"/>
                  <a:pt x="1066874" y="56481"/>
                </a:cubicBezTo>
                <a:cubicBezTo>
                  <a:pt x="1025649" y="57969"/>
                  <a:pt x="985763" y="59680"/>
                  <a:pt x="947216" y="61615"/>
                </a:cubicBezTo>
                <a:cubicBezTo>
                  <a:pt x="943198" y="61764"/>
                  <a:pt x="936501" y="62434"/>
                  <a:pt x="927124" y="63624"/>
                </a:cubicBezTo>
                <a:lnTo>
                  <a:pt x="921320" y="46211"/>
                </a:lnTo>
                <a:cubicBezTo>
                  <a:pt x="929655" y="43533"/>
                  <a:pt x="936649" y="40630"/>
                  <a:pt x="942305" y="37505"/>
                </a:cubicBezTo>
                <a:cubicBezTo>
                  <a:pt x="956295" y="29022"/>
                  <a:pt x="972294" y="16743"/>
                  <a:pt x="990302" y="670"/>
                </a:cubicBezTo>
                <a:close/>
                <a:moveTo>
                  <a:pt x="483765" y="670"/>
                </a:moveTo>
                <a:lnTo>
                  <a:pt x="500509" y="670"/>
                </a:lnTo>
                <a:lnTo>
                  <a:pt x="500509" y="24780"/>
                </a:lnTo>
                <a:lnTo>
                  <a:pt x="596280" y="24780"/>
                </a:lnTo>
                <a:lnTo>
                  <a:pt x="596280" y="670"/>
                </a:lnTo>
                <a:lnTo>
                  <a:pt x="613023" y="670"/>
                </a:lnTo>
                <a:lnTo>
                  <a:pt x="613023" y="24780"/>
                </a:lnTo>
                <a:lnTo>
                  <a:pt x="650527" y="24780"/>
                </a:lnTo>
                <a:lnTo>
                  <a:pt x="650527" y="39291"/>
                </a:lnTo>
                <a:lnTo>
                  <a:pt x="613023" y="39291"/>
                </a:lnTo>
                <a:lnTo>
                  <a:pt x="613023" y="114077"/>
                </a:lnTo>
                <a:lnTo>
                  <a:pt x="656778" y="114077"/>
                </a:lnTo>
                <a:lnTo>
                  <a:pt x="656778" y="128588"/>
                </a:lnTo>
                <a:lnTo>
                  <a:pt x="598065" y="128588"/>
                </a:lnTo>
                <a:cubicBezTo>
                  <a:pt x="614809" y="145257"/>
                  <a:pt x="635272" y="157833"/>
                  <a:pt x="659457" y="166316"/>
                </a:cubicBezTo>
                <a:cubicBezTo>
                  <a:pt x="654546" y="172418"/>
                  <a:pt x="650527" y="177775"/>
                  <a:pt x="647402" y="182389"/>
                </a:cubicBezTo>
                <a:cubicBezTo>
                  <a:pt x="633710" y="175915"/>
                  <a:pt x="621134" y="168176"/>
                  <a:pt x="609674" y="159172"/>
                </a:cubicBezTo>
                <a:lnTo>
                  <a:pt x="609674" y="171450"/>
                </a:lnTo>
                <a:lnTo>
                  <a:pt x="556319" y="171450"/>
                </a:lnTo>
                <a:lnTo>
                  <a:pt x="556319" y="194667"/>
                </a:lnTo>
                <a:lnTo>
                  <a:pt x="643607" y="194667"/>
                </a:lnTo>
                <a:lnTo>
                  <a:pt x="643607" y="209178"/>
                </a:lnTo>
                <a:lnTo>
                  <a:pt x="452288" y="209178"/>
                </a:lnTo>
                <a:lnTo>
                  <a:pt x="452288" y="194667"/>
                </a:lnTo>
                <a:lnTo>
                  <a:pt x="539576" y="194667"/>
                </a:lnTo>
                <a:lnTo>
                  <a:pt x="539576" y="171450"/>
                </a:lnTo>
                <a:lnTo>
                  <a:pt x="485551" y="171450"/>
                </a:lnTo>
                <a:lnTo>
                  <a:pt x="485551" y="159284"/>
                </a:lnTo>
                <a:cubicBezTo>
                  <a:pt x="473720" y="169181"/>
                  <a:pt x="461367" y="177775"/>
                  <a:pt x="448493" y="185068"/>
                </a:cubicBezTo>
                <a:cubicBezTo>
                  <a:pt x="445665" y="181050"/>
                  <a:pt x="441796" y="176362"/>
                  <a:pt x="436885" y="171004"/>
                </a:cubicBezTo>
                <a:cubicBezTo>
                  <a:pt x="459804" y="159842"/>
                  <a:pt x="479635" y="145703"/>
                  <a:pt x="496379" y="128588"/>
                </a:cubicBezTo>
                <a:lnTo>
                  <a:pt x="439340" y="128588"/>
                </a:lnTo>
                <a:lnTo>
                  <a:pt x="439340" y="114077"/>
                </a:lnTo>
                <a:lnTo>
                  <a:pt x="483765" y="114077"/>
                </a:lnTo>
                <a:lnTo>
                  <a:pt x="483765" y="39291"/>
                </a:lnTo>
                <a:lnTo>
                  <a:pt x="446261" y="39291"/>
                </a:lnTo>
                <a:lnTo>
                  <a:pt x="446261" y="24780"/>
                </a:lnTo>
                <a:lnTo>
                  <a:pt x="483765" y="24780"/>
                </a:lnTo>
                <a:close/>
                <a:moveTo>
                  <a:pt x="787821" y="224"/>
                </a:moveTo>
                <a:lnTo>
                  <a:pt x="803895" y="224"/>
                </a:lnTo>
                <a:lnTo>
                  <a:pt x="803895" y="29692"/>
                </a:lnTo>
                <a:lnTo>
                  <a:pt x="851222" y="29692"/>
                </a:lnTo>
                <a:cubicBezTo>
                  <a:pt x="851222" y="58713"/>
                  <a:pt x="851966" y="78582"/>
                  <a:pt x="853455" y="89297"/>
                </a:cubicBezTo>
                <a:cubicBezTo>
                  <a:pt x="855092" y="101352"/>
                  <a:pt x="858366" y="107380"/>
                  <a:pt x="863277" y="107380"/>
                </a:cubicBezTo>
                <a:cubicBezTo>
                  <a:pt x="866105" y="107380"/>
                  <a:pt x="868189" y="103882"/>
                  <a:pt x="869528" y="96887"/>
                </a:cubicBezTo>
                <a:cubicBezTo>
                  <a:pt x="870719" y="90041"/>
                  <a:pt x="871537" y="81930"/>
                  <a:pt x="871984" y="72554"/>
                </a:cubicBezTo>
                <a:cubicBezTo>
                  <a:pt x="877193" y="74786"/>
                  <a:pt x="882402" y="76796"/>
                  <a:pt x="887611" y="78582"/>
                </a:cubicBezTo>
                <a:cubicBezTo>
                  <a:pt x="886866" y="87660"/>
                  <a:pt x="885899" y="95325"/>
                  <a:pt x="884708" y="101575"/>
                </a:cubicBezTo>
                <a:cubicBezTo>
                  <a:pt x="881732" y="118095"/>
                  <a:pt x="874439" y="126355"/>
                  <a:pt x="862831" y="126355"/>
                </a:cubicBezTo>
                <a:cubicBezTo>
                  <a:pt x="849585" y="126355"/>
                  <a:pt x="841325" y="117202"/>
                  <a:pt x="838051" y="98897"/>
                </a:cubicBezTo>
                <a:cubicBezTo>
                  <a:pt x="836116" y="87437"/>
                  <a:pt x="835149" y="69429"/>
                  <a:pt x="835149" y="44872"/>
                </a:cubicBezTo>
                <a:lnTo>
                  <a:pt x="803448" y="44872"/>
                </a:lnTo>
                <a:cubicBezTo>
                  <a:pt x="802779" y="57299"/>
                  <a:pt x="801067" y="67792"/>
                  <a:pt x="798314" y="76349"/>
                </a:cubicBezTo>
                <a:cubicBezTo>
                  <a:pt x="808806" y="82228"/>
                  <a:pt x="818331" y="87883"/>
                  <a:pt x="826889" y="93316"/>
                </a:cubicBezTo>
                <a:lnTo>
                  <a:pt x="817289" y="108273"/>
                </a:lnTo>
                <a:cubicBezTo>
                  <a:pt x="809253" y="102617"/>
                  <a:pt x="800621" y="96962"/>
                  <a:pt x="791393" y="91306"/>
                </a:cubicBezTo>
                <a:cubicBezTo>
                  <a:pt x="783729" y="103510"/>
                  <a:pt x="768622" y="115714"/>
                  <a:pt x="746075" y="127918"/>
                </a:cubicBezTo>
                <a:cubicBezTo>
                  <a:pt x="742801" y="123007"/>
                  <a:pt x="738931" y="118244"/>
                  <a:pt x="734466" y="113631"/>
                </a:cubicBezTo>
                <a:cubicBezTo>
                  <a:pt x="755228" y="103436"/>
                  <a:pt x="769218" y="93018"/>
                  <a:pt x="776436" y="82377"/>
                </a:cubicBezTo>
                <a:cubicBezTo>
                  <a:pt x="770334" y="78805"/>
                  <a:pt x="764009" y="75233"/>
                  <a:pt x="757460" y="71661"/>
                </a:cubicBezTo>
                <a:lnTo>
                  <a:pt x="765274" y="59159"/>
                </a:lnTo>
                <a:cubicBezTo>
                  <a:pt x="771525" y="62285"/>
                  <a:pt x="777552" y="65336"/>
                  <a:pt x="783356" y="68312"/>
                </a:cubicBezTo>
                <a:cubicBezTo>
                  <a:pt x="785366" y="61987"/>
                  <a:pt x="786705" y="54174"/>
                  <a:pt x="787375" y="44872"/>
                </a:cubicBezTo>
                <a:lnTo>
                  <a:pt x="763041" y="44872"/>
                </a:lnTo>
                <a:lnTo>
                  <a:pt x="763041" y="29692"/>
                </a:lnTo>
                <a:lnTo>
                  <a:pt x="787821" y="29692"/>
                </a:lnTo>
                <a:close/>
                <a:moveTo>
                  <a:pt x="709240" y="0"/>
                </a:moveTo>
                <a:lnTo>
                  <a:pt x="725314" y="0"/>
                </a:lnTo>
                <a:lnTo>
                  <a:pt x="725314" y="31701"/>
                </a:lnTo>
                <a:lnTo>
                  <a:pt x="752103" y="31701"/>
                </a:lnTo>
                <a:lnTo>
                  <a:pt x="752103" y="46881"/>
                </a:lnTo>
                <a:lnTo>
                  <a:pt x="725314" y="46881"/>
                </a:lnTo>
                <a:lnTo>
                  <a:pt x="725314" y="67308"/>
                </a:lnTo>
                <a:cubicBezTo>
                  <a:pt x="733573" y="65671"/>
                  <a:pt x="742652" y="63848"/>
                  <a:pt x="752549" y="61838"/>
                </a:cubicBezTo>
                <a:cubicBezTo>
                  <a:pt x="752847" y="69875"/>
                  <a:pt x="753070" y="75159"/>
                  <a:pt x="753219" y="77689"/>
                </a:cubicBezTo>
                <a:cubicBezTo>
                  <a:pt x="743768" y="79549"/>
                  <a:pt x="734466" y="81409"/>
                  <a:pt x="725314" y="83270"/>
                </a:cubicBezTo>
                <a:lnTo>
                  <a:pt x="725314" y="106040"/>
                </a:lnTo>
                <a:cubicBezTo>
                  <a:pt x="725314" y="120774"/>
                  <a:pt x="718170" y="128216"/>
                  <a:pt x="703882" y="128365"/>
                </a:cubicBezTo>
                <a:cubicBezTo>
                  <a:pt x="697483" y="128513"/>
                  <a:pt x="689595" y="128439"/>
                  <a:pt x="680219" y="128141"/>
                </a:cubicBezTo>
                <a:cubicBezTo>
                  <a:pt x="679623" y="122188"/>
                  <a:pt x="678730" y="116756"/>
                  <a:pt x="677540" y="111845"/>
                </a:cubicBezTo>
                <a:cubicBezTo>
                  <a:pt x="687214" y="112589"/>
                  <a:pt x="694953" y="112961"/>
                  <a:pt x="700757" y="112961"/>
                </a:cubicBezTo>
                <a:cubicBezTo>
                  <a:pt x="706412" y="112961"/>
                  <a:pt x="709240" y="109984"/>
                  <a:pt x="709240" y="104031"/>
                </a:cubicBezTo>
                <a:lnTo>
                  <a:pt x="709240" y="86730"/>
                </a:lnTo>
                <a:cubicBezTo>
                  <a:pt x="697706" y="89260"/>
                  <a:pt x="686395" y="91827"/>
                  <a:pt x="675307" y="94432"/>
                </a:cubicBezTo>
                <a:lnTo>
                  <a:pt x="671289" y="77465"/>
                </a:lnTo>
                <a:cubicBezTo>
                  <a:pt x="679995" y="76051"/>
                  <a:pt x="692646" y="73745"/>
                  <a:pt x="709240" y="70545"/>
                </a:cubicBezTo>
                <a:lnTo>
                  <a:pt x="709240" y="46881"/>
                </a:lnTo>
                <a:lnTo>
                  <a:pt x="673521" y="46881"/>
                </a:lnTo>
                <a:lnTo>
                  <a:pt x="673521" y="31701"/>
                </a:lnTo>
                <a:lnTo>
                  <a:pt x="709240" y="31701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53888C38-8D2D-4E87-ABB7-32ACE156F128}"/>
              </a:ext>
            </a:extLst>
          </p:cNvPr>
          <p:cNvGrpSpPr/>
          <p:nvPr/>
        </p:nvGrpSpPr>
        <p:grpSpPr>
          <a:xfrm>
            <a:off x="2901548" y="1564396"/>
            <a:ext cx="6235957" cy="2379008"/>
            <a:chOff x="2901548" y="1564396"/>
            <a:chExt cx="6235957" cy="2379008"/>
          </a:xfrm>
        </p:grpSpPr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B3E9FF0B-8BB1-41D6-8A44-C763D3533D50}"/>
                </a:ext>
              </a:extLst>
            </p:cNvPr>
            <p:cNvGrpSpPr/>
            <p:nvPr/>
          </p:nvGrpSpPr>
          <p:grpSpPr>
            <a:xfrm flipH="1">
              <a:off x="5516358" y="1564396"/>
              <a:ext cx="1393965" cy="734252"/>
              <a:chOff x="4128293" y="5205575"/>
              <a:chExt cx="801688" cy="422278"/>
            </a:xfrm>
          </p:grpSpPr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334119AB-BC3D-4F12-B8EE-11660F235B4F}"/>
                  </a:ext>
                </a:extLst>
              </p:cNvPr>
              <p:cNvSpPr/>
              <p:nvPr/>
            </p:nvSpPr>
            <p:spPr>
              <a:xfrm>
                <a:off x="4128293" y="5205575"/>
                <a:ext cx="148700" cy="42227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椭圆 101">
                <a:extLst>
                  <a:ext uri="{FF2B5EF4-FFF2-40B4-BE49-F238E27FC236}">
                    <a16:creationId xmlns:a16="http://schemas.microsoft.com/office/drawing/2014/main" id="{2CCF285D-9064-4FD6-9FE6-600775AA6821}"/>
                  </a:ext>
                </a:extLst>
              </p:cNvPr>
              <p:cNvSpPr/>
              <p:nvPr/>
            </p:nvSpPr>
            <p:spPr>
              <a:xfrm>
                <a:off x="4151659" y="5297589"/>
                <a:ext cx="73025" cy="24134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椭圆 102">
                <a:extLst>
                  <a:ext uri="{FF2B5EF4-FFF2-40B4-BE49-F238E27FC236}">
                    <a16:creationId xmlns:a16="http://schemas.microsoft.com/office/drawing/2014/main" id="{0A24468C-BCBE-4AC7-A2AF-D1AECFA66AD8}"/>
                  </a:ext>
                </a:extLst>
              </p:cNvPr>
              <p:cNvSpPr/>
              <p:nvPr/>
            </p:nvSpPr>
            <p:spPr>
              <a:xfrm>
                <a:off x="4151978" y="5369183"/>
                <a:ext cx="45719" cy="9106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任意多边形 211">
                <a:extLst>
                  <a:ext uri="{FF2B5EF4-FFF2-40B4-BE49-F238E27FC236}">
                    <a16:creationId xmlns:a16="http://schemas.microsoft.com/office/drawing/2014/main" id="{5E8538B4-8CDF-48E7-B289-4ECE12921BD0}"/>
                  </a:ext>
                </a:extLst>
              </p:cNvPr>
              <p:cNvSpPr/>
              <p:nvPr/>
            </p:nvSpPr>
            <p:spPr>
              <a:xfrm>
                <a:off x="4211393" y="5205575"/>
                <a:ext cx="718588" cy="422278"/>
              </a:xfrm>
              <a:custGeom>
                <a:avLst/>
                <a:gdLst>
                  <a:gd name="connsiteX0" fmla="*/ 0 w 751645"/>
                  <a:gd name="connsiteY0" fmla="*/ 0 h 422278"/>
                  <a:gd name="connsiteX1" fmla="*/ 686044 w 751645"/>
                  <a:gd name="connsiteY1" fmla="*/ 0 h 422278"/>
                  <a:gd name="connsiteX2" fmla="*/ 751645 w 751645"/>
                  <a:gd name="connsiteY2" fmla="*/ 211139 h 422278"/>
                  <a:gd name="connsiteX3" fmla="*/ 686044 w 751645"/>
                  <a:gd name="connsiteY3" fmla="*/ 422278 h 422278"/>
                  <a:gd name="connsiteX4" fmla="*/ 686041 w 751645"/>
                  <a:gd name="connsiteY4" fmla="*/ 422277 h 422278"/>
                  <a:gd name="connsiteX5" fmla="*/ 0 w 751645"/>
                  <a:gd name="connsiteY5" fmla="*/ 422277 h 422278"/>
                  <a:gd name="connsiteX6" fmla="*/ 0 w 751645"/>
                  <a:gd name="connsiteY6" fmla="*/ 419773 h 422278"/>
                  <a:gd name="connsiteX7" fmla="*/ 6235 w 751645"/>
                  <a:gd name="connsiteY7" fmla="*/ 417989 h 422278"/>
                  <a:gd name="connsiteX8" fmla="*/ 65601 w 751645"/>
                  <a:gd name="connsiteY8" fmla="*/ 211139 h 422278"/>
                  <a:gd name="connsiteX9" fmla="*/ 6235 w 751645"/>
                  <a:gd name="connsiteY9" fmla="*/ 4290 h 422278"/>
                  <a:gd name="connsiteX10" fmla="*/ 0 w 751645"/>
                  <a:gd name="connsiteY10" fmla="*/ 2505 h 422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1645" h="422278">
                    <a:moveTo>
                      <a:pt x="0" y="0"/>
                    </a:moveTo>
                    <a:lnTo>
                      <a:pt x="686044" y="0"/>
                    </a:lnTo>
                    <a:cubicBezTo>
                      <a:pt x="722274" y="0"/>
                      <a:pt x="751645" y="94530"/>
                      <a:pt x="751645" y="211139"/>
                    </a:cubicBezTo>
                    <a:cubicBezTo>
                      <a:pt x="751645" y="327748"/>
                      <a:pt x="722274" y="422278"/>
                      <a:pt x="686044" y="422278"/>
                    </a:cubicBezTo>
                    <a:lnTo>
                      <a:pt x="686041" y="422277"/>
                    </a:lnTo>
                    <a:lnTo>
                      <a:pt x="0" y="422277"/>
                    </a:lnTo>
                    <a:lnTo>
                      <a:pt x="0" y="419773"/>
                    </a:lnTo>
                    <a:lnTo>
                      <a:pt x="6235" y="417989"/>
                    </a:lnTo>
                    <a:cubicBezTo>
                      <a:pt x="40115" y="398301"/>
                      <a:pt x="65601" y="313172"/>
                      <a:pt x="65601" y="211139"/>
                    </a:cubicBezTo>
                    <a:cubicBezTo>
                      <a:pt x="65601" y="109106"/>
                      <a:pt x="40115" y="23978"/>
                      <a:pt x="6235" y="4290"/>
                    </a:cubicBezTo>
                    <a:lnTo>
                      <a:pt x="0" y="2505"/>
                    </a:lnTo>
                    <a:close/>
                  </a:path>
                </a:pathLst>
              </a:custGeom>
              <a:gradFill>
                <a:gsLst>
                  <a:gs pos="26000">
                    <a:schemeClr val="accent1">
                      <a:lumMod val="5000"/>
                      <a:lumOff val="95000"/>
                    </a:schemeClr>
                  </a:gs>
                  <a:gs pos="93000">
                    <a:schemeClr val="tx2">
                      <a:lumMod val="60000"/>
                      <a:lumOff val="40000"/>
                    </a:schemeClr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椭圆 104">
                <a:extLst>
                  <a:ext uri="{FF2B5EF4-FFF2-40B4-BE49-F238E27FC236}">
                    <a16:creationId xmlns:a16="http://schemas.microsoft.com/office/drawing/2014/main" id="{272BB625-D152-41CA-8F86-C6CB9B59890B}"/>
                  </a:ext>
                </a:extLst>
              </p:cNvPr>
              <p:cNvSpPr/>
              <p:nvPr/>
            </p:nvSpPr>
            <p:spPr>
              <a:xfrm>
                <a:off x="4719369" y="5321774"/>
                <a:ext cx="168983" cy="16898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椭圆 105">
                <a:extLst>
                  <a:ext uri="{FF2B5EF4-FFF2-40B4-BE49-F238E27FC236}">
                    <a16:creationId xmlns:a16="http://schemas.microsoft.com/office/drawing/2014/main" id="{5B084B8B-E51A-4A76-9656-7A37DBE9BCB7}"/>
                  </a:ext>
                </a:extLst>
              </p:cNvPr>
              <p:cNvSpPr/>
              <p:nvPr/>
            </p:nvSpPr>
            <p:spPr>
              <a:xfrm>
                <a:off x="4318085" y="5321775"/>
                <a:ext cx="168983" cy="16898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07" name="直接连接符 106">
                <a:extLst>
                  <a:ext uri="{FF2B5EF4-FFF2-40B4-BE49-F238E27FC236}">
                    <a16:creationId xmlns:a16="http://schemas.microsoft.com/office/drawing/2014/main" id="{FA9E7AF7-9DC2-40DF-8A08-10B29249A41A}"/>
                  </a:ext>
                </a:extLst>
              </p:cNvPr>
              <p:cNvCxnSpPr/>
              <p:nvPr/>
            </p:nvCxnSpPr>
            <p:spPr>
              <a:xfrm>
                <a:off x="4348955" y="5406266"/>
                <a:ext cx="1047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直接连接符 107">
                <a:extLst>
                  <a:ext uri="{FF2B5EF4-FFF2-40B4-BE49-F238E27FC236}">
                    <a16:creationId xmlns:a16="http://schemas.microsoft.com/office/drawing/2014/main" id="{260C7F68-CDC4-42BF-80F8-C3FF96F5BC74}"/>
                  </a:ext>
                </a:extLst>
              </p:cNvPr>
              <p:cNvCxnSpPr/>
              <p:nvPr/>
            </p:nvCxnSpPr>
            <p:spPr>
              <a:xfrm>
                <a:off x="4751472" y="5402736"/>
                <a:ext cx="1047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直接连接符 108">
                <a:extLst>
                  <a:ext uri="{FF2B5EF4-FFF2-40B4-BE49-F238E27FC236}">
                    <a16:creationId xmlns:a16="http://schemas.microsoft.com/office/drawing/2014/main" id="{F205B06B-1941-45A3-B4B4-A1046C4F0742}"/>
                  </a:ext>
                </a:extLst>
              </p:cNvPr>
              <p:cNvCxnSpPr/>
              <p:nvPr/>
            </p:nvCxnSpPr>
            <p:spPr>
              <a:xfrm>
                <a:off x="4401342" y="5348324"/>
                <a:ext cx="0" cy="1119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9" name="任意多边形: 形状 98">
              <a:extLst>
                <a:ext uri="{FF2B5EF4-FFF2-40B4-BE49-F238E27FC236}">
                  <a16:creationId xmlns:a16="http://schemas.microsoft.com/office/drawing/2014/main" id="{79EAD7F2-F097-444B-823E-9E3F4E316E4B}"/>
                </a:ext>
              </a:extLst>
            </p:cNvPr>
            <p:cNvSpPr/>
            <p:nvPr/>
          </p:nvSpPr>
          <p:spPr>
            <a:xfrm flipV="1">
              <a:off x="6837279" y="1907217"/>
              <a:ext cx="2300226" cy="2017342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0" name="任意多边形: 形状 99">
              <a:extLst>
                <a:ext uri="{FF2B5EF4-FFF2-40B4-BE49-F238E27FC236}">
                  <a16:creationId xmlns:a16="http://schemas.microsoft.com/office/drawing/2014/main" id="{E0B5F28E-5AC2-490B-AB19-92F3239FDAF9}"/>
                </a:ext>
              </a:extLst>
            </p:cNvPr>
            <p:cNvSpPr/>
            <p:nvPr/>
          </p:nvSpPr>
          <p:spPr>
            <a:xfrm rot="10800000" flipV="1">
              <a:off x="2901548" y="1915951"/>
              <a:ext cx="2641647" cy="2027453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20387464 w 25194307"/>
                <a:gd name="connsiteY0" fmla="*/ 2581405 h 2642807"/>
                <a:gd name="connsiteX1" fmla="*/ 21882889 w 25194307"/>
                <a:gd name="connsiteY1" fmla="*/ 2609980 h 2642807"/>
                <a:gd name="connsiteX2" fmla="*/ 23330689 w 25194307"/>
                <a:gd name="connsiteY2" fmla="*/ 2429005 h 2642807"/>
                <a:gd name="connsiteX3" fmla="*/ 23435464 w 25194307"/>
                <a:gd name="connsiteY3" fmla="*/ 485905 h 2642807"/>
                <a:gd name="connsiteX4" fmla="*/ 0 w 25194307"/>
                <a:gd name="connsiteY4" fmla="*/ 130 h 2642807"/>
                <a:gd name="connsiteX0" fmla="*/ 20387464 w 27512420"/>
                <a:gd name="connsiteY0" fmla="*/ 2629870 h 2709399"/>
                <a:gd name="connsiteX1" fmla="*/ 21882889 w 27512420"/>
                <a:gd name="connsiteY1" fmla="*/ 2658445 h 2709399"/>
                <a:gd name="connsiteX2" fmla="*/ 23330689 w 27512420"/>
                <a:gd name="connsiteY2" fmla="*/ 2477470 h 2709399"/>
                <a:gd name="connsiteX3" fmla="*/ 26219752 w 27512420"/>
                <a:gd name="connsiteY3" fmla="*/ 258145 h 2709399"/>
                <a:gd name="connsiteX4" fmla="*/ 0 w 27512420"/>
                <a:gd name="connsiteY4" fmla="*/ 48595 h 2709399"/>
                <a:gd name="connsiteX0" fmla="*/ 20387464 w 27512420"/>
                <a:gd name="connsiteY0" fmla="*/ 2629870 h 2693407"/>
                <a:gd name="connsiteX1" fmla="*/ 23330689 w 27512420"/>
                <a:gd name="connsiteY1" fmla="*/ 2477470 h 2693407"/>
                <a:gd name="connsiteX2" fmla="*/ 26219752 w 27512420"/>
                <a:gd name="connsiteY2" fmla="*/ 258145 h 2693407"/>
                <a:gd name="connsiteX3" fmla="*/ 0 w 27512420"/>
                <a:gd name="connsiteY3" fmla="*/ 48595 h 2693407"/>
                <a:gd name="connsiteX0" fmla="*/ 20387464 w 27722404"/>
                <a:gd name="connsiteY0" fmla="*/ 2629870 h 2693407"/>
                <a:gd name="connsiteX1" fmla="*/ 24233700 w 27722404"/>
                <a:gd name="connsiteY1" fmla="*/ 2477470 h 2693407"/>
                <a:gd name="connsiteX2" fmla="*/ 26219752 w 27722404"/>
                <a:gd name="connsiteY2" fmla="*/ 258145 h 2693407"/>
                <a:gd name="connsiteX3" fmla="*/ 0 w 27722404"/>
                <a:gd name="connsiteY3" fmla="*/ 48595 h 2693407"/>
                <a:gd name="connsiteX0" fmla="*/ 20387464 w 27690510"/>
                <a:gd name="connsiteY0" fmla="*/ 2629870 h 2643563"/>
                <a:gd name="connsiteX1" fmla="*/ 24233700 w 27690510"/>
                <a:gd name="connsiteY1" fmla="*/ 2477470 h 2643563"/>
                <a:gd name="connsiteX2" fmla="*/ 26219752 w 27690510"/>
                <a:gd name="connsiteY2" fmla="*/ 258145 h 2643563"/>
                <a:gd name="connsiteX3" fmla="*/ 0 w 27690510"/>
                <a:gd name="connsiteY3" fmla="*/ 48595 h 2643563"/>
                <a:gd name="connsiteX0" fmla="*/ 20387464 w 27766401"/>
                <a:gd name="connsiteY0" fmla="*/ 2617440 h 2617440"/>
                <a:gd name="connsiteX1" fmla="*/ 24534704 w 27766401"/>
                <a:gd name="connsiteY1" fmla="*/ 2255490 h 2617440"/>
                <a:gd name="connsiteX2" fmla="*/ 26219752 w 27766401"/>
                <a:gd name="connsiteY2" fmla="*/ 245715 h 2617440"/>
                <a:gd name="connsiteX3" fmla="*/ 0 w 27766401"/>
                <a:gd name="connsiteY3" fmla="*/ 36165 h 2617440"/>
                <a:gd name="connsiteX0" fmla="*/ 20387463 w 27844283"/>
                <a:gd name="connsiteY0" fmla="*/ 2426940 h 2466365"/>
                <a:gd name="connsiteX1" fmla="*/ 24534704 w 27844283"/>
                <a:gd name="connsiteY1" fmla="*/ 2255490 h 2466365"/>
                <a:gd name="connsiteX2" fmla="*/ 26219752 w 27844283"/>
                <a:gd name="connsiteY2" fmla="*/ 245715 h 2466365"/>
                <a:gd name="connsiteX3" fmla="*/ 0 w 27844283"/>
                <a:gd name="connsiteY3" fmla="*/ 36165 h 2466365"/>
                <a:gd name="connsiteX0" fmla="*/ 20387463 w 25371962"/>
                <a:gd name="connsiteY0" fmla="*/ 2440487 h 2481821"/>
                <a:gd name="connsiteX1" fmla="*/ 24534704 w 25371962"/>
                <a:gd name="connsiteY1" fmla="*/ 2269037 h 2481821"/>
                <a:gd name="connsiteX2" fmla="*/ 22833452 w 25371962"/>
                <a:gd name="connsiteY2" fmla="*/ 230687 h 2481821"/>
                <a:gd name="connsiteX3" fmla="*/ 0 w 25371962"/>
                <a:gd name="connsiteY3" fmla="*/ 49712 h 2481821"/>
                <a:gd name="connsiteX0" fmla="*/ 21064723 w 26093006"/>
                <a:gd name="connsiteY0" fmla="*/ 2457162 h 2498496"/>
                <a:gd name="connsiteX1" fmla="*/ 25211964 w 26093006"/>
                <a:gd name="connsiteY1" fmla="*/ 2285712 h 2498496"/>
                <a:gd name="connsiteX2" fmla="*/ 23510712 w 26093006"/>
                <a:gd name="connsiteY2" fmla="*/ 247362 h 2498496"/>
                <a:gd name="connsiteX3" fmla="*/ 0 w 26093006"/>
                <a:gd name="connsiteY3" fmla="*/ 37812 h 2498496"/>
                <a:gd name="connsiteX0" fmla="*/ 20914221 w 25932739"/>
                <a:gd name="connsiteY0" fmla="*/ 2435240 h 2476574"/>
                <a:gd name="connsiteX1" fmla="*/ 25061462 w 25932739"/>
                <a:gd name="connsiteY1" fmla="*/ 2263790 h 2476574"/>
                <a:gd name="connsiteX2" fmla="*/ 23360210 w 25932739"/>
                <a:gd name="connsiteY2" fmla="*/ 225440 h 2476574"/>
                <a:gd name="connsiteX3" fmla="*/ 0 w 25932739"/>
                <a:gd name="connsiteY3" fmla="*/ 53990 h 2476574"/>
                <a:gd name="connsiteX0" fmla="*/ 20914221 w 25853561"/>
                <a:gd name="connsiteY0" fmla="*/ 2429982 h 2432928"/>
                <a:gd name="connsiteX1" fmla="*/ 24910959 w 25853561"/>
                <a:gd name="connsiteY1" fmla="*/ 2175982 h 2432928"/>
                <a:gd name="connsiteX2" fmla="*/ 23360210 w 25853561"/>
                <a:gd name="connsiteY2" fmla="*/ 220182 h 2432928"/>
                <a:gd name="connsiteX3" fmla="*/ 0 w 25853561"/>
                <a:gd name="connsiteY3" fmla="*/ 48732 h 2432928"/>
                <a:gd name="connsiteX0" fmla="*/ 20914221 w 25853561"/>
                <a:gd name="connsiteY0" fmla="*/ 2429982 h 2429982"/>
                <a:gd name="connsiteX1" fmla="*/ 24910959 w 25853561"/>
                <a:gd name="connsiteY1" fmla="*/ 2175982 h 2429982"/>
                <a:gd name="connsiteX2" fmla="*/ 23360210 w 25853561"/>
                <a:gd name="connsiteY2" fmla="*/ 220182 h 2429982"/>
                <a:gd name="connsiteX3" fmla="*/ 0 w 25853561"/>
                <a:gd name="connsiteY3" fmla="*/ 48732 h 2429982"/>
                <a:gd name="connsiteX0" fmla="*/ 20914221 w 26074061"/>
                <a:gd name="connsiteY0" fmla="*/ 2462033 h 2467778"/>
                <a:gd name="connsiteX1" fmla="*/ 24910959 w 26074061"/>
                <a:gd name="connsiteY1" fmla="*/ 2208033 h 2467778"/>
                <a:gd name="connsiteX2" fmla="*/ 23711381 w 26074061"/>
                <a:gd name="connsiteY2" fmla="*/ 195083 h 2467778"/>
                <a:gd name="connsiteX3" fmla="*/ 0 w 26074061"/>
                <a:gd name="connsiteY3" fmla="*/ 80783 h 2467778"/>
                <a:gd name="connsiteX0" fmla="*/ 20914221 w 26074061"/>
                <a:gd name="connsiteY0" fmla="*/ 2462033 h 2467778"/>
                <a:gd name="connsiteX1" fmla="*/ 24910959 w 26074061"/>
                <a:gd name="connsiteY1" fmla="*/ 2208033 h 2467778"/>
                <a:gd name="connsiteX2" fmla="*/ 23711381 w 26074061"/>
                <a:gd name="connsiteY2" fmla="*/ 195083 h 2467778"/>
                <a:gd name="connsiteX3" fmla="*/ 0 w 26074061"/>
                <a:gd name="connsiteY3" fmla="*/ 80783 h 2467778"/>
                <a:gd name="connsiteX0" fmla="*/ 20914221 w 26074061"/>
                <a:gd name="connsiteY0" fmla="*/ 2382124 h 2387869"/>
                <a:gd name="connsiteX1" fmla="*/ 24910959 w 26074061"/>
                <a:gd name="connsiteY1" fmla="*/ 2128124 h 2387869"/>
                <a:gd name="connsiteX2" fmla="*/ 23711381 w 26074061"/>
                <a:gd name="connsiteY2" fmla="*/ 115174 h 2387869"/>
                <a:gd name="connsiteX3" fmla="*/ 0 w 26074061"/>
                <a:gd name="connsiteY3" fmla="*/ 874 h 2387869"/>
                <a:gd name="connsiteX0" fmla="*/ 20914221 w 27573095"/>
                <a:gd name="connsiteY0" fmla="*/ 2381894 h 2387322"/>
                <a:gd name="connsiteX1" fmla="*/ 24910959 w 27573095"/>
                <a:gd name="connsiteY1" fmla="*/ 2127894 h 2387322"/>
                <a:gd name="connsiteX2" fmla="*/ 25768245 w 27573095"/>
                <a:gd name="connsiteY2" fmla="*/ 121294 h 2387322"/>
                <a:gd name="connsiteX3" fmla="*/ 0 w 27573095"/>
                <a:gd name="connsiteY3" fmla="*/ 644 h 2387322"/>
                <a:gd name="connsiteX0" fmla="*/ 20914221 w 25998320"/>
                <a:gd name="connsiteY0" fmla="*/ 2381894 h 2387322"/>
                <a:gd name="connsiteX1" fmla="*/ 24910959 w 25998320"/>
                <a:gd name="connsiteY1" fmla="*/ 2127894 h 2387322"/>
                <a:gd name="connsiteX2" fmla="*/ 25768245 w 25998320"/>
                <a:gd name="connsiteY2" fmla="*/ 121294 h 2387322"/>
                <a:gd name="connsiteX3" fmla="*/ 0 w 25998320"/>
                <a:gd name="connsiteY3" fmla="*/ 644 h 2387322"/>
                <a:gd name="connsiteX0" fmla="*/ 20914221 w 25998320"/>
                <a:gd name="connsiteY0" fmla="*/ 2383604 h 2389032"/>
                <a:gd name="connsiteX1" fmla="*/ 24910959 w 25998320"/>
                <a:gd name="connsiteY1" fmla="*/ 2129604 h 2389032"/>
                <a:gd name="connsiteX2" fmla="*/ 25768245 w 25998320"/>
                <a:gd name="connsiteY2" fmla="*/ 123004 h 2389032"/>
                <a:gd name="connsiteX3" fmla="*/ 0 w 25998320"/>
                <a:gd name="connsiteY3" fmla="*/ 2354 h 2389032"/>
                <a:gd name="connsiteX0" fmla="*/ 20914221 w 26039781"/>
                <a:gd name="connsiteY0" fmla="*/ 2383604 h 2389032"/>
                <a:gd name="connsiteX1" fmla="*/ 24910959 w 26039781"/>
                <a:gd name="connsiteY1" fmla="*/ 2129604 h 2389032"/>
                <a:gd name="connsiteX2" fmla="*/ 25768245 w 26039781"/>
                <a:gd name="connsiteY2" fmla="*/ 123004 h 2389032"/>
                <a:gd name="connsiteX3" fmla="*/ 0 w 26039781"/>
                <a:gd name="connsiteY3" fmla="*/ 2354 h 2389032"/>
                <a:gd name="connsiteX0" fmla="*/ 20914221 w 26204401"/>
                <a:gd name="connsiteY0" fmla="*/ 2420349 h 2425777"/>
                <a:gd name="connsiteX1" fmla="*/ 24910959 w 26204401"/>
                <a:gd name="connsiteY1" fmla="*/ 2166349 h 2425777"/>
                <a:gd name="connsiteX2" fmla="*/ 25768245 w 26204401"/>
                <a:gd name="connsiteY2" fmla="*/ 159749 h 2425777"/>
                <a:gd name="connsiteX3" fmla="*/ 0 w 26204401"/>
                <a:gd name="connsiteY3" fmla="*/ 39099 h 2425777"/>
                <a:gd name="connsiteX0" fmla="*/ 20914221 w 25586165"/>
                <a:gd name="connsiteY0" fmla="*/ 2420349 h 2425777"/>
                <a:gd name="connsiteX1" fmla="*/ 24910959 w 25586165"/>
                <a:gd name="connsiteY1" fmla="*/ 2166349 h 2425777"/>
                <a:gd name="connsiteX2" fmla="*/ 24940483 w 25586165"/>
                <a:gd name="connsiteY2" fmla="*/ 159749 h 2425777"/>
                <a:gd name="connsiteX3" fmla="*/ 0 w 25586165"/>
                <a:gd name="connsiteY3" fmla="*/ 39099 h 2425777"/>
                <a:gd name="connsiteX0" fmla="*/ 20914221 w 25329742"/>
                <a:gd name="connsiteY0" fmla="*/ 2384472 h 2384906"/>
                <a:gd name="connsiteX1" fmla="*/ 24910959 w 25329742"/>
                <a:gd name="connsiteY1" fmla="*/ 2130472 h 2384906"/>
                <a:gd name="connsiteX2" fmla="*/ 24488976 w 25329742"/>
                <a:gd name="connsiteY2" fmla="*/ 228647 h 2384906"/>
                <a:gd name="connsiteX3" fmla="*/ 0 w 25329742"/>
                <a:gd name="connsiteY3" fmla="*/ 3222 h 238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329742" h="2384906">
                  <a:moveTo>
                    <a:pt x="20914221" y="2384472"/>
                  </a:moveTo>
                  <a:cubicBezTo>
                    <a:pt x="21527393" y="2352722"/>
                    <a:pt x="24315167" y="2489776"/>
                    <a:pt x="24910959" y="2130472"/>
                  </a:cubicBezTo>
                  <a:cubicBezTo>
                    <a:pt x="25506751" y="1771168"/>
                    <a:pt x="25550763" y="500883"/>
                    <a:pt x="24488976" y="228647"/>
                  </a:cubicBezTo>
                  <a:cubicBezTo>
                    <a:pt x="23471264" y="-32288"/>
                    <a:pt x="157560" y="-747"/>
                    <a:pt x="0" y="3222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12" name="文本框 111">
            <a:extLst>
              <a:ext uri="{FF2B5EF4-FFF2-40B4-BE49-F238E27FC236}">
                <a16:creationId xmlns:a16="http://schemas.microsoft.com/office/drawing/2014/main" id="{2B2363F9-D8BA-450B-960B-F26EF4B19D2D}"/>
              </a:ext>
            </a:extLst>
          </p:cNvPr>
          <p:cNvSpPr txBox="1"/>
          <p:nvPr/>
        </p:nvSpPr>
        <p:spPr>
          <a:xfrm>
            <a:off x="5543195" y="2839251"/>
            <a:ext cx="868572" cy="214133"/>
          </a:xfrm>
          <a:custGeom>
            <a:avLst/>
            <a:gdLst/>
            <a:ahLst/>
            <a:cxnLst/>
            <a:rect l="l" t="t" r="r" b="b"/>
            <a:pathLst>
              <a:path w="901898" h="222349">
                <a:moveTo>
                  <a:pt x="526740" y="133052"/>
                </a:moveTo>
                <a:cubicBezTo>
                  <a:pt x="537679" y="149275"/>
                  <a:pt x="550552" y="161925"/>
                  <a:pt x="565361" y="171003"/>
                </a:cubicBezTo>
                <a:cubicBezTo>
                  <a:pt x="583220" y="160437"/>
                  <a:pt x="598438" y="147786"/>
                  <a:pt x="611014" y="133052"/>
                </a:cubicBezTo>
                <a:close/>
                <a:moveTo>
                  <a:pt x="328166" y="132829"/>
                </a:moveTo>
                <a:lnTo>
                  <a:pt x="345579" y="132829"/>
                </a:lnTo>
                <a:lnTo>
                  <a:pt x="345579" y="150912"/>
                </a:lnTo>
                <a:lnTo>
                  <a:pt x="427062" y="150912"/>
                </a:lnTo>
                <a:lnTo>
                  <a:pt x="427062" y="166762"/>
                </a:lnTo>
                <a:lnTo>
                  <a:pt x="345579" y="166762"/>
                </a:lnTo>
                <a:lnTo>
                  <a:pt x="345579" y="196453"/>
                </a:lnTo>
                <a:lnTo>
                  <a:pt x="445368" y="196453"/>
                </a:lnTo>
                <a:lnTo>
                  <a:pt x="445368" y="212527"/>
                </a:lnTo>
                <a:lnTo>
                  <a:pt x="228153" y="212527"/>
                </a:lnTo>
                <a:lnTo>
                  <a:pt x="228153" y="196453"/>
                </a:lnTo>
                <a:lnTo>
                  <a:pt x="328166" y="196453"/>
                </a:lnTo>
                <a:lnTo>
                  <a:pt x="328166" y="166762"/>
                </a:lnTo>
                <a:lnTo>
                  <a:pt x="248468" y="166762"/>
                </a:lnTo>
                <a:lnTo>
                  <a:pt x="248468" y="150912"/>
                </a:lnTo>
                <a:lnTo>
                  <a:pt x="328166" y="150912"/>
                </a:lnTo>
                <a:close/>
                <a:moveTo>
                  <a:pt x="84832" y="125016"/>
                </a:moveTo>
                <a:lnTo>
                  <a:pt x="102245" y="125016"/>
                </a:lnTo>
                <a:cubicBezTo>
                  <a:pt x="102096" y="129852"/>
                  <a:pt x="101798" y="134466"/>
                  <a:pt x="101352" y="138857"/>
                </a:cubicBezTo>
                <a:lnTo>
                  <a:pt x="192211" y="138857"/>
                </a:lnTo>
                <a:cubicBezTo>
                  <a:pt x="191170" y="157014"/>
                  <a:pt x="189979" y="173013"/>
                  <a:pt x="188639" y="186854"/>
                </a:cubicBezTo>
                <a:cubicBezTo>
                  <a:pt x="186854" y="205755"/>
                  <a:pt x="175245" y="215280"/>
                  <a:pt x="153814" y="215429"/>
                </a:cubicBezTo>
                <a:cubicBezTo>
                  <a:pt x="142949" y="215578"/>
                  <a:pt x="128587" y="215429"/>
                  <a:pt x="110728" y="214982"/>
                </a:cubicBezTo>
                <a:cubicBezTo>
                  <a:pt x="109835" y="208731"/>
                  <a:pt x="108570" y="202257"/>
                  <a:pt x="106933" y="195560"/>
                </a:cubicBezTo>
                <a:cubicBezTo>
                  <a:pt x="124643" y="197048"/>
                  <a:pt x="140121" y="197793"/>
                  <a:pt x="153367" y="197793"/>
                </a:cubicBezTo>
                <a:cubicBezTo>
                  <a:pt x="164380" y="197793"/>
                  <a:pt x="170408" y="193030"/>
                  <a:pt x="171450" y="183505"/>
                </a:cubicBezTo>
                <a:cubicBezTo>
                  <a:pt x="172343" y="176510"/>
                  <a:pt x="173161" y="166687"/>
                  <a:pt x="173905" y="154037"/>
                </a:cubicBezTo>
                <a:lnTo>
                  <a:pt x="98784" y="154037"/>
                </a:lnTo>
                <a:cubicBezTo>
                  <a:pt x="95213" y="169738"/>
                  <a:pt x="88850" y="181868"/>
                  <a:pt x="79697" y="190426"/>
                </a:cubicBezTo>
                <a:cubicBezTo>
                  <a:pt x="65559" y="203969"/>
                  <a:pt x="42565" y="214461"/>
                  <a:pt x="10715" y="221903"/>
                </a:cubicBezTo>
                <a:cubicBezTo>
                  <a:pt x="7739" y="216991"/>
                  <a:pt x="4167" y="211485"/>
                  <a:pt x="0" y="205383"/>
                </a:cubicBezTo>
                <a:cubicBezTo>
                  <a:pt x="32147" y="198834"/>
                  <a:pt x="54322" y="189756"/>
                  <a:pt x="66526" y="178147"/>
                </a:cubicBezTo>
                <a:cubicBezTo>
                  <a:pt x="73223" y="172194"/>
                  <a:pt x="78060" y="164157"/>
                  <a:pt x="81037" y="154037"/>
                </a:cubicBezTo>
                <a:lnTo>
                  <a:pt x="12948" y="154037"/>
                </a:lnTo>
                <a:lnTo>
                  <a:pt x="12948" y="138857"/>
                </a:lnTo>
                <a:lnTo>
                  <a:pt x="84050" y="138857"/>
                </a:lnTo>
                <a:cubicBezTo>
                  <a:pt x="84571" y="134541"/>
                  <a:pt x="84832" y="129927"/>
                  <a:pt x="84832" y="125016"/>
                </a:cubicBezTo>
                <a:close/>
                <a:moveTo>
                  <a:pt x="481087" y="117649"/>
                </a:moveTo>
                <a:lnTo>
                  <a:pt x="632891" y="117649"/>
                </a:lnTo>
                <a:lnTo>
                  <a:pt x="632891" y="133052"/>
                </a:lnTo>
                <a:cubicBezTo>
                  <a:pt x="618753" y="151656"/>
                  <a:pt x="601749" y="167432"/>
                  <a:pt x="581881" y="180380"/>
                </a:cubicBezTo>
                <a:cubicBezTo>
                  <a:pt x="606065" y="191988"/>
                  <a:pt x="637654" y="199206"/>
                  <a:pt x="676647" y="202034"/>
                </a:cubicBezTo>
                <a:cubicBezTo>
                  <a:pt x="671289" y="209476"/>
                  <a:pt x="666973" y="215726"/>
                  <a:pt x="663699" y="220786"/>
                </a:cubicBezTo>
                <a:cubicBezTo>
                  <a:pt x="623813" y="215354"/>
                  <a:pt x="590810" y="205160"/>
                  <a:pt x="564691" y="190202"/>
                </a:cubicBezTo>
                <a:cubicBezTo>
                  <a:pt x="539539" y="203150"/>
                  <a:pt x="506760" y="213866"/>
                  <a:pt x="466353" y="222349"/>
                </a:cubicBezTo>
                <a:cubicBezTo>
                  <a:pt x="462632" y="216545"/>
                  <a:pt x="458837" y="211038"/>
                  <a:pt x="454967" y="205829"/>
                </a:cubicBezTo>
                <a:cubicBezTo>
                  <a:pt x="493886" y="199132"/>
                  <a:pt x="525103" y="190426"/>
                  <a:pt x="548617" y="179710"/>
                </a:cubicBezTo>
                <a:cubicBezTo>
                  <a:pt x="532395" y="167580"/>
                  <a:pt x="518405" y="152028"/>
                  <a:pt x="506648" y="133052"/>
                </a:cubicBezTo>
                <a:lnTo>
                  <a:pt x="481087" y="133052"/>
                </a:lnTo>
                <a:close/>
                <a:moveTo>
                  <a:pt x="755898" y="77242"/>
                </a:moveTo>
                <a:lnTo>
                  <a:pt x="771525" y="84609"/>
                </a:lnTo>
                <a:cubicBezTo>
                  <a:pt x="768697" y="87957"/>
                  <a:pt x="765832" y="91232"/>
                  <a:pt x="762930" y="94431"/>
                </a:cubicBezTo>
                <a:lnTo>
                  <a:pt x="901898" y="94431"/>
                </a:lnTo>
                <a:lnTo>
                  <a:pt x="901898" y="110058"/>
                </a:lnTo>
                <a:lnTo>
                  <a:pt x="780008" y="110058"/>
                </a:lnTo>
                <a:lnTo>
                  <a:pt x="780008" y="131043"/>
                </a:lnTo>
                <a:lnTo>
                  <a:pt x="883816" y="131043"/>
                </a:lnTo>
                <a:lnTo>
                  <a:pt x="883816" y="146447"/>
                </a:lnTo>
                <a:lnTo>
                  <a:pt x="780008" y="146447"/>
                </a:lnTo>
                <a:lnTo>
                  <a:pt x="780008" y="167655"/>
                </a:lnTo>
                <a:lnTo>
                  <a:pt x="888280" y="167655"/>
                </a:lnTo>
                <a:lnTo>
                  <a:pt x="888280" y="183059"/>
                </a:lnTo>
                <a:lnTo>
                  <a:pt x="780008" y="183059"/>
                </a:lnTo>
                <a:lnTo>
                  <a:pt x="780008" y="221010"/>
                </a:lnTo>
                <a:lnTo>
                  <a:pt x="762149" y="221010"/>
                </a:lnTo>
                <a:lnTo>
                  <a:pt x="762149" y="110058"/>
                </a:lnTo>
                <a:lnTo>
                  <a:pt x="748419" y="110058"/>
                </a:lnTo>
                <a:cubicBezTo>
                  <a:pt x="732048" y="126876"/>
                  <a:pt x="714821" y="142056"/>
                  <a:pt x="696739" y="155600"/>
                </a:cubicBezTo>
                <a:cubicBezTo>
                  <a:pt x="693464" y="152028"/>
                  <a:pt x="689148" y="147861"/>
                  <a:pt x="683791" y="143098"/>
                </a:cubicBezTo>
                <a:cubicBezTo>
                  <a:pt x="710580" y="125983"/>
                  <a:pt x="734615" y="104031"/>
                  <a:pt x="755898" y="77242"/>
                </a:cubicBezTo>
                <a:close/>
                <a:moveTo>
                  <a:pt x="277936" y="65410"/>
                </a:moveTo>
                <a:lnTo>
                  <a:pt x="294233" y="72554"/>
                </a:lnTo>
                <a:cubicBezTo>
                  <a:pt x="278904" y="89669"/>
                  <a:pt x="266923" y="102319"/>
                  <a:pt x="258291" y="110505"/>
                </a:cubicBezTo>
                <a:cubicBezTo>
                  <a:pt x="262756" y="110356"/>
                  <a:pt x="279276" y="109835"/>
                  <a:pt x="307851" y="108942"/>
                </a:cubicBezTo>
                <a:cubicBezTo>
                  <a:pt x="303386" y="103138"/>
                  <a:pt x="298623" y="97110"/>
                  <a:pt x="293563" y="90860"/>
                </a:cubicBezTo>
                <a:lnTo>
                  <a:pt x="305172" y="82153"/>
                </a:lnTo>
                <a:cubicBezTo>
                  <a:pt x="317078" y="94803"/>
                  <a:pt x="328240" y="107752"/>
                  <a:pt x="338658" y="120997"/>
                </a:cubicBezTo>
                <a:lnTo>
                  <a:pt x="325040" y="130820"/>
                </a:lnTo>
                <a:cubicBezTo>
                  <a:pt x="322808" y="127992"/>
                  <a:pt x="320501" y="125090"/>
                  <a:pt x="318120" y="122113"/>
                </a:cubicBezTo>
                <a:cubicBezTo>
                  <a:pt x="307851" y="122560"/>
                  <a:pt x="287833" y="123527"/>
                  <a:pt x="258068" y="125016"/>
                </a:cubicBezTo>
                <a:cubicBezTo>
                  <a:pt x="254049" y="125164"/>
                  <a:pt x="247427" y="125760"/>
                  <a:pt x="238199" y="126802"/>
                </a:cubicBezTo>
                <a:lnTo>
                  <a:pt x="232172" y="111398"/>
                </a:lnTo>
                <a:cubicBezTo>
                  <a:pt x="246013" y="104403"/>
                  <a:pt x="261268" y="89074"/>
                  <a:pt x="277936" y="65410"/>
                </a:cubicBezTo>
                <a:close/>
                <a:moveTo>
                  <a:pt x="377502" y="64740"/>
                </a:moveTo>
                <a:lnTo>
                  <a:pt x="394245" y="70991"/>
                </a:lnTo>
                <a:cubicBezTo>
                  <a:pt x="382190" y="86320"/>
                  <a:pt x="371475" y="99194"/>
                  <a:pt x="362099" y="109612"/>
                </a:cubicBezTo>
                <a:cubicBezTo>
                  <a:pt x="378023" y="109314"/>
                  <a:pt x="394171" y="108793"/>
                  <a:pt x="410542" y="108049"/>
                </a:cubicBezTo>
                <a:cubicBezTo>
                  <a:pt x="405333" y="102245"/>
                  <a:pt x="400124" y="96366"/>
                  <a:pt x="394915" y="90413"/>
                </a:cubicBezTo>
                <a:lnTo>
                  <a:pt x="406524" y="81483"/>
                </a:lnTo>
                <a:cubicBezTo>
                  <a:pt x="419472" y="94283"/>
                  <a:pt x="432494" y="108272"/>
                  <a:pt x="445591" y="123453"/>
                </a:cubicBezTo>
                <a:lnTo>
                  <a:pt x="432420" y="134392"/>
                </a:lnTo>
                <a:cubicBezTo>
                  <a:pt x="428848" y="129927"/>
                  <a:pt x="425202" y="125536"/>
                  <a:pt x="421481" y="121220"/>
                </a:cubicBezTo>
                <a:cubicBezTo>
                  <a:pt x="405705" y="122113"/>
                  <a:pt x="385762" y="123155"/>
                  <a:pt x="361652" y="124346"/>
                </a:cubicBezTo>
                <a:cubicBezTo>
                  <a:pt x="357783" y="124495"/>
                  <a:pt x="351904" y="125090"/>
                  <a:pt x="344016" y="126132"/>
                </a:cubicBezTo>
                <a:lnTo>
                  <a:pt x="337542" y="110728"/>
                </a:lnTo>
                <a:cubicBezTo>
                  <a:pt x="349448" y="102840"/>
                  <a:pt x="362768" y="87511"/>
                  <a:pt x="377502" y="64740"/>
                </a:cubicBezTo>
                <a:close/>
                <a:moveTo>
                  <a:pt x="626194" y="58266"/>
                </a:moveTo>
                <a:cubicBezTo>
                  <a:pt x="645244" y="75381"/>
                  <a:pt x="660871" y="90487"/>
                  <a:pt x="673075" y="103584"/>
                </a:cubicBezTo>
                <a:lnTo>
                  <a:pt x="659234" y="115863"/>
                </a:lnTo>
                <a:cubicBezTo>
                  <a:pt x="644798" y="99640"/>
                  <a:pt x="629692" y="83939"/>
                  <a:pt x="613916" y="68759"/>
                </a:cubicBezTo>
                <a:close/>
                <a:moveTo>
                  <a:pt x="500509" y="57820"/>
                </a:moveTo>
                <a:lnTo>
                  <a:pt x="513903" y="69205"/>
                </a:lnTo>
                <a:cubicBezTo>
                  <a:pt x="498723" y="86618"/>
                  <a:pt x="483766" y="102394"/>
                  <a:pt x="469032" y="116532"/>
                </a:cubicBezTo>
                <a:cubicBezTo>
                  <a:pt x="465311" y="112365"/>
                  <a:pt x="460995" y="108198"/>
                  <a:pt x="456084" y="104031"/>
                </a:cubicBezTo>
                <a:cubicBezTo>
                  <a:pt x="471710" y="90636"/>
                  <a:pt x="486519" y="75233"/>
                  <a:pt x="500509" y="57820"/>
                </a:cubicBezTo>
                <a:close/>
                <a:moveTo>
                  <a:pt x="769739" y="49336"/>
                </a:moveTo>
                <a:lnTo>
                  <a:pt x="780008" y="62508"/>
                </a:lnTo>
                <a:cubicBezTo>
                  <a:pt x="755154" y="75158"/>
                  <a:pt x="732606" y="85130"/>
                  <a:pt x="712366" y="92422"/>
                </a:cubicBezTo>
                <a:cubicBezTo>
                  <a:pt x="709984" y="88106"/>
                  <a:pt x="706933" y="83046"/>
                  <a:pt x="703213" y="77242"/>
                </a:cubicBezTo>
                <a:cubicBezTo>
                  <a:pt x="728216" y="69652"/>
                  <a:pt x="750391" y="60350"/>
                  <a:pt x="769739" y="49336"/>
                </a:cubicBezTo>
                <a:close/>
                <a:moveTo>
                  <a:pt x="816173" y="49113"/>
                </a:moveTo>
                <a:cubicBezTo>
                  <a:pt x="838944" y="57150"/>
                  <a:pt x="860673" y="65633"/>
                  <a:pt x="881360" y="74563"/>
                </a:cubicBezTo>
                <a:lnTo>
                  <a:pt x="873323" y="89520"/>
                </a:lnTo>
                <a:cubicBezTo>
                  <a:pt x="851445" y="79102"/>
                  <a:pt x="829642" y="70024"/>
                  <a:pt x="807913" y="62285"/>
                </a:cubicBezTo>
                <a:close/>
                <a:moveTo>
                  <a:pt x="321915" y="893"/>
                </a:moveTo>
                <a:lnTo>
                  <a:pt x="340891" y="8483"/>
                </a:lnTo>
                <a:cubicBezTo>
                  <a:pt x="324073" y="21282"/>
                  <a:pt x="306362" y="33784"/>
                  <a:pt x="287759" y="45988"/>
                </a:cubicBezTo>
                <a:cubicBezTo>
                  <a:pt x="296689" y="45690"/>
                  <a:pt x="327868" y="44574"/>
                  <a:pt x="381297" y="42639"/>
                </a:cubicBezTo>
                <a:cubicBezTo>
                  <a:pt x="373707" y="36686"/>
                  <a:pt x="365745" y="30510"/>
                  <a:pt x="357411" y="24110"/>
                </a:cubicBezTo>
                <a:lnTo>
                  <a:pt x="369242" y="13618"/>
                </a:lnTo>
                <a:cubicBezTo>
                  <a:pt x="391864" y="29989"/>
                  <a:pt x="412105" y="45541"/>
                  <a:pt x="429964" y="60275"/>
                </a:cubicBezTo>
                <a:lnTo>
                  <a:pt x="417239" y="72777"/>
                </a:lnTo>
                <a:cubicBezTo>
                  <a:pt x="411435" y="67568"/>
                  <a:pt x="405184" y="62210"/>
                  <a:pt x="398487" y="56703"/>
                </a:cubicBezTo>
                <a:cubicBezTo>
                  <a:pt x="357262" y="58192"/>
                  <a:pt x="317376" y="59903"/>
                  <a:pt x="278829" y="61838"/>
                </a:cubicBezTo>
                <a:cubicBezTo>
                  <a:pt x="274811" y="61987"/>
                  <a:pt x="268114" y="62657"/>
                  <a:pt x="258737" y="63847"/>
                </a:cubicBezTo>
                <a:lnTo>
                  <a:pt x="252933" y="46434"/>
                </a:lnTo>
                <a:cubicBezTo>
                  <a:pt x="261268" y="43755"/>
                  <a:pt x="268262" y="40853"/>
                  <a:pt x="273918" y="37728"/>
                </a:cubicBezTo>
                <a:cubicBezTo>
                  <a:pt x="287908" y="29245"/>
                  <a:pt x="303907" y="16966"/>
                  <a:pt x="321915" y="893"/>
                </a:cubicBezTo>
                <a:close/>
                <a:moveTo>
                  <a:pt x="794295" y="446"/>
                </a:moveTo>
                <a:cubicBezTo>
                  <a:pt x="799653" y="8632"/>
                  <a:pt x="804453" y="16594"/>
                  <a:pt x="808695" y="24333"/>
                </a:cubicBezTo>
                <a:lnTo>
                  <a:pt x="896540" y="24333"/>
                </a:lnTo>
                <a:lnTo>
                  <a:pt x="896540" y="68535"/>
                </a:lnTo>
                <a:lnTo>
                  <a:pt x="878681" y="68535"/>
                </a:lnTo>
                <a:lnTo>
                  <a:pt x="878681" y="40407"/>
                </a:lnTo>
                <a:lnTo>
                  <a:pt x="709687" y="40407"/>
                </a:lnTo>
                <a:lnTo>
                  <a:pt x="709687" y="68535"/>
                </a:lnTo>
                <a:lnTo>
                  <a:pt x="691827" y="68535"/>
                </a:lnTo>
                <a:lnTo>
                  <a:pt x="691827" y="24333"/>
                </a:lnTo>
                <a:lnTo>
                  <a:pt x="787263" y="24333"/>
                </a:lnTo>
                <a:cubicBezTo>
                  <a:pt x="784287" y="19124"/>
                  <a:pt x="780901" y="13767"/>
                  <a:pt x="777106" y="8260"/>
                </a:cubicBezTo>
                <a:close/>
                <a:moveTo>
                  <a:pt x="119434" y="446"/>
                </a:moveTo>
                <a:lnTo>
                  <a:pt x="135508" y="446"/>
                </a:lnTo>
                <a:lnTo>
                  <a:pt x="135508" y="29914"/>
                </a:lnTo>
                <a:lnTo>
                  <a:pt x="182835" y="29914"/>
                </a:lnTo>
                <a:cubicBezTo>
                  <a:pt x="182835" y="58936"/>
                  <a:pt x="183579" y="78804"/>
                  <a:pt x="185068" y="89520"/>
                </a:cubicBezTo>
                <a:cubicBezTo>
                  <a:pt x="186705" y="101575"/>
                  <a:pt x="189979" y="107603"/>
                  <a:pt x="194890" y="107603"/>
                </a:cubicBezTo>
                <a:cubicBezTo>
                  <a:pt x="197718" y="107603"/>
                  <a:pt x="199802" y="104105"/>
                  <a:pt x="201141" y="97110"/>
                </a:cubicBezTo>
                <a:cubicBezTo>
                  <a:pt x="202332" y="90264"/>
                  <a:pt x="203150" y="82153"/>
                  <a:pt x="203597" y="72777"/>
                </a:cubicBezTo>
                <a:cubicBezTo>
                  <a:pt x="208806" y="75009"/>
                  <a:pt x="214015" y="77019"/>
                  <a:pt x="219224" y="78804"/>
                </a:cubicBezTo>
                <a:cubicBezTo>
                  <a:pt x="218479" y="87883"/>
                  <a:pt x="217512" y="95548"/>
                  <a:pt x="216321" y="101798"/>
                </a:cubicBezTo>
                <a:cubicBezTo>
                  <a:pt x="213345" y="118318"/>
                  <a:pt x="206052" y="126578"/>
                  <a:pt x="194444" y="126578"/>
                </a:cubicBezTo>
                <a:cubicBezTo>
                  <a:pt x="181198" y="126578"/>
                  <a:pt x="172938" y="117425"/>
                  <a:pt x="169664" y="99119"/>
                </a:cubicBezTo>
                <a:cubicBezTo>
                  <a:pt x="167729" y="87660"/>
                  <a:pt x="166762" y="69652"/>
                  <a:pt x="166762" y="45095"/>
                </a:cubicBezTo>
                <a:lnTo>
                  <a:pt x="135061" y="45095"/>
                </a:lnTo>
                <a:cubicBezTo>
                  <a:pt x="134392" y="57522"/>
                  <a:pt x="132680" y="68014"/>
                  <a:pt x="129927" y="76572"/>
                </a:cubicBezTo>
                <a:cubicBezTo>
                  <a:pt x="140419" y="82451"/>
                  <a:pt x="149944" y="88106"/>
                  <a:pt x="158502" y="93538"/>
                </a:cubicBezTo>
                <a:lnTo>
                  <a:pt x="148902" y="108496"/>
                </a:lnTo>
                <a:cubicBezTo>
                  <a:pt x="140866" y="102840"/>
                  <a:pt x="132234" y="97185"/>
                  <a:pt x="123006" y="91529"/>
                </a:cubicBezTo>
                <a:cubicBezTo>
                  <a:pt x="115342" y="103733"/>
                  <a:pt x="100236" y="115937"/>
                  <a:pt x="77688" y="128141"/>
                </a:cubicBezTo>
                <a:cubicBezTo>
                  <a:pt x="74414" y="123230"/>
                  <a:pt x="70544" y="118467"/>
                  <a:pt x="66079" y="113853"/>
                </a:cubicBezTo>
                <a:cubicBezTo>
                  <a:pt x="86841" y="103659"/>
                  <a:pt x="100831" y="93241"/>
                  <a:pt x="108049" y="82600"/>
                </a:cubicBezTo>
                <a:cubicBezTo>
                  <a:pt x="101947" y="79028"/>
                  <a:pt x="95622" y="75456"/>
                  <a:pt x="89073" y="71884"/>
                </a:cubicBezTo>
                <a:lnTo>
                  <a:pt x="96887" y="59382"/>
                </a:lnTo>
                <a:cubicBezTo>
                  <a:pt x="103138" y="62508"/>
                  <a:pt x="109165" y="65559"/>
                  <a:pt x="114970" y="68535"/>
                </a:cubicBezTo>
                <a:cubicBezTo>
                  <a:pt x="116979" y="62210"/>
                  <a:pt x="118318" y="54397"/>
                  <a:pt x="118988" y="45095"/>
                </a:cubicBezTo>
                <a:lnTo>
                  <a:pt x="94654" y="45095"/>
                </a:lnTo>
                <a:lnTo>
                  <a:pt x="94654" y="29914"/>
                </a:lnTo>
                <a:lnTo>
                  <a:pt x="119434" y="29914"/>
                </a:lnTo>
                <a:close/>
                <a:moveTo>
                  <a:pt x="40853" y="223"/>
                </a:moveTo>
                <a:lnTo>
                  <a:pt x="56927" y="223"/>
                </a:lnTo>
                <a:lnTo>
                  <a:pt x="56927" y="31924"/>
                </a:lnTo>
                <a:lnTo>
                  <a:pt x="83716" y="31924"/>
                </a:lnTo>
                <a:lnTo>
                  <a:pt x="83716" y="47104"/>
                </a:lnTo>
                <a:lnTo>
                  <a:pt x="56927" y="47104"/>
                </a:lnTo>
                <a:lnTo>
                  <a:pt x="56927" y="67531"/>
                </a:lnTo>
                <a:cubicBezTo>
                  <a:pt x="65187" y="65894"/>
                  <a:pt x="74265" y="64070"/>
                  <a:pt x="84162" y="62061"/>
                </a:cubicBezTo>
                <a:cubicBezTo>
                  <a:pt x="84460" y="70098"/>
                  <a:pt x="84683" y="75381"/>
                  <a:pt x="84832" y="77911"/>
                </a:cubicBezTo>
                <a:cubicBezTo>
                  <a:pt x="75381" y="79772"/>
                  <a:pt x="66079" y="81632"/>
                  <a:pt x="56927" y="83493"/>
                </a:cubicBezTo>
                <a:lnTo>
                  <a:pt x="56927" y="106263"/>
                </a:lnTo>
                <a:cubicBezTo>
                  <a:pt x="56927" y="120997"/>
                  <a:pt x="49783" y="128439"/>
                  <a:pt x="35495" y="128587"/>
                </a:cubicBezTo>
                <a:cubicBezTo>
                  <a:pt x="29096" y="128736"/>
                  <a:pt x="21208" y="128662"/>
                  <a:pt x="11832" y="128364"/>
                </a:cubicBezTo>
                <a:cubicBezTo>
                  <a:pt x="11236" y="122411"/>
                  <a:pt x="10343" y="116979"/>
                  <a:pt x="9153" y="112068"/>
                </a:cubicBezTo>
                <a:cubicBezTo>
                  <a:pt x="18827" y="112812"/>
                  <a:pt x="26566" y="113184"/>
                  <a:pt x="32370" y="113184"/>
                </a:cubicBezTo>
                <a:cubicBezTo>
                  <a:pt x="38025" y="113184"/>
                  <a:pt x="40853" y="110207"/>
                  <a:pt x="40853" y="104254"/>
                </a:cubicBezTo>
                <a:lnTo>
                  <a:pt x="40853" y="86953"/>
                </a:lnTo>
                <a:cubicBezTo>
                  <a:pt x="29319" y="89483"/>
                  <a:pt x="18008" y="92050"/>
                  <a:pt x="6920" y="94655"/>
                </a:cubicBezTo>
                <a:lnTo>
                  <a:pt x="2902" y="77688"/>
                </a:lnTo>
                <a:cubicBezTo>
                  <a:pt x="11608" y="76274"/>
                  <a:pt x="24259" y="73968"/>
                  <a:pt x="40853" y="70768"/>
                </a:cubicBezTo>
                <a:lnTo>
                  <a:pt x="40853" y="47104"/>
                </a:lnTo>
                <a:lnTo>
                  <a:pt x="5134" y="47104"/>
                </a:lnTo>
                <a:lnTo>
                  <a:pt x="5134" y="31924"/>
                </a:lnTo>
                <a:lnTo>
                  <a:pt x="40853" y="31924"/>
                </a:lnTo>
                <a:close/>
                <a:moveTo>
                  <a:pt x="564579" y="0"/>
                </a:moveTo>
                <a:cubicBezTo>
                  <a:pt x="571872" y="11311"/>
                  <a:pt x="576932" y="19645"/>
                  <a:pt x="579760" y="25003"/>
                </a:cubicBezTo>
                <a:lnTo>
                  <a:pt x="571165" y="29468"/>
                </a:lnTo>
                <a:lnTo>
                  <a:pt x="672628" y="29468"/>
                </a:lnTo>
                <a:lnTo>
                  <a:pt x="672628" y="45318"/>
                </a:lnTo>
                <a:lnTo>
                  <a:pt x="600521" y="45318"/>
                </a:lnTo>
                <a:lnTo>
                  <a:pt x="600521" y="107379"/>
                </a:lnTo>
                <a:lnTo>
                  <a:pt x="583332" y="107379"/>
                </a:lnTo>
                <a:lnTo>
                  <a:pt x="583332" y="45318"/>
                </a:lnTo>
                <a:lnTo>
                  <a:pt x="547390" y="45318"/>
                </a:lnTo>
                <a:lnTo>
                  <a:pt x="547390" y="107826"/>
                </a:lnTo>
                <a:lnTo>
                  <a:pt x="530200" y="107826"/>
                </a:lnTo>
                <a:lnTo>
                  <a:pt x="530200" y="45318"/>
                </a:lnTo>
                <a:lnTo>
                  <a:pt x="459432" y="45318"/>
                </a:lnTo>
                <a:lnTo>
                  <a:pt x="459432" y="29468"/>
                </a:lnTo>
                <a:lnTo>
                  <a:pt x="561231" y="29468"/>
                </a:lnTo>
                <a:cubicBezTo>
                  <a:pt x="556617" y="21134"/>
                  <a:pt x="552375" y="13915"/>
                  <a:pt x="548506" y="7813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箭头: 右 112">
            <a:extLst>
              <a:ext uri="{FF2B5EF4-FFF2-40B4-BE49-F238E27FC236}">
                <a16:creationId xmlns:a16="http://schemas.microsoft.com/office/drawing/2014/main" id="{80590756-B8D5-41BF-9063-307D4593B719}"/>
              </a:ext>
            </a:extLst>
          </p:cNvPr>
          <p:cNvSpPr/>
          <p:nvPr/>
        </p:nvSpPr>
        <p:spPr>
          <a:xfrm>
            <a:off x="7814674" y="1685874"/>
            <a:ext cx="486715" cy="211391"/>
          </a:xfrm>
          <a:prstGeom prst="rightArrow">
            <a:avLst/>
          </a:prstGeom>
          <a:solidFill>
            <a:srgbClr val="00B050"/>
          </a:solidFill>
          <a:ln w="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箭头: 右 113">
            <a:extLst>
              <a:ext uri="{FF2B5EF4-FFF2-40B4-BE49-F238E27FC236}">
                <a16:creationId xmlns:a16="http://schemas.microsoft.com/office/drawing/2014/main" id="{50022ADF-A47E-4088-ABE2-77A52D300E56}"/>
              </a:ext>
            </a:extLst>
          </p:cNvPr>
          <p:cNvSpPr/>
          <p:nvPr/>
        </p:nvSpPr>
        <p:spPr>
          <a:xfrm rot="5400000">
            <a:off x="9066791" y="2809859"/>
            <a:ext cx="486715" cy="211391"/>
          </a:xfrm>
          <a:prstGeom prst="rightArrow">
            <a:avLst/>
          </a:prstGeom>
          <a:solidFill>
            <a:srgbClr val="00B050"/>
          </a:solidFill>
          <a:ln w="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AEA4AABE-DF5D-45F2-8D05-663A1A8CA4D4}"/>
              </a:ext>
            </a:extLst>
          </p:cNvPr>
          <p:cNvGrpSpPr/>
          <p:nvPr/>
        </p:nvGrpSpPr>
        <p:grpSpPr>
          <a:xfrm>
            <a:off x="5164232" y="3321186"/>
            <a:ext cx="1180225" cy="1279028"/>
            <a:chOff x="5164232" y="3321186"/>
            <a:chExt cx="1180225" cy="1279028"/>
          </a:xfrm>
        </p:grpSpPr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8A96BE0B-EC77-4D29-913D-1BE4C5CAB0DF}"/>
                </a:ext>
              </a:extLst>
            </p:cNvPr>
            <p:cNvCxnSpPr>
              <a:cxnSpLocks/>
            </p:cNvCxnSpPr>
            <p:nvPr/>
          </p:nvCxnSpPr>
          <p:spPr>
            <a:xfrm>
              <a:off x="5179994" y="3321186"/>
              <a:ext cx="1164463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48442D94-7A01-4027-BAB6-45A48A68593E}"/>
                </a:ext>
              </a:extLst>
            </p:cNvPr>
            <p:cNvCxnSpPr>
              <a:cxnSpLocks/>
            </p:cNvCxnSpPr>
            <p:nvPr/>
          </p:nvCxnSpPr>
          <p:spPr>
            <a:xfrm>
              <a:off x="5179994" y="3638485"/>
              <a:ext cx="1164463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9C73D48F-D8F8-4659-BBD3-05C873163794}"/>
                </a:ext>
              </a:extLst>
            </p:cNvPr>
            <p:cNvCxnSpPr>
              <a:cxnSpLocks/>
            </p:cNvCxnSpPr>
            <p:nvPr/>
          </p:nvCxnSpPr>
          <p:spPr>
            <a:xfrm>
              <a:off x="5179472" y="3962706"/>
              <a:ext cx="1164463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DF50BE58-1F36-4E5D-A05C-E2D52BCE05E1}"/>
                </a:ext>
              </a:extLst>
            </p:cNvPr>
            <p:cNvCxnSpPr>
              <a:cxnSpLocks/>
            </p:cNvCxnSpPr>
            <p:nvPr/>
          </p:nvCxnSpPr>
          <p:spPr>
            <a:xfrm>
              <a:off x="5164754" y="4275993"/>
              <a:ext cx="1164463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5C0C6195-F898-462D-9F4C-AEF305DAF4CB}"/>
                </a:ext>
              </a:extLst>
            </p:cNvPr>
            <p:cNvCxnSpPr>
              <a:cxnSpLocks/>
            </p:cNvCxnSpPr>
            <p:nvPr/>
          </p:nvCxnSpPr>
          <p:spPr>
            <a:xfrm>
              <a:off x="5164232" y="4600214"/>
              <a:ext cx="1164463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箭头: 右 122">
            <a:extLst>
              <a:ext uri="{FF2B5EF4-FFF2-40B4-BE49-F238E27FC236}">
                <a16:creationId xmlns:a16="http://schemas.microsoft.com/office/drawing/2014/main" id="{F9C1D293-0C2B-4281-B9FC-AD0BFBC03267}"/>
              </a:ext>
            </a:extLst>
          </p:cNvPr>
          <p:cNvSpPr/>
          <p:nvPr/>
        </p:nvSpPr>
        <p:spPr>
          <a:xfrm flipH="1">
            <a:off x="4828593" y="3732014"/>
            <a:ext cx="2197151" cy="211391"/>
          </a:xfrm>
          <a:prstGeom prst="rightArrow">
            <a:avLst/>
          </a:prstGeom>
          <a:solidFill>
            <a:srgbClr val="00B050"/>
          </a:solidFill>
          <a:ln w="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箭头: 右 123">
            <a:extLst>
              <a:ext uri="{FF2B5EF4-FFF2-40B4-BE49-F238E27FC236}">
                <a16:creationId xmlns:a16="http://schemas.microsoft.com/office/drawing/2014/main" id="{D2679D34-4499-4AD8-9E99-6056E6EEB3D1}"/>
              </a:ext>
            </a:extLst>
          </p:cNvPr>
          <p:cNvSpPr/>
          <p:nvPr/>
        </p:nvSpPr>
        <p:spPr>
          <a:xfrm>
            <a:off x="3937868" y="1618151"/>
            <a:ext cx="486715" cy="211391"/>
          </a:xfrm>
          <a:prstGeom prst="rightArrow">
            <a:avLst/>
          </a:prstGeom>
          <a:solidFill>
            <a:srgbClr val="00B050"/>
          </a:solidFill>
          <a:ln w="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5" name="箭头: 右 124">
            <a:extLst>
              <a:ext uri="{FF2B5EF4-FFF2-40B4-BE49-F238E27FC236}">
                <a16:creationId xmlns:a16="http://schemas.microsoft.com/office/drawing/2014/main" id="{1E8B49BB-E4A5-46F7-A0EC-128909B583D0}"/>
              </a:ext>
            </a:extLst>
          </p:cNvPr>
          <p:cNvSpPr/>
          <p:nvPr/>
        </p:nvSpPr>
        <p:spPr>
          <a:xfrm rot="16200000" flipV="1">
            <a:off x="2346221" y="2747328"/>
            <a:ext cx="486715" cy="211391"/>
          </a:xfrm>
          <a:prstGeom prst="rightArrow">
            <a:avLst/>
          </a:prstGeom>
          <a:solidFill>
            <a:srgbClr val="00B050"/>
          </a:solidFill>
          <a:ln w="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37A2B145-7BB5-46D2-B27E-6C2F87058290}"/>
              </a:ext>
            </a:extLst>
          </p:cNvPr>
          <p:cNvSpPr txBox="1"/>
          <p:nvPr/>
        </p:nvSpPr>
        <p:spPr>
          <a:xfrm>
            <a:off x="7784863" y="1282631"/>
            <a:ext cx="586978" cy="295275"/>
          </a:xfrm>
          <a:custGeom>
            <a:avLst/>
            <a:gdLst/>
            <a:ahLst/>
            <a:cxnLst/>
            <a:rect l="l" t="t" r="r" b="b"/>
            <a:pathLst>
              <a:path w="586978" h="295275">
                <a:moveTo>
                  <a:pt x="144364" y="212526"/>
                </a:moveTo>
                <a:lnTo>
                  <a:pt x="144364" y="233660"/>
                </a:lnTo>
                <a:cubicBezTo>
                  <a:pt x="144364" y="244177"/>
                  <a:pt x="150416" y="249436"/>
                  <a:pt x="162521" y="249436"/>
                </a:cubicBezTo>
                <a:lnTo>
                  <a:pt x="207169" y="249436"/>
                </a:lnTo>
                <a:cubicBezTo>
                  <a:pt x="214511" y="249436"/>
                  <a:pt x="220316" y="248171"/>
                  <a:pt x="224582" y="245641"/>
                </a:cubicBezTo>
                <a:cubicBezTo>
                  <a:pt x="228848" y="243111"/>
                  <a:pt x="231602" y="239638"/>
                  <a:pt x="232842" y="235223"/>
                </a:cubicBezTo>
                <a:cubicBezTo>
                  <a:pt x="234082" y="230807"/>
                  <a:pt x="235595" y="223242"/>
                  <a:pt x="237381" y="212526"/>
                </a:cubicBezTo>
                <a:close/>
                <a:moveTo>
                  <a:pt x="325339" y="163115"/>
                </a:moveTo>
                <a:cubicBezTo>
                  <a:pt x="338237" y="169069"/>
                  <a:pt x="351235" y="174228"/>
                  <a:pt x="364332" y="178594"/>
                </a:cubicBezTo>
                <a:lnTo>
                  <a:pt x="332780" y="292596"/>
                </a:lnTo>
                <a:cubicBezTo>
                  <a:pt x="318492" y="287238"/>
                  <a:pt x="304999" y="282575"/>
                  <a:pt x="292299" y="278606"/>
                </a:cubicBezTo>
                <a:cubicBezTo>
                  <a:pt x="303808" y="245665"/>
                  <a:pt x="314821" y="207169"/>
                  <a:pt x="325339" y="163115"/>
                </a:cubicBezTo>
                <a:close/>
                <a:moveTo>
                  <a:pt x="444699" y="155079"/>
                </a:moveTo>
                <a:lnTo>
                  <a:pt x="483096" y="155079"/>
                </a:lnTo>
                <a:lnTo>
                  <a:pt x="483096" y="288131"/>
                </a:lnTo>
                <a:lnTo>
                  <a:pt x="444699" y="288131"/>
                </a:lnTo>
                <a:close/>
                <a:moveTo>
                  <a:pt x="391121" y="155079"/>
                </a:moveTo>
                <a:lnTo>
                  <a:pt x="429518" y="155079"/>
                </a:lnTo>
                <a:lnTo>
                  <a:pt x="429518" y="186630"/>
                </a:lnTo>
                <a:cubicBezTo>
                  <a:pt x="429518" y="235843"/>
                  <a:pt x="413643" y="272058"/>
                  <a:pt x="381893" y="295275"/>
                </a:cubicBezTo>
                <a:cubicBezTo>
                  <a:pt x="373559" y="286742"/>
                  <a:pt x="363637" y="277614"/>
                  <a:pt x="352128" y="267890"/>
                </a:cubicBezTo>
                <a:cubicBezTo>
                  <a:pt x="378123" y="248642"/>
                  <a:pt x="391121" y="218777"/>
                  <a:pt x="391121" y="178296"/>
                </a:cubicBezTo>
                <a:close/>
                <a:moveTo>
                  <a:pt x="499765" y="154186"/>
                </a:moveTo>
                <a:lnTo>
                  <a:pt x="538163" y="154186"/>
                </a:lnTo>
                <a:lnTo>
                  <a:pt x="538163" y="249436"/>
                </a:lnTo>
                <a:cubicBezTo>
                  <a:pt x="538163" y="255389"/>
                  <a:pt x="540147" y="258365"/>
                  <a:pt x="544116" y="258365"/>
                </a:cubicBezTo>
                <a:lnTo>
                  <a:pt x="546199" y="258365"/>
                </a:lnTo>
                <a:cubicBezTo>
                  <a:pt x="550267" y="258365"/>
                  <a:pt x="552872" y="255439"/>
                  <a:pt x="554013" y="249585"/>
                </a:cubicBezTo>
                <a:cubicBezTo>
                  <a:pt x="555154" y="243731"/>
                  <a:pt x="556419" y="225425"/>
                  <a:pt x="557808" y="194667"/>
                </a:cubicBezTo>
                <a:cubicBezTo>
                  <a:pt x="567531" y="198636"/>
                  <a:pt x="577255" y="202307"/>
                  <a:pt x="586978" y="205680"/>
                </a:cubicBezTo>
                <a:cubicBezTo>
                  <a:pt x="584895" y="233660"/>
                  <a:pt x="583034" y="252363"/>
                  <a:pt x="581397" y="261788"/>
                </a:cubicBezTo>
                <a:cubicBezTo>
                  <a:pt x="579760" y="271214"/>
                  <a:pt x="575890" y="278556"/>
                  <a:pt x="569788" y="283815"/>
                </a:cubicBezTo>
                <a:cubicBezTo>
                  <a:pt x="563687" y="289074"/>
                  <a:pt x="555327" y="291703"/>
                  <a:pt x="544711" y="291703"/>
                </a:cubicBezTo>
                <a:lnTo>
                  <a:pt x="533996" y="291703"/>
                </a:lnTo>
                <a:cubicBezTo>
                  <a:pt x="511175" y="291703"/>
                  <a:pt x="499765" y="279301"/>
                  <a:pt x="499765" y="254496"/>
                </a:cubicBezTo>
                <a:close/>
                <a:moveTo>
                  <a:pt x="144364" y="144363"/>
                </a:moveTo>
                <a:lnTo>
                  <a:pt x="144364" y="175022"/>
                </a:lnTo>
                <a:lnTo>
                  <a:pt x="203895" y="175022"/>
                </a:lnTo>
                <a:lnTo>
                  <a:pt x="203895" y="144363"/>
                </a:lnTo>
                <a:close/>
                <a:moveTo>
                  <a:pt x="42863" y="144363"/>
                </a:moveTo>
                <a:lnTo>
                  <a:pt x="42863" y="175022"/>
                </a:lnTo>
                <a:lnTo>
                  <a:pt x="101203" y="175022"/>
                </a:lnTo>
                <a:lnTo>
                  <a:pt x="101203" y="144363"/>
                </a:lnTo>
                <a:close/>
                <a:moveTo>
                  <a:pt x="316707" y="83344"/>
                </a:moveTo>
                <a:cubicBezTo>
                  <a:pt x="334963" y="96440"/>
                  <a:pt x="351235" y="109240"/>
                  <a:pt x="365522" y="121741"/>
                </a:cubicBezTo>
                <a:lnTo>
                  <a:pt x="337542" y="152697"/>
                </a:lnTo>
                <a:cubicBezTo>
                  <a:pt x="324842" y="140196"/>
                  <a:pt x="309265" y="126404"/>
                  <a:pt x="290810" y="111323"/>
                </a:cubicBezTo>
                <a:close/>
                <a:moveTo>
                  <a:pt x="144364" y="76497"/>
                </a:moveTo>
                <a:lnTo>
                  <a:pt x="144364" y="106858"/>
                </a:lnTo>
                <a:lnTo>
                  <a:pt x="203895" y="106858"/>
                </a:lnTo>
                <a:lnTo>
                  <a:pt x="203895" y="76497"/>
                </a:lnTo>
                <a:close/>
                <a:moveTo>
                  <a:pt x="42863" y="76497"/>
                </a:moveTo>
                <a:lnTo>
                  <a:pt x="42863" y="106858"/>
                </a:lnTo>
                <a:lnTo>
                  <a:pt x="101203" y="106858"/>
                </a:lnTo>
                <a:lnTo>
                  <a:pt x="101203" y="76497"/>
                </a:lnTo>
                <a:close/>
                <a:moveTo>
                  <a:pt x="319981" y="4167"/>
                </a:moveTo>
                <a:cubicBezTo>
                  <a:pt x="335459" y="15081"/>
                  <a:pt x="351731" y="27880"/>
                  <a:pt x="368796" y="42565"/>
                </a:cubicBezTo>
                <a:lnTo>
                  <a:pt x="342007" y="72926"/>
                </a:lnTo>
                <a:cubicBezTo>
                  <a:pt x="324743" y="55860"/>
                  <a:pt x="309166" y="41771"/>
                  <a:pt x="295275" y="30658"/>
                </a:cubicBezTo>
                <a:close/>
                <a:moveTo>
                  <a:pt x="101203" y="2381"/>
                </a:moveTo>
                <a:lnTo>
                  <a:pt x="144364" y="2381"/>
                </a:lnTo>
                <a:lnTo>
                  <a:pt x="144364" y="38993"/>
                </a:lnTo>
                <a:lnTo>
                  <a:pt x="246757" y="38993"/>
                </a:lnTo>
                <a:lnTo>
                  <a:pt x="246757" y="200769"/>
                </a:lnTo>
                <a:cubicBezTo>
                  <a:pt x="256382" y="204837"/>
                  <a:pt x="268089" y="208756"/>
                  <a:pt x="281881" y="212526"/>
                </a:cubicBezTo>
                <a:cubicBezTo>
                  <a:pt x="276523" y="247451"/>
                  <a:pt x="269032" y="268486"/>
                  <a:pt x="259408" y="275629"/>
                </a:cubicBezTo>
                <a:cubicBezTo>
                  <a:pt x="249783" y="282773"/>
                  <a:pt x="237034" y="286345"/>
                  <a:pt x="221159" y="286345"/>
                </a:cubicBezTo>
                <a:lnTo>
                  <a:pt x="149721" y="286345"/>
                </a:lnTo>
                <a:cubicBezTo>
                  <a:pt x="117376" y="286345"/>
                  <a:pt x="101203" y="271661"/>
                  <a:pt x="101203" y="242292"/>
                </a:cubicBezTo>
                <a:lnTo>
                  <a:pt x="101203" y="212526"/>
                </a:lnTo>
                <a:lnTo>
                  <a:pt x="42863" y="212526"/>
                </a:lnTo>
                <a:lnTo>
                  <a:pt x="42863" y="235744"/>
                </a:lnTo>
                <a:lnTo>
                  <a:pt x="0" y="235744"/>
                </a:lnTo>
                <a:lnTo>
                  <a:pt x="0" y="38993"/>
                </a:lnTo>
                <a:lnTo>
                  <a:pt x="101203" y="38993"/>
                </a:lnTo>
                <a:close/>
                <a:moveTo>
                  <a:pt x="480120" y="0"/>
                </a:moveTo>
                <a:cubicBezTo>
                  <a:pt x="485378" y="10715"/>
                  <a:pt x="490339" y="21431"/>
                  <a:pt x="495003" y="32147"/>
                </a:cubicBezTo>
                <a:lnTo>
                  <a:pt x="574179" y="32147"/>
                </a:lnTo>
                <a:lnTo>
                  <a:pt x="574179" y="67270"/>
                </a:lnTo>
                <a:lnTo>
                  <a:pt x="473571" y="67270"/>
                </a:lnTo>
                <a:cubicBezTo>
                  <a:pt x="460971" y="82054"/>
                  <a:pt x="447675" y="96540"/>
                  <a:pt x="433685" y="110728"/>
                </a:cubicBezTo>
                <a:lnTo>
                  <a:pt x="511820" y="107305"/>
                </a:lnTo>
                <a:cubicBezTo>
                  <a:pt x="506859" y="101253"/>
                  <a:pt x="501948" y="95448"/>
                  <a:pt x="497086" y="89892"/>
                </a:cubicBezTo>
                <a:lnTo>
                  <a:pt x="529233" y="69354"/>
                </a:lnTo>
                <a:cubicBezTo>
                  <a:pt x="550267" y="92571"/>
                  <a:pt x="569020" y="114101"/>
                  <a:pt x="585490" y="133945"/>
                </a:cubicBezTo>
                <a:lnTo>
                  <a:pt x="550962" y="158055"/>
                </a:lnTo>
                <a:lnTo>
                  <a:pt x="537419" y="139898"/>
                </a:lnTo>
                <a:cubicBezTo>
                  <a:pt x="456754" y="142776"/>
                  <a:pt x="405011" y="145752"/>
                  <a:pt x="382191" y="148828"/>
                </a:cubicBezTo>
                <a:lnTo>
                  <a:pt x="369689" y="115788"/>
                </a:lnTo>
                <a:cubicBezTo>
                  <a:pt x="382985" y="111125"/>
                  <a:pt x="400149" y="94952"/>
                  <a:pt x="421184" y="67270"/>
                </a:cubicBezTo>
                <a:lnTo>
                  <a:pt x="371178" y="67270"/>
                </a:lnTo>
                <a:lnTo>
                  <a:pt x="371178" y="32147"/>
                </a:lnTo>
                <a:lnTo>
                  <a:pt x="446633" y="32147"/>
                </a:lnTo>
                <a:cubicBezTo>
                  <a:pt x="443359" y="24507"/>
                  <a:pt x="439738" y="16470"/>
                  <a:pt x="435769" y="8037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639907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repeatCount="2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4500"/>
                            </p:stCondLst>
                            <p:childTnLst>
                              <p:par>
                                <p:cTn id="2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13" grpId="0" animBg="1"/>
      <p:bldP spid="114" grpId="0" animBg="1"/>
      <p:bldP spid="123" grpId="0" animBg="1"/>
      <p:bldP spid="124" grpId="0" animBg="1"/>
      <p:bldP spid="125" grpId="0" animBg="1"/>
      <p:bldP spid="1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42A18EE-FE02-4BCC-AD7E-C6E6570DD004}"/>
              </a:ext>
            </a:extLst>
          </p:cNvPr>
          <p:cNvSpPr/>
          <p:nvPr/>
        </p:nvSpPr>
        <p:spPr>
          <a:xfrm>
            <a:off x="5528616" y="3232432"/>
            <a:ext cx="617218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10A03B-6FCA-4358-A165-C0F9021FE501}"/>
              </a:ext>
            </a:extLst>
          </p:cNvPr>
          <p:cNvSpPr/>
          <p:nvPr/>
        </p:nvSpPr>
        <p:spPr>
          <a:xfrm>
            <a:off x="3343085" y="3230681"/>
            <a:ext cx="2684506" cy="144969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5EF430B-3F94-4F66-B9D4-A00285C2F6AD}"/>
              </a:ext>
            </a:extLst>
          </p:cNvPr>
          <p:cNvSpPr txBox="1"/>
          <p:nvPr/>
        </p:nvSpPr>
        <p:spPr>
          <a:xfrm>
            <a:off x="4334833" y="2795342"/>
            <a:ext cx="561380" cy="29969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77FACFA6-8908-490B-9146-4180F9FFC783}"/>
              </a:ext>
            </a:extLst>
          </p:cNvPr>
          <p:cNvGrpSpPr/>
          <p:nvPr/>
        </p:nvGrpSpPr>
        <p:grpSpPr>
          <a:xfrm>
            <a:off x="3416961" y="3291273"/>
            <a:ext cx="65226" cy="1331801"/>
            <a:chOff x="1214405" y="4592622"/>
            <a:chExt cx="84501" cy="1725373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8F3FADA7-DBA9-4BAE-9EE7-C229E3AA8A23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BA2EDEC-779C-467A-AC77-DD73D85F2185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02CC2720-AF12-4018-AD62-62D657A617BA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D76CC25A-836D-4D62-BF0B-E7AA05D38BF0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F1C7DFF-6798-4E6D-9EBD-8D6BD112090C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40494307-7921-4707-9AFB-664AB2D0D1E1}"/>
              </a:ext>
            </a:extLst>
          </p:cNvPr>
          <p:cNvGrpSpPr/>
          <p:nvPr/>
        </p:nvGrpSpPr>
        <p:grpSpPr>
          <a:xfrm>
            <a:off x="3973951" y="3291273"/>
            <a:ext cx="65226" cy="1331801"/>
            <a:chOff x="1214405" y="4592622"/>
            <a:chExt cx="84501" cy="1725373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C6D4349B-5B52-4B62-A806-B1E4F9670D49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874D912-371F-48EF-A93D-4E3648109351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BDC22BA1-FA09-43CE-8347-C100DC235EEB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360F7E8F-9CDB-41F2-A9B6-87F159107FC8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3918037C-715F-46F9-A6AA-6E3B8AFC6812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CD53F773-F693-425E-BDF7-CF2C174ECDEA}"/>
              </a:ext>
            </a:extLst>
          </p:cNvPr>
          <p:cNvGrpSpPr/>
          <p:nvPr/>
        </p:nvGrpSpPr>
        <p:grpSpPr>
          <a:xfrm>
            <a:off x="4530941" y="3291273"/>
            <a:ext cx="65226" cy="1331801"/>
            <a:chOff x="1214405" y="4592622"/>
            <a:chExt cx="84501" cy="1725373"/>
          </a:xfrm>
        </p:grpSpPr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F628B267-7AC3-4B17-8A14-CBB2D81B572E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1046F130-73DE-43E1-A034-19034505C8BB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B69E2346-9DD2-4D8D-AEBF-2FF352BF7AF1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椭圆 22">
              <a:extLst>
                <a:ext uri="{FF2B5EF4-FFF2-40B4-BE49-F238E27FC236}">
                  <a16:creationId xmlns:a16="http://schemas.microsoft.com/office/drawing/2014/main" id="{18E0C041-1145-47C6-AA3D-70871BA3E0CC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C2751BBC-B321-45B7-9252-3C6363FFC8F5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4A3FEB53-84E6-4773-8323-03E3F56971A9}"/>
              </a:ext>
            </a:extLst>
          </p:cNvPr>
          <p:cNvGrpSpPr/>
          <p:nvPr/>
        </p:nvGrpSpPr>
        <p:grpSpPr>
          <a:xfrm>
            <a:off x="5087931" y="3291273"/>
            <a:ext cx="65226" cy="1331801"/>
            <a:chOff x="1214405" y="4592622"/>
            <a:chExt cx="84501" cy="1725373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BF001AE7-1664-4CD6-AD50-C42D26EE2C0B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E65737D9-095A-46C9-A4EC-8C44F5C4510A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AEA279E4-A98C-4C98-9D1F-A3A6FD577CD3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椭圆 28">
              <a:extLst>
                <a:ext uri="{FF2B5EF4-FFF2-40B4-BE49-F238E27FC236}">
                  <a16:creationId xmlns:a16="http://schemas.microsoft.com/office/drawing/2014/main" id="{2986FB29-9DBC-47C4-9455-E3C52B6B1B65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椭圆 29">
              <a:extLst>
                <a:ext uri="{FF2B5EF4-FFF2-40B4-BE49-F238E27FC236}">
                  <a16:creationId xmlns:a16="http://schemas.microsoft.com/office/drawing/2014/main" id="{9FBE27EA-3C93-48F2-8A35-9961BF1DDEB2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AB00B6B7-41C8-4E4D-A3DD-39B46BD9E9BD}"/>
              </a:ext>
            </a:extLst>
          </p:cNvPr>
          <p:cNvSpPr/>
          <p:nvPr/>
        </p:nvSpPr>
        <p:spPr>
          <a:xfrm>
            <a:off x="6027591" y="3230681"/>
            <a:ext cx="2821325" cy="1449695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21273BA0-7AC9-4669-822C-8F44624E3FE9}"/>
              </a:ext>
            </a:extLst>
          </p:cNvPr>
          <p:cNvSpPr txBox="1"/>
          <p:nvPr/>
        </p:nvSpPr>
        <p:spPr>
          <a:xfrm>
            <a:off x="7212816" y="2769014"/>
            <a:ext cx="606269" cy="293083"/>
          </a:xfrm>
          <a:custGeom>
            <a:avLst/>
            <a:gdLst/>
            <a:ahLst/>
            <a:cxnLst/>
            <a:rect l="l" t="t" r="r" b="b"/>
            <a:pathLst>
              <a:path w="591145" h="294085">
                <a:moveTo>
                  <a:pt x="62805" y="190500"/>
                </a:moveTo>
                <a:cubicBezTo>
                  <a:pt x="77291" y="205185"/>
                  <a:pt x="91479" y="220465"/>
                  <a:pt x="105370" y="236340"/>
                </a:cubicBezTo>
                <a:lnTo>
                  <a:pt x="85129" y="252413"/>
                </a:lnTo>
                <a:cubicBezTo>
                  <a:pt x="73223" y="236736"/>
                  <a:pt x="59928" y="220762"/>
                  <a:pt x="45243" y="204490"/>
                </a:cubicBezTo>
                <a:close/>
                <a:moveTo>
                  <a:pt x="233362" y="189905"/>
                </a:moveTo>
                <a:lnTo>
                  <a:pt x="254198" y="203300"/>
                </a:lnTo>
                <a:cubicBezTo>
                  <a:pt x="240307" y="220564"/>
                  <a:pt x="225722" y="237133"/>
                  <a:pt x="210442" y="253008"/>
                </a:cubicBezTo>
                <a:lnTo>
                  <a:pt x="192583" y="238721"/>
                </a:lnTo>
                <a:cubicBezTo>
                  <a:pt x="208657" y="222052"/>
                  <a:pt x="222249" y="205780"/>
                  <a:pt x="233362" y="189905"/>
                </a:cubicBezTo>
                <a:close/>
                <a:moveTo>
                  <a:pt x="490834" y="139304"/>
                </a:moveTo>
                <a:lnTo>
                  <a:pt x="490834" y="161330"/>
                </a:lnTo>
                <a:lnTo>
                  <a:pt x="552747" y="161330"/>
                </a:lnTo>
                <a:lnTo>
                  <a:pt x="552747" y="139304"/>
                </a:lnTo>
                <a:close/>
                <a:moveTo>
                  <a:pt x="411063" y="139304"/>
                </a:moveTo>
                <a:lnTo>
                  <a:pt x="411063" y="161330"/>
                </a:lnTo>
                <a:lnTo>
                  <a:pt x="471487" y="161330"/>
                </a:lnTo>
                <a:lnTo>
                  <a:pt x="471487" y="139304"/>
                </a:lnTo>
                <a:close/>
                <a:moveTo>
                  <a:pt x="581024" y="82451"/>
                </a:moveTo>
                <a:lnTo>
                  <a:pt x="585787" y="99715"/>
                </a:lnTo>
                <a:cubicBezTo>
                  <a:pt x="559990" y="101104"/>
                  <a:pt x="528339" y="102493"/>
                  <a:pt x="490834" y="103882"/>
                </a:cubicBezTo>
                <a:lnTo>
                  <a:pt x="490834" y="123230"/>
                </a:lnTo>
                <a:lnTo>
                  <a:pt x="572392" y="123230"/>
                </a:lnTo>
                <a:lnTo>
                  <a:pt x="572392" y="183357"/>
                </a:lnTo>
                <a:lnTo>
                  <a:pt x="552747" y="183357"/>
                </a:lnTo>
                <a:lnTo>
                  <a:pt x="552747" y="177404"/>
                </a:lnTo>
                <a:lnTo>
                  <a:pt x="490834" y="177404"/>
                </a:lnTo>
                <a:lnTo>
                  <a:pt x="490834" y="196454"/>
                </a:lnTo>
                <a:lnTo>
                  <a:pt x="591145" y="196454"/>
                </a:lnTo>
                <a:lnTo>
                  <a:pt x="591145" y="261045"/>
                </a:lnTo>
                <a:cubicBezTo>
                  <a:pt x="591145" y="281286"/>
                  <a:pt x="581123" y="291406"/>
                  <a:pt x="561081" y="291406"/>
                </a:cubicBezTo>
                <a:cubicBezTo>
                  <a:pt x="551159" y="291406"/>
                  <a:pt x="538757" y="291208"/>
                  <a:pt x="523874" y="290811"/>
                </a:cubicBezTo>
                <a:cubicBezTo>
                  <a:pt x="522882" y="285254"/>
                  <a:pt x="521394" y="278408"/>
                  <a:pt x="519409" y="270272"/>
                </a:cubicBezTo>
                <a:cubicBezTo>
                  <a:pt x="533300" y="271463"/>
                  <a:pt x="545107" y="272058"/>
                  <a:pt x="554831" y="272058"/>
                </a:cubicBezTo>
                <a:cubicBezTo>
                  <a:pt x="565546" y="272058"/>
                  <a:pt x="570904" y="266998"/>
                  <a:pt x="570904" y="256878"/>
                </a:cubicBezTo>
                <a:lnTo>
                  <a:pt x="570904" y="212527"/>
                </a:lnTo>
                <a:lnTo>
                  <a:pt x="490834" y="212527"/>
                </a:lnTo>
                <a:lnTo>
                  <a:pt x="490834" y="239018"/>
                </a:lnTo>
                <a:cubicBezTo>
                  <a:pt x="502344" y="238423"/>
                  <a:pt x="513754" y="237729"/>
                  <a:pt x="525065" y="236935"/>
                </a:cubicBezTo>
                <a:cubicBezTo>
                  <a:pt x="522882" y="232371"/>
                  <a:pt x="520600" y="227807"/>
                  <a:pt x="518219" y="223243"/>
                </a:cubicBezTo>
                <a:lnTo>
                  <a:pt x="534292" y="215801"/>
                </a:lnTo>
                <a:cubicBezTo>
                  <a:pt x="541436" y="228700"/>
                  <a:pt x="548580" y="242590"/>
                  <a:pt x="555723" y="257473"/>
                </a:cubicBezTo>
                <a:lnTo>
                  <a:pt x="538162" y="265510"/>
                </a:lnTo>
                <a:cubicBezTo>
                  <a:pt x="536376" y="261343"/>
                  <a:pt x="534590" y="257275"/>
                  <a:pt x="532804" y="253306"/>
                </a:cubicBezTo>
                <a:cubicBezTo>
                  <a:pt x="499466" y="254695"/>
                  <a:pt x="462160" y="257374"/>
                  <a:pt x="420885" y="261343"/>
                </a:cubicBezTo>
                <a:lnTo>
                  <a:pt x="417314" y="242293"/>
                </a:lnTo>
                <a:cubicBezTo>
                  <a:pt x="435570" y="241697"/>
                  <a:pt x="453628" y="240904"/>
                  <a:pt x="471487" y="239911"/>
                </a:cubicBezTo>
                <a:lnTo>
                  <a:pt x="471487" y="212527"/>
                </a:lnTo>
                <a:lnTo>
                  <a:pt x="397668" y="212527"/>
                </a:lnTo>
                <a:lnTo>
                  <a:pt x="397668" y="292894"/>
                </a:lnTo>
                <a:lnTo>
                  <a:pt x="377428" y="292894"/>
                </a:lnTo>
                <a:lnTo>
                  <a:pt x="377428" y="196454"/>
                </a:lnTo>
                <a:lnTo>
                  <a:pt x="471487" y="196454"/>
                </a:lnTo>
                <a:lnTo>
                  <a:pt x="471487" y="177404"/>
                </a:lnTo>
                <a:lnTo>
                  <a:pt x="411063" y="177404"/>
                </a:lnTo>
                <a:lnTo>
                  <a:pt x="411063" y="183357"/>
                </a:lnTo>
                <a:lnTo>
                  <a:pt x="391417" y="183357"/>
                </a:lnTo>
                <a:lnTo>
                  <a:pt x="391417" y="123230"/>
                </a:lnTo>
                <a:lnTo>
                  <a:pt x="471487" y="123230"/>
                </a:lnTo>
                <a:lnTo>
                  <a:pt x="471487" y="104478"/>
                </a:lnTo>
                <a:cubicBezTo>
                  <a:pt x="442912" y="105470"/>
                  <a:pt x="411360" y="106462"/>
                  <a:pt x="376832" y="107454"/>
                </a:cubicBezTo>
                <a:cubicBezTo>
                  <a:pt x="375840" y="102097"/>
                  <a:pt x="374451" y="96143"/>
                  <a:pt x="372665" y="89595"/>
                </a:cubicBezTo>
                <a:cubicBezTo>
                  <a:pt x="467121" y="87412"/>
                  <a:pt x="536574" y="85031"/>
                  <a:pt x="581024" y="82451"/>
                </a:cubicBezTo>
                <a:close/>
                <a:moveTo>
                  <a:pt x="361949" y="30361"/>
                </a:moveTo>
                <a:lnTo>
                  <a:pt x="361949" y="53281"/>
                </a:lnTo>
                <a:lnTo>
                  <a:pt x="566141" y="53281"/>
                </a:lnTo>
                <a:lnTo>
                  <a:pt x="566141" y="30361"/>
                </a:lnTo>
                <a:close/>
                <a:moveTo>
                  <a:pt x="150316" y="25301"/>
                </a:moveTo>
                <a:cubicBezTo>
                  <a:pt x="129877" y="51098"/>
                  <a:pt x="100409" y="76399"/>
                  <a:pt x="61912" y="101204"/>
                </a:cubicBezTo>
                <a:lnTo>
                  <a:pt x="236636" y="101204"/>
                </a:lnTo>
                <a:cubicBezTo>
                  <a:pt x="205680" y="81558"/>
                  <a:pt x="176907" y="56257"/>
                  <a:pt x="150316" y="25301"/>
                </a:cubicBezTo>
                <a:close/>
                <a:moveTo>
                  <a:pt x="341411" y="13097"/>
                </a:moveTo>
                <a:lnTo>
                  <a:pt x="586382" y="13097"/>
                </a:lnTo>
                <a:lnTo>
                  <a:pt x="586382" y="76498"/>
                </a:lnTo>
                <a:lnTo>
                  <a:pt x="566141" y="76498"/>
                </a:lnTo>
                <a:lnTo>
                  <a:pt x="566141" y="70545"/>
                </a:lnTo>
                <a:lnTo>
                  <a:pt x="361949" y="70545"/>
                </a:lnTo>
                <a:lnTo>
                  <a:pt x="361949" y="141387"/>
                </a:lnTo>
                <a:cubicBezTo>
                  <a:pt x="361949" y="208856"/>
                  <a:pt x="348059" y="259755"/>
                  <a:pt x="320278" y="294085"/>
                </a:cubicBezTo>
                <a:cubicBezTo>
                  <a:pt x="315714" y="287140"/>
                  <a:pt x="310753" y="280492"/>
                  <a:pt x="305395" y="274142"/>
                </a:cubicBezTo>
                <a:cubicBezTo>
                  <a:pt x="329604" y="246361"/>
                  <a:pt x="341610" y="200720"/>
                  <a:pt x="341411" y="137220"/>
                </a:cubicBezTo>
                <a:close/>
                <a:moveTo>
                  <a:pt x="140196" y="0"/>
                </a:moveTo>
                <a:lnTo>
                  <a:pt x="172640" y="0"/>
                </a:lnTo>
                <a:lnTo>
                  <a:pt x="165794" y="8335"/>
                </a:lnTo>
                <a:cubicBezTo>
                  <a:pt x="197346" y="48618"/>
                  <a:pt x="241994" y="79971"/>
                  <a:pt x="299739" y="102394"/>
                </a:cubicBezTo>
                <a:cubicBezTo>
                  <a:pt x="294382" y="109935"/>
                  <a:pt x="289123" y="117872"/>
                  <a:pt x="283964" y="126207"/>
                </a:cubicBezTo>
                <a:cubicBezTo>
                  <a:pt x="268485" y="119658"/>
                  <a:pt x="253503" y="111820"/>
                  <a:pt x="239017" y="102692"/>
                </a:cubicBezTo>
                <a:lnTo>
                  <a:pt x="239017" y="122932"/>
                </a:lnTo>
                <a:lnTo>
                  <a:pt x="161925" y="122932"/>
                </a:lnTo>
                <a:lnTo>
                  <a:pt x="161925" y="164604"/>
                </a:lnTo>
                <a:lnTo>
                  <a:pt x="267890" y="164604"/>
                </a:lnTo>
                <a:lnTo>
                  <a:pt x="267890" y="186333"/>
                </a:lnTo>
                <a:lnTo>
                  <a:pt x="161925" y="186333"/>
                </a:lnTo>
                <a:lnTo>
                  <a:pt x="161925" y="258961"/>
                </a:lnTo>
                <a:lnTo>
                  <a:pt x="288726" y="258961"/>
                </a:lnTo>
                <a:lnTo>
                  <a:pt x="288726" y="280988"/>
                </a:lnTo>
                <a:lnTo>
                  <a:pt x="11906" y="280988"/>
                </a:lnTo>
                <a:lnTo>
                  <a:pt x="11906" y="258961"/>
                </a:lnTo>
                <a:lnTo>
                  <a:pt x="138112" y="258961"/>
                </a:lnTo>
                <a:lnTo>
                  <a:pt x="138112" y="186333"/>
                </a:lnTo>
                <a:lnTo>
                  <a:pt x="31551" y="186333"/>
                </a:lnTo>
                <a:lnTo>
                  <a:pt x="31551" y="164604"/>
                </a:lnTo>
                <a:lnTo>
                  <a:pt x="138112" y="164604"/>
                </a:lnTo>
                <a:lnTo>
                  <a:pt x="138112" y="122932"/>
                </a:lnTo>
                <a:lnTo>
                  <a:pt x="60721" y="122932"/>
                </a:lnTo>
                <a:lnTo>
                  <a:pt x="60721" y="102097"/>
                </a:lnTo>
                <a:cubicBezTo>
                  <a:pt x="46632" y="111026"/>
                  <a:pt x="31353" y="119956"/>
                  <a:pt x="14882" y="128886"/>
                </a:cubicBezTo>
                <a:cubicBezTo>
                  <a:pt x="10715" y="121345"/>
                  <a:pt x="5754" y="113904"/>
                  <a:pt x="0" y="106561"/>
                </a:cubicBezTo>
                <a:cubicBezTo>
                  <a:pt x="66079" y="75605"/>
                  <a:pt x="112811" y="40085"/>
                  <a:pt x="140196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5FC414F7-3959-49BA-BEC3-A1815FC444EB}"/>
              </a:ext>
            </a:extLst>
          </p:cNvPr>
          <p:cNvGrpSpPr/>
          <p:nvPr/>
        </p:nvGrpSpPr>
        <p:grpSpPr>
          <a:xfrm>
            <a:off x="6148115" y="3330793"/>
            <a:ext cx="2293185" cy="1294151"/>
            <a:chOff x="1214405" y="4590491"/>
            <a:chExt cx="2970865" cy="1725373"/>
          </a:xfrm>
        </p:grpSpPr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0860D55-6AD4-4242-87B8-5BF03D7A4E65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5F852EAF-BFD3-429A-8461-4DCE6EEC7A16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DC7F103F-6A4D-4DD3-BDC3-C4EDE9672F6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B256FE8C-7B49-4E9A-8629-F4349BB27E75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2" name="椭圆 61">
                <a:extLst>
                  <a:ext uri="{FF2B5EF4-FFF2-40B4-BE49-F238E27FC236}">
                    <a16:creationId xmlns:a16="http://schemas.microsoft.com/office/drawing/2014/main" id="{D6F3628D-C159-47FB-A6D2-1CAE296A6006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3" name="椭圆 62">
                <a:extLst>
                  <a:ext uri="{FF2B5EF4-FFF2-40B4-BE49-F238E27FC236}">
                    <a16:creationId xmlns:a16="http://schemas.microsoft.com/office/drawing/2014/main" id="{7C07ADFC-7325-4872-8317-9A327DC98CF0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42D8CC40-262A-4C11-923E-D2CE54F0A5C3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DC378069-AA85-40CD-BBD7-C2F430AFA8C5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5AB01B61-850C-4F56-AC77-4ED569E1404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1FAD627A-2420-4288-BA02-74FED88F5889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4A7A7E1B-6FA1-436C-AEDD-238912B360AD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BCF95790-5DC6-4B66-B9E2-A83A696ABB5C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446EFB93-0D31-49F2-A6AD-77A746D1E067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52342329-6A4F-40AA-B58E-37294E5F4952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2CF3A33C-AD74-4E3A-8EAA-1D230513C4B3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F1161EFD-5C41-4CFB-9DBB-A895F201147F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81108A3C-D054-4126-81D5-DBF5D350CAFD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23AA66BD-0B15-4014-B7D8-DCC8CE2FF73E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id="{2E7E8987-355F-425C-A69D-1A03339D6B68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B0F966B7-532A-471C-ADBF-9FCF18BFD9FF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118F57CA-EC7E-4DF5-AFE7-258182772FC5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B6200711-6C3F-405E-9897-AABB1DD9B9BD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E48AD0E8-04B5-46DD-B664-294741F21DAA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B019D421-E447-4E2F-9D53-650CE5D65E6F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8" name="组合 37">
              <a:extLst>
                <a:ext uri="{FF2B5EF4-FFF2-40B4-BE49-F238E27FC236}">
                  <a16:creationId xmlns:a16="http://schemas.microsoft.com/office/drawing/2014/main" id="{17BE1584-C1A4-4D0D-AD0B-64BEEA0757D0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EA2750E7-ECDE-4595-8B20-18344CE67557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C3C9ADF6-038B-4811-A2B6-14706CA92230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DEFDBE17-F703-4E46-8A17-EA79C3F5CC25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89C205A8-9FEB-4354-9E99-75B377F54BEA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068B4402-39DF-4C4A-8154-035C46D09296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64" name="组合 63">
            <a:extLst>
              <a:ext uri="{FF2B5EF4-FFF2-40B4-BE49-F238E27FC236}">
                <a16:creationId xmlns:a16="http://schemas.microsoft.com/office/drawing/2014/main" id="{706F47E8-297D-457F-B33D-D8511616BFB1}"/>
              </a:ext>
            </a:extLst>
          </p:cNvPr>
          <p:cNvGrpSpPr/>
          <p:nvPr/>
        </p:nvGrpSpPr>
        <p:grpSpPr>
          <a:xfrm>
            <a:off x="6435881" y="3330793"/>
            <a:ext cx="2293185" cy="1294151"/>
            <a:chOff x="1214405" y="4590491"/>
            <a:chExt cx="2970865" cy="1725373"/>
          </a:xfrm>
        </p:grpSpPr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510D7142-BBFC-498A-935F-4DB705451375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F44D84FE-3846-4DD3-8863-66CA12F99B16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8A530E68-91A9-45B2-BA65-5F6144C505BD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1FEB7C44-8CAB-425E-A202-A5CD2136E296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3" name="椭圆 92">
                <a:extLst>
                  <a:ext uri="{FF2B5EF4-FFF2-40B4-BE49-F238E27FC236}">
                    <a16:creationId xmlns:a16="http://schemas.microsoft.com/office/drawing/2014/main" id="{B03E115E-075F-428C-BDBE-2FCDD7521A7A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4" name="椭圆 93">
                <a:extLst>
                  <a:ext uri="{FF2B5EF4-FFF2-40B4-BE49-F238E27FC236}">
                    <a16:creationId xmlns:a16="http://schemas.microsoft.com/office/drawing/2014/main" id="{9936A017-736E-4C56-85DB-754418EF60A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D329BE80-D2C3-40D1-B8BD-655952D7700E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AA0BD7ED-CEC6-4621-8119-6BB9BCE46F98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B2C9C96E-73FF-4068-A8FA-1270E5B55D2B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98B43A6E-215B-4BB6-AAB3-0CDD0FCD8F95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E57CB1A4-5DB1-4DD7-A9D7-147B2BDEB6A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88294C34-3BB6-4897-91B3-170C0B790C5B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F2434772-D9D1-44CB-9DB9-9677C730F6F3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7DBE76C0-57DE-4E2F-B1F4-85CD4B0ADF01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E8AE3EBA-17A5-415F-B696-97F3A20E6EFD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844C354B-61AF-4DBC-A5A5-4F9AC3F7830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C7BF664E-5DAE-4C3E-84D3-B602D0CA634F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0314F5ED-081E-4F78-BD74-87B6A7433D21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8" name="组合 67">
              <a:extLst>
                <a:ext uri="{FF2B5EF4-FFF2-40B4-BE49-F238E27FC236}">
                  <a16:creationId xmlns:a16="http://schemas.microsoft.com/office/drawing/2014/main" id="{95AB1C7A-554A-4DEC-8C87-9F6DF1B50EB6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F96A515C-D7D0-476E-A3C6-749DF72CD1CF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E7B0F4D2-10FA-45BA-9864-CBFA545D2BC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783DB15B-06D8-401F-A37B-8B9F0B315355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83C95F35-7621-4619-A19B-A41AF80C831C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89DEA9F5-FD04-458F-A953-0A9B1F5068F6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9" name="组合 68">
              <a:extLst>
                <a:ext uri="{FF2B5EF4-FFF2-40B4-BE49-F238E27FC236}">
                  <a16:creationId xmlns:a16="http://schemas.microsoft.com/office/drawing/2014/main" id="{B3C9EB5B-7FB4-4A30-A9B6-E4B9F7AC5820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90043398-D64E-49F7-9EAA-D26D30E2ED6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27592526-9EB8-497F-851D-1C68BFF1D7B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29D55AD9-B62D-4410-A4C7-AE7E55066C85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E279A54D-22CB-4797-AA77-64497F8432BD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65A8DBB6-375A-4515-804C-99BB37D64F28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95" name="矩形 94">
            <a:extLst>
              <a:ext uri="{FF2B5EF4-FFF2-40B4-BE49-F238E27FC236}">
                <a16:creationId xmlns:a16="http://schemas.microsoft.com/office/drawing/2014/main" id="{38745D35-ADA9-43AF-B54C-7C69D0B60679}"/>
              </a:ext>
            </a:extLst>
          </p:cNvPr>
          <p:cNvSpPr/>
          <p:nvPr/>
        </p:nvSpPr>
        <p:spPr>
          <a:xfrm>
            <a:off x="5826746" y="3230681"/>
            <a:ext cx="300699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07BB25C9-C8F6-49D2-8AE2-58C30DC453B9}"/>
              </a:ext>
            </a:extLst>
          </p:cNvPr>
          <p:cNvSpPr txBox="1"/>
          <p:nvPr/>
        </p:nvSpPr>
        <p:spPr>
          <a:xfrm>
            <a:off x="5582014" y="4816018"/>
            <a:ext cx="806025" cy="160398"/>
          </a:xfrm>
          <a:custGeom>
            <a:avLst/>
            <a:gdLst/>
            <a:ahLst/>
            <a:cxnLst/>
            <a:rect l="l" t="t" r="r" b="b"/>
            <a:pathLst>
              <a:path w="1113978" h="221680">
                <a:moveTo>
                  <a:pt x="316111" y="146001"/>
                </a:moveTo>
                <a:cubicBezTo>
                  <a:pt x="326826" y="157758"/>
                  <a:pt x="336054" y="168474"/>
                  <a:pt x="343793" y="178148"/>
                </a:cubicBezTo>
                <a:lnTo>
                  <a:pt x="329505" y="189086"/>
                </a:lnTo>
                <a:cubicBezTo>
                  <a:pt x="321022" y="177627"/>
                  <a:pt x="312241" y="166688"/>
                  <a:pt x="303163" y="156270"/>
                </a:cubicBezTo>
                <a:close/>
                <a:moveTo>
                  <a:pt x="996553" y="132606"/>
                </a:moveTo>
                <a:lnTo>
                  <a:pt x="1013966" y="132606"/>
                </a:lnTo>
                <a:lnTo>
                  <a:pt x="1013966" y="150689"/>
                </a:lnTo>
                <a:lnTo>
                  <a:pt x="1095449" y="150689"/>
                </a:lnTo>
                <a:lnTo>
                  <a:pt x="1095449" y="166539"/>
                </a:lnTo>
                <a:lnTo>
                  <a:pt x="1013966" y="166539"/>
                </a:lnTo>
                <a:lnTo>
                  <a:pt x="1013966" y="196230"/>
                </a:lnTo>
                <a:lnTo>
                  <a:pt x="1113755" y="196230"/>
                </a:lnTo>
                <a:lnTo>
                  <a:pt x="1113755" y="212304"/>
                </a:lnTo>
                <a:lnTo>
                  <a:pt x="896540" y="212304"/>
                </a:lnTo>
                <a:lnTo>
                  <a:pt x="896540" y="196230"/>
                </a:lnTo>
                <a:lnTo>
                  <a:pt x="996553" y="196230"/>
                </a:lnTo>
                <a:lnTo>
                  <a:pt x="996553" y="166539"/>
                </a:lnTo>
                <a:lnTo>
                  <a:pt x="916855" y="166539"/>
                </a:lnTo>
                <a:lnTo>
                  <a:pt x="916855" y="150689"/>
                </a:lnTo>
                <a:lnTo>
                  <a:pt x="996553" y="150689"/>
                </a:lnTo>
                <a:close/>
                <a:moveTo>
                  <a:pt x="516805" y="128588"/>
                </a:moveTo>
                <a:cubicBezTo>
                  <a:pt x="507504" y="139155"/>
                  <a:pt x="497830" y="148754"/>
                  <a:pt x="487784" y="157386"/>
                </a:cubicBezTo>
                <a:lnTo>
                  <a:pt x="539576" y="157386"/>
                </a:lnTo>
                <a:lnTo>
                  <a:pt x="539576" y="135732"/>
                </a:lnTo>
                <a:lnTo>
                  <a:pt x="556319" y="135732"/>
                </a:lnTo>
                <a:lnTo>
                  <a:pt x="556319" y="157386"/>
                </a:lnTo>
                <a:lnTo>
                  <a:pt x="607442" y="157386"/>
                </a:lnTo>
                <a:cubicBezTo>
                  <a:pt x="596800" y="148828"/>
                  <a:pt x="587089" y="139229"/>
                  <a:pt x="578309" y="128588"/>
                </a:cubicBezTo>
                <a:close/>
                <a:moveTo>
                  <a:pt x="23663" y="125239"/>
                </a:moveTo>
                <a:lnTo>
                  <a:pt x="23663" y="152921"/>
                </a:lnTo>
                <a:lnTo>
                  <a:pt x="158055" y="152921"/>
                </a:lnTo>
                <a:lnTo>
                  <a:pt x="158055" y="125239"/>
                </a:lnTo>
                <a:close/>
                <a:moveTo>
                  <a:pt x="753219" y="124793"/>
                </a:moveTo>
                <a:lnTo>
                  <a:pt x="770632" y="124793"/>
                </a:lnTo>
                <a:cubicBezTo>
                  <a:pt x="770483" y="129630"/>
                  <a:pt x="770185" y="134243"/>
                  <a:pt x="769739" y="138634"/>
                </a:cubicBezTo>
                <a:lnTo>
                  <a:pt x="860598" y="138634"/>
                </a:lnTo>
                <a:cubicBezTo>
                  <a:pt x="859556" y="156791"/>
                  <a:pt x="858366" y="172790"/>
                  <a:pt x="857026" y="186631"/>
                </a:cubicBezTo>
                <a:cubicBezTo>
                  <a:pt x="855240" y="205532"/>
                  <a:pt x="843632" y="215057"/>
                  <a:pt x="822201" y="215206"/>
                </a:cubicBezTo>
                <a:cubicBezTo>
                  <a:pt x="811336" y="215355"/>
                  <a:pt x="796974" y="215206"/>
                  <a:pt x="779115" y="214759"/>
                </a:cubicBezTo>
                <a:cubicBezTo>
                  <a:pt x="778222" y="208508"/>
                  <a:pt x="776957" y="202034"/>
                  <a:pt x="775320" y="195337"/>
                </a:cubicBezTo>
                <a:cubicBezTo>
                  <a:pt x="793030" y="196825"/>
                  <a:pt x="808508" y="197570"/>
                  <a:pt x="821754" y="197570"/>
                </a:cubicBezTo>
                <a:cubicBezTo>
                  <a:pt x="832767" y="197570"/>
                  <a:pt x="838795" y="192807"/>
                  <a:pt x="839837" y="183282"/>
                </a:cubicBezTo>
                <a:cubicBezTo>
                  <a:pt x="840730" y="176287"/>
                  <a:pt x="841548" y="166465"/>
                  <a:pt x="842292" y="153814"/>
                </a:cubicBezTo>
                <a:lnTo>
                  <a:pt x="767171" y="153814"/>
                </a:lnTo>
                <a:cubicBezTo>
                  <a:pt x="763600" y="169516"/>
                  <a:pt x="757237" y="181645"/>
                  <a:pt x="748084" y="190203"/>
                </a:cubicBezTo>
                <a:cubicBezTo>
                  <a:pt x="733946" y="203746"/>
                  <a:pt x="710952" y="214238"/>
                  <a:pt x="679102" y="221680"/>
                </a:cubicBezTo>
                <a:cubicBezTo>
                  <a:pt x="676126" y="216768"/>
                  <a:pt x="672554" y="211262"/>
                  <a:pt x="668387" y="205160"/>
                </a:cubicBezTo>
                <a:cubicBezTo>
                  <a:pt x="700534" y="198611"/>
                  <a:pt x="722709" y="189533"/>
                  <a:pt x="734913" y="177924"/>
                </a:cubicBezTo>
                <a:cubicBezTo>
                  <a:pt x="741610" y="171971"/>
                  <a:pt x="746447" y="163934"/>
                  <a:pt x="749424" y="153814"/>
                </a:cubicBezTo>
                <a:lnTo>
                  <a:pt x="681335" y="153814"/>
                </a:lnTo>
                <a:lnTo>
                  <a:pt x="681335" y="138634"/>
                </a:lnTo>
                <a:lnTo>
                  <a:pt x="752437" y="138634"/>
                </a:lnTo>
                <a:cubicBezTo>
                  <a:pt x="752958" y="134318"/>
                  <a:pt x="753219" y="129704"/>
                  <a:pt x="753219" y="124793"/>
                </a:cubicBezTo>
                <a:close/>
                <a:moveTo>
                  <a:pt x="380404" y="102022"/>
                </a:moveTo>
                <a:lnTo>
                  <a:pt x="397817" y="102022"/>
                </a:lnTo>
                <a:lnTo>
                  <a:pt x="397817" y="125686"/>
                </a:lnTo>
                <a:lnTo>
                  <a:pt x="430411" y="125686"/>
                </a:lnTo>
                <a:lnTo>
                  <a:pt x="430411" y="140866"/>
                </a:lnTo>
                <a:lnTo>
                  <a:pt x="397817" y="140866"/>
                </a:lnTo>
                <a:lnTo>
                  <a:pt x="397817" y="189979"/>
                </a:lnTo>
                <a:cubicBezTo>
                  <a:pt x="397817" y="208583"/>
                  <a:pt x="388441" y="217959"/>
                  <a:pt x="369689" y="218108"/>
                </a:cubicBezTo>
                <a:cubicBezTo>
                  <a:pt x="362991" y="218257"/>
                  <a:pt x="352871" y="218182"/>
                  <a:pt x="339328" y="217885"/>
                </a:cubicBezTo>
                <a:cubicBezTo>
                  <a:pt x="338435" y="212080"/>
                  <a:pt x="337319" y="205681"/>
                  <a:pt x="335979" y="198686"/>
                </a:cubicBezTo>
                <a:cubicBezTo>
                  <a:pt x="347737" y="199876"/>
                  <a:pt x="357857" y="200472"/>
                  <a:pt x="366340" y="200472"/>
                </a:cubicBezTo>
                <a:cubicBezTo>
                  <a:pt x="375716" y="200472"/>
                  <a:pt x="380404" y="195263"/>
                  <a:pt x="380404" y="184845"/>
                </a:cubicBezTo>
                <a:lnTo>
                  <a:pt x="380404" y="140866"/>
                </a:lnTo>
                <a:lnTo>
                  <a:pt x="290661" y="140866"/>
                </a:lnTo>
                <a:lnTo>
                  <a:pt x="290661" y="125686"/>
                </a:lnTo>
                <a:lnTo>
                  <a:pt x="380404" y="125686"/>
                </a:lnTo>
                <a:close/>
                <a:moveTo>
                  <a:pt x="500509" y="98227"/>
                </a:moveTo>
                <a:lnTo>
                  <a:pt x="500509" y="114077"/>
                </a:lnTo>
                <a:lnTo>
                  <a:pt x="596280" y="114077"/>
                </a:lnTo>
                <a:lnTo>
                  <a:pt x="596280" y="98227"/>
                </a:lnTo>
                <a:close/>
                <a:moveTo>
                  <a:pt x="23663" y="81707"/>
                </a:moveTo>
                <a:lnTo>
                  <a:pt x="23663" y="109166"/>
                </a:lnTo>
                <a:lnTo>
                  <a:pt x="158055" y="109166"/>
                </a:lnTo>
                <a:lnTo>
                  <a:pt x="158055" y="81707"/>
                </a:lnTo>
                <a:close/>
                <a:moveTo>
                  <a:pt x="500509" y="68759"/>
                </a:moveTo>
                <a:lnTo>
                  <a:pt x="500509" y="84386"/>
                </a:lnTo>
                <a:lnTo>
                  <a:pt x="596280" y="84386"/>
                </a:lnTo>
                <a:lnTo>
                  <a:pt x="596280" y="68759"/>
                </a:lnTo>
                <a:close/>
                <a:moveTo>
                  <a:pt x="946323" y="65187"/>
                </a:moveTo>
                <a:lnTo>
                  <a:pt x="962620" y="72331"/>
                </a:lnTo>
                <a:cubicBezTo>
                  <a:pt x="947291" y="89446"/>
                  <a:pt x="935310" y="102096"/>
                  <a:pt x="926678" y="110282"/>
                </a:cubicBezTo>
                <a:cubicBezTo>
                  <a:pt x="931143" y="110133"/>
                  <a:pt x="947663" y="109612"/>
                  <a:pt x="976238" y="108719"/>
                </a:cubicBezTo>
                <a:cubicBezTo>
                  <a:pt x="971773" y="102915"/>
                  <a:pt x="967010" y="96887"/>
                  <a:pt x="961950" y="90637"/>
                </a:cubicBezTo>
                <a:lnTo>
                  <a:pt x="973559" y="81930"/>
                </a:lnTo>
                <a:cubicBezTo>
                  <a:pt x="985465" y="94581"/>
                  <a:pt x="996627" y="107529"/>
                  <a:pt x="1007045" y="120774"/>
                </a:cubicBezTo>
                <a:lnTo>
                  <a:pt x="993427" y="130597"/>
                </a:lnTo>
                <a:cubicBezTo>
                  <a:pt x="991195" y="127769"/>
                  <a:pt x="988888" y="124867"/>
                  <a:pt x="986507" y="121891"/>
                </a:cubicBezTo>
                <a:cubicBezTo>
                  <a:pt x="976238" y="122337"/>
                  <a:pt x="956220" y="123304"/>
                  <a:pt x="926455" y="124793"/>
                </a:cubicBezTo>
                <a:cubicBezTo>
                  <a:pt x="922436" y="124942"/>
                  <a:pt x="915814" y="125537"/>
                  <a:pt x="906586" y="126579"/>
                </a:cubicBezTo>
                <a:lnTo>
                  <a:pt x="900559" y="111175"/>
                </a:lnTo>
                <a:cubicBezTo>
                  <a:pt x="914400" y="104180"/>
                  <a:pt x="929655" y="88851"/>
                  <a:pt x="946323" y="65187"/>
                </a:cubicBezTo>
                <a:close/>
                <a:moveTo>
                  <a:pt x="1045889" y="64517"/>
                </a:moveTo>
                <a:lnTo>
                  <a:pt x="1062632" y="70768"/>
                </a:lnTo>
                <a:cubicBezTo>
                  <a:pt x="1050577" y="86097"/>
                  <a:pt x="1039862" y="98971"/>
                  <a:pt x="1030486" y="109389"/>
                </a:cubicBezTo>
                <a:cubicBezTo>
                  <a:pt x="1046410" y="109091"/>
                  <a:pt x="1062558" y="108570"/>
                  <a:pt x="1078929" y="107826"/>
                </a:cubicBezTo>
                <a:cubicBezTo>
                  <a:pt x="1073720" y="102022"/>
                  <a:pt x="1068511" y="96143"/>
                  <a:pt x="1063302" y="90190"/>
                </a:cubicBezTo>
                <a:lnTo>
                  <a:pt x="1074911" y="81260"/>
                </a:lnTo>
                <a:cubicBezTo>
                  <a:pt x="1087859" y="94060"/>
                  <a:pt x="1100881" y="108050"/>
                  <a:pt x="1113978" y="123230"/>
                </a:cubicBezTo>
                <a:lnTo>
                  <a:pt x="1100807" y="134169"/>
                </a:lnTo>
                <a:cubicBezTo>
                  <a:pt x="1097235" y="129704"/>
                  <a:pt x="1093589" y="125314"/>
                  <a:pt x="1089868" y="120998"/>
                </a:cubicBezTo>
                <a:cubicBezTo>
                  <a:pt x="1074092" y="121891"/>
                  <a:pt x="1054149" y="122932"/>
                  <a:pt x="1030039" y="124123"/>
                </a:cubicBezTo>
                <a:cubicBezTo>
                  <a:pt x="1026170" y="124272"/>
                  <a:pt x="1020291" y="124867"/>
                  <a:pt x="1012403" y="125909"/>
                </a:cubicBezTo>
                <a:lnTo>
                  <a:pt x="1005929" y="110505"/>
                </a:lnTo>
                <a:cubicBezTo>
                  <a:pt x="1017835" y="102617"/>
                  <a:pt x="1031155" y="87288"/>
                  <a:pt x="1045889" y="64517"/>
                </a:cubicBezTo>
                <a:close/>
                <a:moveTo>
                  <a:pt x="500509" y="39291"/>
                </a:moveTo>
                <a:lnTo>
                  <a:pt x="500509" y="54918"/>
                </a:lnTo>
                <a:lnTo>
                  <a:pt x="596280" y="54918"/>
                </a:lnTo>
                <a:lnTo>
                  <a:pt x="596280" y="39291"/>
                </a:lnTo>
                <a:close/>
                <a:moveTo>
                  <a:pt x="12055" y="9153"/>
                </a:moveTo>
                <a:cubicBezTo>
                  <a:pt x="26789" y="21208"/>
                  <a:pt x="40853" y="33561"/>
                  <a:pt x="54248" y="46211"/>
                </a:cubicBezTo>
                <a:lnTo>
                  <a:pt x="40630" y="59383"/>
                </a:lnTo>
                <a:cubicBezTo>
                  <a:pt x="25300" y="43309"/>
                  <a:pt x="11757" y="30287"/>
                  <a:pt x="0" y="20315"/>
                </a:cubicBezTo>
                <a:close/>
                <a:moveTo>
                  <a:pt x="165869" y="8037"/>
                </a:moveTo>
                <a:lnTo>
                  <a:pt x="179933" y="19869"/>
                </a:lnTo>
                <a:cubicBezTo>
                  <a:pt x="164455" y="34603"/>
                  <a:pt x="149274" y="48221"/>
                  <a:pt x="134391" y="60722"/>
                </a:cubicBezTo>
                <a:lnTo>
                  <a:pt x="122336" y="48667"/>
                </a:lnTo>
                <a:cubicBezTo>
                  <a:pt x="137666" y="36166"/>
                  <a:pt x="152176" y="22622"/>
                  <a:pt x="165869" y="8037"/>
                </a:cubicBezTo>
                <a:close/>
                <a:moveTo>
                  <a:pt x="249361" y="2233"/>
                </a:moveTo>
                <a:lnTo>
                  <a:pt x="266104" y="2233"/>
                </a:lnTo>
                <a:lnTo>
                  <a:pt x="266104" y="52239"/>
                </a:lnTo>
                <a:lnTo>
                  <a:pt x="294010" y="52239"/>
                </a:lnTo>
                <a:lnTo>
                  <a:pt x="294010" y="67196"/>
                </a:lnTo>
                <a:lnTo>
                  <a:pt x="266104" y="67196"/>
                </a:lnTo>
                <a:lnTo>
                  <a:pt x="266104" y="113854"/>
                </a:lnTo>
                <a:cubicBezTo>
                  <a:pt x="274513" y="110877"/>
                  <a:pt x="282848" y="107901"/>
                  <a:pt x="291107" y="104924"/>
                </a:cubicBezTo>
                <a:cubicBezTo>
                  <a:pt x="291852" y="111473"/>
                  <a:pt x="292670" y="117128"/>
                  <a:pt x="293563" y="121891"/>
                </a:cubicBezTo>
                <a:cubicBezTo>
                  <a:pt x="284931" y="124942"/>
                  <a:pt x="275778" y="128253"/>
                  <a:pt x="266104" y="131825"/>
                </a:cubicBezTo>
                <a:lnTo>
                  <a:pt x="266104" y="220787"/>
                </a:lnTo>
                <a:lnTo>
                  <a:pt x="249361" y="220787"/>
                </a:lnTo>
                <a:lnTo>
                  <a:pt x="249361" y="138076"/>
                </a:lnTo>
                <a:cubicBezTo>
                  <a:pt x="237381" y="142615"/>
                  <a:pt x="224730" y="147489"/>
                  <a:pt x="211410" y="152698"/>
                </a:cubicBezTo>
                <a:lnTo>
                  <a:pt x="208061" y="133722"/>
                </a:lnTo>
                <a:cubicBezTo>
                  <a:pt x="221977" y="129034"/>
                  <a:pt x="235743" y="124346"/>
                  <a:pt x="249361" y="119658"/>
                </a:cubicBezTo>
                <a:lnTo>
                  <a:pt x="249361" y="67196"/>
                </a:lnTo>
                <a:lnTo>
                  <a:pt x="231725" y="67196"/>
                </a:lnTo>
                <a:cubicBezTo>
                  <a:pt x="228674" y="81335"/>
                  <a:pt x="224953" y="94283"/>
                  <a:pt x="220563" y="106040"/>
                </a:cubicBezTo>
                <a:cubicBezTo>
                  <a:pt x="215949" y="102766"/>
                  <a:pt x="211038" y="99492"/>
                  <a:pt x="205829" y="96218"/>
                </a:cubicBezTo>
                <a:cubicBezTo>
                  <a:pt x="214163" y="76572"/>
                  <a:pt x="219596" y="52090"/>
                  <a:pt x="222126" y="22771"/>
                </a:cubicBezTo>
                <a:lnTo>
                  <a:pt x="238199" y="25450"/>
                </a:lnTo>
                <a:cubicBezTo>
                  <a:pt x="237232" y="34752"/>
                  <a:pt x="236004" y="43681"/>
                  <a:pt x="234516" y="52239"/>
                </a:cubicBezTo>
                <a:lnTo>
                  <a:pt x="249361" y="52239"/>
                </a:lnTo>
                <a:close/>
                <a:moveTo>
                  <a:pt x="81706" y="1786"/>
                </a:moveTo>
                <a:lnTo>
                  <a:pt x="99119" y="1786"/>
                </a:lnTo>
                <a:lnTo>
                  <a:pt x="99119" y="64964"/>
                </a:lnTo>
                <a:lnTo>
                  <a:pt x="175915" y="64964"/>
                </a:lnTo>
                <a:lnTo>
                  <a:pt x="175915" y="192212"/>
                </a:lnTo>
                <a:cubicBezTo>
                  <a:pt x="175915" y="210220"/>
                  <a:pt x="167655" y="219224"/>
                  <a:pt x="151135" y="219224"/>
                </a:cubicBezTo>
                <a:cubicBezTo>
                  <a:pt x="133573" y="219224"/>
                  <a:pt x="120625" y="219001"/>
                  <a:pt x="112290" y="218554"/>
                </a:cubicBezTo>
                <a:cubicBezTo>
                  <a:pt x="111398" y="213048"/>
                  <a:pt x="110281" y="206946"/>
                  <a:pt x="108942" y="200249"/>
                </a:cubicBezTo>
                <a:cubicBezTo>
                  <a:pt x="117127" y="201142"/>
                  <a:pt x="128959" y="201588"/>
                  <a:pt x="144437" y="201588"/>
                </a:cubicBezTo>
                <a:cubicBezTo>
                  <a:pt x="153516" y="201588"/>
                  <a:pt x="158055" y="197421"/>
                  <a:pt x="158055" y="189086"/>
                </a:cubicBezTo>
                <a:lnTo>
                  <a:pt x="158055" y="168995"/>
                </a:lnTo>
                <a:lnTo>
                  <a:pt x="23663" y="168995"/>
                </a:lnTo>
                <a:lnTo>
                  <a:pt x="23663" y="220564"/>
                </a:lnTo>
                <a:lnTo>
                  <a:pt x="5804" y="220564"/>
                </a:lnTo>
                <a:lnTo>
                  <a:pt x="5804" y="64964"/>
                </a:lnTo>
                <a:lnTo>
                  <a:pt x="81706" y="64964"/>
                </a:lnTo>
                <a:close/>
                <a:moveTo>
                  <a:pt x="347364" y="1117"/>
                </a:moveTo>
                <a:lnTo>
                  <a:pt x="364777" y="1117"/>
                </a:lnTo>
                <a:lnTo>
                  <a:pt x="364777" y="32147"/>
                </a:lnTo>
                <a:lnTo>
                  <a:pt x="419025" y="32147"/>
                </a:lnTo>
                <a:lnTo>
                  <a:pt x="419025" y="47328"/>
                </a:lnTo>
                <a:lnTo>
                  <a:pt x="364777" y="47328"/>
                </a:lnTo>
                <a:lnTo>
                  <a:pt x="364777" y="80367"/>
                </a:lnTo>
                <a:lnTo>
                  <a:pt x="429294" y="80367"/>
                </a:lnTo>
                <a:lnTo>
                  <a:pt x="429294" y="95548"/>
                </a:lnTo>
                <a:lnTo>
                  <a:pt x="285973" y="95548"/>
                </a:lnTo>
                <a:lnTo>
                  <a:pt x="285973" y="80367"/>
                </a:lnTo>
                <a:lnTo>
                  <a:pt x="347364" y="80367"/>
                </a:lnTo>
                <a:lnTo>
                  <a:pt x="347364" y="47328"/>
                </a:lnTo>
                <a:lnTo>
                  <a:pt x="295349" y="47328"/>
                </a:lnTo>
                <a:lnTo>
                  <a:pt x="295349" y="32147"/>
                </a:lnTo>
                <a:lnTo>
                  <a:pt x="347364" y="32147"/>
                </a:lnTo>
                <a:close/>
                <a:moveTo>
                  <a:pt x="990302" y="670"/>
                </a:moveTo>
                <a:lnTo>
                  <a:pt x="1009278" y="8260"/>
                </a:lnTo>
                <a:cubicBezTo>
                  <a:pt x="992460" y="21059"/>
                  <a:pt x="974749" y="33561"/>
                  <a:pt x="956146" y="45765"/>
                </a:cubicBezTo>
                <a:cubicBezTo>
                  <a:pt x="965076" y="45467"/>
                  <a:pt x="996255" y="44351"/>
                  <a:pt x="1049684" y="42416"/>
                </a:cubicBezTo>
                <a:cubicBezTo>
                  <a:pt x="1042094" y="36463"/>
                  <a:pt x="1034132" y="30287"/>
                  <a:pt x="1025797" y="23887"/>
                </a:cubicBezTo>
                <a:lnTo>
                  <a:pt x="1037629" y="13395"/>
                </a:lnTo>
                <a:cubicBezTo>
                  <a:pt x="1060251" y="29766"/>
                  <a:pt x="1080492" y="45318"/>
                  <a:pt x="1098351" y="60052"/>
                </a:cubicBezTo>
                <a:lnTo>
                  <a:pt x="1085626" y="72554"/>
                </a:lnTo>
                <a:cubicBezTo>
                  <a:pt x="1079822" y="67345"/>
                  <a:pt x="1073571" y="61987"/>
                  <a:pt x="1066874" y="56481"/>
                </a:cubicBezTo>
                <a:cubicBezTo>
                  <a:pt x="1025649" y="57969"/>
                  <a:pt x="985763" y="59680"/>
                  <a:pt x="947216" y="61615"/>
                </a:cubicBezTo>
                <a:cubicBezTo>
                  <a:pt x="943198" y="61764"/>
                  <a:pt x="936501" y="62434"/>
                  <a:pt x="927124" y="63624"/>
                </a:cubicBezTo>
                <a:lnTo>
                  <a:pt x="921320" y="46211"/>
                </a:lnTo>
                <a:cubicBezTo>
                  <a:pt x="929655" y="43533"/>
                  <a:pt x="936649" y="40630"/>
                  <a:pt x="942305" y="37505"/>
                </a:cubicBezTo>
                <a:cubicBezTo>
                  <a:pt x="956295" y="29022"/>
                  <a:pt x="972294" y="16743"/>
                  <a:pt x="990302" y="670"/>
                </a:cubicBezTo>
                <a:close/>
                <a:moveTo>
                  <a:pt x="483765" y="670"/>
                </a:moveTo>
                <a:lnTo>
                  <a:pt x="500509" y="670"/>
                </a:lnTo>
                <a:lnTo>
                  <a:pt x="500509" y="24780"/>
                </a:lnTo>
                <a:lnTo>
                  <a:pt x="596280" y="24780"/>
                </a:lnTo>
                <a:lnTo>
                  <a:pt x="596280" y="670"/>
                </a:lnTo>
                <a:lnTo>
                  <a:pt x="613023" y="670"/>
                </a:lnTo>
                <a:lnTo>
                  <a:pt x="613023" y="24780"/>
                </a:lnTo>
                <a:lnTo>
                  <a:pt x="650527" y="24780"/>
                </a:lnTo>
                <a:lnTo>
                  <a:pt x="650527" y="39291"/>
                </a:lnTo>
                <a:lnTo>
                  <a:pt x="613023" y="39291"/>
                </a:lnTo>
                <a:lnTo>
                  <a:pt x="613023" y="114077"/>
                </a:lnTo>
                <a:lnTo>
                  <a:pt x="656778" y="114077"/>
                </a:lnTo>
                <a:lnTo>
                  <a:pt x="656778" y="128588"/>
                </a:lnTo>
                <a:lnTo>
                  <a:pt x="598065" y="128588"/>
                </a:lnTo>
                <a:cubicBezTo>
                  <a:pt x="614809" y="145257"/>
                  <a:pt x="635272" y="157833"/>
                  <a:pt x="659457" y="166316"/>
                </a:cubicBezTo>
                <a:cubicBezTo>
                  <a:pt x="654546" y="172418"/>
                  <a:pt x="650527" y="177775"/>
                  <a:pt x="647402" y="182389"/>
                </a:cubicBezTo>
                <a:cubicBezTo>
                  <a:pt x="633710" y="175915"/>
                  <a:pt x="621134" y="168176"/>
                  <a:pt x="609674" y="159172"/>
                </a:cubicBezTo>
                <a:lnTo>
                  <a:pt x="609674" y="171450"/>
                </a:lnTo>
                <a:lnTo>
                  <a:pt x="556319" y="171450"/>
                </a:lnTo>
                <a:lnTo>
                  <a:pt x="556319" y="194667"/>
                </a:lnTo>
                <a:lnTo>
                  <a:pt x="643607" y="194667"/>
                </a:lnTo>
                <a:lnTo>
                  <a:pt x="643607" y="209178"/>
                </a:lnTo>
                <a:lnTo>
                  <a:pt x="452288" y="209178"/>
                </a:lnTo>
                <a:lnTo>
                  <a:pt x="452288" y="194667"/>
                </a:lnTo>
                <a:lnTo>
                  <a:pt x="539576" y="194667"/>
                </a:lnTo>
                <a:lnTo>
                  <a:pt x="539576" y="171450"/>
                </a:lnTo>
                <a:lnTo>
                  <a:pt x="485551" y="171450"/>
                </a:lnTo>
                <a:lnTo>
                  <a:pt x="485551" y="159284"/>
                </a:lnTo>
                <a:cubicBezTo>
                  <a:pt x="473720" y="169181"/>
                  <a:pt x="461367" y="177775"/>
                  <a:pt x="448493" y="185068"/>
                </a:cubicBezTo>
                <a:cubicBezTo>
                  <a:pt x="445665" y="181050"/>
                  <a:pt x="441796" y="176362"/>
                  <a:pt x="436885" y="171004"/>
                </a:cubicBezTo>
                <a:cubicBezTo>
                  <a:pt x="459804" y="159842"/>
                  <a:pt x="479635" y="145703"/>
                  <a:pt x="496379" y="128588"/>
                </a:cubicBezTo>
                <a:lnTo>
                  <a:pt x="439340" y="128588"/>
                </a:lnTo>
                <a:lnTo>
                  <a:pt x="439340" y="114077"/>
                </a:lnTo>
                <a:lnTo>
                  <a:pt x="483765" y="114077"/>
                </a:lnTo>
                <a:lnTo>
                  <a:pt x="483765" y="39291"/>
                </a:lnTo>
                <a:lnTo>
                  <a:pt x="446261" y="39291"/>
                </a:lnTo>
                <a:lnTo>
                  <a:pt x="446261" y="24780"/>
                </a:lnTo>
                <a:lnTo>
                  <a:pt x="483765" y="24780"/>
                </a:lnTo>
                <a:close/>
                <a:moveTo>
                  <a:pt x="787821" y="224"/>
                </a:moveTo>
                <a:lnTo>
                  <a:pt x="803895" y="224"/>
                </a:lnTo>
                <a:lnTo>
                  <a:pt x="803895" y="29692"/>
                </a:lnTo>
                <a:lnTo>
                  <a:pt x="851222" y="29692"/>
                </a:lnTo>
                <a:cubicBezTo>
                  <a:pt x="851222" y="58713"/>
                  <a:pt x="851966" y="78582"/>
                  <a:pt x="853455" y="89297"/>
                </a:cubicBezTo>
                <a:cubicBezTo>
                  <a:pt x="855092" y="101352"/>
                  <a:pt x="858366" y="107380"/>
                  <a:pt x="863277" y="107380"/>
                </a:cubicBezTo>
                <a:cubicBezTo>
                  <a:pt x="866105" y="107380"/>
                  <a:pt x="868189" y="103882"/>
                  <a:pt x="869528" y="96887"/>
                </a:cubicBezTo>
                <a:cubicBezTo>
                  <a:pt x="870719" y="90041"/>
                  <a:pt x="871537" y="81930"/>
                  <a:pt x="871984" y="72554"/>
                </a:cubicBezTo>
                <a:cubicBezTo>
                  <a:pt x="877193" y="74786"/>
                  <a:pt x="882402" y="76796"/>
                  <a:pt x="887611" y="78582"/>
                </a:cubicBezTo>
                <a:cubicBezTo>
                  <a:pt x="886866" y="87660"/>
                  <a:pt x="885899" y="95325"/>
                  <a:pt x="884708" y="101575"/>
                </a:cubicBezTo>
                <a:cubicBezTo>
                  <a:pt x="881732" y="118095"/>
                  <a:pt x="874439" y="126355"/>
                  <a:pt x="862831" y="126355"/>
                </a:cubicBezTo>
                <a:cubicBezTo>
                  <a:pt x="849585" y="126355"/>
                  <a:pt x="841325" y="117202"/>
                  <a:pt x="838051" y="98897"/>
                </a:cubicBezTo>
                <a:cubicBezTo>
                  <a:pt x="836116" y="87437"/>
                  <a:pt x="835149" y="69429"/>
                  <a:pt x="835149" y="44872"/>
                </a:cubicBezTo>
                <a:lnTo>
                  <a:pt x="803448" y="44872"/>
                </a:lnTo>
                <a:cubicBezTo>
                  <a:pt x="802779" y="57299"/>
                  <a:pt x="801067" y="67792"/>
                  <a:pt x="798314" y="76349"/>
                </a:cubicBezTo>
                <a:cubicBezTo>
                  <a:pt x="808806" y="82228"/>
                  <a:pt x="818331" y="87883"/>
                  <a:pt x="826889" y="93316"/>
                </a:cubicBezTo>
                <a:lnTo>
                  <a:pt x="817289" y="108273"/>
                </a:lnTo>
                <a:cubicBezTo>
                  <a:pt x="809253" y="102617"/>
                  <a:pt x="800621" y="96962"/>
                  <a:pt x="791393" y="91306"/>
                </a:cubicBezTo>
                <a:cubicBezTo>
                  <a:pt x="783729" y="103510"/>
                  <a:pt x="768622" y="115714"/>
                  <a:pt x="746075" y="127918"/>
                </a:cubicBezTo>
                <a:cubicBezTo>
                  <a:pt x="742801" y="123007"/>
                  <a:pt x="738931" y="118244"/>
                  <a:pt x="734466" y="113631"/>
                </a:cubicBezTo>
                <a:cubicBezTo>
                  <a:pt x="755228" y="103436"/>
                  <a:pt x="769218" y="93018"/>
                  <a:pt x="776436" y="82377"/>
                </a:cubicBezTo>
                <a:cubicBezTo>
                  <a:pt x="770334" y="78805"/>
                  <a:pt x="764009" y="75233"/>
                  <a:pt x="757460" y="71661"/>
                </a:cubicBezTo>
                <a:lnTo>
                  <a:pt x="765274" y="59159"/>
                </a:lnTo>
                <a:cubicBezTo>
                  <a:pt x="771525" y="62285"/>
                  <a:pt x="777552" y="65336"/>
                  <a:pt x="783356" y="68312"/>
                </a:cubicBezTo>
                <a:cubicBezTo>
                  <a:pt x="785366" y="61987"/>
                  <a:pt x="786705" y="54174"/>
                  <a:pt x="787375" y="44872"/>
                </a:cubicBezTo>
                <a:lnTo>
                  <a:pt x="763041" y="44872"/>
                </a:lnTo>
                <a:lnTo>
                  <a:pt x="763041" y="29692"/>
                </a:lnTo>
                <a:lnTo>
                  <a:pt x="787821" y="29692"/>
                </a:lnTo>
                <a:close/>
                <a:moveTo>
                  <a:pt x="709240" y="0"/>
                </a:moveTo>
                <a:lnTo>
                  <a:pt x="725314" y="0"/>
                </a:lnTo>
                <a:lnTo>
                  <a:pt x="725314" y="31701"/>
                </a:lnTo>
                <a:lnTo>
                  <a:pt x="752103" y="31701"/>
                </a:lnTo>
                <a:lnTo>
                  <a:pt x="752103" y="46881"/>
                </a:lnTo>
                <a:lnTo>
                  <a:pt x="725314" y="46881"/>
                </a:lnTo>
                <a:lnTo>
                  <a:pt x="725314" y="67308"/>
                </a:lnTo>
                <a:cubicBezTo>
                  <a:pt x="733573" y="65671"/>
                  <a:pt x="742652" y="63848"/>
                  <a:pt x="752549" y="61838"/>
                </a:cubicBezTo>
                <a:cubicBezTo>
                  <a:pt x="752847" y="69875"/>
                  <a:pt x="753070" y="75159"/>
                  <a:pt x="753219" y="77689"/>
                </a:cubicBezTo>
                <a:cubicBezTo>
                  <a:pt x="743768" y="79549"/>
                  <a:pt x="734466" y="81409"/>
                  <a:pt x="725314" y="83270"/>
                </a:cubicBezTo>
                <a:lnTo>
                  <a:pt x="725314" y="106040"/>
                </a:lnTo>
                <a:cubicBezTo>
                  <a:pt x="725314" y="120774"/>
                  <a:pt x="718170" y="128216"/>
                  <a:pt x="703882" y="128365"/>
                </a:cubicBezTo>
                <a:cubicBezTo>
                  <a:pt x="697483" y="128513"/>
                  <a:pt x="689595" y="128439"/>
                  <a:pt x="680219" y="128141"/>
                </a:cubicBezTo>
                <a:cubicBezTo>
                  <a:pt x="679623" y="122188"/>
                  <a:pt x="678730" y="116756"/>
                  <a:pt x="677540" y="111845"/>
                </a:cubicBezTo>
                <a:cubicBezTo>
                  <a:pt x="687214" y="112589"/>
                  <a:pt x="694953" y="112961"/>
                  <a:pt x="700757" y="112961"/>
                </a:cubicBezTo>
                <a:cubicBezTo>
                  <a:pt x="706412" y="112961"/>
                  <a:pt x="709240" y="109984"/>
                  <a:pt x="709240" y="104031"/>
                </a:cubicBezTo>
                <a:lnTo>
                  <a:pt x="709240" y="86730"/>
                </a:lnTo>
                <a:cubicBezTo>
                  <a:pt x="697706" y="89260"/>
                  <a:pt x="686395" y="91827"/>
                  <a:pt x="675307" y="94432"/>
                </a:cubicBezTo>
                <a:lnTo>
                  <a:pt x="671289" y="77465"/>
                </a:lnTo>
                <a:cubicBezTo>
                  <a:pt x="679995" y="76051"/>
                  <a:pt x="692646" y="73745"/>
                  <a:pt x="709240" y="70545"/>
                </a:cubicBezTo>
                <a:lnTo>
                  <a:pt x="709240" y="46881"/>
                </a:lnTo>
                <a:lnTo>
                  <a:pt x="673521" y="46881"/>
                </a:lnTo>
                <a:lnTo>
                  <a:pt x="673521" y="31701"/>
                </a:lnTo>
                <a:lnTo>
                  <a:pt x="709240" y="31701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8" name="组合 97">
            <a:extLst>
              <a:ext uri="{FF2B5EF4-FFF2-40B4-BE49-F238E27FC236}">
                <a16:creationId xmlns:a16="http://schemas.microsoft.com/office/drawing/2014/main" id="{B3E9FF0B-8BB1-41D6-8A44-C763D3533D50}"/>
              </a:ext>
            </a:extLst>
          </p:cNvPr>
          <p:cNvGrpSpPr/>
          <p:nvPr/>
        </p:nvGrpSpPr>
        <p:grpSpPr>
          <a:xfrm flipH="1">
            <a:off x="5516358" y="1564396"/>
            <a:ext cx="1393965" cy="734252"/>
            <a:chOff x="4128293" y="5205575"/>
            <a:chExt cx="801688" cy="422278"/>
          </a:xfrm>
        </p:grpSpPr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334119AB-BC3D-4F12-B8EE-11660F235B4F}"/>
                </a:ext>
              </a:extLst>
            </p:cNvPr>
            <p:cNvSpPr/>
            <p:nvPr/>
          </p:nvSpPr>
          <p:spPr>
            <a:xfrm>
              <a:off x="4128293" y="5205575"/>
              <a:ext cx="148700" cy="42227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id="{2CCF285D-9064-4FD6-9FE6-600775AA6821}"/>
                </a:ext>
              </a:extLst>
            </p:cNvPr>
            <p:cNvSpPr/>
            <p:nvPr/>
          </p:nvSpPr>
          <p:spPr>
            <a:xfrm>
              <a:off x="4151659" y="5297589"/>
              <a:ext cx="73025" cy="2413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0A24468C-BCBE-4AC7-A2AF-D1AECFA66AD8}"/>
                </a:ext>
              </a:extLst>
            </p:cNvPr>
            <p:cNvSpPr/>
            <p:nvPr/>
          </p:nvSpPr>
          <p:spPr>
            <a:xfrm>
              <a:off x="4151978" y="5369183"/>
              <a:ext cx="45719" cy="910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4" name="任意多边形 211">
              <a:extLst>
                <a:ext uri="{FF2B5EF4-FFF2-40B4-BE49-F238E27FC236}">
                  <a16:creationId xmlns:a16="http://schemas.microsoft.com/office/drawing/2014/main" id="{5E8538B4-8CDF-48E7-B289-4ECE12921BD0}"/>
                </a:ext>
              </a:extLst>
            </p:cNvPr>
            <p:cNvSpPr/>
            <p:nvPr/>
          </p:nvSpPr>
          <p:spPr>
            <a:xfrm>
              <a:off x="4211393" y="5205575"/>
              <a:ext cx="718588" cy="422278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id="{272BB625-D152-41CA-8F86-C6CB9B59890B}"/>
                </a:ext>
              </a:extLst>
            </p:cNvPr>
            <p:cNvSpPr/>
            <p:nvPr/>
          </p:nvSpPr>
          <p:spPr>
            <a:xfrm>
              <a:off x="4719369" y="5321774"/>
              <a:ext cx="168983" cy="16898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id="{5B084B8B-E51A-4A76-9656-7A37DBE9BCB7}"/>
                </a:ext>
              </a:extLst>
            </p:cNvPr>
            <p:cNvSpPr/>
            <p:nvPr/>
          </p:nvSpPr>
          <p:spPr>
            <a:xfrm>
              <a:off x="4318085" y="5321775"/>
              <a:ext cx="168983" cy="16898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FA9E7AF7-9DC2-40DF-8A08-10B29249A41A}"/>
                </a:ext>
              </a:extLst>
            </p:cNvPr>
            <p:cNvCxnSpPr/>
            <p:nvPr/>
          </p:nvCxnSpPr>
          <p:spPr>
            <a:xfrm>
              <a:off x="4348955" y="5406266"/>
              <a:ext cx="1047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260C7F68-CDC4-42BF-80F8-C3FF96F5BC74}"/>
                </a:ext>
              </a:extLst>
            </p:cNvPr>
            <p:cNvCxnSpPr/>
            <p:nvPr/>
          </p:nvCxnSpPr>
          <p:spPr>
            <a:xfrm>
              <a:off x="4751472" y="5402736"/>
              <a:ext cx="1047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F205B06B-1941-45A3-B4B4-A1046C4F0742}"/>
                </a:ext>
              </a:extLst>
            </p:cNvPr>
            <p:cNvCxnSpPr/>
            <p:nvPr/>
          </p:nvCxnSpPr>
          <p:spPr>
            <a:xfrm>
              <a:off x="4401342" y="5348324"/>
              <a:ext cx="0" cy="1119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79EAD7F2-F097-444B-823E-9E3F4E316E4B}"/>
              </a:ext>
            </a:extLst>
          </p:cNvPr>
          <p:cNvSpPr/>
          <p:nvPr/>
        </p:nvSpPr>
        <p:spPr>
          <a:xfrm flipV="1">
            <a:off x="6837279" y="1907217"/>
            <a:ext cx="2300226" cy="2017342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E0B5F28E-5AC2-490B-AB19-92F3239FDAF9}"/>
              </a:ext>
            </a:extLst>
          </p:cNvPr>
          <p:cNvSpPr/>
          <p:nvPr/>
        </p:nvSpPr>
        <p:spPr>
          <a:xfrm rot="10800000" flipV="1">
            <a:off x="2901548" y="1915951"/>
            <a:ext cx="2641647" cy="2027453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20387464 w 25194307"/>
              <a:gd name="connsiteY0" fmla="*/ 2581405 h 2642807"/>
              <a:gd name="connsiteX1" fmla="*/ 21882889 w 25194307"/>
              <a:gd name="connsiteY1" fmla="*/ 2609980 h 2642807"/>
              <a:gd name="connsiteX2" fmla="*/ 23330689 w 25194307"/>
              <a:gd name="connsiteY2" fmla="*/ 2429005 h 2642807"/>
              <a:gd name="connsiteX3" fmla="*/ 23435464 w 25194307"/>
              <a:gd name="connsiteY3" fmla="*/ 485905 h 2642807"/>
              <a:gd name="connsiteX4" fmla="*/ 0 w 25194307"/>
              <a:gd name="connsiteY4" fmla="*/ 130 h 2642807"/>
              <a:gd name="connsiteX0" fmla="*/ 20387464 w 27512420"/>
              <a:gd name="connsiteY0" fmla="*/ 2629870 h 2709399"/>
              <a:gd name="connsiteX1" fmla="*/ 21882889 w 27512420"/>
              <a:gd name="connsiteY1" fmla="*/ 2658445 h 2709399"/>
              <a:gd name="connsiteX2" fmla="*/ 23330689 w 27512420"/>
              <a:gd name="connsiteY2" fmla="*/ 2477470 h 2709399"/>
              <a:gd name="connsiteX3" fmla="*/ 26219752 w 27512420"/>
              <a:gd name="connsiteY3" fmla="*/ 258145 h 2709399"/>
              <a:gd name="connsiteX4" fmla="*/ 0 w 27512420"/>
              <a:gd name="connsiteY4" fmla="*/ 48595 h 2709399"/>
              <a:gd name="connsiteX0" fmla="*/ 20387464 w 27512420"/>
              <a:gd name="connsiteY0" fmla="*/ 2629870 h 2693407"/>
              <a:gd name="connsiteX1" fmla="*/ 23330689 w 27512420"/>
              <a:gd name="connsiteY1" fmla="*/ 2477470 h 2693407"/>
              <a:gd name="connsiteX2" fmla="*/ 26219752 w 27512420"/>
              <a:gd name="connsiteY2" fmla="*/ 258145 h 2693407"/>
              <a:gd name="connsiteX3" fmla="*/ 0 w 27512420"/>
              <a:gd name="connsiteY3" fmla="*/ 48595 h 2693407"/>
              <a:gd name="connsiteX0" fmla="*/ 20387464 w 27722404"/>
              <a:gd name="connsiteY0" fmla="*/ 2629870 h 2693407"/>
              <a:gd name="connsiteX1" fmla="*/ 24233700 w 27722404"/>
              <a:gd name="connsiteY1" fmla="*/ 2477470 h 2693407"/>
              <a:gd name="connsiteX2" fmla="*/ 26219752 w 27722404"/>
              <a:gd name="connsiteY2" fmla="*/ 258145 h 2693407"/>
              <a:gd name="connsiteX3" fmla="*/ 0 w 27722404"/>
              <a:gd name="connsiteY3" fmla="*/ 48595 h 2693407"/>
              <a:gd name="connsiteX0" fmla="*/ 20387464 w 27690510"/>
              <a:gd name="connsiteY0" fmla="*/ 2629870 h 2643563"/>
              <a:gd name="connsiteX1" fmla="*/ 24233700 w 27690510"/>
              <a:gd name="connsiteY1" fmla="*/ 2477470 h 2643563"/>
              <a:gd name="connsiteX2" fmla="*/ 26219752 w 27690510"/>
              <a:gd name="connsiteY2" fmla="*/ 258145 h 2643563"/>
              <a:gd name="connsiteX3" fmla="*/ 0 w 27690510"/>
              <a:gd name="connsiteY3" fmla="*/ 48595 h 2643563"/>
              <a:gd name="connsiteX0" fmla="*/ 20387464 w 27766401"/>
              <a:gd name="connsiteY0" fmla="*/ 2617440 h 2617440"/>
              <a:gd name="connsiteX1" fmla="*/ 24534704 w 27766401"/>
              <a:gd name="connsiteY1" fmla="*/ 2255490 h 2617440"/>
              <a:gd name="connsiteX2" fmla="*/ 26219752 w 27766401"/>
              <a:gd name="connsiteY2" fmla="*/ 245715 h 2617440"/>
              <a:gd name="connsiteX3" fmla="*/ 0 w 27766401"/>
              <a:gd name="connsiteY3" fmla="*/ 36165 h 2617440"/>
              <a:gd name="connsiteX0" fmla="*/ 20387463 w 27844283"/>
              <a:gd name="connsiteY0" fmla="*/ 2426940 h 2466365"/>
              <a:gd name="connsiteX1" fmla="*/ 24534704 w 27844283"/>
              <a:gd name="connsiteY1" fmla="*/ 2255490 h 2466365"/>
              <a:gd name="connsiteX2" fmla="*/ 26219752 w 27844283"/>
              <a:gd name="connsiteY2" fmla="*/ 245715 h 2466365"/>
              <a:gd name="connsiteX3" fmla="*/ 0 w 27844283"/>
              <a:gd name="connsiteY3" fmla="*/ 36165 h 2466365"/>
              <a:gd name="connsiteX0" fmla="*/ 20387463 w 25371962"/>
              <a:gd name="connsiteY0" fmla="*/ 2440487 h 2481821"/>
              <a:gd name="connsiteX1" fmla="*/ 24534704 w 25371962"/>
              <a:gd name="connsiteY1" fmla="*/ 2269037 h 2481821"/>
              <a:gd name="connsiteX2" fmla="*/ 22833452 w 25371962"/>
              <a:gd name="connsiteY2" fmla="*/ 230687 h 2481821"/>
              <a:gd name="connsiteX3" fmla="*/ 0 w 25371962"/>
              <a:gd name="connsiteY3" fmla="*/ 49712 h 2481821"/>
              <a:gd name="connsiteX0" fmla="*/ 21064723 w 26093006"/>
              <a:gd name="connsiteY0" fmla="*/ 2457162 h 2498496"/>
              <a:gd name="connsiteX1" fmla="*/ 25211964 w 26093006"/>
              <a:gd name="connsiteY1" fmla="*/ 2285712 h 2498496"/>
              <a:gd name="connsiteX2" fmla="*/ 23510712 w 26093006"/>
              <a:gd name="connsiteY2" fmla="*/ 247362 h 2498496"/>
              <a:gd name="connsiteX3" fmla="*/ 0 w 26093006"/>
              <a:gd name="connsiteY3" fmla="*/ 37812 h 2498496"/>
              <a:gd name="connsiteX0" fmla="*/ 20914221 w 25932739"/>
              <a:gd name="connsiteY0" fmla="*/ 2435240 h 2476574"/>
              <a:gd name="connsiteX1" fmla="*/ 25061462 w 25932739"/>
              <a:gd name="connsiteY1" fmla="*/ 2263790 h 2476574"/>
              <a:gd name="connsiteX2" fmla="*/ 23360210 w 25932739"/>
              <a:gd name="connsiteY2" fmla="*/ 225440 h 2476574"/>
              <a:gd name="connsiteX3" fmla="*/ 0 w 25932739"/>
              <a:gd name="connsiteY3" fmla="*/ 53990 h 2476574"/>
              <a:gd name="connsiteX0" fmla="*/ 20914221 w 25853561"/>
              <a:gd name="connsiteY0" fmla="*/ 2429982 h 2432928"/>
              <a:gd name="connsiteX1" fmla="*/ 24910959 w 25853561"/>
              <a:gd name="connsiteY1" fmla="*/ 2175982 h 2432928"/>
              <a:gd name="connsiteX2" fmla="*/ 23360210 w 25853561"/>
              <a:gd name="connsiteY2" fmla="*/ 220182 h 2432928"/>
              <a:gd name="connsiteX3" fmla="*/ 0 w 25853561"/>
              <a:gd name="connsiteY3" fmla="*/ 48732 h 2432928"/>
              <a:gd name="connsiteX0" fmla="*/ 20914221 w 25853561"/>
              <a:gd name="connsiteY0" fmla="*/ 2429982 h 2429982"/>
              <a:gd name="connsiteX1" fmla="*/ 24910959 w 25853561"/>
              <a:gd name="connsiteY1" fmla="*/ 2175982 h 2429982"/>
              <a:gd name="connsiteX2" fmla="*/ 23360210 w 25853561"/>
              <a:gd name="connsiteY2" fmla="*/ 220182 h 2429982"/>
              <a:gd name="connsiteX3" fmla="*/ 0 w 25853561"/>
              <a:gd name="connsiteY3" fmla="*/ 48732 h 2429982"/>
              <a:gd name="connsiteX0" fmla="*/ 20914221 w 26074061"/>
              <a:gd name="connsiteY0" fmla="*/ 2462033 h 2467778"/>
              <a:gd name="connsiteX1" fmla="*/ 24910959 w 26074061"/>
              <a:gd name="connsiteY1" fmla="*/ 2208033 h 2467778"/>
              <a:gd name="connsiteX2" fmla="*/ 23711381 w 26074061"/>
              <a:gd name="connsiteY2" fmla="*/ 195083 h 2467778"/>
              <a:gd name="connsiteX3" fmla="*/ 0 w 26074061"/>
              <a:gd name="connsiteY3" fmla="*/ 80783 h 2467778"/>
              <a:gd name="connsiteX0" fmla="*/ 20914221 w 26074061"/>
              <a:gd name="connsiteY0" fmla="*/ 2462033 h 2467778"/>
              <a:gd name="connsiteX1" fmla="*/ 24910959 w 26074061"/>
              <a:gd name="connsiteY1" fmla="*/ 2208033 h 2467778"/>
              <a:gd name="connsiteX2" fmla="*/ 23711381 w 26074061"/>
              <a:gd name="connsiteY2" fmla="*/ 195083 h 2467778"/>
              <a:gd name="connsiteX3" fmla="*/ 0 w 26074061"/>
              <a:gd name="connsiteY3" fmla="*/ 80783 h 2467778"/>
              <a:gd name="connsiteX0" fmla="*/ 20914221 w 26074061"/>
              <a:gd name="connsiteY0" fmla="*/ 2382124 h 2387869"/>
              <a:gd name="connsiteX1" fmla="*/ 24910959 w 26074061"/>
              <a:gd name="connsiteY1" fmla="*/ 2128124 h 2387869"/>
              <a:gd name="connsiteX2" fmla="*/ 23711381 w 26074061"/>
              <a:gd name="connsiteY2" fmla="*/ 115174 h 2387869"/>
              <a:gd name="connsiteX3" fmla="*/ 0 w 26074061"/>
              <a:gd name="connsiteY3" fmla="*/ 874 h 2387869"/>
              <a:gd name="connsiteX0" fmla="*/ 20914221 w 27573095"/>
              <a:gd name="connsiteY0" fmla="*/ 2381894 h 2387322"/>
              <a:gd name="connsiteX1" fmla="*/ 24910959 w 27573095"/>
              <a:gd name="connsiteY1" fmla="*/ 2127894 h 2387322"/>
              <a:gd name="connsiteX2" fmla="*/ 25768245 w 27573095"/>
              <a:gd name="connsiteY2" fmla="*/ 121294 h 2387322"/>
              <a:gd name="connsiteX3" fmla="*/ 0 w 27573095"/>
              <a:gd name="connsiteY3" fmla="*/ 644 h 2387322"/>
              <a:gd name="connsiteX0" fmla="*/ 20914221 w 25998320"/>
              <a:gd name="connsiteY0" fmla="*/ 2381894 h 2387322"/>
              <a:gd name="connsiteX1" fmla="*/ 24910959 w 25998320"/>
              <a:gd name="connsiteY1" fmla="*/ 2127894 h 2387322"/>
              <a:gd name="connsiteX2" fmla="*/ 25768245 w 25998320"/>
              <a:gd name="connsiteY2" fmla="*/ 121294 h 2387322"/>
              <a:gd name="connsiteX3" fmla="*/ 0 w 25998320"/>
              <a:gd name="connsiteY3" fmla="*/ 644 h 2387322"/>
              <a:gd name="connsiteX0" fmla="*/ 20914221 w 25998320"/>
              <a:gd name="connsiteY0" fmla="*/ 2383604 h 2389032"/>
              <a:gd name="connsiteX1" fmla="*/ 24910959 w 25998320"/>
              <a:gd name="connsiteY1" fmla="*/ 2129604 h 2389032"/>
              <a:gd name="connsiteX2" fmla="*/ 25768245 w 25998320"/>
              <a:gd name="connsiteY2" fmla="*/ 123004 h 2389032"/>
              <a:gd name="connsiteX3" fmla="*/ 0 w 25998320"/>
              <a:gd name="connsiteY3" fmla="*/ 2354 h 2389032"/>
              <a:gd name="connsiteX0" fmla="*/ 20914221 w 26039781"/>
              <a:gd name="connsiteY0" fmla="*/ 2383604 h 2389032"/>
              <a:gd name="connsiteX1" fmla="*/ 24910959 w 26039781"/>
              <a:gd name="connsiteY1" fmla="*/ 2129604 h 2389032"/>
              <a:gd name="connsiteX2" fmla="*/ 25768245 w 26039781"/>
              <a:gd name="connsiteY2" fmla="*/ 123004 h 2389032"/>
              <a:gd name="connsiteX3" fmla="*/ 0 w 26039781"/>
              <a:gd name="connsiteY3" fmla="*/ 2354 h 2389032"/>
              <a:gd name="connsiteX0" fmla="*/ 20914221 w 26204401"/>
              <a:gd name="connsiteY0" fmla="*/ 2420349 h 2425777"/>
              <a:gd name="connsiteX1" fmla="*/ 24910959 w 26204401"/>
              <a:gd name="connsiteY1" fmla="*/ 2166349 h 2425777"/>
              <a:gd name="connsiteX2" fmla="*/ 25768245 w 26204401"/>
              <a:gd name="connsiteY2" fmla="*/ 159749 h 2425777"/>
              <a:gd name="connsiteX3" fmla="*/ 0 w 26204401"/>
              <a:gd name="connsiteY3" fmla="*/ 39099 h 2425777"/>
              <a:gd name="connsiteX0" fmla="*/ 20914221 w 25586165"/>
              <a:gd name="connsiteY0" fmla="*/ 2420349 h 2425777"/>
              <a:gd name="connsiteX1" fmla="*/ 24910959 w 25586165"/>
              <a:gd name="connsiteY1" fmla="*/ 2166349 h 2425777"/>
              <a:gd name="connsiteX2" fmla="*/ 24940483 w 25586165"/>
              <a:gd name="connsiteY2" fmla="*/ 159749 h 2425777"/>
              <a:gd name="connsiteX3" fmla="*/ 0 w 25586165"/>
              <a:gd name="connsiteY3" fmla="*/ 39099 h 2425777"/>
              <a:gd name="connsiteX0" fmla="*/ 20914221 w 25329742"/>
              <a:gd name="connsiteY0" fmla="*/ 2384472 h 2384906"/>
              <a:gd name="connsiteX1" fmla="*/ 24910959 w 25329742"/>
              <a:gd name="connsiteY1" fmla="*/ 2130472 h 2384906"/>
              <a:gd name="connsiteX2" fmla="*/ 24488976 w 25329742"/>
              <a:gd name="connsiteY2" fmla="*/ 228647 h 2384906"/>
              <a:gd name="connsiteX3" fmla="*/ 0 w 25329742"/>
              <a:gd name="connsiteY3" fmla="*/ 3222 h 238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29742" h="2384906">
                <a:moveTo>
                  <a:pt x="20914221" y="2384472"/>
                </a:moveTo>
                <a:cubicBezTo>
                  <a:pt x="21527393" y="2352722"/>
                  <a:pt x="24315167" y="2489776"/>
                  <a:pt x="24910959" y="2130472"/>
                </a:cubicBezTo>
                <a:cubicBezTo>
                  <a:pt x="25506751" y="1771168"/>
                  <a:pt x="25550763" y="500883"/>
                  <a:pt x="24488976" y="228647"/>
                </a:cubicBezTo>
                <a:cubicBezTo>
                  <a:pt x="23471264" y="-32288"/>
                  <a:pt x="157560" y="-747"/>
                  <a:pt x="0" y="3222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2B2363F9-D8BA-450B-960B-F26EF4B19D2D}"/>
              </a:ext>
            </a:extLst>
          </p:cNvPr>
          <p:cNvSpPr txBox="1"/>
          <p:nvPr/>
        </p:nvSpPr>
        <p:spPr>
          <a:xfrm>
            <a:off x="5543195" y="2839251"/>
            <a:ext cx="868572" cy="214133"/>
          </a:xfrm>
          <a:custGeom>
            <a:avLst/>
            <a:gdLst/>
            <a:ahLst/>
            <a:cxnLst/>
            <a:rect l="l" t="t" r="r" b="b"/>
            <a:pathLst>
              <a:path w="901898" h="222349">
                <a:moveTo>
                  <a:pt x="526740" y="133052"/>
                </a:moveTo>
                <a:cubicBezTo>
                  <a:pt x="537679" y="149275"/>
                  <a:pt x="550552" y="161925"/>
                  <a:pt x="565361" y="171003"/>
                </a:cubicBezTo>
                <a:cubicBezTo>
                  <a:pt x="583220" y="160437"/>
                  <a:pt x="598438" y="147786"/>
                  <a:pt x="611014" y="133052"/>
                </a:cubicBezTo>
                <a:close/>
                <a:moveTo>
                  <a:pt x="328166" y="132829"/>
                </a:moveTo>
                <a:lnTo>
                  <a:pt x="345579" y="132829"/>
                </a:lnTo>
                <a:lnTo>
                  <a:pt x="345579" y="150912"/>
                </a:lnTo>
                <a:lnTo>
                  <a:pt x="427062" y="150912"/>
                </a:lnTo>
                <a:lnTo>
                  <a:pt x="427062" y="166762"/>
                </a:lnTo>
                <a:lnTo>
                  <a:pt x="345579" y="166762"/>
                </a:lnTo>
                <a:lnTo>
                  <a:pt x="345579" y="196453"/>
                </a:lnTo>
                <a:lnTo>
                  <a:pt x="445368" y="196453"/>
                </a:lnTo>
                <a:lnTo>
                  <a:pt x="445368" y="212527"/>
                </a:lnTo>
                <a:lnTo>
                  <a:pt x="228153" y="212527"/>
                </a:lnTo>
                <a:lnTo>
                  <a:pt x="228153" y="196453"/>
                </a:lnTo>
                <a:lnTo>
                  <a:pt x="328166" y="196453"/>
                </a:lnTo>
                <a:lnTo>
                  <a:pt x="328166" y="166762"/>
                </a:lnTo>
                <a:lnTo>
                  <a:pt x="248468" y="166762"/>
                </a:lnTo>
                <a:lnTo>
                  <a:pt x="248468" y="150912"/>
                </a:lnTo>
                <a:lnTo>
                  <a:pt x="328166" y="150912"/>
                </a:lnTo>
                <a:close/>
                <a:moveTo>
                  <a:pt x="84832" y="125016"/>
                </a:moveTo>
                <a:lnTo>
                  <a:pt x="102245" y="125016"/>
                </a:lnTo>
                <a:cubicBezTo>
                  <a:pt x="102096" y="129852"/>
                  <a:pt x="101798" y="134466"/>
                  <a:pt x="101352" y="138857"/>
                </a:cubicBezTo>
                <a:lnTo>
                  <a:pt x="192211" y="138857"/>
                </a:lnTo>
                <a:cubicBezTo>
                  <a:pt x="191170" y="157014"/>
                  <a:pt x="189979" y="173013"/>
                  <a:pt x="188639" y="186854"/>
                </a:cubicBezTo>
                <a:cubicBezTo>
                  <a:pt x="186854" y="205755"/>
                  <a:pt x="175245" y="215280"/>
                  <a:pt x="153814" y="215429"/>
                </a:cubicBezTo>
                <a:cubicBezTo>
                  <a:pt x="142949" y="215578"/>
                  <a:pt x="128587" y="215429"/>
                  <a:pt x="110728" y="214982"/>
                </a:cubicBezTo>
                <a:cubicBezTo>
                  <a:pt x="109835" y="208731"/>
                  <a:pt x="108570" y="202257"/>
                  <a:pt x="106933" y="195560"/>
                </a:cubicBezTo>
                <a:cubicBezTo>
                  <a:pt x="124643" y="197048"/>
                  <a:pt x="140121" y="197793"/>
                  <a:pt x="153367" y="197793"/>
                </a:cubicBezTo>
                <a:cubicBezTo>
                  <a:pt x="164380" y="197793"/>
                  <a:pt x="170408" y="193030"/>
                  <a:pt x="171450" y="183505"/>
                </a:cubicBezTo>
                <a:cubicBezTo>
                  <a:pt x="172343" y="176510"/>
                  <a:pt x="173161" y="166687"/>
                  <a:pt x="173905" y="154037"/>
                </a:cubicBezTo>
                <a:lnTo>
                  <a:pt x="98784" y="154037"/>
                </a:lnTo>
                <a:cubicBezTo>
                  <a:pt x="95213" y="169738"/>
                  <a:pt x="88850" y="181868"/>
                  <a:pt x="79697" y="190426"/>
                </a:cubicBezTo>
                <a:cubicBezTo>
                  <a:pt x="65559" y="203969"/>
                  <a:pt x="42565" y="214461"/>
                  <a:pt x="10715" y="221903"/>
                </a:cubicBezTo>
                <a:cubicBezTo>
                  <a:pt x="7739" y="216991"/>
                  <a:pt x="4167" y="211485"/>
                  <a:pt x="0" y="205383"/>
                </a:cubicBezTo>
                <a:cubicBezTo>
                  <a:pt x="32147" y="198834"/>
                  <a:pt x="54322" y="189756"/>
                  <a:pt x="66526" y="178147"/>
                </a:cubicBezTo>
                <a:cubicBezTo>
                  <a:pt x="73223" y="172194"/>
                  <a:pt x="78060" y="164157"/>
                  <a:pt x="81037" y="154037"/>
                </a:cubicBezTo>
                <a:lnTo>
                  <a:pt x="12948" y="154037"/>
                </a:lnTo>
                <a:lnTo>
                  <a:pt x="12948" y="138857"/>
                </a:lnTo>
                <a:lnTo>
                  <a:pt x="84050" y="138857"/>
                </a:lnTo>
                <a:cubicBezTo>
                  <a:pt x="84571" y="134541"/>
                  <a:pt x="84832" y="129927"/>
                  <a:pt x="84832" y="125016"/>
                </a:cubicBezTo>
                <a:close/>
                <a:moveTo>
                  <a:pt x="481087" y="117649"/>
                </a:moveTo>
                <a:lnTo>
                  <a:pt x="632891" y="117649"/>
                </a:lnTo>
                <a:lnTo>
                  <a:pt x="632891" y="133052"/>
                </a:lnTo>
                <a:cubicBezTo>
                  <a:pt x="618753" y="151656"/>
                  <a:pt x="601749" y="167432"/>
                  <a:pt x="581881" y="180380"/>
                </a:cubicBezTo>
                <a:cubicBezTo>
                  <a:pt x="606065" y="191988"/>
                  <a:pt x="637654" y="199206"/>
                  <a:pt x="676647" y="202034"/>
                </a:cubicBezTo>
                <a:cubicBezTo>
                  <a:pt x="671289" y="209476"/>
                  <a:pt x="666973" y="215726"/>
                  <a:pt x="663699" y="220786"/>
                </a:cubicBezTo>
                <a:cubicBezTo>
                  <a:pt x="623813" y="215354"/>
                  <a:pt x="590810" y="205160"/>
                  <a:pt x="564691" y="190202"/>
                </a:cubicBezTo>
                <a:cubicBezTo>
                  <a:pt x="539539" y="203150"/>
                  <a:pt x="506760" y="213866"/>
                  <a:pt x="466353" y="222349"/>
                </a:cubicBezTo>
                <a:cubicBezTo>
                  <a:pt x="462632" y="216545"/>
                  <a:pt x="458837" y="211038"/>
                  <a:pt x="454967" y="205829"/>
                </a:cubicBezTo>
                <a:cubicBezTo>
                  <a:pt x="493886" y="199132"/>
                  <a:pt x="525103" y="190426"/>
                  <a:pt x="548617" y="179710"/>
                </a:cubicBezTo>
                <a:cubicBezTo>
                  <a:pt x="532395" y="167580"/>
                  <a:pt x="518405" y="152028"/>
                  <a:pt x="506648" y="133052"/>
                </a:cubicBezTo>
                <a:lnTo>
                  <a:pt x="481087" y="133052"/>
                </a:lnTo>
                <a:close/>
                <a:moveTo>
                  <a:pt x="755898" y="77242"/>
                </a:moveTo>
                <a:lnTo>
                  <a:pt x="771525" y="84609"/>
                </a:lnTo>
                <a:cubicBezTo>
                  <a:pt x="768697" y="87957"/>
                  <a:pt x="765832" y="91232"/>
                  <a:pt x="762930" y="94431"/>
                </a:cubicBezTo>
                <a:lnTo>
                  <a:pt x="901898" y="94431"/>
                </a:lnTo>
                <a:lnTo>
                  <a:pt x="901898" y="110058"/>
                </a:lnTo>
                <a:lnTo>
                  <a:pt x="780008" y="110058"/>
                </a:lnTo>
                <a:lnTo>
                  <a:pt x="780008" y="131043"/>
                </a:lnTo>
                <a:lnTo>
                  <a:pt x="883816" y="131043"/>
                </a:lnTo>
                <a:lnTo>
                  <a:pt x="883816" y="146447"/>
                </a:lnTo>
                <a:lnTo>
                  <a:pt x="780008" y="146447"/>
                </a:lnTo>
                <a:lnTo>
                  <a:pt x="780008" y="167655"/>
                </a:lnTo>
                <a:lnTo>
                  <a:pt x="888280" y="167655"/>
                </a:lnTo>
                <a:lnTo>
                  <a:pt x="888280" y="183059"/>
                </a:lnTo>
                <a:lnTo>
                  <a:pt x="780008" y="183059"/>
                </a:lnTo>
                <a:lnTo>
                  <a:pt x="780008" y="221010"/>
                </a:lnTo>
                <a:lnTo>
                  <a:pt x="762149" y="221010"/>
                </a:lnTo>
                <a:lnTo>
                  <a:pt x="762149" y="110058"/>
                </a:lnTo>
                <a:lnTo>
                  <a:pt x="748419" y="110058"/>
                </a:lnTo>
                <a:cubicBezTo>
                  <a:pt x="732048" y="126876"/>
                  <a:pt x="714821" y="142056"/>
                  <a:pt x="696739" y="155600"/>
                </a:cubicBezTo>
                <a:cubicBezTo>
                  <a:pt x="693464" y="152028"/>
                  <a:pt x="689148" y="147861"/>
                  <a:pt x="683791" y="143098"/>
                </a:cubicBezTo>
                <a:cubicBezTo>
                  <a:pt x="710580" y="125983"/>
                  <a:pt x="734615" y="104031"/>
                  <a:pt x="755898" y="77242"/>
                </a:cubicBezTo>
                <a:close/>
                <a:moveTo>
                  <a:pt x="277936" y="65410"/>
                </a:moveTo>
                <a:lnTo>
                  <a:pt x="294233" y="72554"/>
                </a:lnTo>
                <a:cubicBezTo>
                  <a:pt x="278904" y="89669"/>
                  <a:pt x="266923" y="102319"/>
                  <a:pt x="258291" y="110505"/>
                </a:cubicBezTo>
                <a:cubicBezTo>
                  <a:pt x="262756" y="110356"/>
                  <a:pt x="279276" y="109835"/>
                  <a:pt x="307851" y="108942"/>
                </a:cubicBezTo>
                <a:cubicBezTo>
                  <a:pt x="303386" y="103138"/>
                  <a:pt x="298623" y="97110"/>
                  <a:pt x="293563" y="90860"/>
                </a:cubicBezTo>
                <a:lnTo>
                  <a:pt x="305172" y="82153"/>
                </a:lnTo>
                <a:cubicBezTo>
                  <a:pt x="317078" y="94803"/>
                  <a:pt x="328240" y="107752"/>
                  <a:pt x="338658" y="120997"/>
                </a:cubicBezTo>
                <a:lnTo>
                  <a:pt x="325040" y="130820"/>
                </a:lnTo>
                <a:cubicBezTo>
                  <a:pt x="322808" y="127992"/>
                  <a:pt x="320501" y="125090"/>
                  <a:pt x="318120" y="122113"/>
                </a:cubicBezTo>
                <a:cubicBezTo>
                  <a:pt x="307851" y="122560"/>
                  <a:pt x="287833" y="123527"/>
                  <a:pt x="258068" y="125016"/>
                </a:cubicBezTo>
                <a:cubicBezTo>
                  <a:pt x="254049" y="125164"/>
                  <a:pt x="247427" y="125760"/>
                  <a:pt x="238199" y="126802"/>
                </a:cubicBezTo>
                <a:lnTo>
                  <a:pt x="232172" y="111398"/>
                </a:lnTo>
                <a:cubicBezTo>
                  <a:pt x="246013" y="104403"/>
                  <a:pt x="261268" y="89074"/>
                  <a:pt x="277936" y="65410"/>
                </a:cubicBezTo>
                <a:close/>
                <a:moveTo>
                  <a:pt x="377502" y="64740"/>
                </a:moveTo>
                <a:lnTo>
                  <a:pt x="394245" y="70991"/>
                </a:lnTo>
                <a:cubicBezTo>
                  <a:pt x="382190" y="86320"/>
                  <a:pt x="371475" y="99194"/>
                  <a:pt x="362099" y="109612"/>
                </a:cubicBezTo>
                <a:cubicBezTo>
                  <a:pt x="378023" y="109314"/>
                  <a:pt x="394171" y="108793"/>
                  <a:pt x="410542" y="108049"/>
                </a:cubicBezTo>
                <a:cubicBezTo>
                  <a:pt x="405333" y="102245"/>
                  <a:pt x="400124" y="96366"/>
                  <a:pt x="394915" y="90413"/>
                </a:cubicBezTo>
                <a:lnTo>
                  <a:pt x="406524" y="81483"/>
                </a:lnTo>
                <a:cubicBezTo>
                  <a:pt x="419472" y="94283"/>
                  <a:pt x="432494" y="108272"/>
                  <a:pt x="445591" y="123453"/>
                </a:cubicBezTo>
                <a:lnTo>
                  <a:pt x="432420" y="134392"/>
                </a:lnTo>
                <a:cubicBezTo>
                  <a:pt x="428848" y="129927"/>
                  <a:pt x="425202" y="125536"/>
                  <a:pt x="421481" y="121220"/>
                </a:cubicBezTo>
                <a:cubicBezTo>
                  <a:pt x="405705" y="122113"/>
                  <a:pt x="385762" y="123155"/>
                  <a:pt x="361652" y="124346"/>
                </a:cubicBezTo>
                <a:cubicBezTo>
                  <a:pt x="357783" y="124495"/>
                  <a:pt x="351904" y="125090"/>
                  <a:pt x="344016" y="126132"/>
                </a:cubicBezTo>
                <a:lnTo>
                  <a:pt x="337542" y="110728"/>
                </a:lnTo>
                <a:cubicBezTo>
                  <a:pt x="349448" y="102840"/>
                  <a:pt x="362768" y="87511"/>
                  <a:pt x="377502" y="64740"/>
                </a:cubicBezTo>
                <a:close/>
                <a:moveTo>
                  <a:pt x="626194" y="58266"/>
                </a:moveTo>
                <a:cubicBezTo>
                  <a:pt x="645244" y="75381"/>
                  <a:pt x="660871" y="90487"/>
                  <a:pt x="673075" y="103584"/>
                </a:cubicBezTo>
                <a:lnTo>
                  <a:pt x="659234" y="115863"/>
                </a:lnTo>
                <a:cubicBezTo>
                  <a:pt x="644798" y="99640"/>
                  <a:pt x="629692" y="83939"/>
                  <a:pt x="613916" y="68759"/>
                </a:cubicBezTo>
                <a:close/>
                <a:moveTo>
                  <a:pt x="500509" y="57820"/>
                </a:moveTo>
                <a:lnTo>
                  <a:pt x="513903" y="69205"/>
                </a:lnTo>
                <a:cubicBezTo>
                  <a:pt x="498723" y="86618"/>
                  <a:pt x="483766" y="102394"/>
                  <a:pt x="469032" y="116532"/>
                </a:cubicBezTo>
                <a:cubicBezTo>
                  <a:pt x="465311" y="112365"/>
                  <a:pt x="460995" y="108198"/>
                  <a:pt x="456084" y="104031"/>
                </a:cubicBezTo>
                <a:cubicBezTo>
                  <a:pt x="471710" y="90636"/>
                  <a:pt x="486519" y="75233"/>
                  <a:pt x="500509" y="57820"/>
                </a:cubicBezTo>
                <a:close/>
                <a:moveTo>
                  <a:pt x="769739" y="49336"/>
                </a:moveTo>
                <a:lnTo>
                  <a:pt x="780008" y="62508"/>
                </a:lnTo>
                <a:cubicBezTo>
                  <a:pt x="755154" y="75158"/>
                  <a:pt x="732606" y="85130"/>
                  <a:pt x="712366" y="92422"/>
                </a:cubicBezTo>
                <a:cubicBezTo>
                  <a:pt x="709984" y="88106"/>
                  <a:pt x="706933" y="83046"/>
                  <a:pt x="703213" y="77242"/>
                </a:cubicBezTo>
                <a:cubicBezTo>
                  <a:pt x="728216" y="69652"/>
                  <a:pt x="750391" y="60350"/>
                  <a:pt x="769739" y="49336"/>
                </a:cubicBezTo>
                <a:close/>
                <a:moveTo>
                  <a:pt x="816173" y="49113"/>
                </a:moveTo>
                <a:cubicBezTo>
                  <a:pt x="838944" y="57150"/>
                  <a:pt x="860673" y="65633"/>
                  <a:pt x="881360" y="74563"/>
                </a:cubicBezTo>
                <a:lnTo>
                  <a:pt x="873323" y="89520"/>
                </a:lnTo>
                <a:cubicBezTo>
                  <a:pt x="851445" y="79102"/>
                  <a:pt x="829642" y="70024"/>
                  <a:pt x="807913" y="62285"/>
                </a:cubicBezTo>
                <a:close/>
                <a:moveTo>
                  <a:pt x="321915" y="893"/>
                </a:moveTo>
                <a:lnTo>
                  <a:pt x="340891" y="8483"/>
                </a:lnTo>
                <a:cubicBezTo>
                  <a:pt x="324073" y="21282"/>
                  <a:pt x="306362" y="33784"/>
                  <a:pt x="287759" y="45988"/>
                </a:cubicBezTo>
                <a:cubicBezTo>
                  <a:pt x="296689" y="45690"/>
                  <a:pt x="327868" y="44574"/>
                  <a:pt x="381297" y="42639"/>
                </a:cubicBezTo>
                <a:cubicBezTo>
                  <a:pt x="373707" y="36686"/>
                  <a:pt x="365745" y="30510"/>
                  <a:pt x="357411" y="24110"/>
                </a:cubicBezTo>
                <a:lnTo>
                  <a:pt x="369242" y="13618"/>
                </a:lnTo>
                <a:cubicBezTo>
                  <a:pt x="391864" y="29989"/>
                  <a:pt x="412105" y="45541"/>
                  <a:pt x="429964" y="60275"/>
                </a:cubicBezTo>
                <a:lnTo>
                  <a:pt x="417239" y="72777"/>
                </a:lnTo>
                <a:cubicBezTo>
                  <a:pt x="411435" y="67568"/>
                  <a:pt x="405184" y="62210"/>
                  <a:pt x="398487" y="56703"/>
                </a:cubicBezTo>
                <a:cubicBezTo>
                  <a:pt x="357262" y="58192"/>
                  <a:pt x="317376" y="59903"/>
                  <a:pt x="278829" y="61838"/>
                </a:cubicBezTo>
                <a:cubicBezTo>
                  <a:pt x="274811" y="61987"/>
                  <a:pt x="268114" y="62657"/>
                  <a:pt x="258737" y="63847"/>
                </a:cubicBezTo>
                <a:lnTo>
                  <a:pt x="252933" y="46434"/>
                </a:lnTo>
                <a:cubicBezTo>
                  <a:pt x="261268" y="43755"/>
                  <a:pt x="268262" y="40853"/>
                  <a:pt x="273918" y="37728"/>
                </a:cubicBezTo>
                <a:cubicBezTo>
                  <a:pt x="287908" y="29245"/>
                  <a:pt x="303907" y="16966"/>
                  <a:pt x="321915" y="893"/>
                </a:cubicBezTo>
                <a:close/>
                <a:moveTo>
                  <a:pt x="794295" y="446"/>
                </a:moveTo>
                <a:cubicBezTo>
                  <a:pt x="799653" y="8632"/>
                  <a:pt x="804453" y="16594"/>
                  <a:pt x="808695" y="24333"/>
                </a:cubicBezTo>
                <a:lnTo>
                  <a:pt x="896540" y="24333"/>
                </a:lnTo>
                <a:lnTo>
                  <a:pt x="896540" y="68535"/>
                </a:lnTo>
                <a:lnTo>
                  <a:pt x="878681" y="68535"/>
                </a:lnTo>
                <a:lnTo>
                  <a:pt x="878681" y="40407"/>
                </a:lnTo>
                <a:lnTo>
                  <a:pt x="709687" y="40407"/>
                </a:lnTo>
                <a:lnTo>
                  <a:pt x="709687" y="68535"/>
                </a:lnTo>
                <a:lnTo>
                  <a:pt x="691827" y="68535"/>
                </a:lnTo>
                <a:lnTo>
                  <a:pt x="691827" y="24333"/>
                </a:lnTo>
                <a:lnTo>
                  <a:pt x="787263" y="24333"/>
                </a:lnTo>
                <a:cubicBezTo>
                  <a:pt x="784287" y="19124"/>
                  <a:pt x="780901" y="13767"/>
                  <a:pt x="777106" y="8260"/>
                </a:cubicBezTo>
                <a:close/>
                <a:moveTo>
                  <a:pt x="119434" y="446"/>
                </a:moveTo>
                <a:lnTo>
                  <a:pt x="135508" y="446"/>
                </a:lnTo>
                <a:lnTo>
                  <a:pt x="135508" y="29914"/>
                </a:lnTo>
                <a:lnTo>
                  <a:pt x="182835" y="29914"/>
                </a:lnTo>
                <a:cubicBezTo>
                  <a:pt x="182835" y="58936"/>
                  <a:pt x="183579" y="78804"/>
                  <a:pt x="185068" y="89520"/>
                </a:cubicBezTo>
                <a:cubicBezTo>
                  <a:pt x="186705" y="101575"/>
                  <a:pt x="189979" y="107603"/>
                  <a:pt x="194890" y="107603"/>
                </a:cubicBezTo>
                <a:cubicBezTo>
                  <a:pt x="197718" y="107603"/>
                  <a:pt x="199802" y="104105"/>
                  <a:pt x="201141" y="97110"/>
                </a:cubicBezTo>
                <a:cubicBezTo>
                  <a:pt x="202332" y="90264"/>
                  <a:pt x="203150" y="82153"/>
                  <a:pt x="203597" y="72777"/>
                </a:cubicBezTo>
                <a:cubicBezTo>
                  <a:pt x="208806" y="75009"/>
                  <a:pt x="214015" y="77019"/>
                  <a:pt x="219224" y="78804"/>
                </a:cubicBezTo>
                <a:cubicBezTo>
                  <a:pt x="218479" y="87883"/>
                  <a:pt x="217512" y="95548"/>
                  <a:pt x="216321" y="101798"/>
                </a:cubicBezTo>
                <a:cubicBezTo>
                  <a:pt x="213345" y="118318"/>
                  <a:pt x="206052" y="126578"/>
                  <a:pt x="194444" y="126578"/>
                </a:cubicBezTo>
                <a:cubicBezTo>
                  <a:pt x="181198" y="126578"/>
                  <a:pt x="172938" y="117425"/>
                  <a:pt x="169664" y="99119"/>
                </a:cubicBezTo>
                <a:cubicBezTo>
                  <a:pt x="167729" y="87660"/>
                  <a:pt x="166762" y="69652"/>
                  <a:pt x="166762" y="45095"/>
                </a:cubicBezTo>
                <a:lnTo>
                  <a:pt x="135061" y="45095"/>
                </a:lnTo>
                <a:cubicBezTo>
                  <a:pt x="134392" y="57522"/>
                  <a:pt x="132680" y="68014"/>
                  <a:pt x="129927" y="76572"/>
                </a:cubicBezTo>
                <a:cubicBezTo>
                  <a:pt x="140419" y="82451"/>
                  <a:pt x="149944" y="88106"/>
                  <a:pt x="158502" y="93538"/>
                </a:cubicBezTo>
                <a:lnTo>
                  <a:pt x="148902" y="108496"/>
                </a:lnTo>
                <a:cubicBezTo>
                  <a:pt x="140866" y="102840"/>
                  <a:pt x="132234" y="97185"/>
                  <a:pt x="123006" y="91529"/>
                </a:cubicBezTo>
                <a:cubicBezTo>
                  <a:pt x="115342" y="103733"/>
                  <a:pt x="100236" y="115937"/>
                  <a:pt x="77688" y="128141"/>
                </a:cubicBezTo>
                <a:cubicBezTo>
                  <a:pt x="74414" y="123230"/>
                  <a:pt x="70544" y="118467"/>
                  <a:pt x="66079" y="113853"/>
                </a:cubicBezTo>
                <a:cubicBezTo>
                  <a:pt x="86841" y="103659"/>
                  <a:pt x="100831" y="93241"/>
                  <a:pt x="108049" y="82600"/>
                </a:cubicBezTo>
                <a:cubicBezTo>
                  <a:pt x="101947" y="79028"/>
                  <a:pt x="95622" y="75456"/>
                  <a:pt x="89073" y="71884"/>
                </a:cubicBezTo>
                <a:lnTo>
                  <a:pt x="96887" y="59382"/>
                </a:lnTo>
                <a:cubicBezTo>
                  <a:pt x="103138" y="62508"/>
                  <a:pt x="109165" y="65559"/>
                  <a:pt x="114970" y="68535"/>
                </a:cubicBezTo>
                <a:cubicBezTo>
                  <a:pt x="116979" y="62210"/>
                  <a:pt x="118318" y="54397"/>
                  <a:pt x="118988" y="45095"/>
                </a:cubicBezTo>
                <a:lnTo>
                  <a:pt x="94654" y="45095"/>
                </a:lnTo>
                <a:lnTo>
                  <a:pt x="94654" y="29914"/>
                </a:lnTo>
                <a:lnTo>
                  <a:pt x="119434" y="29914"/>
                </a:lnTo>
                <a:close/>
                <a:moveTo>
                  <a:pt x="40853" y="223"/>
                </a:moveTo>
                <a:lnTo>
                  <a:pt x="56927" y="223"/>
                </a:lnTo>
                <a:lnTo>
                  <a:pt x="56927" y="31924"/>
                </a:lnTo>
                <a:lnTo>
                  <a:pt x="83716" y="31924"/>
                </a:lnTo>
                <a:lnTo>
                  <a:pt x="83716" y="47104"/>
                </a:lnTo>
                <a:lnTo>
                  <a:pt x="56927" y="47104"/>
                </a:lnTo>
                <a:lnTo>
                  <a:pt x="56927" y="67531"/>
                </a:lnTo>
                <a:cubicBezTo>
                  <a:pt x="65187" y="65894"/>
                  <a:pt x="74265" y="64070"/>
                  <a:pt x="84162" y="62061"/>
                </a:cubicBezTo>
                <a:cubicBezTo>
                  <a:pt x="84460" y="70098"/>
                  <a:pt x="84683" y="75381"/>
                  <a:pt x="84832" y="77911"/>
                </a:cubicBezTo>
                <a:cubicBezTo>
                  <a:pt x="75381" y="79772"/>
                  <a:pt x="66079" y="81632"/>
                  <a:pt x="56927" y="83493"/>
                </a:cubicBezTo>
                <a:lnTo>
                  <a:pt x="56927" y="106263"/>
                </a:lnTo>
                <a:cubicBezTo>
                  <a:pt x="56927" y="120997"/>
                  <a:pt x="49783" y="128439"/>
                  <a:pt x="35495" y="128587"/>
                </a:cubicBezTo>
                <a:cubicBezTo>
                  <a:pt x="29096" y="128736"/>
                  <a:pt x="21208" y="128662"/>
                  <a:pt x="11832" y="128364"/>
                </a:cubicBezTo>
                <a:cubicBezTo>
                  <a:pt x="11236" y="122411"/>
                  <a:pt x="10343" y="116979"/>
                  <a:pt x="9153" y="112068"/>
                </a:cubicBezTo>
                <a:cubicBezTo>
                  <a:pt x="18827" y="112812"/>
                  <a:pt x="26566" y="113184"/>
                  <a:pt x="32370" y="113184"/>
                </a:cubicBezTo>
                <a:cubicBezTo>
                  <a:pt x="38025" y="113184"/>
                  <a:pt x="40853" y="110207"/>
                  <a:pt x="40853" y="104254"/>
                </a:cubicBezTo>
                <a:lnTo>
                  <a:pt x="40853" y="86953"/>
                </a:lnTo>
                <a:cubicBezTo>
                  <a:pt x="29319" y="89483"/>
                  <a:pt x="18008" y="92050"/>
                  <a:pt x="6920" y="94655"/>
                </a:cubicBezTo>
                <a:lnTo>
                  <a:pt x="2902" y="77688"/>
                </a:lnTo>
                <a:cubicBezTo>
                  <a:pt x="11608" y="76274"/>
                  <a:pt x="24259" y="73968"/>
                  <a:pt x="40853" y="70768"/>
                </a:cubicBezTo>
                <a:lnTo>
                  <a:pt x="40853" y="47104"/>
                </a:lnTo>
                <a:lnTo>
                  <a:pt x="5134" y="47104"/>
                </a:lnTo>
                <a:lnTo>
                  <a:pt x="5134" y="31924"/>
                </a:lnTo>
                <a:lnTo>
                  <a:pt x="40853" y="31924"/>
                </a:lnTo>
                <a:close/>
                <a:moveTo>
                  <a:pt x="564579" y="0"/>
                </a:moveTo>
                <a:cubicBezTo>
                  <a:pt x="571872" y="11311"/>
                  <a:pt x="576932" y="19645"/>
                  <a:pt x="579760" y="25003"/>
                </a:cubicBezTo>
                <a:lnTo>
                  <a:pt x="571165" y="29468"/>
                </a:lnTo>
                <a:lnTo>
                  <a:pt x="672628" y="29468"/>
                </a:lnTo>
                <a:lnTo>
                  <a:pt x="672628" y="45318"/>
                </a:lnTo>
                <a:lnTo>
                  <a:pt x="600521" y="45318"/>
                </a:lnTo>
                <a:lnTo>
                  <a:pt x="600521" y="107379"/>
                </a:lnTo>
                <a:lnTo>
                  <a:pt x="583332" y="107379"/>
                </a:lnTo>
                <a:lnTo>
                  <a:pt x="583332" y="45318"/>
                </a:lnTo>
                <a:lnTo>
                  <a:pt x="547390" y="45318"/>
                </a:lnTo>
                <a:lnTo>
                  <a:pt x="547390" y="107826"/>
                </a:lnTo>
                <a:lnTo>
                  <a:pt x="530200" y="107826"/>
                </a:lnTo>
                <a:lnTo>
                  <a:pt x="530200" y="45318"/>
                </a:lnTo>
                <a:lnTo>
                  <a:pt x="459432" y="45318"/>
                </a:lnTo>
                <a:lnTo>
                  <a:pt x="459432" y="29468"/>
                </a:lnTo>
                <a:lnTo>
                  <a:pt x="561231" y="29468"/>
                </a:lnTo>
                <a:cubicBezTo>
                  <a:pt x="556617" y="21134"/>
                  <a:pt x="552375" y="13915"/>
                  <a:pt x="548506" y="7813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箭头: 右 112">
            <a:extLst>
              <a:ext uri="{FF2B5EF4-FFF2-40B4-BE49-F238E27FC236}">
                <a16:creationId xmlns:a16="http://schemas.microsoft.com/office/drawing/2014/main" id="{80590756-B8D5-41BF-9063-307D4593B719}"/>
              </a:ext>
            </a:extLst>
          </p:cNvPr>
          <p:cNvSpPr/>
          <p:nvPr/>
        </p:nvSpPr>
        <p:spPr>
          <a:xfrm>
            <a:off x="7814674" y="1685874"/>
            <a:ext cx="486715" cy="211391"/>
          </a:xfrm>
          <a:prstGeom prst="rightArrow">
            <a:avLst/>
          </a:prstGeom>
          <a:solidFill>
            <a:srgbClr val="00B050"/>
          </a:solidFill>
          <a:ln w="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箭头: 右 113">
            <a:extLst>
              <a:ext uri="{FF2B5EF4-FFF2-40B4-BE49-F238E27FC236}">
                <a16:creationId xmlns:a16="http://schemas.microsoft.com/office/drawing/2014/main" id="{50022ADF-A47E-4088-ABE2-77A52D300E56}"/>
              </a:ext>
            </a:extLst>
          </p:cNvPr>
          <p:cNvSpPr/>
          <p:nvPr/>
        </p:nvSpPr>
        <p:spPr>
          <a:xfrm rot="5400000">
            <a:off x="9066791" y="2809859"/>
            <a:ext cx="486715" cy="211391"/>
          </a:xfrm>
          <a:prstGeom prst="rightArrow">
            <a:avLst/>
          </a:prstGeom>
          <a:solidFill>
            <a:srgbClr val="00B050"/>
          </a:solidFill>
          <a:ln w="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22" name="组合 121">
            <a:extLst>
              <a:ext uri="{FF2B5EF4-FFF2-40B4-BE49-F238E27FC236}">
                <a16:creationId xmlns:a16="http://schemas.microsoft.com/office/drawing/2014/main" id="{AEA4AABE-DF5D-45F2-8D05-663A1A8CA4D4}"/>
              </a:ext>
            </a:extLst>
          </p:cNvPr>
          <p:cNvGrpSpPr/>
          <p:nvPr/>
        </p:nvGrpSpPr>
        <p:grpSpPr>
          <a:xfrm>
            <a:off x="5164232" y="3321186"/>
            <a:ext cx="1180225" cy="1279028"/>
            <a:chOff x="5164232" y="3321186"/>
            <a:chExt cx="1180225" cy="1279028"/>
          </a:xfrm>
        </p:grpSpPr>
        <p:cxnSp>
          <p:nvCxnSpPr>
            <p:cNvPr id="116" name="直接箭头连接符 115">
              <a:extLst>
                <a:ext uri="{FF2B5EF4-FFF2-40B4-BE49-F238E27FC236}">
                  <a16:creationId xmlns:a16="http://schemas.microsoft.com/office/drawing/2014/main" id="{8A96BE0B-EC77-4D29-913D-1BE4C5CAB0DF}"/>
                </a:ext>
              </a:extLst>
            </p:cNvPr>
            <p:cNvCxnSpPr>
              <a:cxnSpLocks/>
            </p:cNvCxnSpPr>
            <p:nvPr/>
          </p:nvCxnSpPr>
          <p:spPr>
            <a:xfrm>
              <a:off x="5179994" y="3321186"/>
              <a:ext cx="1164463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箭头连接符 117">
              <a:extLst>
                <a:ext uri="{FF2B5EF4-FFF2-40B4-BE49-F238E27FC236}">
                  <a16:creationId xmlns:a16="http://schemas.microsoft.com/office/drawing/2014/main" id="{48442D94-7A01-4027-BAB6-45A48A68593E}"/>
                </a:ext>
              </a:extLst>
            </p:cNvPr>
            <p:cNvCxnSpPr>
              <a:cxnSpLocks/>
            </p:cNvCxnSpPr>
            <p:nvPr/>
          </p:nvCxnSpPr>
          <p:spPr>
            <a:xfrm>
              <a:off x="5179994" y="3638485"/>
              <a:ext cx="1164463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箭头连接符 118">
              <a:extLst>
                <a:ext uri="{FF2B5EF4-FFF2-40B4-BE49-F238E27FC236}">
                  <a16:creationId xmlns:a16="http://schemas.microsoft.com/office/drawing/2014/main" id="{9C73D48F-D8F8-4659-BBD3-05C873163794}"/>
                </a:ext>
              </a:extLst>
            </p:cNvPr>
            <p:cNvCxnSpPr>
              <a:cxnSpLocks/>
            </p:cNvCxnSpPr>
            <p:nvPr/>
          </p:nvCxnSpPr>
          <p:spPr>
            <a:xfrm>
              <a:off x="5179472" y="3962706"/>
              <a:ext cx="1164463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>
              <a:extLst>
                <a:ext uri="{FF2B5EF4-FFF2-40B4-BE49-F238E27FC236}">
                  <a16:creationId xmlns:a16="http://schemas.microsoft.com/office/drawing/2014/main" id="{DF50BE58-1F36-4E5D-A05C-E2D52BCE05E1}"/>
                </a:ext>
              </a:extLst>
            </p:cNvPr>
            <p:cNvCxnSpPr>
              <a:cxnSpLocks/>
            </p:cNvCxnSpPr>
            <p:nvPr/>
          </p:nvCxnSpPr>
          <p:spPr>
            <a:xfrm>
              <a:off x="5164754" y="4275993"/>
              <a:ext cx="1164463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>
              <a:extLst>
                <a:ext uri="{FF2B5EF4-FFF2-40B4-BE49-F238E27FC236}">
                  <a16:creationId xmlns:a16="http://schemas.microsoft.com/office/drawing/2014/main" id="{5C0C6195-F898-462D-9F4C-AEF305DAF4CB}"/>
                </a:ext>
              </a:extLst>
            </p:cNvPr>
            <p:cNvCxnSpPr>
              <a:cxnSpLocks/>
            </p:cNvCxnSpPr>
            <p:nvPr/>
          </p:nvCxnSpPr>
          <p:spPr>
            <a:xfrm>
              <a:off x="5164232" y="4600214"/>
              <a:ext cx="1164463" cy="0"/>
            </a:xfrm>
            <a:prstGeom prst="straightConnector1">
              <a:avLst/>
            </a:prstGeom>
            <a:ln w="12700">
              <a:solidFill>
                <a:srgbClr val="FF000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3" name="箭头: 右 122">
            <a:extLst>
              <a:ext uri="{FF2B5EF4-FFF2-40B4-BE49-F238E27FC236}">
                <a16:creationId xmlns:a16="http://schemas.microsoft.com/office/drawing/2014/main" id="{F9C1D293-0C2B-4281-B9FC-AD0BFBC03267}"/>
              </a:ext>
            </a:extLst>
          </p:cNvPr>
          <p:cNvSpPr/>
          <p:nvPr/>
        </p:nvSpPr>
        <p:spPr>
          <a:xfrm flipH="1">
            <a:off x="4828593" y="3732014"/>
            <a:ext cx="2197151" cy="211391"/>
          </a:xfrm>
          <a:prstGeom prst="rightArrow">
            <a:avLst/>
          </a:prstGeom>
          <a:solidFill>
            <a:srgbClr val="00B050"/>
          </a:solidFill>
          <a:ln w="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4" name="箭头: 右 123">
            <a:extLst>
              <a:ext uri="{FF2B5EF4-FFF2-40B4-BE49-F238E27FC236}">
                <a16:creationId xmlns:a16="http://schemas.microsoft.com/office/drawing/2014/main" id="{D2679D34-4499-4AD8-9E99-6056E6EEB3D1}"/>
              </a:ext>
            </a:extLst>
          </p:cNvPr>
          <p:cNvSpPr/>
          <p:nvPr/>
        </p:nvSpPr>
        <p:spPr>
          <a:xfrm>
            <a:off x="3937868" y="1618151"/>
            <a:ext cx="486715" cy="211391"/>
          </a:xfrm>
          <a:prstGeom prst="rightArrow">
            <a:avLst/>
          </a:prstGeom>
          <a:solidFill>
            <a:srgbClr val="00B050"/>
          </a:solidFill>
          <a:ln w="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5" name="箭头: 右 124">
            <a:extLst>
              <a:ext uri="{FF2B5EF4-FFF2-40B4-BE49-F238E27FC236}">
                <a16:creationId xmlns:a16="http://schemas.microsoft.com/office/drawing/2014/main" id="{1E8B49BB-E4A5-46F7-A0EC-128909B583D0}"/>
              </a:ext>
            </a:extLst>
          </p:cNvPr>
          <p:cNvSpPr/>
          <p:nvPr/>
        </p:nvSpPr>
        <p:spPr>
          <a:xfrm rot="16200000" flipV="1">
            <a:off x="2346221" y="2747328"/>
            <a:ext cx="486715" cy="211391"/>
          </a:xfrm>
          <a:prstGeom prst="rightArrow">
            <a:avLst/>
          </a:prstGeom>
          <a:solidFill>
            <a:srgbClr val="00B050"/>
          </a:solidFill>
          <a:ln w="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37A2B145-7BB5-46D2-B27E-6C2F87058290}"/>
              </a:ext>
            </a:extLst>
          </p:cNvPr>
          <p:cNvSpPr txBox="1"/>
          <p:nvPr/>
        </p:nvSpPr>
        <p:spPr>
          <a:xfrm>
            <a:off x="7784863" y="1282631"/>
            <a:ext cx="586978" cy="295275"/>
          </a:xfrm>
          <a:custGeom>
            <a:avLst/>
            <a:gdLst/>
            <a:ahLst/>
            <a:cxnLst/>
            <a:rect l="l" t="t" r="r" b="b"/>
            <a:pathLst>
              <a:path w="586978" h="295275">
                <a:moveTo>
                  <a:pt x="144364" y="212526"/>
                </a:moveTo>
                <a:lnTo>
                  <a:pt x="144364" y="233660"/>
                </a:lnTo>
                <a:cubicBezTo>
                  <a:pt x="144364" y="244177"/>
                  <a:pt x="150416" y="249436"/>
                  <a:pt x="162521" y="249436"/>
                </a:cubicBezTo>
                <a:lnTo>
                  <a:pt x="207169" y="249436"/>
                </a:lnTo>
                <a:cubicBezTo>
                  <a:pt x="214511" y="249436"/>
                  <a:pt x="220316" y="248171"/>
                  <a:pt x="224582" y="245641"/>
                </a:cubicBezTo>
                <a:cubicBezTo>
                  <a:pt x="228848" y="243111"/>
                  <a:pt x="231602" y="239638"/>
                  <a:pt x="232842" y="235223"/>
                </a:cubicBezTo>
                <a:cubicBezTo>
                  <a:pt x="234082" y="230807"/>
                  <a:pt x="235595" y="223242"/>
                  <a:pt x="237381" y="212526"/>
                </a:cubicBezTo>
                <a:close/>
                <a:moveTo>
                  <a:pt x="325339" y="163115"/>
                </a:moveTo>
                <a:cubicBezTo>
                  <a:pt x="338237" y="169069"/>
                  <a:pt x="351235" y="174228"/>
                  <a:pt x="364332" y="178594"/>
                </a:cubicBezTo>
                <a:lnTo>
                  <a:pt x="332780" y="292596"/>
                </a:lnTo>
                <a:cubicBezTo>
                  <a:pt x="318492" y="287238"/>
                  <a:pt x="304999" y="282575"/>
                  <a:pt x="292299" y="278606"/>
                </a:cubicBezTo>
                <a:cubicBezTo>
                  <a:pt x="303808" y="245665"/>
                  <a:pt x="314821" y="207169"/>
                  <a:pt x="325339" y="163115"/>
                </a:cubicBezTo>
                <a:close/>
                <a:moveTo>
                  <a:pt x="444699" y="155079"/>
                </a:moveTo>
                <a:lnTo>
                  <a:pt x="483096" y="155079"/>
                </a:lnTo>
                <a:lnTo>
                  <a:pt x="483096" y="288131"/>
                </a:lnTo>
                <a:lnTo>
                  <a:pt x="444699" y="288131"/>
                </a:lnTo>
                <a:close/>
                <a:moveTo>
                  <a:pt x="391121" y="155079"/>
                </a:moveTo>
                <a:lnTo>
                  <a:pt x="429518" y="155079"/>
                </a:lnTo>
                <a:lnTo>
                  <a:pt x="429518" y="186630"/>
                </a:lnTo>
                <a:cubicBezTo>
                  <a:pt x="429518" y="235843"/>
                  <a:pt x="413643" y="272058"/>
                  <a:pt x="381893" y="295275"/>
                </a:cubicBezTo>
                <a:cubicBezTo>
                  <a:pt x="373559" y="286742"/>
                  <a:pt x="363637" y="277614"/>
                  <a:pt x="352128" y="267890"/>
                </a:cubicBezTo>
                <a:cubicBezTo>
                  <a:pt x="378123" y="248642"/>
                  <a:pt x="391121" y="218777"/>
                  <a:pt x="391121" y="178296"/>
                </a:cubicBezTo>
                <a:close/>
                <a:moveTo>
                  <a:pt x="499765" y="154186"/>
                </a:moveTo>
                <a:lnTo>
                  <a:pt x="538163" y="154186"/>
                </a:lnTo>
                <a:lnTo>
                  <a:pt x="538163" y="249436"/>
                </a:lnTo>
                <a:cubicBezTo>
                  <a:pt x="538163" y="255389"/>
                  <a:pt x="540147" y="258365"/>
                  <a:pt x="544116" y="258365"/>
                </a:cubicBezTo>
                <a:lnTo>
                  <a:pt x="546199" y="258365"/>
                </a:lnTo>
                <a:cubicBezTo>
                  <a:pt x="550267" y="258365"/>
                  <a:pt x="552872" y="255439"/>
                  <a:pt x="554013" y="249585"/>
                </a:cubicBezTo>
                <a:cubicBezTo>
                  <a:pt x="555154" y="243731"/>
                  <a:pt x="556419" y="225425"/>
                  <a:pt x="557808" y="194667"/>
                </a:cubicBezTo>
                <a:cubicBezTo>
                  <a:pt x="567531" y="198636"/>
                  <a:pt x="577255" y="202307"/>
                  <a:pt x="586978" y="205680"/>
                </a:cubicBezTo>
                <a:cubicBezTo>
                  <a:pt x="584895" y="233660"/>
                  <a:pt x="583034" y="252363"/>
                  <a:pt x="581397" y="261788"/>
                </a:cubicBezTo>
                <a:cubicBezTo>
                  <a:pt x="579760" y="271214"/>
                  <a:pt x="575890" y="278556"/>
                  <a:pt x="569788" y="283815"/>
                </a:cubicBezTo>
                <a:cubicBezTo>
                  <a:pt x="563687" y="289074"/>
                  <a:pt x="555327" y="291703"/>
                  <a:pt x="544711" y="291703"/>
                </a:cubicBezTo>
                <a:lnTo>
                  <a:pt x="533996" y="291703"/>
                </a:lnTo>
                <a:cubicBezTo>
                  <a:pt x="511175" y="291703"/>
                  <a:pt x="499765" y="279301"/>
                  <a:pt x="499765" y="254496"/>
                </a:cubicBezTo>
                <a:close/>
                <a:moveTo>
                  <a:pt x="144364" y="144363"/>
                </a:moveTo>
                <a:lnTo>
                  <a:pt x="144364" y="175022"/>
                </a:lnTo>
                <a:lnTo>
                  <a:pt x="203895" y="175022"/>
                </a:lnTo>
                <a:lnTo>
                  <a:pt x="203895" y="144363"/>
                </a:lnTo>
                <a:close/>
                <a:moveTo>
                  <a:pt x="42863" y="144363"/>
                </a:moveTo>
                <a:lnTo>
                  <a:pt x="42863" y="175022"/>
                </a:lnTo>
                <a:lnTo>
                  <a:pt x="101203" y="175022"/>
                </a:lnTo>
                <a:lnTo>
                  <a:pt x="101203" y="144363"/>
                </a:lnTo>
                <a:close/>
                <a:moveTo>
                  <a:pt x="316707" y="83344"/>
                </a:moveTo>
                <a:cubicBezTo>
                  <a:pt x="334963" y="96440"/>
                  <a:pt x="351235" y="109240"/>
                  <a:pt x="365522" y="121741"/>
                </a:cubicBezTo>
                <a:lnTo>
                  <a:pt x="337542" y="152697"/>
                </a:lnTo>
                <a:cubicBezTo>
                  <a:pt x="324842" y="140196"/>
                  <a:pt x="309265" y="126404"/>
                  <a:pt x="290810" y="111323"/>
                </a:cubicBezTo>
                <a:close/>
                <a:moveTo>
                  <a:pt x="144364" y="76497"/>
                </a:moveTo>
                <a:lnTo>
                  <a:pt x="144364" y="106858"/>
                </a:lnTo>
                <a:lnTo>
                  <a:pt x="203895" y="106858"/>
                </a:lnTo>
                <a:lnTo>
                  <a:pt x="203895" y="76497"/>
                </a:lnTo>
                <a:close/>
                <a:moveTo>
                  <a:pt x="42863" y="76497"/>
                </a:moveTo>
                <a:lnTo>
                  <a:pt x="42863" y="106858"/>
                </a:lnTo>
                <a:lnTo>
                  <a:pt x="101203" y="106858"/>
                </a:lnTo>
                <a:lnTo>
                  <a:pt x="101203" y="76497"/>
                </a:lnTo>
                <a:close/>
                <a:moveTo>
                  <a:pt x="319981" y="4167"/>
                </a:moveTo>
                <a:cubicBezTo>
                  <a:pt x="335459" y="15081"/>
                  <a:pt x="351731" y="27880"/>
                  <a:pt x="368796" y="42565"/>
                </a:cubicBezTo>
                <a:lnTo>
                  <a:pt x="342007" y="72926"/>
                </a:lnTo>
                <a:cubicBezTo>
                  <a:pt x="324743" y="55860"/>
                  <a:pt x="309166" y="41771"/>
                  <a:pt x="295275" y="30658"/>
                </a:cubicBezTo>
                <a:close/>
                <a:moveTo>
                  <a:pt x="101203" y="2381"/>
                </a:moveTo>
                <a:lnTo>
                  <a:pt x="144364" y="2381"/>
                </a:lnTo>
                <a:lnTo>
                  <a:pt x="144364" y="38993"/>
                </a:lnTo>
                <a:lnTo>
                  <a:pt x="246757" y="38993"/>
                </a:lnTo>
                <a:lnTo>
                  <a:pt x="246757" y="200769"/>
                </a:lnTo>
                <a:cubicBezTo>
                  <a:pt x="256382" y="204837"/>
                  <a:pt x="268089" y="208756"/>
                  <a:pt x="281881" y="212526"/>
                </a:cubicBezTo>
                <a:cubicBezTo>
                  <a:pt x="276523" y="247451"/>
                  <a:pt x="269032" y="268486"/>
                  <a:pt x="259408" y="275629"/>
                </a:cubicBezTo>
                <a:cubicBezTo>
                  <a:pt x="249783" y="282773"/>
                  <a:pt x="237034" y="286345"/>
                  <a:pt x="221159" y="286345"/>
                </a:cubicBezTo>
                <a:lnTo>
                  <a:pt x="149721" y="286345"/>
                </a:lnTo>
                <a:cubicBezTo>
                  <a:pt x="117376" y="286345"/>
                  <a:pt x="101203" y="271661"/>
                  <a:pt x="101203" y="242292"/>
                </a:cubicBezTo>
                <a:lnTo>
                  <a:pt x="101203" y="212526"/>
                </a:lnTo>
                <a:lnTo>
                  <a:pt x="42863" y="212526"/>
                </a:lnTo>
                <a:lnTo>
                  <a:pt x="42863" y="235744"/>
                </a:lnTo>
                <a:lnTo>
                  <a:pt x="0" y="235744"/>
                </a:lnTo>
                <a:lnTo>
                  <a:pt x="0" y="38993"/>
                </a:lnTo>
                <a:lnTo>
                  <a:pt x="101203" y="38993"/>
                </a:lnTo>
                <a:close/>
                <a:moveTo>
                  <a:pt x="480120" y="0"/>
                </a:moveTo>
                <a:cubicBezTo>
                  <a:pt x="485378" y="10715"/>
                  <a:pt x="490339" y="21431"/>
                  <a:pt x="495003" y="32147"/>
                </a:cubicBezTo>
                <a:lnTo>
                  <a:pt x="574179" y="32147"/>
                </a:lnTo>
                <a:lnTo>
                  <a:pt x="574179" y="67270"/>
                </a:lnTo>
                <a:lnTo>
                  <a:pt x="473571" y="67270"/>
                </a:lnTo>
                <a:cubicBezTo>
                  <a:pt x="460971" y="82054"/>
                  <a:pt x="447675" y="96540"/>
                  <a:pt x="433685" y="110728"/>
                </a:cubicBezTo>
                <a:lnTo>
                  <a:pt x="511820" y="107305"/>
                </a:lnTo>
                <a:cubicBezTo>
                  <a:pt x="506859" y="101253"/>
                  <a:pt x="501948" y="95448"/>
                  <a:pt x="497086" y="89892"/>
                </a:cubicBezTo>
                <a:lnTo>
                  <a:pt x="529233" y="69354"/>
                </a:lnTo>
                <a:cubicBezTo>
                  <a:pt x="550267" y="92571"/>
                  <a:pt x="569020" y="114101"/>
                  <a:pt x="585490" y="133945"/>
                </a:cubicBezTo>
                <a:lnTo>
                  <a:pt x="550962" y="158055"/>
                </a:lnTo>
                <a:lnTo>
                  <a:pt x="537419" y="139898"/>
                </a:lnTo>
                <a:cubicBezTo>
                  <a:pt x="456754" y="142776"/>
                  <a:pt x="405011" y="145752"/>
                  <a:pt x="382191" y="148828"/>
                </a:cubicBezTo>
                <a:lnTo>
                  <a:pt x="369689" y="115788"/>
                </a:lnTo>
                <a:cubicBezTo>
                  <a:pt x="382985" y="111125"/>
                  <a:pt x="400149" y="94952"/>
                  <a:pt x="421184" y="67270"/>
                </a:cubicBezTo>
                <a:lnTo>
                  <a:pt x="371178" y="67270"/>
                </a:lnTo>
                <a:lnTo>
                  <a:pt x="371178" y="32147"/>
                </a:lnTo>
                <a:lnTo>
                  <a:pt x="446633" y="32147"/>
                </a:lnTo>
                <a:cubicBezTo>
                  <a:pt x="443359" y="24507"/>
                  <a:pt x="439738" y="16470"/>
                  <a:pt x="435769" y="8037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1857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0"/>
    </mc:Choice>
    <mc:Fallback xmlns="">
      <p:transition advClick="0" advTm="0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446EF9F-8870-45E1-8093-35C2BB8B92AD}"/>
              </a:ext>
            </a:extLst>
          </p:cNvPr>
          <p:cNvSpPr/>
          <p:nvPr/>
        </p:nvSpPr>
        <p:spPr>
          <a:xfrm>
            <a:off x="5528616" y="3232432"/>
            <a:ext cx="617218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A2D2EF-7DE9-4656-943C-02FC1FD4D10A}"/>
              </a:ext>
            </a:extLst>
          </p:cNvPr>
          <p:cNvSpPr/>
          <p:nvPr/>
        </p:nvSpPr>
        <p:spPr>
          <a:xfrm>
            <a:off x="3343085" y="3230681"/>
            <a:ext cx="2684506" cy="144969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63EB1C6-5220-423E-824C-B21342651393}"/>
              </a:ext>
            </a:extLst>
          </p:cNvPr>
          <p:cNvSpPr txBox="1"/>
          <p:nvPr/>
        </p:nvSpPr>
        <p:spPr>
          <a:xfrm>
            <a:off x="4334833" y="2795342"/>
            <a:ext cx="561380" cy="29969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C53F59FF-BABF-495A-A516-0EAD6ED7F47E}"/>
              </a:ext>
            </a:extLst>
          </p:cNvPr>
          <p:cNvGrpSpPr/>
          <p:nvPr/>
        </p:nvGrpSpPr>
        <p:grpSpPr>
          <a:xfrm>
            <a:off x="3416961" y="3291273"/>
            <a:ext cx="65226" cy="1331801"/>
            <a:chOff x="1214405" y="4592622"/>
            <a:chExt cx="84501" cy="1725373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A3E28510-D51C-4020-B4ED-BE9F4EE1DD4A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A5CBDC62-971D-4AA5-92C0-13142C95ADAD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BAF550EB-382C-4001-8A45-121A46AD2B8F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B5673D3E-BBF1-423F-BDA0-24C06A346A48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C7E96D1F-3E81-49EC-891C-7F5662FED860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D10C0E0-415D-4B09-8224-597F3626BB02}"/>
              </a:ext>
            </a:extLst>
          </p:cNvPr>
          <p:cNvGrpSpPr/>
          <p:nvPr/>
        </p:nvGrpSpPr>
        <p:grpSpPr>
          <a:xfrm>
            <a:off x="3973951" y="3291273"/>
            <a:ext cx="65226" cy="1331801"/>
            <a:chOff x="1214405" y="4592622"/>
            <a:chExt cx="84501" cy="1725373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28E12093-25C7-4EFD-AA9D-6D5108A238E7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E006D93-0A9F-41E0-B878-11A2E266C8F9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8DE797CB-39A4-40E5-9DEC-03DF42AA0BE5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27C50701-BC76-431B-AA69-692803AF6EA5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8FF42144-B4B1-4CDC-B4A2-AF1CCA721934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066D1165-4762-4E30-B0DE-58DD07964ADB}"/>
              </a:ext>
            </a:extLst>
          </p:cNvPr>
          <p:cNvGrpSpPr/>
          <p:nvPr/>
        </p:nvGrpSpPr>
        <p:grpSpPr>
          <a:xfrm>
            <a:off x="4530941" y="3291273"/>
            <a:ext cx="65226" cy="1331801"/>
            <a:chOff x="1214405" y="4592622"/>
            <a:chExt cx="84501" cy="1725373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FAAC3081-1A1E-4304-901B-54DD6787067C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385362AE-9BC2-4430-82ED-5CFC309AF275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E6E0071E-F0F9-44A1-A34B-59AAE375C8E1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0A2FDFCB-D538-465B-83E5-1B5C4D263843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8098287-1712-4E0B-AE60-4C09B8514128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50325A6-5FF2-43B0-8AFA-360C3590A721}"/>
              </a:ext>
            </a:extLst>
          </p:cNvPr>
          <p:cNvGrpSpPr/>
          <p:nvPr/>
        </p:nvGrpSpPr>
        <p:grpSpPr>
          <a:xfrm>
            <a:off x="5087931" y="3291273"/>
            <a:ext cx="65226" cy="1331801"/>
            <a:chOff x="1214405" y="4592622"/>
            <a:chExt cx="84501" cy="1725373"/>
          </a:xfrm>
        </p:grpSpPr>
        <p:sp>
          <p:nvSpPr>
            <p:cNvPr id="24" name="椭圆 23">
              <a:extLst>
                <a:ext uri="{FF2B5EF4-FFF2-40B4-BE49-F238E27FC236}">
                  <a16:creationId xmlns:a16="http://schemas.microsoft.com/office/drawing/2014/main" id="{F622A1B7-78CB-4BB9-BBDB-9631C847E4ED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椭圆 24">
              <a:extLst>
                <a:ext uri="{FF2B5EF4-FFF2-40B4-BE49-F238E27FC236}">
                  <a16:creationId xmlns:a16="http://schemas.microsoft.com/office/drawing/2014/main" id="{330A978F-CA58-47D2-9B4D-33D56A4D756C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id="{2A5183B8-AFBC-4D9C-89BF-70209D93888C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椭圆 26">
              <a:extLst>
                <a:ext uri="{FF2B5EF4-FFF2-40B4-BE49-F238E27FC236}">
                  <a16:creationId xmlns:a16="http://schemas.microsoft.com/office/drawing/2014/main" id="{936EE6E2-38D3-495E-832E-2DD257EBA0DC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id="{A9DBA79F-8181-4BB9-8EE5-07B507F8573C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21187B59-1D38-4E34-A61A-D406B30A79D6}"/>
              </a:ext>
            </a:extLst>
          </p:cNvPr>
          <p:cNvSpPr/>
          <p:nvPr/>
        </p:nvSpPr>
        <p:spPr>
          <a:xfrm>
            <a:off x="6027591" y="3230681"/>
            <a:ext cx="2821325" cy="1449695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3CABD85-6E46-4C49-A9B0-D0295CF94651}"/>
              </a:ext>
            </a:extLst>
          </p:cNvPr>
          <p:cNvSpPr txBox="1"/>
          <p:nvPr/>
        </p:nvSpPr>
        <p:spPr>
          <a:xfrm>
            <a:off x="7212816" y="2769014"/>
            <a:ext cx="606269" cy="293083"/>
          </a:xfrm>
          <a:custGeom>
            <a:avLst/>
            <a:gdLst/>
            <a:ahLst/>
            <a:cxnLst/>
            <a:rect l="l" t="t" r="r" b="b"/>
            <a:pathLst>
              <a:path w="591145" h="294085">
                <a:moveTo>
                  <a:pt x="62805" y="190500"/>
                </a:moveTo>
                <a:cubicBezTo>
                  <a:pt x="77291" y="205185"/>
                  <a:pt x="91479" y="220465"/>
                  <a:pt x="105370" y="236340"/>
                </a:cubicBezTo>
                <a:lnTo>
                  <a:pt x="85129" y="252413"/>
                </a:lnTo>
                <a:cubicBezTo>
                  <a:pt x="73223" y="236736"/>
                  <a:pt x="59928" y="220762"/>
                  <a:pt x="45243" y="204490"/>
                </a:cubicBezTo>
                <a:close/>
                <a:moveTo>
                  <a:pt x="233362" y="189905"/>
                </a:moveTo>
                <a:lnTo>
                  <a:pt x="254198" y="203300"/>
                </a:lnTo>
                <a:cubicBezTo>
                  <a:pt x="240307" y="220564"/>
                  <a:pt x="225722" y="237133"/>
                  <a:pt x="210442" y="253008"/>
                </a:cubicBezTo>
                <a:lnTo>
                  <a:pt x="192583" y="238721"/>
                </a:lnTo>
                <a:cubicBezTo>
                  <a:pt x="208657" y="222052"/>
                  <a:pt x="222249" y="205780"/>
                  <a:pt x="233362" y="189905"/>
                </a:cubicBezTo>
                <a:close/>
                <a:moveTo>
                  <a:pt x="490834" y="139304"/>
                </a:moveTo>
                <a:lnTo>
                  <a:pt x="490834" y="161330"/>
                </a:lnTo>
                <a:lnTo>
                  <a:pt x="552747" y="161330"/>
                </a:lnTo>
                <a:lnTo>
                  <a:pt x="552747" y="139304"/>
                </a:lnTo>
                <a:close/>
                <a:moveTo>
                  <a:pt x="411063" y="139304"/>
                </a:moveTo>
                <a:lnTo>
                  <a:pt x="411063" y="161330"/>
                </a:lnTo>
                <a:lnTo>
                  <a:pt x="471487" y="161330"/>
                </a:lnTo>
                <a:lnTo>
                  <a:pt x="471487" y="139304"/>
                </a:lnTo>
                <a:close/>
                <a:moveTo>
                  <a:pt x="581024" y="82451"/>
                </a:moveTo>
                <a:lnTo>
                  <a:pt x="585787" y="99715"/>
                </a:lnTo>
                <a:cubicBezTo>
                  <a:pt x="559990" y="101104"/>
                  <a:pt x="528339" y="102493"/>
                  <a:pt x="490834" y="103882"/>
                </a:cubicBezTo>
                <a:lnTo>
                  <a:pt x="490834" y="123230"/>
                </a:lnTo>
                <a:lnTo>
                  <a:pt x="572392" y="123230"/>
                </a:lnTo>
                <a:lnTo>
                  <a:pt x="572392" y="183357"/>
                </a:lnTo>
                <a:lnTo>
                  <a:pt x="552747" y="183357"/>
                </a:lnTo>
                <a:lnTo>
                  <a:pt x="552747" y="177404"/>
                </a:lnTo>
                <a:lnTo>
                  <a:pt x="490834" y="177404"/>
                </a:lnTo>
                <a:lnTo>
                  <a:pt x="490834" y="196454"/>
                </a:lnTo>
                <a:lnTo>
                  <a:pt x="591145" y="196454"/>
                </a:lnTo>
                <a:lnTo>
                  <a:pt x="591145" y="261045"/>
                </a:lnTo>
                <a:cubicBezTo>
                  <a:pt x="591145" y="281286"/>
                  <a:pt x="581123" y="291406"/>
                  <a:pt x="561081" y="291406"/>
                </a:cubicBezTo>
                <a:cubicBezTo>
                  <a:pt x="551159" y="291406"/>
                  <a:pt x="538757" y="291208"/>
                  <a:pt x="523874" y="290811"/>
                </a:cubicBezTo>
                <a:cubicBezTo>
                  <a:pt x="522882" y="285254"/>
                  <a:pt x="521394" y="278408"/>
                  <a:pt x="519409" y="270272"/>
                </a:cubicBezTo>
                <a:cubicBezTo>
                  <a:pt x="533300" y="271463"/>
                  <a:pt x="545107" y="272058"/>
                  <a:pt x="554831" y="272058"/>
                </a:cubicBezTo>
                <a:cubicBezTo>
                  <a:pt x="565546" y="272058"/>
                  <a:pt x="570904" y="266998"/>
                  <a:pt x="570904" y="256878"/>
                </a:cubicBezTo>
                <a:lnTo>
                  <a:pt x="570904" y="212527"/>
                </a:lnTo>
                <a:lnTo>
                  <a:pt x="490834" y="212527"/>
                </a:lnTo>
                <a:lnTo>
                  <a:pt x="490834" y="239018"/>
                </a:lnTo>
                <a:cubicBezTo>
                  <a:pt x="502344" y="238423"/>
                  <a:pt x="513754" y="237729"/>
                  <a:pt x="525065" y="236935"/>
                </a:cubicBezTo>
                <a:cubicBezTo>
                  <a:pt x="522882" y="232371"/>
                  <a:pt x="520600" y="227807"/>
                  <a:pt x="518219" y="223243"/>
                </a:cubicBezTo>
                <a:lnTo>
                  <a:pt x="534292" y="215801"/>
                </a:lnTo>
                <a:cubicBezTo>
                  <a:pt x="541436" y="228700"/>
                  <a:pt x="548580" y="242590"/>
                  <a:pt x="555723" y="257473"/>
                </a:cubicBezTo>
                <a:lnTo>
                  <a:pt x="538162" y="265510"/>
                </a:lnTo>
                <a:cubicBezTo>
                  <a:pt x="536376" y="261343"/>
                  <a:pt x="534590" y="257275"/>
                  <a:pt x="532804" y="253306"/>
                </a:cubicBezTo>
                <a:cubicBezTo>
                  <a:pt x="499466" y="254695"/>
                  <a:pt x="462160" y="257374"/>
                  <a:pt x="420885" y="261343"/>
                </a:cubicBezTo>
                <a:lnTo>
                  <a:pt x="417314" y="242293"/>
                </a:lnTo>
                <a:cubicBezTo>
                  <a:pt x="435570" y="241697"/>
                  <a:pt x="453628" y="240904"/>
                  <a:pt x="471487" y="239911"/>
                </a:cubicBezTo>
                <a:lnTo>
                  <a:pt x="471487" y="212527"/>
                </a:lnTo>
                <a:lnTo>
                  <a:pt x="397668" y="212527"/>
                </a:lnTo>
                <a:lnTo>
                  <a:pt x="397668" y="292894"/>
                </a:lnTo>
                <a:lnTo>
                  <a:pt x="377428" y="292894"/>
                </a:lnTo>
                <a:lnTo>
                  <a:pt x="377428" y="196454"/>
                </a:lnTo>
                <a:lnTo>
                  <a:pt x="471487" y="196454"/>
                </a:lnTo>
                <a:lnTo>
                  <a:pt x="471487" y="177404"/>
                </a:lnTo>
                <a:lnTo>
                  <a:pt x="411063" y="177404"/>
                </a:lnTo>
                <a:lnTo>
                  <a:pt x="411063" y="183357"/>
                </a:lnTo>
                <a:lnTo>
                  <a:pt x="391417" y="183357"/>
                </a:lnTo>
                <a:lnTo>
                  <a:pt x="391417" y="123230"/>
                </a:lnTo>
                <a:lnTo>
                  <a:pt x="471487" y="123230"/>
                </a:lnTo>
                <a:lnTo>
                  <a:pt x="471487" y="104478"/>
                </a:lnTo>
                <a:cubicBezTo>
                  <a:pt x="442912" y="105470"/>
                  <a:pt x="411360" y="106462"/>
                  <a:pt x="376832" y="107454"/>
                </a:cubicBezTo>
                <a:cubicBezTo>
                  <a:pt x="375840" y="102097"/>
                  <a:pt x="374451" y="96143"/>
                  <a:pt x="372665" y="89595"/>
                </a:cubicBezTo>
                <a:cubicBezTo>
                  <a:pt x="467121" y="87412"/>
                  <a:pt x="536574" y="85031"/>
                  <a:pt x="581024" y="82451"/>
                </a:cubicBezTo>
                <a:close/>
                <a:moveTo>
                  <a:pt x="361949" y="30361"/>
                </a:moveTo>
                <a:lnTo>
                  <a:pt x="361949" y="53281"/>
                </a:lnTo>
                <a:lnTo>
                  <a:pt x="566141" y="53281"/>
                </a:lnTo>
                <a:lnTo>
                  <a:pt x="566141" y="30361"/>
                </a:lnTo>
                <a:close/>
                <a:moveTo>
                  <a:pt x="150316" y="25301"/>
                </a:moveTo>
                <a:cubicBezTo>
                  <a:pt x="129877" y="51098"/>
                  <a:pt x="100409" y="76399"/>
                  <a:pt x="61912" y="101204"/>
                </a:cubicBezTo>
                <a:lnTo>
                  <a:pt x="236636" y="101204"/>
                </a:lnTo>
                <a:cubicBezTo>
                  <a:pt x="205680" y="81558"/>
                  <a:pt x="176907" y="56257"/>
                  <a:pt x="150316" y="25301"/>
                </a:cubicBezTo>
                <a:close/>
                <a:moveTo>
                  <a:pt x="341411" y="13097"/>
                </a:moveTo>
                <a:lnTo>
                  <a:pt x="586382" y="13097"/>
                </a:lnTo>
                <a:lnTo>
                  <a:pt x="586382" y="76498"/>
                </a:lnTo>
                <a:lnTo>
                  <a:pt x="566141" y="76498"/>
                </a:lnTo>
                <a:lnTo>
                  <a:pt x="566141" y="70545"/>
                </a:lnTo>
                <a:lnTo>
                  <a:pt x="361949" y="70545"/>
                </a:lnTo>
                <a:lnTo>
                  <a:pt x="361949" y="141387"/>
                </a:lnTo>
                <a:cubicBezTo>
                  <a:pt x="361949" y="208856"/>
                  <a:pt x="348059" y="259755"/>
                  <a:pt x="320278" y="294085"/>
                </a:cubicBezTo>
                <a:cubicBezTo>
                  <a:pt x="315714" y="287140"/>
                  <a:pt x="310753" y="280492"/>
                  <a:pt x="305395" y="274142"/>
                </a:cubicBezTo>
                <a:cubicBezTo>
                  <a:pt x="329604" y="246361"/>
                  <a:pt x="341610" y="200720"/>
                  <a:pt x="341411" y="137220"/>
                </a:cubicBezTo>
                <a:close/>
                <a:moveTo>
                  <a:pt x="140196" y="0"/>
                </a:moveTo>
                <a:lnTo>
                  <a:pt x="172640" y="0"/>
                </a:lnTo>
                <a:lnTo>
                  <a:pt x="165794" y="8335"/>
                </a:lnTo>
                <a:cubicBezTo>
                  <a:pt x="197346" y="48618"/>
                  <a:pt x="241994" y="79971"/>
                  <a:pt x="299739" y="102394"/>
                </a:cubicBezTo>
                <a:cubicBezTo>
                  <a:pt x="294382" y="109935"/>
                  <a:pt x="289123" y="117872"/>
                  <a:pt x="283964" y="126207"/>
                </a:cubicBezTo>
                <a:cubicBezTo>
                  <a:pt x="268485" y="119658"/>
                  <a:pt x="253503" y="111820"/>
                  <a:pt x="239017" y="102692"/>
                </a:cubicBezTo>
                <a:lnTo>
                  <a:pt x="239017" y="122932"/>
                </a:lnTo>
                <a:lnTo>
                  <a:pt x="161925" y="122932"/>
                </a:lnTo>
                <a:lnTo>
                  <a:pt x="161925" y="164604"/>
                </a:lnTo>
                <a:lnTo>
                  <a:pt x="267890" y="164604"/>
                </a:lnTo>
                <a:lnTo>
                  <a:pt x="267890" y="186333"/>
                </a:lnTo>
                <a:lnTo>
                  <a:pt x="161925" y="186333"/>
                </a:lnTo>
                <a:lnTo>
                  <a:pt x="161925" y="258961"/>
                </a:lnTo>
                <a:lnTo>
                  <a:pt x="288726" y="258961"/>
                </a:lnTo>
                <a:lnTo>
                  <a:pt x="288726" y="280988"/>
                </a:lnTo>
                <a:lnTo>
                  <a:pt x="11906" y="280988"/>
                </a:lnTo>
                <a:lnTo>
                  <a:pt x="11906" y="258961"/>
                </a:lnTo>
                <a:lnTo>
                  <a:pt x="138112" y="258961"/>
                </a:lnTo>
                <a:lnTo>
                  <a:pt x="138112" y="186333"/>
                </a:lnTo>
                <a:lnTo>
                  <a:pt x="31551" y="186333"/>
                </a:lnTo>
                <a:lnTo>
                  <a:pt x="31551" y="164604"/>
                </a:lnTo>
                <a:lnTo>
                  <a:pt x="138112" y="164604"/>
                </a:lnTo>
                <a:lnTo>
                  <a:pt x="138112" y="122932"/>
                </a:lnTo>
                <a:lnTo>
                  <a:pt x="60721" y="122932"/>
                </a:lnTo>
                <a:lnTo>
                  <a:pt x="60721" y="102097"/>
                </a:lnTo>
                <a:cubicBezTo>
                  <a:pt x="46632" y="111026"/>
                  <a:pt x="31353" y="119956"/>
                  <a:pt x="14882" y="128886"/>
                </a:cubicBezTo>
                <a:cubicBezTo>
                  <a:pt x="10715" y="121345"/>
                  <a:pt x="5754" y="113904"/>
                  <a:pt x="0" y="106561"/>
                </a:cubicBezTo>
                <a:cubicBezTo>
                  <a:pt x="66079" y="75605"/>
                  <a:pt x="112811" y="40085"/>
                  <a:pt x="140196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1B9E6593-E321-474C-8708-93E4A7728D72}"/>
              </a:ext>
            </a:extLst>
          </p:cNvPr>
          <p:cNvGrpSpPr/>
          <p:nvPr/>
        </p:nvGrpSpPr>
        <p:grpSpPr>
          <a:xfrm>
            <a:off x="6148115" y="3330793"/>
            <a:ext cx="2293185" cy="1294151"/>
            <a:chOff x="1214405" y="4590491"/>
            <a:chExt cx="2970865" cy="1725373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12E507E5-E452-4006-9109-7433E1A6F7CD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57" name="椭圆 56">
                <a:extLst>
                  <a:ext uri="{FF2B5EF4-FFF2-40B4-BE49-F238E27FC236}">
                    <a16:creationId xmlns:a16="http://schemas.microsoft.com/office/drawing/2014/main" id="{56FF494A-8DF7-4B4C-B8F2-7937302DCC7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44785264-0DCB-49F0-A456-34E75E6B835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E3C5CEC9-6FD8-4AC1-9003-FA5B9D73504C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0" name="椭圆 59">
                <a:extLst>
                  <a:ext uri="{FF2B5EF4-FFF2-40B4-BE49-F238E27FC236}">
                    <a16:creationId xmlns:a16="http://schemas.microsoft.com/office/drawing/2014/main" id="{19C60F9C-9D50-4FBB-9C9F-1A39E812A3A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8A2E3E57-A91F-4651-9001-37FC62294D3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B5AC2F95-B77E-4669-8EAE-CE0764931253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D465D5E7-AB5A-4C03-BB85-50EAD3A71AA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椭圆 52">
                <a:extLst>
                  <a:ext uri="{FF2B5EF4-FFF2-40B4-BE49-F238E27FC236}">
                    <a16:creationId xmlns:a16="http://schemas.microsoft.com/office/drawing/2014/main" id="{F596DE1F-12A0-4A5E-ADDF-83E78BE14DFE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4" name="椭圆 53">
                <a:extLst>
                  <a:ext uri="{FF2B5EF4-FFF2-40B4-BE49-F238E27FC236}">
                    <a16:creationId xmlns:a16="http://schemas.microsoft.com/office/drawing/2014/main" id="{48304F6A-ADB1-4B23-BF4C-4B4D8CF8868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5" name="椭圆 54">
                <a:extLst>
                  <a:ext uri="{FF2B5EF4-FFF2-40B4-BE49-F238E27FC236}">
                    <a16:creationId xmlns:a16="http://schemas.microsoft.com/office/drawing/2014/main" id="{97AD2CAB-4402-4022-A7AA-4A2EA14B10CC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6" name="椭圆 55">
                <a:extLst>
                  <a:ext uri="{FF2B5EF4-FFF2-40B4-BE49-F238E27FC236}">
                    <a16:creationId xmlns:a16="http://schemas.microsoft.com/office/drawing/2014/main" id="{D6BF9B67-BEF4-442A-BBB6-FD103F85BC1D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984D1EC0-8769-4A69-91B5-06ACBADAE059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8C50BB32-E203-431A-945D-A36AE3880AC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767EF02E-5C8E-495E-B35B-C0259E400D58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4277CDE0-A0A9-4627-A09B-D3650354DB66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041CAF9F-7001-48A1-97A7-AC10A6CAEC97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椭圆 50">
                <a:extLst>
                  <a:ext uri="{FF2B5EF4-FFF2-40B4-BE49-F238E27FC236}">
                    <a16:creationId xmlns:a16="http://schemas.microsoft.com/office/drawing/2014/main" id="{CC2E536C-ECE0-443F-8720-DCD62FF4E3ED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7C5288A9-7CD5-4BBE-9385-834A5C2BC5F6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EEC63251-FB53-4B63-9877-DCDC6D94D36C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EF31C8CE-01BE-4786-8C89-9AA0331D0AC3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椭圆 43">
                <a:extLst>
                  <a:ext uri="{FF2B5EF4-FFF2-40B4-BE49-F238E27FC236}">
                    <a16:creationId xmlns:a16="http://schemas.microsoft.com/office/drawing/2014/main" id="{235550D4-FE78-47B1-B761-9736815E23DE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AAA0BDB6-2577-4511-9C46-C73479EA1AF1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7C8FC1DA-7DD1-4C97-88C9-D26C852BB62F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36" name="组合 35">
              <a:extLst>
                <a:ext uri="{FF2B5EF4-FFF2-40B4-BE49-F238E27FC236}">
                  <a16:creationId xmlns:a16="http://schemas.microsoft.com/office/drawing/2014/main" id="{843B6103-D24B-424E-8420-02BE4C2A6FEC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37" name="椭圆 36">
                <a:extLst>
                  <a:ext uri="{FF2B5EF4-FFF2-40B4-BE49-F238E27FC236}">
                    <a16:creationId xmlns:a16="http://schemas.microsoft.com/office/drawing/2014/main" id="{A37F7011-6A94-475D-9F18-BE2266B17760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B35B069C-11DD-4906-AB66-5485E50E20E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FE3F1E97-D0CB-40A6-9702-86F9C64AB45B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28E296DB-864F-4BF3-A37D-B0516F1DE28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椭圆 40">
                <a:extLst>
                  <a:ext uri="{FF2B5EF4-FFF2-40B4-BE49-F238E27FC236}">
                    <a16:creationId xmlns:a16="http://schemas.microsoft.com/office/drawing/2014/main" id="{52267B63-5382-47CC-9A6F-29C8EEB73082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62" name="组合 61">
            <a:extLst>
              <a:ext uri="{FF2B5EF4-FFF2-40B4-BE49-F238E27FC236}">
                <a16:creationId xmlns:a16="http://schemas.microsoft.com/office/drawing/2014/main" id="{B636DB0E-5AAC-4305-9768-A70496E17CFD}"/>
              </a:ext>
            </a:extLst>
          </p:cNvPr>
          <p:cNvGrpSpPr/>
          <p:nvPr/>
        </p:nvGrpSpPr>
        <p:grpSpPr>
          <a:xfrm>
            <a:off x="6435881" y="3330793"/>
            <a:ext cx="2293185" cy="1294151"/>
            <a:chOff x="1214405" y="4590491"/>
            <a:chExt cx="2970865" cy="1725373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69764348-EAF7-498B-9514-83DC28940230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88" name="椭圆 87">
                <a:extLst>
                  <a:ext uri="{FF2B5EF4-FFF2-40B4-BE49-F238E27FC236}">
                    <a16:creationId xmlns:a16="http://schemas.microsoft.com/office/drawing/2014/main" id="{DF37495B-89BA-4FD1-9154-EB3442CF54B7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9" name="椭圆 88">
                <a:extLst>
                  <a:ext uri="{FF2B5EF4-FFF2-40B4-BE49-F238E27FC236}">
                    <a16:creationId xmlns:a16="http://schemas.microsoft.com/office/drawing/2014/main" id="{E32B4195-098C-4773-924F-13C7B2D25D16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0" name="椭圆 89">
                <a:extLst>
                  <a:ext uri="{FF2B5EF4-FFF2-40B4-BE49-F238E27FC236}">
                    <a16:creationId xmlns:a16="http://schemas.microsoft.com/office/drawing/2014/main" id="{0D1F5BB7-1351-4DC9-B84E-7AAC6A057F0F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1" name="椭圆 90">
                <a:extLst>
                  <a:ext uri="{FF2B5EF4-FFF2-40B4-BE49-F238E27FC236}">
                    <a16:creationId xmlns:a16="http://schemas.microsoft.com/office/drawing/2014/main" id="{0CBDF3D5-2DF5-4815-954F-EF333FD18294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2" name="椭圆 91">
                <a:extLst>
                  <a:ext uri="{FF2B5EF4-FFF2-40B4-BE49-F238E27FC236}">
                    <a16:creationId xmlns:a16="http://schemas.microsoft.com/office/drawing/2014/main" id="{81F561A0-C5B4-4C73-8700-B0328B141FB9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id="{C247B193-DF54-4F07-88CB-B197BEF4930C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83" name="椭圆 82">
                <a:extLst>
                  <a:ext uri="{FF2B5EF4-FFF2-40B4-BE49-F238E27FC236}">
                    <a16:creationId xmlns:a16="http://schemas.microsoft.com/office/drawing/2014/main" id="{632311FD-F565-42C7-AC62-58A3432510F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4" name="椭圆 83">
                <a:extLst>
                  <a:ext uri="{FF2B5EF4-FFF2-40B4-BE49-F238E27FC236}">
                    <a16:creationId xmlns:a16="http://schemas.microsoft.com/office/drawing/2014/main" id="{A2D63D34-8384-4F0E-85CE-D9098D447B0F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5" name="椭圆 84">
                <a:extLst>
                  <a:ext uri="{FF2B5EF4-FFF2-40B4-BE49-F238E27FC236}">
                    <a16:creationId xmlns:a16="http://schemas.microsoft.com/office/drawing/2014/main" id="{C3B8C3C8-B321-482D-B3E7-A84575825A1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6" name="椭圆 85">
                <a:extLst>
                  <a:ext uri="{FF2B5EF4-FFF2-40B4-BE49-F238E27FC236}">
                    <a16:creationId xmlns:a16="http://schemas.microsoft.com/office/drawing/2014/main" id="{4792D0C3-A3D5-42E0-A6D7-A6932F94263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7" name="椭圆 86">
                <a:extLst>
                  <a:ext uri="{FF2B5EF4-FFF2-40B4-BE49-F238E27FC236}">
                    <a16:creationId xmlns:a16="http://schemas.microsoft.com/office/drawing/2014/main" id="{E8258F71-43F9-4A7B-A0B7-5B1D32CCF12E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id="{2287E0C3-9897-4760-92FA-F7A7A71FC115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78" name="椭圆 77">
                <a:extLst>
                  <a:ext uri="{FF2B5EF4-FFF2-40B4-BE49-F238E27FC236}">
                    <a16:creationId xmlns:a16="http://schemas.microsoft.com/office/drawing/2014/main" id="{D697DD34-BA07-4183-84A0-603AB918A17E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椭圆 78">
                <a:extLst>
                  <a:ext uri="{FF2B5EF4-FFF2-40B4-BE49-F238E27FC236}">
                    <a16:creationId xmlns:a16="http://schemas.microsoft.com/office/drawing/2014/main" id="{B92D75CD-D919-4B4D-B31C-28BCDADB0F4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0" name="椭圆 79">
                <a:extLst>
                  <a:ext uri="{FF2B5EF4-FFF2-40B4-BE49-F238E27FC236}">
                    <a16:creationId xmlns:a16="http://schemas.microsoft.com/office/drawing/2014/main" id="{57A1FF05-0C7F-4361-99CC-AE4B1EAA9DF0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1" name="椭圆 80">
                <a:extLst>
                  <a:ext uri="{FF2B5EF4-FFF2-40B4-BE49-F238E27FC236}">
                    <a16:creationId xmlns:a16="http://schemas.microsoft.com/office/drawing/2014/main" id="{120D9343-E551-495E-B83E-90066CD2268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2" name="椭圆 81">
                <a:extLst>
                  <a:ext uri="{FF2B5EF4-FFF2-40B4-BE49-F238E27FC236}">
                    <a16:creationId xmlns:a16="http://schemas.microsoft.com/office/drawing/2014/main" id="{545D9EE9-660E-4BFC-B658-CBBBAA2BA66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6" name="组合 65">
              <a:extLst>
                <a:ext uri="{FF2B5EF4-FFF2-40B4-BE49-F238E27FC236}">
                  <a16:creationId xmlns:a16="http://schemas.microsoft.com/office/drawing/2014/main" id="{649F8962-0012-4F15-8FBF-1C2BE35343FC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73" name="椭圆 72">
                <a:extLst>
                  <a:ext uri="{FF2B5EF4-FFF2-40B4-BE49-F238E27FC236}">
                    <a16:creationId xmlns:a16="http://schemas.microsoft.com/office/drawing/2014/main" id="{83C340CA-BB17-443C-9DDB-EC8FF3ABF6EA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椭圆 73">
                <a:extLst>
                  <a:ext uri="{FF2B5EF4-FFF2-40B4-BE49-F238E27FC236}">
                    <a16:creationId xmlns:a16="http://schemas.microsoft.com/office/drawing/2014/main" id="{7BD7DD31-F469-41C1-BF0D-5BAAF4332F14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椭圆 74">
                <a:extLst>
                  <a:ext uri="{FF2B5EF4-FFF2-40B4-BE49-F238E27FC236}">
                    <a16:creationId xmlns:a16="http://schemas.microsoft.com/office/drawing/2014/main" id="{9F7715F0-CC58-4393-AC0F-358F4AB5093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椭圆 75">
                <a:extLst>
                  <a:ext uri="{FF2B5EF4-FFF2-40B4-BE49-F238E27FC236}">
                    <a16:creationId xmlns:a16="http://schemas.microsoft.com/office/drawing/2014/main" id="{E9237C01-83A0-437E-BDCF-2476B8FCE655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椭圆 76">
                <a:extLst>
                  <a:ext uri="{FF2B5EF4-FFF2-40B4-BE49-F238E27FC236}">
                    <a16:creationId xmlns:a16="http://schemas.microsoft.com/office/drawing/2014/main" id="{ABD5947A-5E5F-4278-AB77-5403CE78F854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2547C786-D476-4753-9651-9F63B0AC9902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38858BC2-402B-4EE4-ACA1-EE9FBFD92690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椭圆 68">
                <a:extLst>
                  <a:ext uri="{FF2B5EF4-FFF2-40B4-BE49-F238E27FC236}">
                    <a16:creationId xmlns:a16="http://schemas.microsoft.com/office/drawing/2014/main" id="{5B8B9BFE-12FA-4DD1-8C0C-BCFA6B6D0734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椭圆 69">
                <a:extLst>
                  <a:ext uri="{FF2B5EF4-FFF2-40B4-BE49-F238E27FC236}">
                    <a16:creationId xmlns:a16="http://schemas.microsoft.com/office/drawing/2014/main" id="{04FF81D1-9BF2-44DF-A391-1D70A48229CD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968BFF47-EC26-4EB2-87DF-88DD7D7ADBB5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椭圆 71">
                <a:extLst>
                  <a:ext uri="{FF2B5EF4-FFF2-40B4-BE49-F238E27FC236}">
                    <a16:creationId xmlns:a16="http://schemas.microsoft.com/office/drawing/2014/main" id="{5719F33C-A7FF-4F66-B1C5-F169DB40FDFA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93" name="矩形 92">
            <a:extLst>
              <a:ext uri="{FF2B5EF4-FFF2-40B4-BE49-F238E27FC236}">
                <a16:creationId xmlns:a16="http://schemas.microsoft.com/office/drawing/2014/main" id="{65C8C6A5-98EC-447F-9736-949A48987940}"/>
              </a:ext>
            </a:extLst>
          </p:cNvPr>
          <p:cNvSpPr/>
          <p:nvPr/>
        </p:nvSpPr>
        <p:spPr>
          <a:xfrm>
            <a:off x="5826746" y="3230681"/>
            <a:ext cx="300699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F5EA0CB4-5DC9-4AD5-BCCE-3731654F7723}"/>
              </a:ext>
            </a:extLst>
          </p:cNvPr>
          <p:cNvSpPr txBox="1"/>
          <p:nvPr/>
        </p:nvSpPr>
        <p:spPr>
          <a:xfrm>
            <a:off x="5582014" y="4816018"/>
            <a:ext cx="806025" cy="160398"/>
          </a:xfrm>
          <a:custGeom>
            <a:avLst/>
            <a:gdLst/>
            <a:ahLst/>
            <a:cxnLst/>
            <a:rect l="l" t="t" r="r" b="b"/>
            <a:pathLst>
              <a:path w="1113978" h="221680">
                <a:moveTo>
                  <a:pt x="316111" y="146001"/>
                </a:moveTo>
                <a:cubicBezTo>
                  <a:pt x="326826" y="157758"/>
                  <a:pt x="336054" y="168474"/>
                  <a:pt x="343793" y="178148"/>
                </a:cubicBezTo>
                <a:lnTo>
                  <a:pt x="329505" y="189086"/>
                </a:lnTo>
                <a:cubicBezTo>
                  <a:pt x="321022" y="177627"/>
                  <a:pt x="312241" y="166688"/>
                  <a:pt x="303163" y="156270"/>
                </a:cubicBezTo>
                <a:close/>
                <a:moveTo>
                  <a:pt x="996553" y="132606"/>
                </a:moveTo>
                <a:lnTo>
                  <a:pt x="1013966" y="132606"/>
                </a:lnTo>
                <a:lnTo>
                  <a:pt x="1013966" y="150689"/>
                </a:lnTo>
                <a:lnTo>
                  <a:pt x="1095449" y="150689"/>
                </a:lnTo>
                <a:lnTo>
                  <a:pt x="1095449" y="166539"/>
                </a:lnTo>
                <a:lnTo>
                  <a:pt x="1013966" y="166539"/>
                </a:lnTo>
                <a:lnTo>
                  <a:pt x="1013966" y="196230"/>
                </a:lnTo>
                <a:lnTo>
                  <a:pt x="1113755" y="196230"/>
                </a:lnTo>
                <a:lnTo>
                  <a:pt x="1113755" y="212304"/>
                </a:lnTo>
                <a:lnTo>
                  <a:pt x="896540" y="212304"/>
                </a:lnTo>
                <a:lnTo>
                  <a:pt x="896540" y="196230"/>
                </a:lnTo>
                <a:lnTo>
                  <a:pt x="996553" y="196230"/>
                </a:lnTo>
                <a:lnTo>
                  <a:pt x="996553" y="166539"/>
                </a:lnTo>
                <a:lnTo>
                  <a:pt x="916855" y="166539"/>
                </a:lnTo>
                <a:lnTo>
                  <a:pt x="916855" y="150689"/>
                </a:lnTo>
                <a:lnTo>
                  <a:pt x="996553" y="150689"/>
                </a:lnTo>
                <a:close/>
                <a:moveTo>
                  <a:pt x="516805" y="128588"/>
                </a:moveTo>
                <a:cubicBezTo>
                  <a:pt x="507504" y="139155"/>
                  <a:pt x="497830" y="148754"/>
                  <a:pt x="487784" y="157386"/>
                </a:cubicBezTo>
                <a:lnTo>
                  <a:pt x="539576" y="157386"/>
                </a:lnTo>
                <a:lnTo>
                  <a:pt x="539576" y="135732"/>
                </a:lnTo>
                <a:lnTo>
                  <a:pt x="556319" y="135732"/>
                </a:lnTo>
                <a:lnTo>
                  <a:pt x="556319" y="157386"/>
                </a:lnTo>
                <a:lnTo>
                  <a:pt x="607442" y="157386"/>
                </a:lnTo>
                <a:cubicBezTo>
                  <a:pt x="596800" y="148828"/>
                  <a:pt x="587089" y="139229"/>
                  <a:pt x="578309" y="128588"/>
                </a:cubicBezTo>
                <a:close/>
                <a:moveTo>
                  <a:pt x="23663" y="125239"/>
                </a:moveTo>
                <a:lnTo>
                  <a:pt x="23663" y="152921"/>
                </a:lnTo>
                <a:lnTo>
                  <a:pt x="158055" y="152921"/>
                </a:lnTo>
                <a:lnTo>
                  <a:pt x="158055" y="125239"/>
                </a:lnTo>
                <a:close/>
                <a:moveTo>
                  <a:pt x="753219" y="124793"/>
                </a:moveTo>
                <a:lnTo>
                  <a:pt x="770632" y="124793"/>
                </a:lnTo>
                <a:cubicBezTo>
                  <a:pt x="770483" y="129630"/>
                  <a:pt x="770185" y="134243"/>
                  <a:pt x="769739" y="138634"/>
                </a:cubicBezTo>
                <a:lnTo>
                  <a:pt x="860598" y="138634"/>
                </a:lnTo>
                <a:cubicBezTo>
                  <a:pt x="859556" y="156791"/>
                  <a:pt x="858366" y="172790"/>
                  <a:pt x="857026" y="186631"/>
                </a:cubicBezTo>
                <a:cubicBezTo>
                  <a:pt x="855240" y="205532"/>
                  <a:pt x="843632" y="215057"/>
                  <a:pt x="822201" y="215206"/>
                </a:cubicBezTo>
                <a:cubicBezTo>
                  <a:pt x="811336" y="215355"/>
                  <a:pt x="796974" y="215206"/>
                  <a:pt x="779115" y="214759"/>
                </a:cubicBezTo>
                <a:cubicBezTo>
                  <a:pt x="778222" y="208508"/>
                  <a:pt x="776957" y="202034"/>
                  <a:pt x="775320" y="195337"/>
                </a:cubicBezTo>
                <a:cubicBezTo>
                  <a:pt x="793030" y="196825"/>
                  <a:pt x="808508" y="197570"/>
                  <a:pt x="821754" y="197570"/>
                </a:cubicBezTo>
                <a:cubicBezTo>
                  <a:pt x="832767" y="197570"/>
                  <a:pt x="838795" y="192807"/>
                  <a:pt x="839837" y="183282"/>
                </a:cubicBezTo>
                <a:cubicBezTo>
                  <a:pt x="840730" y="176287"/>
                  <a:pt x="841548" y="166465"/>
                  <a:pt x="842292" y="153814"/>
                </a:cubicBezTo>
                <a:lnTo>
                  <a:pt x="767171" y="153814"/>
                </a:lnTo>
                <a:cubicBezTo>
                  <a:pt x="763600" y="169516"/>
                  <a:pt x="757237" y="181645"/>
                  <a:pt x="748084" y="190203"/>
                </a:cubicBezTo>
                <a:cubicBezTo>
                  <a:pt x="733946" y="203746"/>
                  <a:pt x="710952" y="214238"/>
                  <a:pt x="679102" y="221680"/>
                </a:cubicBezTo>
                <a:cubicBezTo>
                  <a:pt x="676126" y="216768"/>
                  <a:pt x="672554" y="211262"/>
                  <a:pt x="668387" y="205160"/>
                </a:cubicBezTo>
                <a:cubicBezTo>
                  <a:pt x="700534" y="198611"/>
                  <a:pt x="722709" y="189533"/>
                  <a:pt x="734913" y="177924"/>
                </a:cubicBezTo>
                <a:cubicBezTo>
                  <a:pt x="741610" y="171971"/>
                  <a:pt x="746447" y="163934"/>
                  <a:pt x="749424" y="153814"/>
                </a:cubicBezTo>
                <a:lnTo>
                  <a:pt x="681335" y="153814"/>
                </a:lnTo>
                <a:lnTo>
                  <a:pt x="681335" y="138634"/>
                </a:lnTo>
                <a:lnTo>
                  <a:pt x="752437" y="138634"/>
                </a:lnTo>
                <a:cubicBezTo>
                  <a:pt x="752958" y="134318"/>
                  <a:pt x="753219" y="129704"/>
                  <a:pt x="753219" y="124793"/>
                </a:cubicBezTo>
                <a:close/>
                <a:moveTo>
                  <a:pt x="380404" y="102022"/>
                </a:moveTo>
                <a:lnTo>
                  <a:pt x="397817" y="102022"/>
                </a:lnTo>
                <a:lnTo>
                  <a:pt x="397817" y="125686"/>
                </a:lnTo>
                <a:lnTo>
                  <a:pt x="430411" y="125686"/>
                </a:lnTo>
                <a:lnTo>
                  <a:pt x="430411" y="140866"/>
                </a:lnTo>
                <a:lnTo>
                  <a:pt x="397817" y="140866"/>
                </a:lnTo>
                <a:lnTo>
                  <a:pt x="397817" y="189979"/>
                </a:lnTo>
                <a:cubicBezTo>
                  <a:pt x="397817" y="208583"/>
                  <a:pt x="388441" y="217959"/>
                  <a:pt x="369689" y="218108"/>
                </a:cubicBezTo>
                <a:cubicBezTo>
                  <a:pt x="362991" y="218257"/>
                  <a:pt x="352871" y="218182"/>
                  <a:pt x="339328" y="217885"/>
                </a:cubicBezTo>
                <a:cubicBezTo>
                  <a:pt x="338435" y="212080"/>
                  <a:pt x="337319" y="205681"/>
                  <a:pt x="335979" y="198686"/>
                </a:cubicBezTo>
                <a:cubicBezTo>
                  <a:pt x="347737" y="199876"/>
                  <a:pt x="357857" y="200472"/>
                  <a:pt x="366340" y="200472"/>
                </a:cubicBezTo>
                <a:cubicBezTo>
                  <a:pt x="375716" y="200472"/>
                  <a:pt x="380404" y="195263"/>
                  <a:pt x="380404" y="184845"/>
                </a:cubicBezTo>
                <a:lnTo>
                  <a:pt x="380404" y="140866"/>
                </a:lnTo>
                <a:lnTo>
                  <a:pt x="290661" y="140866"/>
                </a:lnTo>
                <a:lnTo>
                  <a:pt x="290661" y="125686"/>
                </a:lnTo>
                <a:lnTo>
                  <a:pt x="380404" y="125686"/>
                </a:lnTo>
                <a:close/>
                <a:moveTo>
                  <a:pt x="500509" y="98227"/>
                </a:moveTo>
                <a:lnTo>
                  <a:pt x="500509" y="114077"/>
                </a:lnTo>
                <a:lnTo>
                  <a:pt x="596280" y="114077"/>
                </a:lnTo>
                <a:lnTo>
                  <a:pt x="596280" y="98227"/>
                </a:lnTo>
                <a:close/>
                <a:moveTo>
                  <a:pt x="23663" y="81707"/>
                </a:moveTo>
                <a:lnTo>
                  <a:pt x="23663" y="109166"/>
                </a:lnTo>
                <a:lnTo>
                  <a:pt x="158055" y="109166"/>
                </a:lnTo>
                <a:lnTo>
                  <a:pt x="158055" y="81707"/>
                </a:lnTo>
                <a:close/>
                <a:moveTo>
                  <a:pt x="500509" y="68759"/>
                </a:moveTo>
                <a:lnTo>
                  <a:pt x="500509" y="84386"/>
                </a:lnTo>
                <a:lnTo>
                  <a:pt x="596280" y="84386"/>
                </a:lnTo>
                <a:lnTo>
                  <a:pt x="596280" y="68759"/>
                </a:lnTo>
                <a:close/>
                <a:moveTo>
                  <a:pt x="946323" y="65187"/>
                </a:moveTo>
                <a:lnTo>
                  <a:pt x="962620" y="72331"/>
                </a:lnTo>
                <a:cubicBezTo>
                  <a:pt x="947291" y="89446"/>
                  <a:pt x="935310" y="102096"/>
                  <a:pt x="926678" y="110282"/>
                </a:cubicBezTo>
                <a:cubicBezTo>
                  <a:pt x="931143" y="110133"/>
                  <a:pt x="947663" y="109612"/>
                  <a:pt x="976238" y="108719"/>
                </a:cubicBezTo>
                <a:cubicBezTo>
                  <a:pt x="971773" y="102915"/>
                  <a:pt x="967010" y="96887"/>
                  <a:pt x="961950" y="90637"/>
                </a:cubicBezTo>
                <a:lnTo>
                  <a:pt x="973559" y="81930"/>
                </a:lnTo>
                <a:cubicBezTo>
                  <a:pt x="985465" y="94581"/>
                  <a:pt x="996627" y="107529"/>
                  <a:pt x="1007045" y="120774"/>
                </a:cubicBezTo>
                <a:lnTo>
                  <a:pt x="993427" y="130597"/>
                </a:lnTo>
                <a:cubicBezTo>
                  <a:pt x="991195" y="127769"/>
                  <a:pt x="988888" y="124867"/>
                  <a:pt x="986507" y="121891"/>
                </a:cubicBezTo>
                <a:cubicBezTo>
                  <a:pt x="976238" y="122337"/>
                  <a:pt x="956220" y="123304"/>
                  <a:pt x="926455" y="124793"/>
                </a:cubicBezTo>
                <a:cubicBezTo>
                  <a:pt x="922436" y="124942"/>
                  <a:pt x="915814" y="125537"/>
                  <a:pt x="906586" y="126579"/>
                </a:cubicBezTo>
                <a:lnTo>
                  <a:pt x="900559" y="111175"/>
                </a:lnTo>
                <a:cubicBezTo>
                  <a:pt x="914400" y="104180"/>
                  <a:pt x="929655" y="88851"/>
                  <a:pt x="946323" y="65187"/>
                </a:cubicBezTo>
                <a:close/>
                <a:moveTo>
                  <a:pt x="1045889" y="64517"/>
                </a:moveTo>
                <a:lnTo>
                  <a:pt x="1062632" y="70768"/>
                </a:lnTo>
                <a:cubicBezTo>
                  <a:pt x="1050577" y="86097"/>
                  <a:pt x="1039862" y="98971"/>
                  <a:pt x="1030486" y="109389"/>
                </a:cubicBezTo>
                <a:cubicBezTo>
                  <a:pt x="1046410" y="109091"/>
                  <a:pt x="1062558" y="108570"/>
                  <a:pt x="1078929" y="107826"/>
                </a:cubicBezTo>
                <a:cubicBezTo>
                  <a:pt x="1073720" y="102022"/>
                  <a:pt x="1068511" y="96143"/>
                  <a:pt x="1063302" y="90190"/>
                </a:cubicBezTo>
                <a:lnTo>
                  <a:pt x="1074911" y="81260"/>
                </a:lnTo>
                <a:cubicBezTo>
                  <a:pt x="1087859" y="94060"/>
                  <a:pt x="1100881" y="108050"/>
                  <a:pt x="1113978" y="123230"/>
                </a:cubicBezTo>
                <a:lnTo>
                  <a:pt x="1100807" y="134169"/>
                </a:lnTo>
                <a:cubicBezTo>
                  <a:pt x="1097235" y="129704"/>
                  <a:pt x="1093589" y="125314"/>
                  <a:pt x="1089868" y="120998"/>
                </a:cubicBezTo>
                <a:cubicBezTo>
                  <a:pt x="1074092" y="121891"/>
                  <a:pt x="1054149" y="122932"/>
                  <a:pt x="1030039" y="124123"/>
                </a:cubicBezTo>
                <a:cubicBezTo>
                  <a:pt x="1026170" y="124272"/>
                  <a:pt x="1020291" y="124867"/>
                  <a:pt x="1012403" y="125909"/>
                </a:cubicBezTo>
                <a:lnTo>
                  <a:pt x="1005929" y="110505"/>
                </a:lnTo>
                <a:cubicBezTo>
                  <a:pt x="1017835" y="102617"/>
                  <a:pt x="1031155" y="87288"/>
                  <a:pt x="1045889" y="64517"/>
                </a:cubicBezTo>
                <a:close/>
                <a:moveTo>
                  <a:pt x="500509" y="39291"/>
                </a:moveTo>
                <a:lnTo>
                  <a:pt x="500509" y="54918"/>
                </a:lnTo>
                <a:lnTo>
                  <a:pt x="596280" y="54918"/>
                </a:lnTo>
                <a:lnTo>
                  <a:pt x="596280" y="39291"/>
                </a:lnTo>
                <a:close/>
                <a:moveTo>
                  <a:pt x="12055" y="9153"/>
                </a:moveTo>
                <a:cubicBezTo>
                  <a:pt x="26789" y="21208"/>
                  <a:pt x="40853" y="33561"/>
                  <a:pt x="54248" y="46211"/>
                </a:cubicBezTo>
                <a:lnTo>
                  <a:pt x="40630" y="59383"/>
                </a:lnTo>
                <a:cubicBezTo>
                  <a:pt x="25300" y="43309"/>
                  <a:pt x="11757" y="30287"/>
                  <a:pt x="0" y="20315"/>
                </a:cubicBezTo>
                <a:close/>
                <a:moveTo>
                  <a:pt x="165869" y="8037"/>
                </a:moveTo>
                <a:lnTo>
                  <a:pt x="179933" y="19869"/>
                </a:lnTo>
                <a:cubicBezTo>
                  <a:pt x="164455" y="34603"/>
                  <a:pt x="149274" y="48221"/>
                  <a:pt x="134391" y="60722"/>
                </a:cubicBezTo>
                <a:lnTo>
                  <a:pt x="122336" y="48667"/>
                </a:lnTo>
                <a:cubicBezTo>
                  <a:pt x="137666" y="36166"/>
                  <a:pt x="152176" y="22622"/>
                  <a:pt x="165869" y="8037"/>
                </a:cubicBezTo>
                <a:close/>
                <a:moveTo>
                  <a:pt x="249361" y="2233"/>
                </a:moveTo>
                <a:lnTo>
                  <a:pt x="266104" y="2233"/>
                </a:lnTo>
                <a:lnTo>
                  <a:pt x="266104" y="52239"/>
                </a:lnTo>
                <a:lnTo>
                  <a:pt x="294010" y="52239"/>
                </a:lnTo>
                <a:lnTo>
                  <a:pt x="294010" y="67196"/>
                </a:lnTo>
                <a:lnTo>
                  <a:pt x="266104" y="67196"/>
                </a:lnTo>
                <a:lnTo>
                  <a:pt x="266104" y="113854"/>
                </a:lnTo>
                <a:cubicBezTo>
                  <a:pt x="274513" y="110877"/>
                  <a:pt x="282848" y="107901"/>
                  <a:pt x="291107" y="104924"/>
                </a:cubicBezTo>
                <a:cubicBezTo>
                  <a:pt x="291852" y="111473"/>
                  <a:pt x="292670" y="117128"/>
                  <a:pt x="293563" y="121891"/>
                </a:cubicBezTo>
                <a:cubicBezTo>
                  <a:pt x="284931" y="124942"/>
                  <a:pt x="275778" y="128253"/>
                  <a:pt x="266104" y="131825"/>
                </a:cubicBezTo>
                <a:lnTo>
                  <a:pt x="266104" y="220787"/>
                </a:lnTo>
                <a:lnTo>
                  <a:pt x="249361" y="220787"/>
                </a:lnTo>
                <a:lnTo>
                  <a:pt x="249361" y="138076"/>
                </a:lnTo>
                <a:cubicBezTo>
                  <a:pt x="237381" y="142615"/>
                  <a:pt x="224730" y="147489"/>
                  <a:pt x="211410" y="152698"/>
                </a:cubicBezTo>
                <a:lnTo>
                  <a:pt x="208061" y="133722"/>
                </a:lnTo>
                <a:cubicBezTo>
                  <a:pt x="221977" y="129034"/>
                  <a:pt x="235743" y="124346"/>
                  <a:pt x="249361" y="119658"/>
                </a:cubicBezTo>
                <a:lnTo>
                  <a:pt x="249361" y="67196"/>
                </a:lnTo>
                <a:lnTo>
                  <a:pt x="231725" y="67196"/>
                </a:lnTo>
                <a:cubicBezTo>
                  <a:pt x="228674" y="81335"/>
                  <a:pt x="224953" y="94283"/>
                  <a:pt x="220563" y="106040"/>
                </a:cubicBezTo>
                <a:cubicBezTo>
                  <a:pt x="215949" y="102766"/>
                  <a:pt x="211038" y="99492"/>
                  <a:pt x="205829" y="96218"/>
                </a:cubicBezTo>
                <a:cubicBezTo>
                  <a:pt x="214163" y="76572"/>
                  <a:pt x="219596" y="52090"/>
                  <a:pt x="222126" y="22771"/>
                </a:cubicBezTo>
                <a:lnTo>
                  <a:pt x="238199" y="25450"/>
                </a:lnTo>
                <a:cubicBezTo>
                  <a:pt x="237232" y="34752"/>
                  <a:pt x="236004" y="43681"/>
                  <a:pt x="234516" y="52239"/>
                </a:cubicBezTo>
                <a:lnTo>
                  <a:pt x="249361" y="52239"/>
                </a:lnTo>
                <a:close/>
                <a:moveTo>
                  <a:pt x="81706" y="1786"/>
                </a:moveTo>
                <a:lnTo>
                  <a:pt x="99119" y="1786"/>
                </a:lnTo>
                <a:lnTo>
                  <a:pt x="99119" y="64964"/>
                </a:lnTo>
                <a:lnTo>
                  <a:pt x="175915" y="64964"/>
                </a:lnTo>
                <a:lnTo>
                  <a:pt x="175915" y="192212"/>
                </a:lnTo>
                <a:cubicBezTo>
                  <a:pt x="175915" y="210220"/>
                  <a:pt x="167655" y="219224"/>
                  <a:pt x="151135" y="219224"/>
                </a:cubicBezTo>
                <a:cubicBezTo>
                  <a:pt x="133573" y="219224"/>
                  <a:pt x="120625" y="219001"/>
                  <a:pt x="112290" y="218554"/>
                </a:cubicBezTo>
                <a:cubicBezTo>
                  <a:pt x="111398" y="213048"/>
                  <a:pt x="110281" y="206946"/>
                  <a:pt x="108942" y="200249"/>
                </a:cubicBezTo>
                <a:cubicBezTo>
                  <a:pt x="117127" y="201142"/>
                  <a:pt x="128959" y="201588"/>
                  <a:pt x="144437" y="201588"/>
                </a:cubicBezTo>
                <a:cubicBezTo>
                  <a:pt x="153516" y="201588"/>
                  <a:pt x="158055" y="197421"/>
                  <a:pt x="158055" y="189086"/>
                </a:cubicBezTo>
                <a:lnTo>
                  <a:pt x="158055" y="168995"/>
                </a:lnTo>
                <a:lnTo>
                  <a:pt x="23663" y="168995"/>
                </a:lnTo>
                <a:lnTo>
                  <a:pt x="23663" y="220564"/>
                </a:lnTo>
                <a:lnTo>
                  <a:pt x="5804" y="220564"/>
                </a:lnTo>
                <a:lnTo>
                  <a:pt x="5804" y="64964"/>
                </a:lnTo>
                <a:lnTo>
                  <a:pt x="81706" y="64964"/>
                </a:lnTo>
                <a:close/>
                <a:moveTo>
                  <a:pt x="347364" y="1117"/>
                </a:moveTo>
                <a:lnTo>
                  <a:pt x="364777" y="1117"/>
                </a:lnTo>
                <a:lnTo>
                  <a:pt x="364777" y="32147"/>
                </a:lnTo>
                <a:lnTo>
                  <a:pt x="419025" y="32147"/>
                </a:lnTo>
                <a:lnTo>
                  <a:pt x="419025" y="47328"/>
                </a:lnTo>
                <a:lnTo>
                  <a:pt x="364777" y="47328"/>
                </a:lnTo>
                <a:lnTo>
                  <a:pt x="364777" y="80367"/>
                </a:lnTo>
                <a:lnTo>
                  <a:pt x="429294" y="80367"/>
                </a:lnTo>
                <a:lnTo>
                  <a:pt x="429294" y="95548"/>
                </a:lnTo>
                <a:lnTo>
                  <a:pt x="285973" y="95548"/>
                </a:lnTo>
                <a:lnTo>
                  <a:pt x="285973" y="80367"/>
                </a:lnTo>
                <a:lnTo>
                  <a:pt x="347364" y="80367"/>
                </a:lnTo>
                <a:lnTo>
                  <a:pt x="347364" y="47328"/>
                </a:lnTo>
                <a:lnTo>
                  <a:pt x="295349" y="47328"/>
                </a:lnTo>
                <a:lnTo>
                  <a:pt x="295349" y="32147"/>
                </a:lnTo>
                <a:lnTo>
                  <a:pt x="347364" y="32147"/>
                </a:lnTo>
                <a:close/>
                <a:moveTo>
                  <a:pt x="990302" y="670"/>
                </a:moveTo>
                <a:lnTo>
                  <a:pt x="1009278" y="8260"/>
                </a:lnTo>
                <a:cubicBezTo>
                  <a:pt x="992460" y="21059"/>
                  <a:pt x="974749" y="33561"/>
                  <a:pt x="956146" y="45765"/>
                </a:cubicBezTo>
                <a:cubicBezTo>
                  <a:pt x="965076" y="45467"/>
                  <a:pt x="996255" y="44351"/>
                  <a:pt x="1049684" y="42416"/>
                </a:cubicBezTo>
                <a:cubicBezTo>
                  <a:pt x="1042094" y="36463"/>
                  <a:pt x="1034132" y="30287"/>
                  <a:pt x="1025797" y="23887"/>
                </a:cubicBezTo>
                <a:lnTo>
                  <a:pt x="1037629" y="13395"/>
                </a:lnTo>
                <a:cubicBezTo>
                  <a:pt x="1060251" y="29766"/>
                  <a:pt x="1080492" y="45318"/>
                  <a:pt x="1098351" y="60052"/>
                </a:cubicBezTo>
                <a:lnTo>
                  <a:pt x="1085626" y="72554"/>
                </a:lnTo>
                <a:cubicBezTo>
                  <a:pt x="1079822" y="67345"/>
                  <a:pt x="1073571" y="61987"/>
                  <a:pt x="1066874" y="56481"/>
                </a:cubicBezTo>
                <a:cubicBezTo>
                  <a:pt x="1025649" y="57969"/>
                  <a:pt x="985763" y="59680"/>
                  <a:pt x="947216" y="61615"/>
                </a:cubicBezTo>
                <a:cubicBezTo>
                  <a:pt x="943198" y="61764"/>
                  <a:pt x="936501" y="62434"/>
                  <a:pt x="927124" y="63624"/>
                </a:cubicBezTo>
                <a:lnTo>
                  <a:pt x="921320" y="46211"/>
                </a:lnTo>
                <a:cubicBezTo>
                  <a:pt x="929655" y="43533"/>
                  <a:pt x="936649" y="40630"/>
                  <a:pt x="942305" y="37505"/>
                </a:cubicBezTo>
                <a:cubicBezTo>
                  <a:pt x="956295" y="29022"/>
                  <a:pt x="972294" y="16743"/>
                  <a:pt x="990302" y="670"/>
                </a:cubicBezTo>
                <a:close/>
                <a:moveTo>
                  <a:pt x="483765" y="670"/>
                </a:moveTo>
                <a:lnTo>
                  <a:pt x="500509" y="670"/>
                </a:lnTo>
                <a:lnTo>
                  <a:pt x="500509" y="24780"/>
                </a:lnTo>
                <a:lnTo>
                  <a:pt x="596280" y="24780"/>
                </a:lnTo>
                <a:lnTo>
                  <a:pt x="596280" y="670"/>
                </a:lnTo>
                <a:lnTo>
                  <a:pt x="613023" y="670"/>
                </a:lnTo>
                <a:lnTo>
                  <a:pt x="613023" y="24780"/>
                </a:lnTo>
                <a:lnTo>
                  <a:pt x="650527" y="24780"/>
                </a:lnTo>
                <a:lnTo>
                  <a:pt x="650527" y="39291"/>
                </a:lnTo>
                <a:lnTo>
                  <a:pt x="613023" y="39291"/>
                </a:lnTo>
                <a:lnTo>
                  <a:pt x="613023" y="114077"/>
                </a:lnTo>
                <a:lnTo>
                  <a:pt x="656778" y="114077"/>
                </a:lnTo>
                <a:lnTo>
                  <a:pt x="656778" y="128588"/>
                </a:lnTo>
                <a:lnTo>
                  <a:pt x="598065" y="128588"/>
                </a:lnTo>
                <a:cubicBezTo>
                  <a:pt x="614809" y="145257"/>
                  <a:pt x="635272" y="157833"/>
                  <a:pt x="659457" y="166316"/>
                </a:cubicBezTo>
                <a:cubicBezTo>
                  <a:pt x="654546" y="172418"/>
                  <a:pt x="650527" y="177775"/>
                  <a:pt x="647402" y="182389"/>
                </a:cubicBezTo>
                <a:cubicBezTo>
                  <a:pt x="633710" y="175915"/>
                  <a:pt x="621134" y="168176"/>
                  <a:pt x="609674" y="159172"/>
                </a:cubicBezTo>
                <a:lnTo>
                  <a:pt x="609674" y="171450"/>
                </a:lnTo>
                <a:lnTo>
                  <a:pt x="556319" y="171450"/>
                </a:lnTo>
                <a:lnTo>
                  <a:pt x="556319" y="194667"/>
                </a:lnTo>
                <a:lnTo>
                  <a:pt x="643607" y="194667"/>
                </a:lnTo>
                <a:lnTo>
                  <a:pt x="643607" y="209178"/>
                </a:lnTo>
                <a:lnTo>
                  <a:pt x="452288" y="209178"/>
                </a:lnTo>
                <a:lnTo>
                  <a:pt x="452288" y="194667"/>
                </a:lnTo>
                <a:lnTo>
                  <a:pt x="539576" y="194667"/>
                </a:lnTo>
                <a:lnTo>
                  <a:pt x="539576" y="171450"/>
                </a:lnTo>
                <a:lnTo>
                  <a:pt x="485551" y="171450"/>
                </a:lnTo>
                <a:lnTo>
                  <a:pt x="485551" y="159284"/>
                </a:lnTo>
                <a:cubicBezTo>
                  <a:pt x="473720" y="169181"/>
                  <a:pt x="461367" y="177775"/>
                  <a:pt x="448493" y="185068"/>
                </a:cubicBezTo>
                <a:cubicBezTo>
                  <a:pt x="445665" y="181050"/>
                  <a:pt x="441796" y="176362"/>
                  <a:pt x="436885" y="171004"/>
                </a:cubicBezTo>
                <a:cubicBezTo>
                  <a:pt x="459804" y="159842"/>
                  <a:pt x="479635" y="145703"/>
                  <a:pt x="496379" y="128588"/>
                </a:cubicBezTo>
                <a:lnTo>
                  <a:pt x="439340" y="128588"/>
                </a:lnTo>
                <a:lnTo>
                  <a:pt x="439340" y="114077"/>
                </a:lnTo>
                <a:lnTo>
                  <a:pt x="483765" y="114077"/>
                </a:lnTo>
                <a:lnTo>
                  <a:pt x="483765" y="39291"/>
                </a:lnTo>
                <a:lnTo>
                  <a:pt x="446261" y="39291"/>
                </a:lnTo>
                <a:lnTo>
                  <a:pt x="446261" y="24780"/>
                </a:lnTo>
                <a:lnTo>
                  <a:pt x="483765" y="24780"/>
                </a:lnTo>
                <a:close/>
                <a:moveTo>
                  <a:pt x="787821" y="224"/>
                </a:moveTo>
                <a:lnTo>
                  <a:pt x="803895" y="224"/>
                </a:lnTo>
                <a:lnTo>
                  <a:pt x="803895" y="29692"/>
                </a:lnTo>
                <a:lnTo>
                  <a:pt x="851222" y="29692"/>
                </a:lnTo>
                <a:cubicBezTo>
                  <a:pt x="851222" y="58713"/>
                  <a:pt x="851966" y="78582"/>
                  <a:pt x="853455" y="89297"/>
                </a:cubicBezTo>
                <a:cubicBezTo>
                  <a:pt x="855092" y="101352"/>
                  <a:pt x="858366" y="107380"/>
                  <a:pt x="863277" y="107380"/>
                </a:cubicBezTo>
                <a:cubicBezTo>
                  <a:pt x="866105" y="107380"/>
                  <a:pt x="868189" y="103882"/>
                  <a:pt x="869528" y="96887"/>
                </a:cubicBezTo>
                <a:cubicBezTo>
                  <a:pt x="870719" y="90041"/>
                  <a:pt x="871537" y="81930"/>
                  <a:pt x="871984" y="72554"/>
                </a:cubicBezTo>
                <a:cubicBezTo>
                  <a:pt x="877193" y="74786"/>
                  <a:pt x="882402" y="76796"/>
                  <a:pt x="887611" y="78582"/>
                </a:cubicBezTo>
                <a:cubicBezTo>
                  <a:pt x="886866" y="87660"/>
                  <a:pt x="885899" y="95325"/>
                  <a:pt x="884708" y="101575"/>
                </a:cubicBezTo>
                <a:cubicBezTo>
                  <a:pt x="881732" y="118095"/>
                  <a:pt x="874439" y="126355"/>
                  <a:pt x="862831" y="126355"/>
                </a:cubicBezTo>
                <a:cubicBezTo>
                  <a:pt x="849585" y="126355"/>
                  <a:pt x="841325" y="117202"/>
                  <a:pt x="838051" y="98897"/>
                </a:cubicBezTo>
                <a:cubicBezTo>
                  <a:pt x="836116" y="87437"/>
                  <a:pt x="835149" y="69429"/>
                  <a:pt x="835149" y="44872"/>
                </a:cubicBezTo>
                <a:lnTo>
                  <a:pt x="803448" y="44872"/>
                </a:lnTo>
                <a:cubicBezTo>
                  <a:pt x="802779" y="57299"/>
                  <a:pt x="801067" y="67792"/>
                  <a:pt x="798314" y="76349"/>
                </a:cubicBezTo>
                <a:cubicBezTo>
                  <a:pt x="808806" y="82228"/>
                  <a:pt x="818331" y="87883"/>
                  <a:pt x="826889" y="93316"/>
                </a:cubicBezTo>
                <a:lnTo>
                  <a:pt x="817289" y="108273"/>
                </a:lnTo>
                <a:cubicBezTo>
                  <a:pt x="809253" y="102617"/>
                  <a:pt x="800621" y="96962"/>
                  <a:pt x="791393" y="91306"/>
                </a:cubicBezTo>
                <a:cubicBezTo>
                  <a:pt x="783729" y="103510"/>
                  <a:pt x="768622" y="115714"/>
                  <a:pt x="746075" y="127918"/>
                </a:cubicBezTo>
                <a:cubicBezTo>
                  <a:pt x="742801" y="123007"/>
                  <a:pt x="738931" y="118244"/>
                  <a:pt x="734466" y="113631"/>
                </a:cubicBezTo>
                <a:cubicBezTo>
                  <a:pt x="755228" y="103436"/>
                  <a:pt x="769218" y="93018"/>
                  <a:pt x="776436" y="82377"/>
                </a:cubicBezTo>
                <a:cubicBezTo>
                  <a:pt x="770334" y="78805"/>
                  <a:pt x="764009" y="75233"/>
                  <a:pt x="757460" y="71661"/>
                </a:cubicBezTo>
                <a:lnTo>
                  <a:pt x="765274" y="59159"/>
                </a:lnTo>
                <a:cubicBezTo>
                  <a:pt x="771525" y="62285"/>
                  <a:pt x="777552" y="65336"/>
                  <a:pt x="783356" y="68312"/>
                </a:cubicBezTo>
                <a:cubicBezTo>
                  <a:pt x="785366" y="61987"/>
                  <a:pt x="786705" y="54174"/>
                  <a:pt x="787375" y="44872"/>
                </a:cubicBezTo>
                <a:lnTo>
                  <a:pt x="763041" y="44872"/>
                </a:lnTo>
                <a:lnTo>
                  <a:pt x="763041" y="29692"/>
                </a:lnTo>
                <a:lnTo>
                  <a:pt x="787821" y="29692"/>
                </a:lnTo>
                <a:close/>
                <a:moveTo>
                  <a:pt x="709240" y="0"/>
                </a:moveTo>
                <a:lnTo>
                  <a:pt x="725314" y="0"/>
                </a:lnTo>
                <a:lnTo>
                  <a:pt x="725314" y="31701"/>
                </a:lnTo>
                <a:lnTo>
                  <a:pt x="752103" y="31701"/>
                </a:lnTo>
                <a:lnTo>
                  <a:pt x="752103" y="46881"/>
                </a:lnTo>
                <a:lnTo>
                  <a:pt x="725314" y="46881"/>
                </a:lnTo>
                <a:lnTo>
                  <a:pt x="725314" y="67308"/>
                </a:lnTo>
                <a:cubicBezTo>
                  <a:pt x="733573" y="65671"/>
                  <a:pt x="742652" y="63848"/>
                  <a:pt x="752549" y="61838"/>
                </a:cubicBezTo>
                <a:cubicBezTo>
                  <a:pt x="752847" y="69875"/>
                  <a:pt x="753070" y="75159"/>
                  <a:pt x="753219" y="77689"/>
                </a:cubicBezTo>
                <a:cubicBezTo>
                  <a:pt x="743768" y="79549"/>
                  <a:pt x="734466" y="81409"/>
                  <a:pt x="725314" y="83270"/>
                </a:cubicBezTo>
                <a:lnTo>
                  <a:pt x="725314" y="106040"/>
                </a:lnTo>
                <a:cubicBezTo>
                  <a:pt x="725314" y="120774"/>
                  <a:pt x="718170" y="128216"/>
                  <a:pt x="703882" y="128365"/>
                </a:cubicBezTo>
                <a:cubicBezTo>
                  <a:pt x="697483" y="128513"/>
                  <a:pt x="689595" y="128439"/>
                  <a:pt x="680219" y="128141"/>
                </a:cubicBezTo>
                <a:cubicBezTo>
                  <a:pt x="679623" y="122188"/>
                  <a:pt x="678730" y="116756"/>
                  <a:pt x="677540" y="111845"/>
                </a:cubicBezTo>
                <a:cubicBezTo>
                  <a:pt x="687214" y="112589"/>
                  <a:pt x="694953" y="112961"/>
                  <a:pt x="700757" y="112961"/>
                </a:cubicBezTo>
                <a:cubicBezTo>
                  <a:pt x="706412" y="112961"/>
                  <a:pt x="709240" y="109984"/>
                  <a:pt x="709240" y="104031"/>
                </a:cubicBezTo>
                <a:lnTo>
                  <a:pt x="709240" y="86730"/>
                </a:lnTo>
                <a:cubicBezTo>
                  <a:pt x="697706" y="89260"/>
                  <a:pt x="686395" y="91827"/>
                  <a:pt x="675307" y="94432"/>
                </a:cubicBezTo>
                <a:lnTo>
                  <a:pt x="671289" y="77465"/>
                </a:lnTo>
                <a:cubicBezTo>
                  <a:pt x="679995" y="76051"/>
                  <a:pt x="692646" y="73745"/>
                  <a:pt x="709240" y="70545"/>
                </a:cubicBezTo>
                <a:lnTo>
                  <a:pt x="709240" y="46881"/>
                </a:lnTo>
                <a:lnTo>
                  <a:pt x="673521" y="46881"/>
                </a:lnTo>
                <a:lnTo>
                  <a:pt x="673521" y="31701"/>
                </a:lnTo>
                <a:lnTo>
                  <a:pt x="709240" y="31701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29F71557-2CA6-4AA0-8443-B0691F12D7F9}"/>
              </a:ext>
            </a:extLst>
          </p:cNvPr>
          <p:cNvGrpSpPr/>
          <p:nvPr/>
        </p:nvGrpSpPr>
        <p:grpSpPr>
          <a:xfrm flipH="1">
            <a:off x="5516358" y="1564396"/>
            <a:ext cx="1393965" cy="734252"/>
            <a:chOff x="4128293" y="5205575"/>
            <a:chExt cx="801688" cy="422278"/>
          </a:xfrm>
        </p:grpSpPr>
        <p:sp>
          <p:nvSpPr>
            <p:cNvPr id="99" name="椭圆 98">
              <a:extLst>
                <a:ext uri="{FF2B5EF4-FFF2-40B4-BE49-F238E27FC236}">
                  <a16:creationId xmlns:a16="http://schemas.microsoft.com/office/drawing/2014/main" id="{6066F6CA-11E2-4362-B58D-DA1FFFF07FD7}"/>
                </a:ext>
              </a:extLst>
            </p:cNvPr>
            <p:cNvSpPr/>
            <p:nvPr/>
          </p:nvSpPr>
          <p:spPr>
            <a:xfrm>
              <a:off x="4128293" y="5205575"/>
              <a:ext cx="148700" cy="42227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id="{CD6A5823-5E1C-4A0B-B33C-412A8D91EE88}"/>
                </a:ext>
              </a:extLst>
            </p:cNvPr>
            <p:cNvSpPr/>
            <p:nvPr/>
          </p:nvSpPr>
          <p:spPr>
            <a:xfrm>
              <a:off x="4151659" y="5297589"/>
              <a:ext cx="73025" cy="2413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1" name="椭圆 100">
              <a:extLst>
                <a:ext uri="{FF2B5EF4-FFF2-40B4-BE49-F238E27FC236}">
                  <a16:creationId xmlns:a16="http://schemas.microsoft.com/office/drawing/2014/main" id="{AE09DD44-06AF-4463-B483-296F5FDCC1FD}"/>
                </a:ext>
              </a:extLst>
            </p:cNvPr>
            <p:cNvSpPr/>
            <p:nvPr/>
          </p:nvSpPr>
          <p:spPr>
            <a:xfrm>
              <a:off x="4151978" y="5369183"/>
              <a:ext cx="45719" cy="910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2" name="任意多边形 211">
              <a:extLst>
                <a:ext uri="{FF2B5EF4-FFF2-40B4-BE49-F238E27FC236}">
                  <a16:creationId xmlns:a16="http://schemas.microsoft.com/office/drawing/2014/main" id="{65006F8E-2417-4EAC-AF50-0C5DA32846DD}"/>
                </a:ext>
              </a:extLst>
            </p:cNvPr>
            <p:cNvSpPr/>
            <p:nvPr/>
          </p:nvSpPr>
          <p:spPr>
            <a:xfrm>
              <a:off x="4211393" y="5205575"/>
              <a:ext cx="718588" cy="422278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3" name="椭圆 102">
              <a:extLst>
                <a:ext uri="{FF2B5EF4-FFF2-40B4-BE49-F238E27FC236}">
                  <a16:creationId xmlns:a16="http://schemas.microsoft.com/office/drawing/2014/main" id="{B46C91E0-50AE-421D-8E53-66C8D3D30048}"/>
                </a:ext>
              </a:extLst>
            </p:cNvPr>
            <p:cNvSpPr/>
            <p:nvPr/>
          </p:nvSpPr>
          <p:spPr>
            <a:xfrm>
              <a:off x="4719369" y="5321774"/>
              <a:ext cx="168983" cy="16898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id="{79DA0F36-E5EB-43B9-8A3D-12F9BE67DF3F}"/>
                </a:ext>
              </a:extLst>
            </p:cNvPr>
            <p:cNvSpPr/>
            <p:nvPr/>
          </p:nvSpPr>
          <p:spPr>
            <a:xfrm>
              <a:off x="4318085" y="5321775"/>
              <a:ext cx="168983" cy="16898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105" name="直接连接符 104">
              <a:extLst>
                <a:ext uri="{FF2B5EF4-FFF2-40B4-BE49-F238E27FC236}">
                  <a16:creationId xmlns:a16="http://schemas.microsoft.com/office/drawing/2014/main" id="{04AFBF63-6489-4F8B-BC99-F664E65D459C}"/>
                </a:ext>
              </a:extLst>
            </p:cNvPr>
            <p:cNvCxnSpPr/>
            <p:nvPr/>
          </p:nvCxnSpPr>
          <p:spPr>
            <a:xfrm>
              <a:off x="4348955" y="5406266"/>
              <a:ext cx="1047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直接连接符 105">
              <a:extLst>
                <a:ext uri="{FF2B5EF4-FFF2-40B4-BE49-F238E27FC236}">
                  <a16:creationId xmlns:a16="http://schemas.microsoft.com/office/drawing/2014/main" id="{587E2DCD-D729-40D2-871A-71DB51EFB62A}"/>
                </a:ext>
              </a:extLst>
            </p:cNvPr>
            <p:cNvCxnSpPr/>
            <p:nvPr/>
          </p:nvCxnSpPr>
          <p:spPr>
            <a:xfrm>
              <a:off x="4751472" y="5402736"/>
              <a:ext cx="1047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C4026591-9CEB-438A-A8E6-12FA026E7D9B}"/>
                </a:ext>
              </a:extLst>
            </p:cNvPr>
            <p:cNvCxnSpPr/>
            <p:nvPr/>
          </p:nvCxnSpPr>
          <p:spPr>
            <a:xfrm>
              <a:off x="4401342" y="5348324"/>
              <a:ext cx="0" cy="1119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D8C949FF-BD3C-495C-B533-B46D5CF4C3CC}"/>
              </a:ext>
            </a:extLst>
          </p:cNvPr>
          <p:cNvSpPr/>
          <p:nvPr/>
        </p:nvSpPr>
        <p:spPr>
          <a:xfrm flipV="1">
            <a:off x="6837279" y="1907217"/>
            <a:ext cx="2300226" cy="2017342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DBF83116-92DE-4C0F-B8E6-CEA66A0976A3}"/>
              </a:ext>
            </a:extLst>
          </p:cNvPr>
          <p:cNvSpPr/>
          <p:nvPr/>
        </p:nvSpPr>
        <p:spPr>
          <a:xfrm rot="10800000" flipV="1">
            <a:off x="2901548" y="1915951"/>
            <a:ext cx="2641647" cy="2027453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20387464 w 25194307"/>
              <a:gd name="connsiteY0" fmla="*/ 2581405 h 2642807"/>
              <a:gd name="connsiteX1" fmla="*/ 21882889 w 25194307"/>
              <a:gd name="connsiteY1" fmla="*/ 2609980 h 2642807"/>
              <a:gd name="connsiteX2" fmla="*/ 23330689 w 25194307"/>
              <a:gd name="connsiteY2" fmla="*/ 2429005 h 2642807"/>
              <a:gd name="connsiteX3" fmla="*/ 23435464 w 25194307"/>
              <a:gd name="connsiteY3" fmla="*/ 485905 h 2642807"/>
              <a:gd name="connsiteX4" fmla="*/ 0 w 25194307"/>
              <a:gd name="connsiteY4" fmla="*/ 130 h 2642807"/>
              <a:gd name="connsiteX0" fmla="*/ 20387464 w 27512420"/>
              <a:gd name="connsiteY0" fmla="*/ 2629870 h 2709399"/>
              <a:gd name="connsiteX1" fmla="*/ 21882889 w 27512420"/>
              <a:gd name="connsiteY1" fmla="*/ 2658445 h 2709399"/>
              <a:gd name="connsiteX2" fmla="*/ 23330689 w 27512420"/>
              <a:gd name="connsiteY2" fmla="*/ 2477470 h 2709399"/>
              <a:gd name="connsiteX3" fmla="*/ 26219752 w 27512420"/>
              <a:gd name="connsiteY3" fmla="*/ 258145 h 2709399"/>
              <a:gd name="connsiteX4" fmla="*/ 0 w 27512420"/>
              <a:gd name="connsiteY4" fmla="*/ 48595 h 2709399"/>
              <a:gd name="connsiteX0" fmla="*/ 20387464 w 27512420"/>
              <a:gd name="connsiteY0" fmla="*/ 2629870 h 2693407"/>
              <a:gd name="connsiteX1" fmla="*/ 23330689 w 27512420"/>
              <a:gd name="connsiteY1" fmla="*/ 2477470 h 2693407"/>
              <a:gd name="connsiteX2" fmla="*/ 26219752 w 27512420"/>
              <a:gd name="connsiteY2" fmla="*/ 258145 h 2693407"/>
              <a:gd name="connsiteX3" fmla="*/ 0 w 27512420"/>
              <a:gd name="connsiteY3" fmla="*/ 48595 h 2693407"/>
              <a:gd name="connsiteX0" fmla="*/ 20387464 w 27722404"/>
              <a:gd name="connsiteY0" fmla="*/ 2629870 h 2693407"/>
              <a:gd name="connsiteX1" fmla="*/ 24233700 w 27722404"/>
              <a:gd name="connsiteY1" fmla="*/ 2477470 h 2693407"/>
              <a:gd name="connsiteX2" fmla="*/ 26219752 w 27722404"/>
              <a:gd name="connsiteY2" fmla="*/ 258145 h 2693407"/>
              <a:gd name="connsiteX3" fmla="*/ 0 w 27722404"/>
              <a:gd name="connsiteY3" fmla="*/ 48595 h 2693407"/>
              <a:gd name="connsiteX0" fmla="*/ 20387464 w 27690510"/>
              <a:gd name="connsiteY0" fmla="*/ 2629870 h 2643563"/>
              <a:gd name="connsiteX1" fmla="*/ 24233700 w 27690510"/>
              <a:gd name="connsiteY1" fmla="*/ 2477470 h 2643563"/>
              <a:gd name="connsiteX2" fmla="*/ 26219752 w 27690510"/>
              <a:gd name="connsiteY2" fmla="*/ 258145 h 2643563"/>
              <a:gd name="connsiteX3" fmla="*/ 0 w 27690510"/>
              <a:gd name="connsiteY3" fmla="*/ 48595 h 2643563"/>
              <a:gd name="connsiteX0" fmla="*/ 20387464 w 27766401"/>
              <a:gd name="connsiteY0" fmla="*/ 2617440 h 2617440"/>
              <a:gd name="connsiteX1" fmla="*/ 24534704 w 27766401"/>
              <a:gd name="connsiteY1" fmla="*/ 2255490 h 2617440"/>
              <a:gd name="connsiteX2" fmla="*/ 26219752 w 27766401"/>
              <a:gd name="connsiteY2" fmla="*/ 245715 h 2617440"/>
              <a:gd name="connsiteX3" fmla="*/ 0 w 27766401"/>
              <a:gd name="connsiteY3" fmla="*/ 36165 h 2617440"/>
              <a:gd name="connsiteX0" fmla="*/ 20387463 w 27844283"/>
              <a:gd name="connsiteY0" fmla="*/ 2426940 h 2466365"/>
              <a:gd name="connsiteX1" fmla="*/ 24534704 w 27844283"/>
              <a:gd name="connsiteY1" fmla="*/ 2255490 h 2466365"/>
              <a:gd name="connsiteX2" fmla="*/ 26219752 w 27844283"/>
              <a:gd name="connsiteY2" fmla="*/ 245715 h 2466365"/>
              <a:gd name="connsiteX3" fmla="*/ 0 w 27844283"/>
              <a:gd name="connsiteY3" fmla="*/ 36165 h 2466365"/>
              <a:gd name="connsiteX0" fmla="*/ 20387463 w 25371962"/>
              <a:gd name="connsiteY0" fmla="*/ 2440487 h 2481821"/>
              <a:gd name="connsiteX1" fmla="*/ 24534704 w 25371962"/>
              <a:gd name="connsiteY1" fmla="*/ 2269037 h 2481821"/>
              <a:gd name="connsiteX2" fmla="*/ 22833452 w 25371962"/>
              <a:gd name="connsiteY2" fmla="*/ 230687 h 2481821"/>
              <a:gd name="connsiteX3" fmla="*/ 0 w 25371962"/>
              <a:gd name="connsiteY3" fmla="*/ 49712 h 2481821"/>
              <a:gd name="connsiteX0" fmla="*/ 21064723 w 26093006"/>
              <a:gd name="connsiteY0" fmla="*/ 2457162 h 2498496"/>
              <a:gd name="connsiteX1" fmla="*/ 25211964 w 26093006"/>
              <a:gd name="connsiteY1" fmla="*/ 2285712 h 2498496"/>
              <a:gd name="connsiteX2" fmla="*/ 23510712 w 26093006"/>
              <a:gd name="connsiteY2" fmla="*/ 247362 h 2498496"/>
              <a:gd name="connsiteX3" fmla="*/ 0 w 26093006"/>
              <a:gd name="connsiteY3" fmla="*/ 37812 h 2498496"/>
              <a:gd name="connsiteX0" fmla="*/ 20914221 w 25932739"/>
              <a:gd name="connsiteY0" fmla="*/ 2435240 h 2476574"/>
              <a:gd name="connsiteX1" fmla="*/ 25061462 w 25932739"/>
              <a:gd name="connsiteY1" fmla="*/ 2263790 h 2476574"/>
              <a:gd name="connsiteX2" fmla="*/ 23360210 w 25932739"/>
              <a:gd name="connsiteY2" fmla="*/ 225440 h 2476574"/>
              <a:gd name="connsiteX3" fmla="*/ 0 w 25932739"/>
              <a:gd name="connsiteY3" fmla="*/ 53990 h 2476574"/>
              <a:gd name="connsiteX0" fmla="*/ 20914221 w 25853561"/>
              <a:gd name="connsiteY0" fmla="*/ 2429982 h 2432928"/>
              <a:gd name="connsiteX1" fmla="*/ 24910959 w 25853561"/>
              <a:gd name="connsiteY1" fmla="*/ 2175982 h 2432928"/>
              <a:gd name="connsiteX2" fmla="*/ 23360210 w 25853561"/>
              <a:gd name="connsiteY2" fmla="*/ 220182 h 2432928"/>
              <a:gd name="connsiteX3" fmla="*/ 0 w 25853561"/>
              <a:gd name="connsiteY3" fmla="*/ 48732 h 2432928"/>
              <a:gd name="connsiteX0" fmla="*/ 20914221 w 25853561"/>
              <a:gd name="connsiteY0" fmla="*/ 2429982 h 2429982"/>
              <a:gd name="connsiteX1" fmla="*/ 24910959 w 25853561"/>
              <a:gd name="connsiteY1" fmla="*/ 2175982 h 2429982"/>
              <a:gd name="connsiteX2" fmla="*/ 23360210 w 25853561"/>
              <a:gd name="connsiteY2" fmla="*/ 220182 h 2429982"/>
              <a:gd name="connsiteX3" fmla="*/ 0 w 25853561"/>
              <a:gd name="connsiteY3" fmla="*/ 48732 h 2429982"/>
              <a:gd name="connsiteX0" fmla="*/ 20914221 w 26074061"/>
              <a:gd name="connsiteY0" fmla="*/ 2462033 h 2467778"/>
              <a:gd name="connsiteX1" fmla="*/ 24910959 w 26074061"/>
              <a:gd name="connsiteY1" fmla="*/ 2208033 h 2467778"/>
              <a:gd name="connsiteX2" fmla="*/ 23711381 w 26074061"/>
              <a:gd name="connsiteY2" fmla="*/ 195083 h 2467778"/>
              <a:gd name="connsiteX3" fmla="*/ 0 w 26074061"/>
              <a:gd name="connsiteY3" fmla="*/ 80783 h 2467778"/>
              <a:gd name="connsiteX0" fmla="*/ 20914221 w 26074061"/>
              <a:gd name="connsiteY0" fmla="*/ 2462033 h 2467778"/>
              <a:gd name="connsiteX1" fmla="*/ 24910959 w 26074061"/>
              <a:gd name="connsiteY1" fmla="*/ 2208033 h 2467778"/>
              <a:gd name="connsiteX2" fmla="*/ 23711381 w 26074061"/>
              <a:gd name="connsiteY2" fmla="*/ 195083 h 2467778"/>
              <a:gd name="connsiteX3" fmla="*/ 0 w 26074061"/>
              <a:gd name="connsiteY3" fmla="*/ 80783 h 2467778"/>
              <a:gd name="connsiteX0" fmla="*/ 20914221 w 26074061"/>
              <a:gd name="connsiteY0" fmla="*/ 2382124 h 2387869"/>
              <a:gd name="connsiteX1" fmla="*/ 24910959 w 26074061"/>
              <a:gd name="connsiteY1" fmla="*/ 2128124 h 2387869"/>
              <a:gd name="connsiteX2" fmla="*/ 23711381 w 26074061"/>
              <a:gd name="connsiteY2" fmla="*/ 115174 h 2387869"/>
              <a:gd name="connsiteX3" fmla="*/ 0 w 26074061"/>
              <a:gd name="connsiteY3" fmla="*/ 874 h 2387869"/>
              <a:gd name="connsiteX0" fmla="*/ 20914221 w 27573095"/>
              <a:gd name="connsiteY0" fmla="*/ 2381894 h 2387322"/>
              <a:gd name="connsiteX1" fmla="*/ 24910959 w 27573095"/>
              <a:gd name="connsiteY1" fmla="*/ 2127894 h 2387322"/>
              <a:gd name="connsiteX2" fmla="*/ 25768245 w 27573095"/>
              <a:gd name="connsiteY2" fmla="*/ 121294 h 2387322"/>
              <a:gd name="connsiteX3" fmla="*/ 0 w 27573095"/>
              <a:gd name="connsiteY3" fmla="*/ 644 h 2387322"/>
              <a:gd name="connsiteX0" fmla="*/ 20914221 w 25998320"/>
              <a:gd name="connsiteY0" fmla="*/ 2381894 h 2387322"/>
              <a:gd name="connsiteX1" fmla="*/ 24910959 w 25998320"/>
              <a:gd name="connsiteY1" fmla="*/ 2127894 h 2387322"/>
              <a:gd name="connsiteX2" fmla="*/ 25768245 w 25998320"/>
              <a:gd name="connsiteY2" fmla="*/ 121294 h 2387322"/>
              <a:gd name="connsiteX3" fmla="*/ 0 w 25998320"/>
              <a:gd name="connsiteY3" fmla="*/ 644 h 2387322"/>
              <a:gd name="connsiteX0" fmla="*/ 20914221 w 25998320"/>
              <a:gd name="connsiteY0" fmla="*/ 2383604 h 2389032"/>
              <a:gd name="connsiteX1" fmla="*/ 24910959 w 25998320"/>
              <a:gd name="connsiteY1" fmla="*/ 2129604 h 2389032"/>
              <a:gd name="connsiteX2" fmla="*/ 25768245 w 25998320"/>
              <a:gd name="connsiteY2" fmla="*/ 123004 h 2389032"/>
              <a:gd name="connsiteX3" fmla="*/ 0 w 25998320"/>
              <a:gd name="connsiteY3" fmla="*/ 2354 h 2389032"/>
              <a:gd name="connsiteX0" fmla="*/ 20914221 w 26039781"/>
              <a:gd name="connsiteY0" fmla="*/ 2383604 h 2389032"/>
              <a:gd name="connsiteX1" fmla="*/ 24910959 w 26039781"/>
              <a:gd name="connsiteY1" fmla="*/ 2129604 h 2389032"/>
              <a:gd name="connsiteX2" fmla="*/ 25768245 w 26039781"/>
              <a:gd name="connsiteY2" fmla="*/ 123004 h 2389032"/>
              <a:gd name="connsiteX3" fmla="*/ 0 w 26039781"/>
              <a:gd name="connsiteY3" fmla="*/ 2354 h 2389032"/>
              <a:gd name="connsiteX0" fmla="*/ 20914221 w 26204401"/>
              <a:gd name="connsiteY0" fmla="*/ 2420349 h 2425777"/>
              <a:gd name="connsiteX1" fmla="*/ 24910959 w 26204401"/>
              <a:gd name="connsiteY1" fmla="*/ 2166349 h 2425777"/>
              <a:gd name="connsiteX2" fmla="*/ 25768245 w 26204401"/>
              <a:gd name="connsiteY2" fmla="*/ 159749 h 2425777"/>
              <a:gd name="connsiteX3" fmla="*/ 0 w 26204401"/>
              <a:gd name="connsiteY3" fmla="*/ 39099 h 2425777"/>
              <a:gd name="connsiteX0" fmla="*/ 20914221 w 25586165"/>
              <a:gd name="connsiteY0" fmla="*/ 2420349 h 2425777"/>
              <a:gd name="connsiteX1" fmla="*/ 24910959 w 25586165"/>
              <a:gd name="connsiteY1" fmla="*/ 2166349 h 2425777"/>
              <a:gd name="connsiteX2" fmla="*/ 24940483 w 25586165"/>
              <a:gd name="connsiteY2" fmla="*/ 159749 h 2425777"/>
              <a:gd name="connsiteX3" fmla="*/ 0 w 25586165"/>
              <a:gd name="connsiteY3" fmla="*/ 39099 h 2425777"/>
              <a:gd name="connsiteX0" fmla="*/ 20914221 w 25329742"/>
              <a:gd name="connsiteY0" fmla="*/ 2384472 h 2384906"/>
              <a:gd name="connsiteX1" fmla="*/ 24910959 w 25329742"/>
              <a:gd name="connsiteY1" fmla="*/ 2130472 h 2384906"/>
              <a:gd name="connsiteX2" fmla="*/ 24488976 w 25329742"/>
              <a:gd name="connsiteY2" fmla="*/ 228647 h 2384906"/>
              <a:gd name="connsiteX3" fmla="*/ 0 w 25329742"/>
              <a:gd name="connsiteY3" fmla="*/ 3222 h 238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29742" h="2384906">
                <a:moveTo>
                  <a:pt x="20914221" y="2384472"/>
                </a:moveTo>
                <a:cubicBezTo>
                  <a:pt x="21527393" y="2352722"/>
                  <a:pt x="24315167" y="2489776"/>
                  <a:pt x="24910959" y="2130472"/>
                </a:cubicBezTo>
                <a:cubicBezTo>
                  <a:pt x="25506751" y="1771168"/>
                  <a:pt x="25550763" y="500883"/>
                  <a:pt x="24488976" y="228647"/>
                </a:cubicBezTo>
                <a:cubicBezTo>
                  <a:pt x="23471264" y="-32288"/>
                  <a:pt x="157560" y="-747"/>
                  <a:pt x="0" y="3222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1585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>
            <a:extLst>
              <a:ext uri="{FF2B5EF4-FFF2-40B4-BE49-F238E27FC236}">
                <a16:creationId xmlns:a16="http://schemas.microsoft.com/office/drawing/2014/main" id="{48350B65-32B3-413D-974B-84DA9A863A29}"/>
              </a:ext>
            </a:extLst>
          </p:cNvPr>
          <p:cNvSpPr/>
          <p:nvPr/>
        </p:nvSpPr>
        <p:spPr>
          <a:xfrm>
            <a:off x="5528616" y="3232432"/>
            <a:ext cx="617218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A2406BB-2807-4255-8DDB-B1BB558DA556}"/>
              </a:ext>
            </a:extLst>
          </p:cNvPr>
          <p:cNvSpPr/>
          <p:nvPr/>
        </p:nvSpPr>
        <p:spPr>
          <a:xfrm>
            <a:off x="3343085" y="3230681"/>
            <a:ext cx="2684506" cy="144969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C2997271-EF86-4D5F-91E9-F55E92BCDD18}"/>
              </a:ext>
            </a:extLst>
          </p:cNvPr>
          <p:cNvSpPr txBox="1"/>
          <p:nvPr/>
        </p:nvSpPr>
        <p:spPr>
          <a:xfrm>
            <a:off x="4334833" y="2795342"/>
            <a:ext cx="561380" cy="29969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530426D2-5488-4543-9986-503A1B5686B1}"/>
              </a:ext>
            </a:extLst>
          </p:cNvPr>
          <p:cNvGrpSpPr/>
          <p:nvPr/>
        </p:nvGrpSpPr>
        <p:grpSpPr>
          <a:xfrm>
            <a:off x="3416961" y="3291273"/>
            <a:ext cx="65226" cy="1331801"/>
            <a:chOff x="1214405" y="4592622"/>
            <a:chExt cx="84501" cy="1725373"/>
          </a:xfrm>
        </p:grpSpPr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873C9488-8195-41C4-B090-E95AD7BB9AD8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76AF446A-B691-4A4A-AF48-EEE597D69DAF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3AC4D624-ECB1-433C-A3A9-7AF9E1318A87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378826C4-CA00-41A6-A17A-F03AD7938574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289FAAD0-11D5-4501-92BC-89934C36A32F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65DA9D4B-3C8A-4BB3-ADE4-9C87D32BB303}"/>
              </a:ext>
            </a:extLst>
          </p:cNvPr>
          <p:cNvGrpSpPr/>
          <p:nvPr/>
        </p:nvGrpSpPr>
        <p:grpSpPr>
          <a:xfrm>
            <a:off x="3973951" y="3291273"/>
            <a:ext cx="65226" cy="1331801"/>
            <a:chOff x="1214405" y="4592622"/>
            <a:chExt cx="84501" cy="1725373"/>
          </a:xfrm>
        </p:grpSpPr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312AD2FB-5797-4AF2-81B5-7534AB4A1FA8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82F690E2-1800-424E-8954-24E1451D7F20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B1173A8C-79AF-4840-B0B7-F3B7E0783C8E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31C8BDD9-3874-44B6-82D5-6E0E711B3481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4584F266-12A5-4886-80AD-50233E8E3867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8DD72B63-3199-4900-A852-D01A71CA3DC1}"/>
              </a:ext>
            </a:extLst>
          </p:cNvPr>
          <p:cNvGrpSpPr/>
          <p:nvPr/>
        </p:nvGrpSpPr>
        <p:grpSpPr>
          <a:xfrm>
            <a:off x="4530941" y="3291273"/>
            <a:ext cx="65226" cy="1331801"/>
            <a:chOff x="1214405" y="4592622"/>
            <a:chExt cx="84501" cy="1725373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31EEEEB9-C69D-4D85-8B07-9F4B0CCEAF34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6934A019-338B-4C7C-B19D-73D222A49558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2F92BBB0-B2CF-489A-93E0-F2B3A6E561FF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772D1107-8EC9-46FD-A6C3-4110DC327B93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ABEF0639-845F-4C69-BC44-565AE9D3F1F6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0615F074-6BC6-4738-B457-E1ECDF7B524D}"/>
              </a:ext>
            </a:extLst>
          </p:cNvPr>
          <p:cNvGrpSpPr/>
          <p:nvPr/>
        </p:nvGrpSpPr>
        <p:grpSpPr>
          <a:xfrm>
            <a:off x="5087931" y="3291273"/>
            <a:ext cx="65226" cy="1331801"/>
            <a:chOff x="1214405" y="4592622"/>
            <a:chExt cx="84501" cy="1725373"/>
          </a:xfrm>
        </p:grpSpPr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955FD6C9-E3AE-4871-95D0-F1A329921A0D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D225CF3B-AC77-4435-BACE-9C168DF7DCAB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73161254-8143-483D-B591-2D60E1504ECA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D6D77E98-41F7-4AD7-A9A4-C7455D76B280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D9785832-4F22-4813-85BF-FD3550371E98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6" name="矩形 135">
            <a:extLst>
              <a:ext uri="{FF2B5EF4-FFF2-40B4-BE49-F238E27FC236}">
                <a16:creationId xmlns:a16="http://schemas.microsoft.com/office/drawing/2014/main" id="{042AA555-E4A3-441C-A675-749CA2AD627C}"/>
              </a:ext>
            </a:extLst>
          </p:cNvPr>
          <p:cNvSpPr/>
          <p:nvPr/>
        </p:nvSpPr>
        <p:spPr>
          <a:xfrm>
            <a:off x="6027591" y="3230681"/>
            <a:ext cx="2821325" cy="1449695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2E46D91-7890-4701-90B9-9FE48EB12F34}"/>
              </a:ext>
            </a:extLst>
          </p:cNvPr>
          <p:cNvSpPr txBox="1"/>
          <p:nvPr/>
        </p:nvSpPr>
        <p:spPr>
          <a:xfrm>
            <a:off x="7212816" y="2769014"/>
            <a:ext cx="606269" cy="293083"/>
          </a:xfrm>
          <a:custGeom>
            <a:avLst/>
            <a:gdLst/>
            <a:ahLst/>
            <a:cxnLst/>
            <a:rect l="l" t="t" r="r" b="b"/>
            <a:pathLst>
              <a:path w="591145" h="294085">
                <a:moveTo>
                  <a:pt x="62805" y="190500"/>
                </a:moveTo>
                <a:cubicBezTo>
                  <a:pt x="77291" y="205185"/>
                  <a:pt x="91479" y="220465"/>
                  <a:pt x="105370" y="236340"/>
                </a:cubicBezTo>
                <a:lnTo>
                  <a:pt x="85129" y="252413"/>
                </a:lnTo>
                <a:cubicBezTo>
                  <a:pt x="73223" y="236736"/>
                  <a:pt x="59928" y="220762"/>
                  <a:pt x="45243" y="204490"/>
                </a:cubicBezTo>
                <a:close/>
                <a:moveTo>
                  <a:pt x="233362" y="189905"/>
                </a:moveTo>
                <a:lnTo>
                  <a:pt x="254198" y="203300"/>
                </a:lnTo>
                <a:cubicBezTo>
                  <a:pt x="240307" y="220564"/>
                  <a:pt x="225722" y="237133"/>
                  <a:pt x="210442" y="253008"/>
                </a:cubicBezTo>
                <a:lnTo>
                  <a:pt x="192583" y="238721"/>
                </a:lnTo>
                <a:cubicBezTo>
                  <a:pt x="208657" y="222052"/>
                  <a:pt x="222249" y="205780"/>
                  <a:pt x="233362" y="189905"/>
                </a:cubicBezTo>
                <a:close/>
                <a:moveTo>
                  <a:pt x="490834" y="139304"/>
                </a:moveTo>
                <a:lnTo>
                  <a:pt x="490834" y="161330"/>
                </a:lnTo>
                <a:lnTo>
                  <a:pt x="552747" y="161330"/>
                </a:lnTo>
                <a:lnTo>
                  <a:pt x="552747" y="139304"/>
                </a:lnTo>
                <a:close/>
                <a:moveTo>
                  <a:pt x="411063" y="139304"/>
                </a:moveTo>
                <a:lnTo>
                  <a:pt x="411063" y="161330"/>
                </a:lnTo>
                <a:lnTo>
                  <a:pt x="471487" y="161330"/>
                </a:lnTo>
                <a:lnTo>
                  <a:pt x="471487" y="139304"/>
                </a:lnTo>
                <a:close/>
                <a:moveTo>
                  <a:pt x="581024" y="82451"/>
                </a:moveTo>
                <a:lnTo>
                  <a:pt x="585787" y="99715"/>
                </a:lnTo>
                <a:cubicBezTo>
                  <a:pt x="559990" y="101104"/>
                  <a:pt x="528339" y="102493"/>
                  <a:pt x="490834" y="103882"/>
                </a:cubicBezTo>
                <a:lnTo>
                  <a:pt x="490834" y="123230"/>
                </a:lnTo>
                <a:lnTo>
                  <a:pt x="572392" y="123230"/>
                </a:lnTo>
                <a:lnTo>
                  <a:pt x="572392" y="183357"/>
                </a:lnTo>
                <a:lnTo>
                  <a:pt x="552747" y="183357"/>
                </a:lnTo>
                <a:lnTo>
                  <a:pt x="552747" y="177404"/>
                </a:lnTo>
                <a:lnTo>
                  <a:pt x="490834" y="177404"/>
                </a:lnTo>
                <a:lnTo>
                  <a:pt x="490834" y="196454"/>
                </a:lnTo>
                <a:lnTo>
                  <a:pt x="591145" y="196454"/>
                </a:lnTo>
                <a:lnTo>
                  <a:pt x="591145" y="261045"/>
                </a:lnTo>
                <a:cubicBezTo>
                  <a:pt x="591145" y="281286"/>
                  <a:pt x="581123" y="291406"/>
                  <a:pt x="561081" y="291406"/>
                </a:cubicBezTo>
                <a:cubicBezTo>
                  <a:pt x="551159" y="291406"/>
                  <a:pt x="538757" y="291208"/>
                  <a:pt x="523874" y="290811"/>
                </a:cubicBezTo>
                <a:cubicBezTo>
                  <a:pt x="522882" y="285254"/>
                  <a:pt x="521394" y="278408"/>
                  <a:pt x="519409" y="270272"/>
                </a:cubicBezTo>
                <a:cubicBezTo>
                  <a:pt x="533300" y="271463"/>
                  <a:pt x="545107" y="272058"/>
                  <a:pt x="554831" y="272058"/>
                </a:cubicBezTo>
                <a:cubicBezTo>
                  <a:pt x="565546" y="272058"/>
                  <a:pt x="570904" y="266998"/>
                  <a:pt x="570904" y="256878"/>
                </a:cubicBezTo>
                <a:lnTo>
                  <a:pt x="570904" y="212527"/>
                </a:lnTo>
                <a:lnTo>
                  <a:pt x="490834" y="212527"/>
                </a:lnTo>
                <a:lnTo>
                  <a:pt x="490834" y="239018"/>
                </a:lnTo>
                <a:cubicBezTo>
                  <a:pt x="502344" y="238423"/>
                  <a:pt x="513754" y="237729"/>
                  <a:pt x="525065" y="236935"/>
                </a:cubicBezTo>
                <a:cubicBezTo>
                  <a:pt x="522882" y="232371"/>
                  <a:pt x="520600" y="227807"/>
                  <a:pt x="518219" y="223243"/>
                </a:cubicBezTo>
                <a:lnTo>
                  <a:pt x="534292" y="215801"/>
                </a:lnTo>
                <a:cubicBezTo>
                  <a:pt x="541436" y="228700"/>
                  <a:pt x="548580" y="242590"/>
                  <a:pt x="555723" y="257473"/>
                </a:cubicBezTo>
                <a:lnTo>
                  <a:pt x="538162" y="265510"/>
                </a:lnTo>
                <a:cubicBezTo>
                  <a:pt x="536376" y="261343"/>
                  <a:pt x="534590" y="257275"/>
                  <a:pt x="532804" y="253306"/>
                </a:cubicBezTo>
                <a:cubicBezTo>
                  <a:pt x="499466" y="254695"/>
                  <a:pt x="462160" y="257374"/>
                  <a:pt x="420885" y="261343"/>
                </a:cubicBezTo>
                <a:lnTo>
                  <a:pt x="417314" y="242293"/>
                </a:lnTo>
                <a:cubicBezTo>
                  <a:pt x="435570" y="241697"/>
                  <a:pt x="453628" y="240904"/>
                  <a:pt x="471487" y="239911"/>
                </a:cubicBezTo>
                <a:lnTo>
                  <a:pt x="471487" y="212527"/>
                </a:lnTo>
                <a:lnTo>
                  <a:pt x="397668" y="212527"/>
                </a:lnTo>
                <a:lnTo>
                  <a:pt x="397668" y="292894"/>
                </a:lnTo>
                <a:lnTo>
                  <a:pt x="377428" y="292894"/>
                </a:lnTo>
                <a:lnTo>
                  <a:pt x="377428" y="196454"/>
                </a:lnTo>
                <a:lnTo>
                  <a:pt x="471487" y="196454"/>
                </a:lnTo>
                <a:lnTo>
                  <a:pt x="471487" y="177404"/>
                </a:lnTo>
                <a:lnTo>
                  <a:pt x="411063" y="177404"/>
                </a:lnTo>
                <a:lnTo>
                  <a:pt x="411063" y="183357"/>
                </a:lnTo>
                <a:lnTo>
                  <a:pt x="391417" y="183357"/>
                </a:lnTo>
                <a:lnTo>
                  <a:pt x="391417" y="123230"/>
                </a:lnTo>
                <a:lnTo>
                  <a:pt x="471487" y="123230"/>
                </a:lnTo>
                <a:lnTo>
                  <a:pt x="471487" y="104478"/>
                </a:lnTo>
                <a:cubicBezTo>
                  <a:pt x="442912" y="105470"/>
                  <a:pt x="411360" y="106462"/>
                  <a:pt x="376832" y="107454"/>
                </a:cubicBezTo>
                <a:cubicBezTo>
                  <a:pt x="375840" y="102097"/>
                  <a:pt x="374451" y="96143"/>
                  <a:pt x="372665" y="89595"/>
                </a:cubicBezTo>
                <a:cubicBezTo>
                  <a:pt x="467121" y="87412"/>
                  <a:pt x="536574" y="85031"/>
                  <a:pt x="581024" y="82451"/>
                </a:cubicBezTo>
                <a:close/>
                <a:moveTo>
                  <a:pt x="361949" y="30361"/>
                </a:moveTo>
                <a:lnTo>
                  <a:pt x="361949" y="53281"/>
                </a:lnTo>
                <a:lnTo>
                  <a:pt x="566141" y="53281"/>
                </a:lnTo>
                <a:lnTo>
                  <a:pt x="566141" y="30361"/>
                </a:lnTo>
                <a:close/>
                <a:moveTo>
                  <a:pt x="150316" y="25301"/>
                </a:moveTo>
                <a:cubicBezTo>
                  <a:pt x="129877" y="51098"/>
                  <a:pt x="100409" y="76399"/>
                  <a:pt x="61912" y="101204"/>
                </a:cubicBezTo>
                <a:lnTo>
                  <a:pt x="236636" y="101204"/>
                </a:lnTo>
                <a:cubicBezTo>
                  <a:pt x="205680" y="81558"/>
                  <a:pt x="176907" y="56257"/>
                  <a:pt x="150316" y="25301"/>
                </a:cubicBezTo>
                <a:close/>
                <a:moveTo>
                  <a:pt x="341411" y="13097"/>
                </a:moveTo>
                <a:lnTo>
                  <a:pt x="586382" y="13097"/>
                </a:lnTo>
                <a:lnTo>
                  <a:pt x="586382" y="76498"/>
                </a:lnTo>
                <a:lnTo>
                  <a:pt x="566141" y="76498"/>
                </a:lnTo>
                <a:lnTo>
                  <a:pt x="566141" y="70545"/>
                </a:lnTo>
                <a:lnTo>
                  <a:pt x="361949" y="70545"/>
                </a:lnTo>
                <a:lnTo>
                  <a:pt x="361949" y="141387"/>
                </a:lnTo>
                <a:cubicBezTo>
                  <a:pt x="361949" y="208856"/>
                  <a:pt x="348059" y="259755"/>
                  <a:pt x="320278" y="294085"/>
                </a:cubicBezTo>
                <a:cubicBezTo>
                  <a:pt x="315714" y="287140"/>
                  <a:pt x="310753" y="280492"/>
                  <a:pt x="305395" y="274142"/>
                </a:cubicBezTo>
                <a:cubicBezTo>
                  <a:pt x="329604" y="246361"/>
                  <a:pt x="341610" y="200720"/>
                  <a:pt x="341411" y="137220"/>
                </a:cubicBezTo>
                <a:close/>
                <a:moveTo>
                  <a:pt x="140196" y="0"/>
                </a:moveTo>
                <a:lnTo>
                  <a:pt x="172640" y="0"/>
                </a:lnTo>
                <a:lnTo>
                  <a:pt x="165794" y="8335"/>
                </a:lnTo>
                <a:cubicBezTo>
                  <a:pt x="197346" y="48618"/>
                  <a:pt x="241994" y="79971"/>
                  <a:pt x="299739" y="102394"/>
                </a:cubicBezTo>
                <a:cubicBezTo>
                  <a:pt x="294382" y="109935"/>
                  <a:pt x="289123" y="117872"/>
                  <a:pt x="283964" y="126207"/>
                </a:cubicBezTo>
                <a:cubicBezTo>
                  <a:pt x="268485" y="119658"/>
                  <a:pt x="253503" y="111820"/>
                  <a:pt x="239017" y="102692"/>
                </a:cubicBezTo>
                <a:lnTo>
                  <a:pt x="239017" y="122932"/>
                </a:lnTo>
                <a:lnTo>
                  <a:pt x="161925" y="122932"/>
                </a:lnTo>
                <a:lnTo>
                  <a:pt x="161925" y="164604"/>
                </a:lnTo>
                <a:lnTo>
                  <a:pt x="267890" y="164604"/>
                </a:lnTo>
                <a:lnTo>
                  <a:pt x="267890" y="186333"/>
                </a:lnTo>
                <a:lnTo>
                  <a:pt x="161925" y="186333"/>
                </a:lnTo>
                <a:lnTo>
                  <a:pt x="161925" y="258961"/>
                </a:lnTo>
                <a:lnTo>
                  <a:pt x="288726" y="258961"/>
                </a:lnTo>
                <a:lnTo>
                  <a:pt x="288726" y="280988"/>
                </a:lnTo>
                <a:lnTo>
                  <a:pt x="11906" y="280988"/>
                </a:lnTo>
                <a:lnTo>
                  <a:pt x="11906" y="258961"/>
                </a:lnTo>
                <a:lnTo>
                  <a:pt x="138112" y="258961"/>
                </a:lnTo>
                <a:lnTo>
                  <a:pt x="138112" y="186333"/>
                </a:lnTo>
                <a:lnTo>
                  <a:pt x="31551" y="186333"/>
                </a:lnTo>
                <a:lnTo>
                  <a:pt x="31551" y="164604"/>
                </a:lnTo>
                <a:lnTo>
                  <a:pt x="138112" y="164604"/>
                </a:lnTo>
                <a:lnTo>
                  <a:pt x="138112" y="122932"/>
                </a:lnTo>
                <a:lnTo>
                  <a:pt x="60721" y="122932"/>
                </a:lnTo>
                <a:lnTo>
                  <a:pt x="60721" y="102097"/>
                </a:lnTo>
                <a:cubicBezTo>
                  <a:pt x="46632" y="111026"/>
                  <a:pt x="31353" y="119956"/>
                  <a:pt x="14882" y="128886"/>
                </a:cubicBezTo>
                <a:cubicBezTo>
                  <a:pt x="10715" y="121345"/>
                  <a:pt x="5754" y="113904"/>
                  <a:pt x="0" y="106561"/>
                </a:cubicBezTo>
                <a:cubicBezTo>
                  <a:pt x="66079" y="75605"/>
                  <a:pt x="112811" y="40085"/>
                  <a:pt x="140196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8A307AC6-F35B-43EA-908B-F92690A7B881}"/>
              </a:ext>
            </a:extLst>
          </p:cNvPr>
          <p:cNvGrpSpPr/>
          <p:nvPr/>
        </p:nvGrpSpPr>
        <p:grpSpPr>
          <a:xfrm>
            <a:off x="6148115" y="3330793"/>
            <a:ext cx="2293185" cy="1294151"/>
            <a:chOff x="1214405" y="4590491"/>
            <a:chExt cx="2970865" cy="1725373"/>
          </a:xfrm>
        </p:grpSpPr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2D499C76-E519-456D-AE5C-DA3443A9F83A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CA166FCD-CB98-4061-B192-6D22E583ABEE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5005D9FC-1EBE-41A4-8B51-940ED0E19A2F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24878B5B-4083-4462-994D-627D6D37B24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702B547B-8B79-4FFF-8973-FA945F2F9EF6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4EA3BB51-446B-415C-A4C1-6616DACEBED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0D14F357-02E8-424C-AF74-71B8EDA68400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D0EED8C0-8E54-4FC5-8038-A2050D65458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FD2A8C38-27D5-485D-8AC3-44F4F32BACC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5A14A846-0F77-4354-A018-8EF2DA73C71C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E5257521-EC01-4640-B6E7-7BC9ED979A5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E3F8142F-EDFC-4077-AC32-536D324071D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CC3FE76C-5C1C-4C03-B565-D6BE0F1C8057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ED4B34B1-E469-491A-AA71-18C1D24FCA9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5BE4BBB2-D2EF-42AB-B984-F55FE1A65416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DE91BDD6-4CC3-4FB8-9846-5BBAFB87BF0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0C4C6057-E52B-4C77-8D80-28363578560B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B631BC2B-ED67-4B6D-A025-7CDEAC82D341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31458FF1-31FE-4303-B83A-FE09B8BBCD80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3184AAB0-29A6-4322-9F38-EBD6B9B2547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CD3543A7-3EB8-4692-A534-15025E35AA76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89368CEA-E01D-4BC6-A49C-C0819687A54A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AAB3FB26-C742-4F75-BA14-E7796FB527F4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613238EE-ED4A-4636-B5DF-0115903DA11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3A9B544D-7660-4A4B-B773-A90B51CE3E1E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AD63DC4B-6767-4DEE-9C10-C618108C1FE4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659D9347-3E7A-4644-8A0E-B8B2E40C51D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95F870F3-DB69-4784-AB81-B6A5950E6B19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A8AA35EF-604D-4AFA-8579-C11EBD8E6203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E83AC192-8B79-4BB4-9333-74AEDB9A47FC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30DD57AE-C713-4B6F-8F0E-E91F3F95D974}"/>
              </a:ext>
            </a:extLst>
          </p:cNvPr>
          <p:cNvGrpSpPr/>
          <p:nvPr/>
        </p:nvGrpSpPr>
        <p:grpSpPr>
          <a:xfrm>
            <a:off x="6435881" y="3330793"/>
            <a:ext cx="2293185" cy="1294151"/>
            <a:chOff x="1214405" y="4590491"/>
            <a:chExt cx="2970865" cy="1725373"/>
          </a:xfrm>
        </p:grpSpPr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E6E52AB3-2AB9-4FE4-AC08-F5AB0C0D1FF4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195" name="椭圆 194">
                <a:extLst>
                  <a:ext uri="{FF2B5EF4-FFF2-40B4-BE49-F238E27FC236}">
                    <a16:creationId xmlns:a16="http://schemas.microsoft.com/office/drawing/2014/main" id="{381A9543-5930-44C6-9963-ABEACD629A3E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6" name="椭圆 195">
                <a:extLst>
                  <a:ext uri="{FF2B5EF4-FFF2-40B4-BE49-F238E27FC236}">
                    <a16:creationId xmlns:a16="http://schemas.microsoft.com/office/drawing/2014/main" id="{5DC70EE7-416C-4D4C-9823-7524728D6F9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7" name="椭圆 196">
                <a:extLst>
                  <a:ext uri="{FF2B5EF4-FFF2-40B4-BE49-F238E27FC236}">
                    <a16:creationId xmlns:a16="http://schemas.microsoft.com/office/drawing/2014/main" id="{7180CF1E-8EFE-4E86-BD16-62D09B2B793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8" name="椭圆 197">
                <a:extLst>
                  <a:ext uri="{FF2B5EF4-FFF2-40B4-BE49-F238E27FC236}">
                    <a16:creationId xmlns:a16="http://schemas.microsoft.com/office/drawing/2014/main" id="{DD16F6CE-BF57-4D36-A1C2-A83A8010095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9" name="椭圆 198">
                <a:extLst>
                  <a:ext uri="{FF2B5EF4-FFF2-40B4-BE49-F238E27FC236}">
                    <a16:creationId xmlns:a16="http://schemas.microsoft.com/office/drawing/2014/main" id="{A75F8A63-EBED-4BAC-A93A-C9CDD70AB82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1826E3DE-00BF-4627-A88B-77EF436481EE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190" name="椭圆 189">
                <a:extLst>
                  <a:ext uri="{FF2B5EF4-FFF2-40B4-BE49-F238E27FC236}">
                    <a16:creationId xmlns:a16="http://schemas.microsoft.com/office/drawing/2014/main" id="{63B786A1-EF83-49C7-8FBC-1F595F1631FC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793FD76D-B364-4074-8679-A07FA4F41BCD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2" name="椭圆 191">
                <a:extLst>
                  <a:ext uri="{FF2B5EF4-FFF2-40B4-BE49-F238E27FC236}">
                    <a16:creationId xmlns:a16="http://schemas.microsoft.com/office/drawing/2014/main" id="{959DD22A-55D5-4349-9AE9-731B24BFB89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3" name="椭圆 192">
                <a:extLst>
                  <a:ext uri="{FF2B5EF4-FFF2-40B4-BE49-F238E27FC236}">
                    <a16:creationId xmlns:a16="http://schemas.microsoft.com/office/drawing/2014/main" id="{5282A451-C689-45CA-9E4D-9003F89526B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4" name="椭圆 193">
                <a:extLst>
                  <a:ext uri="{FF2B5EF4-FFF2-40B4-BE49-F238E27FC236}">
                    <a16:creationId xmlns:a16="http://schemas.microsoft.com/office/drawing/2014/main" id="{C681974E-0CE0-4BD6-8806-5805C2C75594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541BDC85-5C63-497C-88BD-32A21C1516E7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185" name="椭圆 184">
                <a:extLst>
                  <a:ext uri="{FF2B5EF4-FFF2-40B4-BE49-F238E27FC236}">
                    <a16:creationId xmlns:a16="http://schemas.microsoft.com/office/drawing/2014/main" id="{566A0CDC-2ABE-4DDE-A7C4-C24A8D0911BF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6" name="椭圆 185">
                <a:extLst>
                  <a:ext uri="{FF2B5EF4-FFF2-40B4-BE49-F238E27FC236}">
                    <a16:creationId xmlns:a16="http://schemas.microsoft.com/office/drawing/2014/main" id="{92E2D914-713E-4618-8F51-475FD5CBA25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1E37EECA-45ED-4A46-8538-8014079EADFD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8" name="椭圆 187">
                <a:extLst>
                  <a:ext uri="{FF2B5EF4-FFF2-40B4-BE49-F238E27FC236}">
                    <a16:creationId xmlns:a16="http://schemas.microsoft.com/office/drawing/2014/main" id="{A0A7A29D-9861-44BE-8587-26D6B805D42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9" name="椭圆 188">
                <a:extLst>
                  <a:ext uri="{FF2B5EF4-FFF2-40B4-BE49-F238E27FC236}">
                    <a16:creationId xmlns:a16="http://schemas.microsoft.com/office/drawing/2014/main" id="{DC1CFCCB-37CB-42EB-9FF1-170DE147150C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85CC60C5-6E36-46D2-8C09-0ADB7896AB71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208BBE42-9585-424C-A20A-365B84D3FB2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0A002E70-E28F-4FE2-B000-0BDFA031DC6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2" name="椭圆 181">
                <a:extLst>
                  <a:ext uri="{FF2B5EF4-FFF2-40B4-BE49-F238E27FC236}">
                    <a16:creationId xmlns:a16="http://schemas.microsoft.com/office/drawing/2014/main" id="{14BF1288-9518-45FC-AC25-C3951ECEF9FF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3" name="椭圆 182">
                <a:extLst>
                  <a:ext uri="{FF2B5EF4-FFF2-40B4-BE49-F238E27FC236}">
                    <a16:creationId xmlns:a16="http://schemas.microsoft.com/office/drawing/2014/main" id="{462BE400-78D8-455E-84B7-57F752CB0F53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4" name="椭圆 183">
                <a:extLst>
                  <a:ext uri="{FF2B5EF4-FFF2-40B4-BE49-F238E27FC236}">
                    <a16:creationId xmlns:a16="http://schemas.microsoft.com/office/drawing/2014/main" id="{BB40A369-3D5D-4F0A-ADB9-A2DC34F19622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21B770E8-191A-47A1-9FBF-F3187F4103A0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09323E94-46FF-44E5-8FC4-5D6B639DF0E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6490980F-8332-4BFF-82F3-4986625E945E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7" name="椭圆 176">
                <a:extLst>
                  <a:ext uri="{FF2B5EF4-FFF2-40B4-BE49-F238E27FC236}">
                    <a16:creationId xmlns:a16="http://schemas.microsoft.com/office/drawing/2014/main" id="{8740A2C7-F8C2-4D53-A4EB-780DDD62540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C96AD7BE-52F2-46E0-80A9-077132DE2C80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椭圆 178">
                <a:extLst>
                  <a:ext uri="{FF2B5EF4-FFF2-40B4-BE49-F238E27FC236}">
                    <a16:creationId xmlns:a16="http://schemas.microsoft.com/office/drawing/2014/main" id="{9D1B7132-7163-4324-997F-34F29147106B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00" name="矩形 199">
            <a:extLst>
              <a:ext uri="{FF2B5EF4-FFF2-40B4-BE49-F238E27FC236}">
                <a16:creationId xmlns:a16="http://schemas.microsoft.com/office/drawing/2014/main" id="{8B381F9E-0E47-4205-A5E4-DF115B2A9375}"/>
              </a:ext>
            </a:extLst>
          </p:cNvPr>
          <p:cNvSpPr/>
          <p:nvPr/>
        </p:nvSpPr>
        <p:spPr>
          <a:xfrm>
            <a:off x="5826746" y="3230681"/>
            <a:ext cx="300699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2472E8AE-86DB-4885-9F85-2CCFB51E2584}"/>
              </a:ext>
            </a:extLst>
          </p:cNvPr>
          <p:cNvSpPr txBox="1"/>
          <p:nvPr/>
        </p:nvSpPr>
        <p:spPr>
          <a:xfrm>
            <a:off x="5582014" y="4816018"/>
            <a:ext cx="806025" cy="160398"/>
          </a:xfrm>
          <a:custGeom>
            <a:avLst/>
            <a:gdLst/>
            <a:ahLst/>
            <a:cxnLst/>
            <a:rect l="l" t="t" r="r" b="b"/>
            <a:pathLst>
              <a:path w="1113978" h="221680">
                <a:moveTo>
                  <a:pt x="316111" y="146001"/>
                </a:moveTo>
                <a:cubicBezTo>
                  <a:pt x="326826" y="157758"/>
                  <a:pt x="336054" y="168474"/>
                  <a:pt x="343793" y="178148"/>
                </a:cubicBezTo>
                <a:lnTo>
                  <a:pt x="329505" y="189086"/>
                </a:lnTo>
                <a:cubicBezTo>
                  <a:pt x="321022" y="177627"/>
                  <a:pt x="312241" y="166688"/>
                  <a:pt x="303163" y="156270"/>
                </a:cubicBezTo>
                <a:close/>
                <a:moveTo>
                  <a:pt x="996553" y="132606"/>
                </a:moveTo>
                <a:lnTo>
                  <a:pt x="1013966" y="132606"/>
                </a:lnTo>
                <a:lnTo>
                  <a:pt x="1013966" y="150689"/>
                </a:lnTo>
                <a:lnTo>
                  <a:pt x="1095449" y="150689"/>
                </a:lnTo>
                <a:lnTo>
                  <a:pt x="1095449" y="166539"/>
                </a:lnTo>
                <a:lnTo>
                  <a:pt x="1013966" y="166539"/>
                </a:lnTo>
                <a:lnTo>
                  <a:pt x="1013966" y="196230"/>
                </a:lnTo>
                <a:lnTo>
                  <a:pt x="1113755" y="196230"/>
                </a:lnTo>
                <a:lnTo>
                  <a:pt x="1113755" y="212304"/>
                </a:lnTo>
                <a:lnTo>
                  <a:pt x="896540" y="212304"/>
                </a:lnTo>
                <a:lnTo>
                  <a:pt x="896540" y="196230"/>
                </a:lnTo>
                <a:lnTo>
                  <a:pt x="996553" y="196230"/>
                </a:lnTo>
                <a:lnTo>
                  <a:pt x="996553" y="166539"/>
                </a:lnTo>
                <a:lnTo>
                  <a:pt x="916855" y="166539"/>
                </a:lnTo>
                <a:lnTo>
                  <a:pt x="916855" y="150689"/>
                </a:lnTo>
                <a:lnTo>
                  <a:pt x="996553" y="150689"/>
                </a:lnTo>
                <a:close/>
                <a:moveTo>
                  <a:pt x="516805" y="128588"/>
                </a:moveTo>
                <a:cubicBezTo>
                  <a:pt x="507504" y="139155"/>
                  <a:pt x="497830" y="148754"/>
                  <a:pt x="487784" y="157386"/>
                </a:cubicBezTo>
                <a:lnTo>
                  <a:pt x="539576" y="157386"/>
                </a:lnTo>
                <a:lnTo>
                  <a:pt x="539576" y="135732"/>
                </a:lnTo>
                <a:lnTo>
                  <a:pt x="556319" y="135732"/>
                </a:lnTo>
                <a:lnTo>
                  <a:pt x="556319" y="157386"/>
                </a:lnTo>
                <a:lnTo>
                  <a:pt x="607442" y="157386"/>
                </a:lnTo>
                <a:cubicBezTo>
                  <a:pt x="596800" y="148828"/>
                  <a:pt x="587089" y="139229"/>
                  <a:pt x="578309" y="128588"/>
                </a:cubicBezTo>
                <a:close/>
                <a:moveTo>
                  <a:pt x="23663" y="125239"/>
                </a:moveTo>
                <a:lnTo>
                  <a:pt x="23663" y="152921"/>
                </a:lnTo>
                <a:lnTo>
                  <a:pt x="158055" y="152921"/>
                </a:lnTo>
                <a:lnTo>
                  <a:pt x="158055" y="125239"/>
                </a:lnTo>
                <a:close/>
                <a:moveTo>
                  <a:pt x="753219" y="124793"/>
                </a:moveTo>
                <a:lnTo>
                  <a:pt x="770632" y="124793"/>
                </a:lnTo>
                <a:cubicBezTo>
                  <a:pt x="770483" y="129630"/>
                  <a:pt x="770185" y="134243"/>
                  <a:pt x="769739" y="138634"/>
                </a:cubicBezTo>
                <a:lnTo>
                  <a:pt x="860598" y="138634"/>
                </a:lnTo>
                <a:cubicBezTo>
                  <a:pt x="859556" y="156791"/>
                  <a:pt x="858366" y="172790"/>
                  <a:pt x="857026" y="186631"/>
                </a:cubicBezTo>
                <a:cubicBezTo>
                  <a:pt x="855240" y="205532"/>
                  <a:pt x="843632" y="215057"/>
                  <a:pt x="822201" y="215206"/>
                </a:cubicBezTo>
                <a:cubicBezTo>
                  <a:pt x="811336" y="215355"/>
                  <a:pt x="796974" y="215206"/>
                  <a:pt x="779115" y="214759"/>
                </a:cubicBezTo>
                <a:cubicBezTo>
                  <a:pt x="778222" y="208508"/>
                  <a:pt x="776957" y="202034"/>
                  <a:pt x="775320" y="195337"/>
                </a:cubicBezTo>
                <a:cubicBezTo>
                  <a:pt x="793030" y="196825"/>
                  <a:pt x="808508" y="197570"/>
                  <a:pt x="821754" y="197570"/>
                </a:cubicBezTo>
                <a:cubicBezTo>
                  <a:pt x="832767" y="197570"/>
                  <a:pt x="838795" y="192807"/>
                  <a:pt x="839837" y="183282"/>
                </a:cubicBezTo>
                <a:cubicBezTo>
                  <a:pt x="840730" y="176287"/>
                  <a:pt x="841548" y="166465"/>
                  <a:pt x="842292" y="153814"/>
                </a:cubicBezTo>
                <a:lnTo>
                  <a:pt x="767171" y="153814"/>
                </a:lnTo>
                <a:cubicBezTo>
                  <a:pt x="763600" y="169516"/>
                  <a:pt x="757237" y="181645"/>
                  <a:pt x="748084" y="190203"/>
                </a:cubicBezTo>
                <a:cubicBezTo>
                  <a:pt x="733946" y="203746"/>
                  <a:pt x="710952" y="214238"/>
                  <a:pt x="679102" y="221680"/>
                </a:cubicBezTo>
                <a:cubicBezTo>
                  <a:pt x="676126" y="216768"/>
                  <a:pt x="672554" y="211262"/>
                  <a:pt x="668387" y="205160"/>
                </a:cubicBezTo>
                <a:cubicBezTo>
                  <a:pt x="700534" y="198611"/>
                  <a:pt x="722709" y="189533"/>
                  <a:pt x="734913" y="177924"/>
                </a:cubicBezTo>
                <a:cubicBezTo>
                  <a:pt x="741610" y="171971"/>
                  <a:pt x="746447" y="163934"/>
                  <a:pt x="749424" y="153814"/>
                </a:cubicBezTo>
                <a:lnTo>
                  <a:pt x="681335" y="153814"/>
                </a:lnTo>
                <a:lnTo>
                  <a:pt x="681335" y="138634"/>
                </a:lnTo>
                <a:lnTo>
                  <a:pt x="752437" y="138634"/>
                </a:lnTo>
                <a:cubicBezTo>
                  <a:pt x="752958" y="134318"/>
                  <a:pt x="753219" y="129704"/>
                  <a:pt x="753219" y="124793"/>
                </a:cubicBezTo>
                <a:close/>
                <a:moveTo>
                  <a:pt x="380404" y="102022"/>
                </a:moveTo>
                <a:lnTo>
                  <a:pt x="397817" y="102022"/>
                </a:lnTo>
                <a:lnTo>
                  <a:pt x="397817" y="125686"/>
                </a:lnTo>
                <a:lnTo>
                  <a:pt x="430411" y="125686"/>
                </a:lnTo>
                <a:lnTo>
                  <a:pt x="430411" y="140866"/>
                </a:lnTo>
                <a:lnTo>
                  <a:pt x="397817" y="140866"/>
                </a:lnTo>
                <a:lnTo>
                  <a:pt x="397817" y="189979"/>
                </a:lnTo>
                <a:cubicBezTo>
                  <a:pt x="397817" y="208583"/>
                  <a:pt x="388441" y="217959"/>
                  <a:pt x="369689" y="218108"/>
                </a:cubicBezTo>
                <a:cubicBezTo>
                  <a:pt x="362991" y="218257"/>
                  <a:pt x="352871" y="218182"/>
                  <a:pt x="339328" y="217885"/>
                </a:cubicBezTo>
                <a:cubicBezTo>
                  <a:pt x="338435" y="212080"/>
                  <a:pt x="337319" y="205681"/>
                  <a:pt x="335979" y="198686"/>
                </a:cubicBezTo>
                <a:cubicBezTo>
                  <a:pt x="347737" y="199876"/>
                  <a:pt x="357857" y="200472"/>
                  <a:pt x="366340" y="200472"/>
                </a:cubicBezTo>
                <a:cubicBezTo>
                  <a:pt x="375716" y="200472"/>
                  <a:pt x="380404" y="195263"/>
                  <a:pt x="380404" y="184845"/>
                </a:cubicBezTo>
                <a:lnTo>
                  <a:pt x="380404" y="140866"/>
                </a:lnTo>
                <a:lnTo>
                  <a:pt x="290661" y="140866"/>
                </a:lnTo>
                <a:lnTo>
                  <a:pt x="290661" y="125686"/>
                </a:lnTo>
                <a:lnTo>
                  <a:pt x="380404" y="125686"/>
                </a:lnTo>
                <a:close/>
                <a:moveTo>
                  <a:pt x="500509" y="98227"/>
                </a:moveTo>
                <a:lnTo>
                  <a:pt x="500509" y="114077"/>
                </a:lnTo>
                <a:lnTo>
                  <a:pt x="596280" y="114077"/>
                </a:lnTo>
                <a:lnTo>
                  <a:pt x="596280" y="98227"/>
                </a:lnTo>
                <a:close/>
                <a:moveTo>
                  <a:pt x="23663" y="81707"/>
                </a:moveTo>
                <a:lnTo>
                  <a:pt x="23663" y="109166"/>
                </a:lnTo>
                <a:lnTo>
                  <a:pt x="158055" y="109166"/>
                </a:lnTo>
                <a:lnTo>
                  <a:pt x="158055" y="81707"/>
                </a:lnTo>
                <a:close/>
                <a:moveTo>
                  <a:pt x="500509" y="68759"/>
                </a:moveTo>
                <a:lnTo>
                  <a:pt x="500509" y="84386"/>
                </a:lnTo>
                <a:lnTo>
                  <a:pt x="596280" y="84386"/>
                </a:lnTo>
                <a:lnTo>
                  <a:pt x="596280" y="68759"/>
                </a:lnTo>
                <a:close/>
                <a:moveTo>
                  <a:pt x="946323" y="65187"/>
                </a:moveTo>
                <a:lnTo>
                  <a:pt x="962620" y="72331"/>
                </a:lnTo>
                <a:cubicBezTo>
                  <a:pt x="947291" y="89446"/>
                  <a:pt x="935310" y="102096"/>
                  <a:pt x="926678" y="110282"/>
                </a:cubicBezTo>
                <a:cubicBezTo>
                  <a:pt x="931143" y="110133"/>
                  <a:pt x="947663" y="109612"/>
                  <a:pt x="976238" y="108719"/>
                </a:cubicBezTo>
                <a:cubicBezTo>
                  <a:pt x="971773" y="102915"/>
                  <a:pt x="967010" y="96887"/>
                  <a:pt x="961950" y="90637"/>
                </a:cubicBezTo>
                <a:lnTo>
                  <a:pt x="973559" y="81930"/>
                </a:lnTo>
                <a:cubicBezTo>
                  <a:pt x="985465" y="94581"/>
                  <a:pt x="996627" y="107529"/>
                  <a:pt x="1007045" y="120774"/>
                </a:cubicBezTo>
                <a:lnTo>
                  <a:pt x="993427" y="130597"/>
                </a:lnTo>
                <a:cubicBezTo>
                  <a:pt x="991195" y="127769"/>
                  <a:pt x="988888" y="124867"/>
                  <a:pt x="986507" y="121891"/>
                </a:cubicBezTo>
                <a:cubicBezTo>
                  <a:pt x="976238" y="122337"/>
                  <a:pt x="956220" y="123304"/>
                  <a:pt x="926455" y="124793"/>
                </a:cubicBezTo>
                <a:cubicBezTo>
                  <a:pt x="922436" y="124942"/>
                  <a:pt x="915814" y="125537"/>
                  <a:pt x="906586" y="126579"/>
                </a:cubicBezTo>
                <a:lnTo>
                  <a:pt x="900559" y="111175"/>
                </a:lnTo>
                <a:cubicBezTo>
                  <a:pt x="914400" y="104180"/>
                  <a:pt x="929655" y="88851"/>
                  <a:pt x="946323" y="65187"/>
                </a:cubicBezTo>
                <a:close/>
                <a:moveTo>
                  <a:pt x="1045889" y="64517"/>
                </a:moveTo>
                <a:lnTo>
                  <a:pt x="1062632" y="70768"/>
                </a:lnTo>
                <a:cubicBezTo>
                  <a:pt x="1050577" y="86097"/>
                  <a:pt x="1039862" y="98971"/>
                  <a:pt x="1030486" y="109389"/>
                </a:cubicBezTo>
                <a:cubicBezTo>
                  <a:pt x="1046410" y="109091"/>
                  <a:pt x="1062558" y="108570"/>
                  <a:pt x="1078929" y="107826"/>
                </a:cubicBezTo>
                <a:cubicBezTo>
                  <a:pt x="1073720" y="102022"/>
                  <a:pt x="1068511" y="96143"/>
                  <a:pt x="1063302" y="90190"/>
                </a:cubicBezTo>
                <a:lnTo>
                  <a:pt x="1074911" y="81260"/>
                </a:lnTo>
                <a:cubicBezTo>
                  <a:pt x="1087859" y="94060"/>
                  <a:pt x="1100881" y="108050"/>
                  <a:pt x="1113978" y="123230"/>
                </a:cubicBezTo>
                <a:lnTo>
                  <a:pt x="1100807" y="134169"/>
                </a:lnTo>
                <a:cubicBezTo>
                  <a:pt x="1097235" y="129704"/>
                  <a:pt x="1093589" y="125314"/>
                  <a:pt x="1089868" y="120998"/>
                </a:cubicBezTo>
                <a:cubicBezTo>
                  <a:pt x="1074092" y="121891"/>
                  <a:pt x="1054149" y="122932"/>
                  <a:pt x="1030039" y="124123"/>
                </a:cubicBezTo>
                <a:cubicBezTo>
                  <a:pt x="1026170" y="124272"/>
                  <a:pt x="1020291" y="124867"/>
                  <a:pt x="1012403" y="125909"/>
                </a:cubicBezTo>
                <a:lnTo>
                  <a:pt x="1005929" y="110505"/>
                </a:lnTo>
                <a:cubicBezTo>
                  <a:pt x="1017835" y="102617"/>
                  <a:pt x="1031155" y="87288"/>
                  <a:pt x="1045889" y="64517"/>
                </a:cubicBezTo>
                <a:close/>
                <a:moveTo>
                  <a:pt x="500509" y="39291"/>
                </a:moveTo>
                <a:lnTo>
                  <a:pt x="500509" y="54918"/>
                </a:lnTo>
                <a:lnTo>
                  <a:pt x="596280" y="54918"/>
                </a:lnTo>
                <a:lnTo>
                  <a:pt x="596280" y="39291"/>
                </a:lnTo>
                <a:close/>
                <a:moveTo>
                  <a:pt x="12055" y="9153"/>
                </a:moveTo>
                <a:cubicBezTo>
                  <a:pt x="26789" y="21208"/>
                  <a:pt x="40853" y="33561"/>
                  <a:pt x="54248" y="46211"/>
                </a:cubicBezTo>
                <a:lnTo>
                  <a:pt x="40630" y="59383"/>
                </a:lnTo>
                <a:cubicBezTo>
                  <a:pt x="25300" y="43309"/>
                  <a:pt x="11757" y="30287"/>
                  <a:pt x="0" y="20315"/>
                </a:cubicBezTo>
                <a:close/>
                <a:moveTo>
                  <a:pt x="165869" y="8037"/>
                </a:moveTo>
                <a:lnTo>
                  <a:pt x="179933" y="19869"/>
                </a:lnTo>
                <a:cubicBezTo>
                  <a:pt x="164455" y="34603"/>
                  <a:pt x="149274" y="48221"/>
                  <a:pt x="134391" y="60722"/>
                </a:cubicBezTo>
                <a:lnTo>
                  <a:pt x="122336" y="48667"/>
                </a:lnTo>
                <a:cubicBezTo>
                  <a:pt x="137666" y="36166"/>
                  <a:pt x="152176" y="22622"/>
                  <a:pt x="165869" y="8037"/>
                </a:cubicBezTo>
                <a:close/>
                <a:moveTo>
                  <a:pt x="249361" y="2233"/>
                </a:moveTo>
                <a:lnTo>
                  <a:pt x="266104" y="2233"/>
                </a:lnTo>
                <a:lnTo>
                  <a:pt x="266104" y="52239"/>
                </a:lnTo>
                <a:lnTo>
                  <a:pt x="294010" y="52239"/>
                </a:lnTo>
                <a:lnTo>
                  <a:pt x="294010" y="67196"/>
                </a:lnTo>
                <a:lnTo>
                  <a:pt x="266104" y="67196"/>
                </a:lnTo>
                <a:lnTo>
                  <a:pt x="266104" y="113854"/>
                </a:lnTo>
                <a:cubicBezTo>
                  <a:pt x="274513" y="110877"/>
                  <a:pt x="282848" y="107901"/>
                  <a:pt x="291107" y="104924"/>
                </a:cubicBezTo>
                <a:cubicBezTo>
                  <a:pt x="291852" y="111473"/>
                  <a:pt x="292670" y="117128"/>
                  <a:pt x="293563" y="121891"/>
                </a:cubicBezTo>
                <a:cubicBezTo>
                  <a:pt x="284931" y="124942"/>
                  <a:pt x="275778" y="128253"/>
                  <a:pt x="266104" y="131825"/>
                </a:cubicBezTo>
                <a:lnTo>
                  <a:pt x="266104" y="220787"/>
                </a:lnTo>
                <a:lnTo>
                  <a:pt x="249361" y="220787"/>
                </a:lnTo>
                <a:lnTo>
                  <a:pt x="249361" y="138076"/>
                </a:lnTo>
                <a:cubicBezTo>
                  <a:pt x="237381" y="142615"/>
                  <a:pt x="224730" y="147489"/>
                  <a:pt x="211410" y="152698"/>
                </a:cubicBezTo>
                <a:lnTo>
                  <a:pt x="208061" y="133722"/>
                </a:lnTo>
                <a:cubicBezTo>
                  <a:pt x="221977" y="129034"/>
                  <a:pt x="235743" y="124346"/>
                  <a:pt x="249361" y="119658"/>
                </a:cubicBezTo>
                <a:lnTo>
                  <a:pt x="249361" y="67196"/>
                </a:lnTo>
                <a:lnTo>
                  <a:pt x="231725" y="67196"/>
                </a:lnTo>
                <a:cubicBezTo>
                  <a:pt x="228674" y="81335"/>
                  <a:pt x="224953" y="94283"/>
                  <a:pt x="220563" y="106040"/>
                </a:cubicBezTo>
                <a:cubicBezTo>
                  <a:pt x="215949" y="102766"/>
                  <a:pt x="211038" y="99492"/>
                  <a:pt x="205829" y="96218"/>
                </a:cubicBezTo>
                <a:cubicBezTo>
                  <a:pt x="214163" y="76572"/>
                  <a:pt x="219596" y="52090"/>
                  <a:pt x="222126" y="22771"/>
                </a:cubicBezTo>
                <a:lnTo>
                  <a:pt x="238199" y="25450"/>
                </a:lnTo>
                <a:cubicBezTo>
                  <a:pt x="237232" y="34752"/>
                  <a:pt x="236004" y="43681"/>
                  <a:pt x="234516" y="52239"/>
                </a:cubicBezTo>
                <a:lnTo>
                  <a:pt x="249361" y="52239"/>
                </a:lnTo>
                <a:close/>
                <a:moveTo>
                  <a:pt x="81706" y="1786"/>
                </a:moveTo>
                <a:lnTo>
                  <a:pt x="99119" y="1786"/>
                </a:lnTo>
                <a:lnTo>
                  <a:pt x="99119" y="64964"/>
                </a:lnTo>
                <a:lnTo>
                  <a:pt x="175915" y="64964"/>
                </a:lnTo>
                <a:lnTo>
                  <a:pt x="175915" y="192212"/>
                </a:lnTo>
                <a:cubicBezTo>
                  <a:pt x="175915" y="210220"/>
                  <a:pt x="167655" y="219224"/>
                  <a:pt x="151135" y="219224"/>
                </a:cubicBezTo>
                <a:cubicBezTo>
                  <a:pt x="133573" y="219224"/>
                  <a:pt x="120625" y="219001"/>
                  <a:pt x="112290" y="218554"/>
                </a:cubicBezTo>
                <a:cubicBezTo>
                  <a:pt x="111398" y="213048"/>
                  <a:pt x="110281" y="206946"/>
                  <a:pt x="108942" y="200249"/>
                </a:cubicBezTo>
                <a:cubicBezTo>
                  <a:pt x="117127" y="201142"/>
                  <a:pt x="128959" y="201588"/>
                  <a:pt x="144437" y="201588"/>
                </a:cubicBezTo>
                <a:cubicBezTo>
                  <a:pt x="153516" y="201588"/>
                  <a:pt x="158055" y="197421"/>
                  <a:pt x="158055" y="189086"/>
                </a:cubicBezTo>
                <a:lnTo>
                  <a:pt x="158055" y="168995"/>
                </a:lnTo>
                <a:lnTo>
                  <a:pt x="23663" y="168995"/>
                </a:lnTo>
                <a:lnTo>
                  <a:pt x="23663" y="220564"/>
                </a:lnTo>
                <a:lnTo>
                  <a:pt x="5804" y="220564"/>
                </a:lnTo>
                <a:lnTo>
                  <a:pt x="5804" y="64964"/>
                </a:lnTo>
                <a:lnTo>
                  <a:pt x="81706" y="64964"/>
                </a:lnTo>
                <a:close/>
                <a:moveTo>
                  <a:pt x="347364" y="1117"/>
                </a:moveTo>
                <a:lnTo>
                  <a:pt x="364777" y="1117"/>
                </a:lnTo>
                <a:lnTo>
                  <a:pt x="364777" y="32147"/>
                </a:lnTo>
                <a:lnTo>
                  <a:pt x="419025" y="32147"/>
                </a:lnTo>
                <a:lnTo>
                  <a:pt x="419025" y="47328"/>
                </a:lnTo>
                <a:lnTo>
                  <a:pt x="364777" y="47328"/>
                </a:lnTo>
                <a:lnTo>
                  <a:pt x="364777" y="80367"/>
                </a:lnTo>
                <a:lnTo>
                  <a:pt x="429294" y="80367"/>
                </a:lnTo>
                <a:lnTo>
                  <a:pt x="429294" y="95548"/>
                </a:lnTo>
                <a:lnTo>
                  <a:pt x="285973" y="95548"/>
                </a:lnTo>
                <a:lnTo>
                  <a:pt x="285973" y="80367"/>
                </a:lnTo>
                <a:lnTo>
                  <a:pt x="347364" y="80367"/>
                </a:lnTo>
                <a:lnTo>
                  <a:pt x="347364" y="47328"/>
                </a:lnTo>
                <a:lnTo>
                  <a:pt x="295349" y="47328"/>
                </a:lnTo>
                <a:lnTo>
                  <a:pt x="295349" y="32147"/>
                </a:lnTo>
                <a:lnTo>
                  <a:pt x="347364" y="32147"/>
                </a:lnTo>
                <a:close/>
                <a:moveTo>
                  <a:pt x="990302" y="670"/>
                </a:moveTo>
                <a:lnTo>
                  <a:pt x="1009278" y="8260"/>
                </a:lnTo>
                <a:cubicBezTo>
                  <a:pt x="992460" y="21059"/>
                  <a:pt x="974749" y="33561"/>
                  <a:pt x="956146" y="45765"/>
                </a:cubicBezTo>
                <a:cubicBezTo>
                  <a:pt x="965076" y="45467"/>
                  <a:pt x="996255" y="44351"/>
                  <a:pt x="1049684" y="42416"/>
                </a:cubicBezTo>
                <a:cubicBezTo>
                  <a:pt x="1042094" y="36463"/>
                  <a:pt x="1034132" y="30287"/>
                  <a:pt x="1025797" y="23887"/>
                </a:cubicBezTo>
                <a:lnTo>
                  <a:pt x="1037629" y="13395"/>
                </a:lnTo>
                <a:cubicBezTo>
                  <a:pt x="1060251" y="29766"/>
                  <a:pt x="1080492" y="45318"/>
                  <a:pt x="1098351" y="60052"/>
                </a:cubicBezTo>
                <a:lnTo>
                  <a:pt x="1085626" y="72554"/>
                </a:lnTo>
                <a:cubicBezTo>
                  <a:pt x="1079822" y="67345"/>
                  <a:pt x="1073571" y="61987"/>
                  <a:pt x="1066874" y="56481"/>
                </a:cubicBezTo>
                <a:cubicBezTo>
                  <a:pt x="1025649" y="57969"/>
                  <a:pt x="985763" y="59680"/>
                  <a:pt x="947216" y="61615"/>
                </a:cubicBezTo>
                <a:cubicBezTo>
                  <a:pt x="943198" y="61764"/>
                  <a:pt x="936501" y="62434"/>
                  <a:pt x="927124" y="63624"/>
                </a:cubicBezTo>
                <a:lnTo>
                  <a:pt x="921320" y="46211"/>
                </a:lnTo>
                <a:cubicBezTo>
                  <a:pt x="929655" y="43533"/>
                  <a:pt x="936649" y="40630"/>
                  <a:pt x="942305" y="37505"/>
                </a:cubicBezTo>
                <a:cubicBezTo>
                  <a:pt x="956295" y="29022"/>
                  <a:pt x="972294" y="16743"/>
                  <a:pt x="990302" y="670"/>
                </a:cubicBezTo>
                <a:close/>
                <a:moveTo>
                  <a:pt x="483765" y="670"/>
                </a:moveTo>
                <a:lnTo>
                  <a:pt x="500509" y="670"/>
                </a:lnTo>
                <a:lnTo>
                  <a:pt x="500509" y="24780"/>
                </a:lnTo>
                <a:lnTo>
                  <a:pt x="596280" y="24780"/>
                </a:lnTo>
                <a:lnTo>
                  <a:pt x="596280" y="670"/>
                </a:lnTo>
                <a:lnTo>
                  <a:pt x="613023" y="670"/>
                </a:lnTo>
                <a:lnTo>
                  <a:pt x="613023" y="24780"/>
                </a:lnTo>
                <a:lnTo>
                  <a:pt x="650527" y="24780"/>
                </a:lnTo>
                <a:lnTo>
                  <a:pt x="650527" y="39291"/>
                </a:lnTo>
                <a:lnTo>
                  <a:pt x="613023" y="39291"/>
                </a:lnTo>
                <a:lnTo>
                  <a:pt x="613023" y="114077"/>
                </a:lnTo>
                <a:lnTo>
                  <a:pt x="656778" y="114077"/>
                </a:lnTo>
                <a:lnTo>
                  <a:pt x="656778" y="128588"/>
                </a:lnTo>
                <a:lnTo>
                  <a:pt x="598065" y="128588"/>
                </a:lnTo>
                <a:cubicBezTo>
                  <a:pt x="614809" y="145257"/>
                  <a:pt x="635272" y="157833"/>
                  <a:pt x="659457" y="166316"/>
                </a:cubicBezTo>
                <a:cubicBezTo>
                  <a:pt x="654546" y="172418"/>
                  <a:pt x="650527" y="177775"/>
                  <a:pt x="647402" y="182389"/>
                </a:cubicBezTo>
                <a:cubicBezTo>
                  <a:pt x="633710" y="175915"/>
                  <a:pt x="621134" y="168176"/>
                  <a:pt x="609674" y="159172"/>
                </a:cubicBezTo>
                <a:lnTo>
                  <a:pt x="609674" y="171450"/>
                </a:lnTo>
                <a:lnTo>
                  <a:pt x="556319" y="171450"/>
                </a:lnTo>
                <a:lnTo>
                  <a:pt x="556319" y="194667"/>
                </a:lnTo>
                <a:lnTo>
                  <a:pt x="643607" y="194667"/>
                </a:lnTo>
                <a:lnTo>
                  <a:pt x="643607" y="209178"/>
                </a:lnTo>
                <a:lnTo>
                  <a:pt x="452288" y="209178"/>
                </a:lnTo>
                <a:lnTo>
                  <a:pt x="452288" y="194667"/>
                </a:lnTo>
                <a:lnTo>
                  <a:pt x="539576" y="194667"/>
                </a:lnTo>
                <a:lnTo>
                  <a:pt x="539576" y="171450"/>
                </a:lnTo>
                <a:lnTo>
                  <a:pt x="485551" y="171450"/>
                </a:lnTo>
                <a:lnTo>
                  <a:pt x="485551" y="159284"/>
                </a:lnTo>
                <a:cubicBezTo>
                  <a:pt x="473720" y="169181"/>
                  <a:pt x="461367" y="177775"/>
                  <a:pt x="448493" y="185068"/>
                </a:cubicBezTo>
                <a:cubicBezTo>
                  <a:pt x="445665" y="181050"/>
                  <a:pt x="441796" y="176362"/>
                  <a:pt x="436885" y="171004"/>
                </a:cubicBezTo>
                <a:cubicBezTo>
                  <a:pt x="459804" y="159842"/>
                  <a:pt x="479635" y="145703"/>
                  <a:pt x="496379" y="128588"/>
                </a:cubicBezTo>
                <a:lnTo>
                  <a:pt x="439340" y="128588"/>
                </a:lnTo>
                <a:lnTo>
                  <a:pt x="439340" y="114077"/>
                </a:lnTo>
                <a:lnTo>
                  <a:pt x="483765" y="114077"/>
                </a:lnTo>
                <a:lnTo>
                  <a:pt x="483765" y="39291"/>
                </a:lnTo>
                <a:lnTo>
                  <a:pt x="446261" y="39291"/>
                </a:lnTo>
                <a:lnTo>
                  <a:pt x="446261" y="24780"/>
                </a:lnTo>
                <a:lnTo>
                  <a:pt x="483765" y="24780"/>
                </a:lnTo>
                <a:close/>
                <a:moveTo>
                  <a:pt x="787821" y="224"/>
                </a:moveTo>
                <a:lnTo>
                  <a:pt x="803895" y="224"/>
                </a:lnTo>
                <a:lnTo>
                  <a:pt x="803895" y="29692"/>
                </a:lnTo>
                <a:lnTo>
                  <a:pt x="851222" y="29692"/>
                </a:lnTo>
                <a:cubicBezTo>
                  <a:pt x="851222" y="58713"/>
                  <a:pt x="851966" y="78582"/>
                  <a:pt x="853455" y="89297"/>
                </a:cubicBezTo>
                <a:cubicBezTo>
                  <a:pt x="855092" y="101352"/>
                  <a:pt x="858366" y="107380"/>
                  <a:pt x="863277" y="107380"/>
                </a:cubicBezTo>
                <a:cubicBezTo>
                  <a:pt x="866105" y="107380"/>
                  <a:pt x="868189" y="103882"/>
                  <a:pt x="869528" y="96887"/>
                </a:cubicBezTo>
                <a:cubicBezTo>
                  <a:pt x="870719" y="90041"/>
                  <a:pt x="871537" y="81930"/>
                  <a:pt x="871984" y="72554"/>
                </a:cubicBezTo>
                <a:cubicBezTo>
                  <a:pt x="877193" y="74786"/>
                  <a:pt x="882402" y="76796"/>
                  <a:pt x="887611" y="78582"/>
                </a:cubicBezTo>
                <a:cubicBezTo>
                  <a:pt x="886866" y="87660"/>
                  <a:pt x="885899" y="95325"/>
                  <a:pt x="884708" y="101575"/>
                </a:cubicBezTo>
                <a:cubicBezTo>
                  <a:pt x="881732" y="118095"/>
                  <a:pt x="874439" y="126355"/>
                  <a:pt x="862831" y="126355"/>
                </a:cubicBezTo>
                <a:cubicBezTo>
                  <a:pt x="849585" y="126355"/>
                  <a:pt x="841325" y="117202"/>
                  <a:pt x="838051" y="98897"/>
                </a:cubicBezTo>
                <a:cubicBezTo>
                  <a:pt x="836116" y="87437"/>
                  <a:pt x="835149" y="69429"/>
                  <a:pt x="835149" y="44872"/>
                </a:cubicBezTo>
                <a:lnTo>
                  <a:pt x="803448" y="44872"/>
                </a:lnTo>
                <a:cubicBezTo>
                  <a:pt x="802779" y="57299"/>
                  <a:pt x="801067" y="67792"/>
                  <a:pt x="798314" y="76349"/>
                </a:cubicBezTo>
                <a:cubicBezTo>
                  <a:pt x="808806" y="82228"/>
                  <a:pt x="818331" y="87883"/>
                  <a:pt x="826889" y="93316"/>
                </a:cubicBezTo>
                <a:lnTo>
                  <a:pt x="817289" y="108273"/>
                </a:lnTo>
                <a:cubicBezTo>
                  <a:pt x="809253" y="102617"/>
                  <a:pt x="800621" y="96962"/>
                  <a:pt x="791393" y="91306"/>
                </a:cubicBezTo>
                <a:cubicBezTo>
                  <a:pt x="783729" y="103510"/>
                  <a:pt x="768622" y="115714"/>
                  <a:pt x="746075" y="127918"/>
                </a:cubicBezTo>
                <a:cubicBezTo>
                  <a:pt x="742801" y="123007"/>
                  <a:pt x="738931" y="118244"/>
                  <a:pt x="734466" y="113631"/>
                </a:cubicBezTo>
                <a:cubicBezTo>
                  <a:pt x="755228" y="103436"/>
                  <a:pt x="769218" y="93018"/>
                  <a:pt x="776436" y="82377"/>
                </a:cubicBezTo>
                <a:cubicBezTo>
                  <a:pt x="770334" y="78805"/>
                  <a:pt x="764009" y="75233"/>
                  <a:pt x="757460" y="71661"/>
                </a:cubicBezTo>
                <a:lnTo>
                  <a:pt x="765274" y="59159"/>
                </a:lnTo>
                <a:cubicBezTo>
                  <a:pt x="771525" y="62285"/>
                  <a:pt x="777552" y="65336"/>
                  <a:pt x="783356" y="68312"/>
                </a:cubicBezTo>
                <a:cubicBezTo>
                  <a:pt x="785366" y="61987"/>
                  <a:pt x="786705" y="54174"/>
                  <a:pt x="787375" y="44872"/>
                </a:cubicBezTo>
                <a:lnTo>
                  <a:pt x="763041" y="44872"/>
                </a:lnTo>
                <a:lnTo>
                  <a:pt x="763041" y="29692"/>
                </a:lnTo>
                <a:lnTo>
                  <a:pt x="787821" y="29692"/>
                </a:lnTo>
                <a:close/>
                <a:moveTo>
                  <a:pt x="709240" y="0"/>
                </a:moveTo>
                <a:lnTo>
                  <a:pt x="725314" y="0"/>
                </a:lnTo>
                <a:lnTo>
                  <a:pt x="725314" y="31701"/>
                </a:lnTo>
                <a:lnTo>
                  <a:pt x="752103" y="31701"/>
                </a:lnTo>
                <a:lnTo>
                  <a:pt x="752103" y="46881"/>
                </a:lnTo>
                <a:lnTo>
                  <a:pt x="725314" y="46881"/>
                </a:lnTo>
                <a:lnTo>
                  <a:pt x="725314" y="67308"/>
                </a:lnTo>
                <a:cubicBezTo>
                  <a:pt x="733573" y="65671"/>
                  <a:pt x="742652" y="63848"/>
                  <a:pt x="752549" y="61838"/>
                </a:cubicBezTo>
                <a:cubicBezTo>
                  <a:pt x="752847" y="69875"/>
                  <a:pt x="753070" y="75159"/>
                  <a:pt x="753219" y="77689"/>
                </a:cubicBezTo>
                <a:cubicBezTo>
                  <a:pt x="743768" y="79549"/>
                  <a:pt x="734466" y="81409"/>
                  <a:pt x="725314" y="83270"/>
                </a:cubicBezTo>
                <a:lnTo>
                  <a:pt x="725314" y="106040"/>
                </a:lnTo>
                <a:cubicBezTo>
                  <a:pt x="725314" y="120774"/>
                  <a:pt x="718170" y="128216"/>
                  <a:pt x="703882" y="128365"/>
                </a:cubicBezTo>
                <a:cubicBezTo>
                  <a:pt x="697483" y="128513"/>
                  <a:pt x="689595" y="128439"/>
                  <a:pt x="680219" y="128141"/>
                </a:cubicBezTo>
                <a:cubicBezTo>
                  <a:pt x="679623" y="122188"/>
                  <a:pt x="678730" y="116756"/>
                  <a:pt x="677540" y="111845"/>
                </a:cubicBezTo>
                <a:cubicBezTo>
                  <a:pt x="687214" y="112589"/>
                  <a:pt x="694953" y="112961"/>
                  <a:pt x="700757" y="112961"/>
                </a:cubicBezTo>
                <a:cubicBezTo>
                  <a:pt x="706412" y="112961"/>
                  <a:pt x="709240" y="109984"/>
                  <a:pt x="709240" y="104031"/>
                </a:cubicBezTo>
                <a:lnTo>
                  <a:pt x="709240" y="86730"/>
                </a:lnTo>
                <a:cubicBezTo>
                  <a:pt x="697706" y="89260"/>
                  <a:pt x="686395" y="91827"/>
                  <a:pt x="675307" y="94432"/>
                </a:cubicBezTo>
                <a:lnTo>
                  <a:pt x="671289" y="77465"/>
                </a:lnTo>
                <a:cubicBezTo>
                  <a:pt x="679995" y="76051"/>
                  <a:pt x="692646" y="73745"/>
                  <a:pt x="709240" y="70545"/>
                </a:cubicBezTo>
                <a:lnTo>
                  <a:pt x="709240" y="46881"/>
                </a:lnTo>
                <a:lnTo>
                  <a:pt x="673521" y="46881"/>
                </a:lnTo>
                <a:lnTo>
                  <a:pt x="673521" y="31701"/>
                </a:lnTo>
                <a:lnTo>
                  <a:pt x="709240" y="31701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5B4C1656-A7C2-44FB-AC36-1F47BF630099}"/>
              </a:ext>
            </a:extLst>
          </p:cNvPr>
          <p:cNvGrpSpPr/>
          <p:nvPr/>
        </p:nvGrpSpPr>
        <p:grpSpPr>
          <a:xfrm flipH="1">
            <a:off x="5516358" y="665592"/>
            <a:ext cx="1393965" cy="734252"/>
            <a:chOff x="4128293" y="5205575"/>
            <a:chExt cx="801688" cy="422278"/>
          </a:xfrm>
        </p:grpSpPr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33A06CDE-565D-48E2-90ED-F2FFB762A1F8}"/>
                </a:ext>
              </a:extLst>
            </p:cNvPr>
            <p:cNvSpPr/>
            <p:nvPr/>
          </p:nvSpPr>
          <p:spPr>
            <a:xfrm>
              <a:off x="4128293" y="5205575"/>
              <a:ext cx="148700" cy="42227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0E512E4A-12FC-420E-B92B-3027E2901AD5}"/>
                </a:ext>
              </a:extLst>
            </p:cNvPr>
            <p:cNvSpPr/>
            <p:nvPr/>
          </p:nvSpPr>
          <p:spPr>
            <a:xfrm>
              <a:off x="4151659" y="5297589"/>
              <a:ext cx="73025" cy="2413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3C1A0B1A-5541-4CCC-8FF3-C1E71B90727A}"/>
                </a:ext>
              </a:extLst>
            </p:cNvPr>
            <p:cNvSpPr/>
            <p:nvPr/>
          </p:nvSpPr>
          <p:spPr>
            <a:xfrm>
              <a:off x="4151978" y="5369183"/>
              <a:ext cx="45719" cy="910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6" name="任意多边形 211">
              <a:extLst>
                <a:ext uri="{FF2B5EF4-FFF2-40B4-BE49-F238E27FC236}">
                  <a16:creationId xmlns:a16="http://schemas.microsoft.com/office/drawing/2014/main" id="{94A75512-D075-4A5A-9CD4-B290C3799AC4}"/>
                </a:ext>
              </a:extLst>
            </p:cNvPr>
            <p:cNvSpPr/>
            <p:nvPr/>
          </p:nvSpPr>
          <p:spPr>
            <a:xfrm>
              <a:off x="4211393" y="5205575"/>
              <a:ext cx="718588" cy="422278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249F0A99-95C6-4720-BEF8-4CD7DE0612C9}"/>
                </a:ext>
              </a:extLst>
            </p:cNvPr>
            <p:cNvSpPr/>
            <p:nvPr/>
          </p:nvSpPr>
          <p:spPr>
            <a:xfrm>
              <a:off x="4719369" y="5321774"/>
              <a:ext cx="168983" cy="16898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8836CF01-15D7-4F13-B7CE-B1AF45EAD105}"/>
                </a:ext>
              </a:extLst>
            </p:cNvPr>
            <p:cNvSpPr/>
            <p:nvPr/>
          </p:nvSpPr>
          <p:spPr>
            <a:xfrm>
              <a:off x="4318085" y="5321775"/>
              <a:ext cx="168983" cy="16898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AD3EE37D-7AB5-4D2F-BE5C-1FC2AEEFE1D4}"/>
                </a:ext>
              </a:extLst>
            </p:cNvPr>
            <p:cNvCxnSpPr/>
            <p:nvPr/>
          </p:nvCxnSpPr>
          <p:spPr>
            <a:xfrm>
              <a:off x="4348955" y="5406266"/>
              <a:ext cx="1047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EFFEC76A-4D0A-4DF2-90A2-C467667E23BE}"/>
                </a:ext>
              </a:extLst>
            </p:cNvPr>
            <p:cNvCxnSpPr/>
            <p:nvPr/>
          </p:nvCxnSpPr>
          <p:spPr>
            <a:xfrm>
              <a:off x="4751472" y="5402736"/>
              <a:ext cx="1047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7F1F244F-89D7-4861-A2EB-6FE002676447}"/>
                </a:ext>
              </a:extLst>
            </p:cNvPr>
            <p:cNvCxnSpPr/>
            <p:nvPr/>
          </p:nvCxnSpPr>
          <p:spPr>
            <a:xfrm>
              <a:off x="4401342" y="5348324"/>
              <a:ext cx="0" cy="1119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5C97A455-B0E6-4CE8-8FA2-8F1F5FE2319A}"/>
              </a:ext>
            </a:extLst>
          </p:cNvPr>
          <p:cNvSpPr/>
          <p:nvPr/>
        </p:nvSpPr>
        <p:spPr>
          <a:xfrm flipV="1">
            <a:off x="6837279" y="1907217"/>
            <a:ext cx="2300226" cy="2017342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50F71143-EAEF-436D-B673-5F31F9CC7D57}"/>
              </a:ext>
            </a:extLst>
          </p:cNvPr>
          <p:cNvSpPr/>
          <p:nvPr/>
        </p:nvSpPr>
        <p:spPr>
          <a:xfrm rot="10800000" flipV="1">
            <a:off x="2901548" y="1915951"/>
            <a:ext cx="2641647" cy="2027453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20387464 w 25194307"/>
              <a:gd name="connsiteY0" fmla="*/ 2581405 h 2642807"/>
              <a:gd name="connsiteX1" fmla="*/ 21882889 w 25194307"/>
              <a:gd name="connsiteY1" fmla="*/ 2609980 h 2642807"/>
              <a:gd name="connsiteX2" fmla="*/ 23330689 w 25194307"/>
              <a:gd name="connsiteY2" fmla="*/ 2429005 h 2642807"/>
              <a:gd name="connsiteX3" fmla="*/ 23435464 w 25194307"/>
              <a:gd name="connsiteY3" fmla="*/ 485905 h 2642807"/>
              <a:gd name="connsiteX4" fmla="*/ 0 w 25194307"/>
              <a:gd name="connsiteY4" fmla="*/ 130 h 2642807"/>
              <a:gd name="connsiteX0" fmla="*/ 20387464 w 27512420"/>
              <a:gd name="connsiteY0" fmla="*/ 2629870 h 2709399"/>
              <a:gd name="connsiteX1" fmla="*/ 21882889 w 27512420"/>
              <a:gd name="connsiteY1" fmla="*/ 2658445 h 2709399"/>
              <a:gd name="connsiteX2" fmla="*/ 23330689 w 27512420"/>
              <a:gd name="connsiteY2" fmla="*/ 2477470 h 2709399"/>
              <a:gd name="connsiteX3" fmla="*/ 26219752 w 27512420"/>
              <a:gd name="connsiteY3" fmla="*/ 258145 h 2709399"/>
              <a:gd name="connsiteX4" fmla="*/ 0 w 27512420"/>
              <a:gd name="connsiteY4" fmla="*/ 48595 h 2709399"/>
              <a:gd name="connsiteX0" fmla="*/ 20387464 w 27512420"/>
              <a:gd name="connsiteY0" fmla="*/ 2629870 h 2693407"/>
              <a:gd name="connsiteX1" fmla="*/ 23330689 w 27512420"/>
              <a:gd name="connsiteY1" fmla="*/ 2477470 h 2693407"/>
              <a:gd name="connsiteX2" fmla="*/ 26219752 w 27512420"/>
              <a:gd name="connsiteY2" fmla="*/ 258145 h 2693407"/>
              <a:gd name="connsiteX3" fmla="*/ 0 w 27512420"/>
              <a:gd name="connsiteY3" fmla="*/ 48595 h 2693407"/>
              <a:gd name="connsiteX0" fmla="*/ 20387464 w 27722404"/>
              <a:gd name="connsiteY0" fmla="*/ 2629870 h 2693407"/>
              <a:gd name="connsiteX1" fmla="*/ 24233700 w 27722404"/>
              <a:gd name="connsiteY1" fmla="*/ 2477470 h 2693407"/>
              <a:gd name="connsiteX2" fmla="*/ 26219752 w 27722404"/>
              <a:gd name="connsiteY2" fmla="*/ 258145 h 2693407"/>
              <a:gd name="connsiteX3" fmla="*/ 0 w 27722404"/>
              <a:gd name="connsiteY3" fmla="*/ 48595 h 2693407"/>
              <a:gd name="connsiteX0" fmla="*/ 20387464 w 27690510"/>
              <a:gd name="connsiteY0" fmla="*/ 2629870 h 2643563"/>
              <a:gd name="connsiteX1" fmla="*/ 24233700 w 27690510"/>
              <a:gd name="connsiteY1" fmla="*/ 2477470 h 2643563"/>
              <a:gd name="connsiteX2" fmla="*/ 26219752 w 27690510"/>
              <a:gd name="connsiteY2" fmla="*/ 258145 h 2643563"/>
              <a:gd name="connsiteX3" fmla="*/ 0 w 27690510"/>
              <a:gd name="connsiteY3" fmla="*/ 48595 h 2643563"/>
              <a:gd name="connsiteX0" fmla="*/ 20387464 w 27766401"/>
              <a:gd name="connsiteY0" fmla="*/ 2617440 h 2617440"/>
              <a:gd name="connsiteX1" fmla="*/ 24534704 w 27766401"/>
              <a:gd name="connsiteY1" fmla="*/ 2255490 h 2617440"/>
              <a:gd name="connsiteX2" fmla="*/ 26219752 w 27766401"/>
              <a:gd name="connsiteY2" fmla="*/ 245715 h 2617440"/>
              <a:gd name="connsiteX3" fmla="*/ 0 w 27766401"/>
              <a:gd name="connsiteY3" fmla="*/ 36165 h 2617440"/>
              <a:gd name="connsiteX0" fmla="*/ 20387463 w 27844283"/>
              <a:gd name="connsiteY0" fmla="*/ 2426940 h 2466365"/>
              <a:gd name="connsiteX1" fmla="*/ 24534704 w 27844283"/>
              <a:gd name="connsiteY1" fmla="*/ 2255490 h 2466365"/>
              <a:gd name="connsiteX2" fmla="*/ 26219752 w 27844283"/>
              <a:gd name="connsiteY2" fmla="*/ 245715 h 2466365"/>
              <a:gd name="connsiteX3" fmla="*/ 0 w 27844283"/>
              <a:gd name="connsiteY3" fmla="*/ 36165 h 2466365"/>
              <a:gd name="connsiteX0" fmla="*/ 20387463 w 25371962"/>
              <a:gd name="connsiteY0" fmla="*/ 2440487 h 2481821"/>
              <a:gd name="connsiteX1" fmla="*/ 24534704 w 25371962"/>
              <a:gd name="connsiteY1" fmla="*/ 2269037 h 2481821"/>
              <a:gd name="connsiteX2" fmla="*/ 22833452 w 25371962"/>
              <a:gd name="connsiteY2" fmla="*/ 230687 h 2481821"/>
              <a:gd name="connsiteX3" fmla="*/ 0 w 25371962"/>
              <a:gd name="connsiteY3" fmla="*/ 49712 h 2481821"/>
              <a:gd name="connsiteX0" fmla="*/ 21064723 w 26093006"/>
              <a:gd name="connsiteY0" fmla="*/ 2457162 h 2498496"/>
              <a:gd name="connsiteX1" fmla="*/ 25211964 w 26093006"/>
              <a:gd name="connsiteY1" fmla="*/ 2285712 h 2498496"/>
              <a:gd name="connsiteX2" fmla="*/ 23510712 w 26093006"/>
              <a:gd name="connsiteY2" fmla="*/ 247362 h 2498496"/>
              <a:gd name="connsiteX3" fmla="*/ 0 w 26093006"/>
              <a:gd name="connsiteY3" fmla="*/ 37812 h 2498496"/>
              <a:gd name="connsiteX0" fmla="*/ 20914221 w 25932739"/>
              <a:gd name="connsiteY0" fmla="*/ 2435240 h 2476574"/>
              <a:gd name="connsiteX1" fmla="*/ 25061462 w 25932739"/>
              <a:gd name="connsiteY1" fmla="*/ 2263790 h 2476574"/>
              <a:gd name="connsiteX2" fmla="*/ 23360210 w 25932739"/>
              <a:gd name="connsiteY2" fmla="*/ 225440 h 2476574"/>
              <a:gd name="connsiteX3" fmla="*/ 0 w 25932739"/>
              <a:gd name="connsiteY3" fmla="*/ 53990 h 2476574"/>
              <a:gd name="connsiteX0" fmla="*/ 20914221 w 25853561"/>
              <a:gd name="connsiteY0" fmla="*/ 2429982 h 2432928"/>
              <a:gd name="connsiteX1" fmla="*/ 24910959 w 25853561"/>
              <a:gd name="connsiteY1" fmla="*/ 2175982 h 2432928"/>
              <a:gd name="connsiteX2" fmla="*/ 23360210 w 25853561"/>
              <a:gd name="connsiteY2" fmla="*/ 220182 h 2432928"/>
              <a:gd name="connsiteX3" fmla="*/ 0 w 25853561"/>
              <a:gd name="connsiteY3" fmla="*/ 48732 h 2432928"/>
              <a:gd name="connsiteX0" fmla="*/ 20914221 w 25853561"/>
              <a:gd name="connsiteY0" fmla="*/ 2429982 h 2429982"/>
              <a:gd name="connsiteX1" fmla="*/ 24910959 w 25853561"/>
              <a:gd name="connsiteY1" fmla="*/ 2175982 h 2429982"/>
              <a:gd name="connsiteX2" fmla="*/ 23360210 w 25853561"/>
              <a:gd name="connsiteY2" fmla="*/ 220182 h 2429982"/>
              <a:gd name="connsiteX3" fmla="*/ 0 w 25853561"/>
              <a:gd name="connsiteY3" fmla="*/ 48732 h 2429982"/>
              <a:gd name="connsiteX0" fmla="*/ 20914221 w 26074061"/>
              <a:gd name="connsiteY0" fmla="*/ 2462033 h 2467778"/>
              <a:gd name="connsiteX1" fmla="*/ 24910959 w 26074061"/>
              <a:gd name="connsiteY1" fmla="*/ 2208033 h 2467778"/>
              <a:gd name="connsiteX2" fmla="*/ 23711381 w 26074061"/>
              <a:gd name="connsiteY2" fmla="*/ 195083 h 2467778"/>
              <a:gd name="connsiteX3" fmla="*/ 0 w 26074061"/>
              <a:gd name="connsiteY3" fmla="*/ 80783 h 2467778"/>
              <a:gd name="connsiteX0" fmla="*/ 20914221 w 26074061"/>
              <a:gd name="connsiteY0" fmla="*/ 2462033 h 2467778"/>
              <a:gd name="connsiteX1" fmla="*/ 24910959 w 26074061"/>
              <a:gd name="connsiteY1" fmla="*/ 2208033 h 2467778"/>
              <a:gd name="connsiteX2" fmla="*/ 23711381 w 26074061"/>
              <a:gd name="connsiteY2" fmla="*/ 195083 h 2467778"/>
              <a:gd name="connsiteX3" fmla="*/ 0 w 26074061"/>
              <a:gd name="connsiteY3" fmla="*/ 80783 h 2467778"/>
              <a:gd name="connsiteX0" fmla="*/ 20914221 w 26074061"/>
              <a:gd name="connsiteY0" fmla="*/ 2382124 h 2387869"/>
              <a:gd name="connsiteX1" fmla="*/ 24910959 w 26074061"/>
              <a:gd name="connsiteY1" fmla="*/ 2128124 h 2387869"/>
              <a:gd name="connsiteX2" fmla="*/ 23711381 w 26074061"/>
              <a:gd name="connsiteY2" fmla="*/ 115174 h 2387869"/>
              <a:gd name="connsiteX3" fmla="*/ 0 w 26074061"/>
              <a:gd name="connsiteY3" fmla="*/ 874 h 2387869"/>
              <a:gd name="connsiteX0" fmla="*/ 20914221 w 27573095"/>
              <a:gd name="connsiteY0" fmla="*/ 2381894 h 2387322"/>
              <a:gd name="connsiteX1" fmla="*/ 24910959 w 27573095"/>
              <a:gd name="connsiteY1" fmla="*/ 2127894 h 2387322"/>
              <a:gd name="connsiteX2" fmla="*/ 25768245 w 27573095"/>
              <a:gd name="connsiteY2" fmla="*/ 121294 h 2387322"/>
              <a:gd name="connsiteX3" fmla="*/ 0 w 27573095"/>
              <a:gd name="connsiteY3" fmla="*/ 644 h 2387322"/>
              <a:gd name="connsiteX0" fmla="*/ 20914221 w 25998320"/>
              <a:gd name="connsiteY0" fmla="*/ 2381894 h 2387322"/>
              <a:gd name="connsiteX1" fmla="*/ 24910959 w 25998320"/>
              <a:gd name="connsiteY1" fmla="*/ 2127894 h 2387322"/>
              <a:gd name="connsiteX2" fmla="*/ 25768245 w 25998320"/>
              <a:gd name="connsiteY2" fmla="*/ 121294 h 2387322"/>
              <a:gd name="connsiteX3" fmla="*/ 0 w 25998320"/>
              <a:gd name="connsiteY3" fmla="*/ 644 h 2387322"/>
              <a:gd name="connsiteX0" fmla="*/ 20914221 w 25998320"/>
              <a:gd name="connsiteY0" fmla="*/ 2383604 h 2389032"/>
              <a:gd name="connsiteX1" fmla="*/ 24910959 w 25998320"/>
              <a:gd name="connsiteY1" fmla="*/ 2129604 h 2389032"/>
              <a:gd name="connsiteX2" fmla="*/ 25768245 w 25998320"/>
              <a:gd name="connsiteY2" fmla="*/ 123004 h 2389032"/>
              <a:gd name="connsiteX3" fmla="*/ 0 w 25998320"/>
              <a:gd name="connsiteY3" fmla="*/ 2354 h 2389032"/>
              <a:gd name="connsiteX0" fmla="*/ 20914221 w 26039781"/>
              <a:gd name="connsiteY0" fmla="*/ 2383604 h 2389032"/>
              <a:gd name="connsiteX1" fmla="*/ 24910959 w 26039781"/>
              <a:gd name="connsiteY1" fmla="*/ 2129604 h 2389032"/>
              <a:gd name="connsiteX2" fmla="*/ 25768245 w 26039781"/>
              <a:gd name="connsiteY2" fmla="*/ 123004 h 2389032"/>
              <a:gd name="connsiteX3" fmla="*/ 0 w 26039781"/>
              <a:gd name="connsiteY3" fmla="*/ 2354 h 2389032"/>
              <a:gd name="connsiteX0" fmla="*/ 20914221 w 26204401"/>
              <a:gd name="connsiteY0" fmla="*/ 2420349 h 2425777"/>
              <a:gd name="connsiteX1" fmla="*/ 24910959 w 26204401"/>
              <a:gd name="connsiteY1" fmla="*/ 2166349 h 2425777"/>
              <a:gd name="connsiteX2" fmla="*/ 25768245 w 26204401"/>
              <a:gd name="connsiteY2" fmla="*/ 159749 h 2425777"/>
              <a:gd name="connsiteX3" fmla="*/ 0 w 26204401"/>
              <a:gd name="connsiteY3" fmla="*/ 39099 h 2425777"/>
              <a:gd name="connsiteX0" fmla="*/ 20914221 w 25586165"/>
              <a:gd name="connsiteY0" fmla="*/ 2420349 h 2425777"/>
              <a:gd name="connsiteX1" fmla="*/ 24910959 w 25586165"/>
              <a:gd name="connsiteY1" fmla="*/ 2166349 h 2425777"/>
              <a:gd name="connsiteX2" fmla="*/ 24940483 w 25586165"/>
              <a:gd name="connsiteY2" fmla="*/ 159749 h 2425777"/>
              <a:gd name="connsiteX3" fmla="*/ 0 w 25586165"/>
              <a:gd name="connsiteY3" fmla="*/ 39099 h 2425777"/>
              <a:gd name="connsiteX0" fmla="*/ 20914221 w 25329742"/>
              <a:gd name="connsiteY0" fmla="*/ 2384472 h 2384906"/>
              <a:gd name="connsiteX1" fmla="*/ 24910959 w 25329742"/>
              <a:gd name="connsiteY1" fmla="*/ 2130472 h 2384906"/>
              <a:gd name="connsiteX2" fmla="*/ 24488976 w 25329742"/>
              <a:gd name="connsiteY2" fmla="*/ 228647 h 2384906"/>
              <a:gd name="connsiteX3" fmla="*/ 0 w 25329742"/>
              <a:gd name="connsiteY3" fmla="*/ 3222 h 238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29742" h="2384906">
                <a:moveTo>
                  <a:pt x="20914221" y="2384472"/>
                </a:moveTo>
                <a:cubicBezTo>
                  <a:pt x="21527393" y="2352722"/>
                  <a:pt x="24315167" y="2489776"/>
                  <a:pt x="24910959" y="2130472"/>
                </a:cubicBezTo>
                <a:cubicBezTo>
                  <a:pt x="25506751" y="1771168"/>
                  <a:pt x="25550763" y="500883"/>
                  <a:pt x="24488976" y="228647"/>
                </a:cubicBezTo>
                <a:cubicBezTo>
                  <a:pt x="23471264" y="-32288"/>
                  <a:pt x="157560" y="-747"/>
                  <a:pt x="0" y="3222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76270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>
            <a:extLst>
              <a:ext uri="{FF2B5EF4-FFF2-40B4-BE49-F238E27FC236}">
                <a16:creationId xmlns:a16="http://schemas.microsoft.com/office/drawing/2014/main" id="{48350B65-32B3-413D-974B-84DA9A863A29}"/>
              </a:ext>
            </a:extLst>
          </p:cNvPr>
          <p:cNvSpPr/>
          <p:nvPr/>
        </p:nvSpPr>
        <p:spPr>
          <a:xfrm>
            <a:off x="5528616" y="3232432"/>
            <a:ext cx="617218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A2406BB-2807-4255-8DDB-B1BB558DA556}"/>
              </a:ext>
            </a:extLst>
          </p:cNvPr>
          <p:cNvSpPr/>
          <p:nvPr/>
        </p:nvSpPr>
        <p:spPr>
          <a:xfrm>
            <a:off x="3343085" y="3230681"/>
            <a:ext cx="2684506" cy="144969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C2997271-EF86-4D5F-91E9-F55E92BCDD18}"/>
              </a:ext>
            </a:extLst>
          </p:cNvPr>
          <p:cNvSpPr txBox="1"/>
          <p:nvPr/>
        </p:nvSpPr>
        <p:spPr>
          <a:xfrm>
            <a:off x="4334833" y="2795342"/>
            <a:ext cx="561380" cy="29969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530426D2-5488-4543-9986-503A1B5686B1}"/>
              </a:ext>
            </a:extLst>
          </p:cNvPr>
          <p:cNvGrpSpPr/>
          <p:nvPr/>
        </p:nvGrpSpPr>
        <p:grpSpPr>
          <a:xfrm>
            <a:off x="3416961" y="3291273"/>
            <a:ext cx="65226" cy="1331801"/>
            <a:chOff x="1214405" y="4592622"/>
            <a:chExt cx="84501" cy="1725373"/>
          </a:xfrm>
        </p:grpSpPr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873C9488-8195-41C4-B090-E95AD7BB9AD8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76AF446A-B691-4A4A-AF48-EEE597D69DAF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3AC4D624-ECB1-433C-A3A9-7AF9E1318A87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378826C4-CA00-41A6-A17A-F03AD7938574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289FAAD0-11D5-4501-92BC-89934C36A32F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65DA9D4B-3C8A-4BB3-ADE4-9C87D32BB303}"/>
              </a:ext>
            </a:extLst>
          </p:cNvPr>
          <p:cNvGrpSpPr/>
          <p:nvPr/>
        </p:nvGrpSpPr>
        <p:grpSpPr>
          <a:xfrm>
            <a:off x="3973951" y="3291273"/>
            <a:ext cx="65226" cy="1331801"/>
            <a:chOff x="1214405" y="4592622"/>
            <a:chExt cx="84501" cy="1725373"/>
          </a:xfrm>
        </p:grpSpPr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312AD2FB-5797-4AF2-81B5-7534AB4A1FA8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82F690E2-1800-424E-8954-24E1451D7F20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B1173A8C-79AF-4840-B0B7-F3B7E0783C8E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31C8BDD9-3874-44B6-82D5-6E0E711B3481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4584F266-12A5-4886-80AD-50233E8E3867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8DD72B63-3199-4900-A852-D01A71CA3DC1}"/>
              </a:ext>
            </a:extLst>
          </p:cNvPr>
          <p:cNvGrpSpPr/>
          <p:nvPr/>
        </p:nvGrpSpPr>
        <p:grpSpPr>
          <a:xfrm>
            <a:off x="4530941" y="3291273"/>
            <a:ext cx="65226" cy="1331801"/>
            <a:chOff x="1214405" y="4592622"/>
            <a:chExt cx="84501" cy="1725373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31EEEEB9-C69D-4D85-8B07-9F4B0CCEAF34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6934A019-338B-4C7C-B19D-73D222A49558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2F92BBB0-B2CF-489A-93E0-F2B3A6E561FF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772D1107-8EC9-46FD-A6C3-4110DC327B93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ABEF0639-845F-4C69-BC44-565AE9D3F1F6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0615F074-6BC6-4738-B457-E1ECDF7B524D}"/>
              </a:ext>
            </a:extLst>
          </p:cNvPr>
          <p:cNvGrpSpPr/>
          <p:nvPr/>
        </p:nvGrpSpPr>
        <p:grpSpPr>
          <a:xfrm>
            <a:off x="5087931" y="3291273"/>
            <a:ext cx="65226" cy="1331801"/>
            <a:chOff x="1214405" y="4592622"/>
            <a:chExt cx="84501" cy="1725373"/>
          </a:xfrm>
        </p:grpSpPr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955FD6C9-E3AE-4871-95D0-F1A329921A0D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D225CF3B-AC77-4435-BACE-9C168DF7DCAB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73161254-8143-483D-B591-2D60E1504ECA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D6D77E98-41F7-4AD7-A9A4-C7455D76B280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D9785832-4F22-4813-85BF-FD3550371E98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6" name="矩形 135">
            <a:extLst>
              <a:ext uri="{FF2B5EF4-FFF2-40B4-BE49-F238E27FC236}">
                <a16:creationId xmlns:a16="http://schemas.microsoft.com/office/drawing/2014/main" id="{042AA555-E4A3-441C-A675-749CA2AD627C}"/>
              </a:ext>
            </a:extLst>
          </p:cNvPr>
          <p:cNvSpPr/>
          <p:nvPr/>
        </p:nvSpPr>
        <p:spPr>
          <a:xfrm>
            <a:off x="6027591" y="3230681"/>
            <a:ext cx="2821325" cy="1449695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2E46D91-7890-4701-90B9-9FE48EB12F34}"/>
              </a:ext>
            </a:extLst>
          </p:cNvPr>
          <p:cNvSpPr txBox="1"/>
          <p:nvPr/>
        </p:nvSpPr>
        <p:spPr>
          <a:xfrm>
            <a:off x="7212816" y="2769014"/>
            <a:ext cx="606269" cy="293083"/>
          </a:xfrm>
          <a:custGeom>
            <a:avLst/>
            <a:gdLst/>
            <a:ahLst/>
            <a:cxnLst/>
            <a:rect l="l" t="t" r="r" b="b"/>
            <a:pathLst>
              <a:path w="591145" h="294085">
                <a:moveTo>
                  <a:pt x="62805" y="190500"/>
                </a:moveTo>
                <a:cubicBezTo>
                  <a:pt x="77291" y="205185"/>
                  <a:pt x="91479" y="220465"/>
                  <a:pt x="105370" y="236340"/>
                </a:cubicBezTo>
                <a:lnTo>
                  <a:pt x="85129" y="252413"/>
                </a:lnTo>
                <a:cubicBezTo>
                  <a:pt x="73223" y="236736"/>
                  <a:pt x="59928" y="220762"/>
                  <a:pt x="45243" y="204490"/>
                </a:cubicBezTo>
                <a:close/>
                <a:moveTo>
                  <a:pt x="233362" y="189905"/>
                </a:moveTo>
                <a:lnTo>
                  <a:pt x="254198" y="203300"/>
                </a:lnTo>
                <a:cubicBezTo>
                  <a:pt x="240307" y="220564"/>
                  <a:pt x="225722" y="237133"/>
                  <a:pt x="210442" y="253008"/>
                </a:cubicBezTo>
                <a:lnTo>
                  <a:pt x="192583" y="238721"/>
                </a:lnTo>
                <a:cubicBezTo>
                  <a:pt x="208657" y="222052"/>
                  <a:pt x="222249" y="205780"/>
                  <a:pt x="233362" y="189905"/>
                </a:cubicBezTo>
                <a:close/>
                <a:moveTo>
                  <a:pt x="490834" y="139304"/>
                </a:moveTo>
                <a:lnTo>
                  <a:pt x="490834" y="161330"/>
                </a:lnTo>
                <a:lnTo>
                  <a:pt x="552747" y="161330"/>
                </a:lnTo>
                <a:lnTo>
                  <a:pt x="552747" y="139304"/>
                </a:lnTo>
                <a:close/>
                <a:moveTo>
                  <a:pt x="411063" y="139304"/>
                </a:moveTo>
                <a:lnTo>
                  <a:pt x="411063" y="161330"/>
                </a:lnTo>
                <a:lnTo>
                  <a:pt x="471487" y="161330"/>
                </a:lnTo>
                <a:lnTo>
                  <a:pt x="471487" y="139304"/>
                </a:lnTo>
                <a:close/>
                <a:moveTo>
                  <a:pt x="581024" y="82451"/>
                </a:moveTo>
                <a:lnTo>
                  <a:pt x="585787" y="99715"/>
                </a:lnTo>
                <a:cubicBezTo>
                  <a:pt x="559990" y="101104"/>
                  <a:pt x="528339" y="102493"/>
                  <a:pt x="490834" y="103882"/>
                </a:cubicBezTo>
                <a:lnTo>
                  <a:pt x="490834" y="123230"/>
                </a:lnTo>
                <a:lnTo>
                  <a:pt x="572392" y="123230"/>
                </a:lnTo>
                <a:lnTo>
                  <a:pt x="572392" y="183357"/>
                </a:lnTo>
                <a:lnTo>
                  <a:pt x="552747" y="183357"/>
                </a:lnTo>
                <a:lnTo>
                  <a:pt x="552747" y="177404"/>
                </a:lnTo>
                <a:lnTo>
                  <a:pt x="490834" y="177404"/>
                </a:lnTo>
                <a:lnTo>
                  <a:pt x="490834" y="196454"/>
                </a:lnTo>
                <a:lnTo>
                  <a:pt x="591145" y="196454"/>
                </a:lnTo>
                <a:lnTo>
                  <a:pt x="591145" y="261045"/>
                </a:lnTo>
                <a:cubicBezTo>
                  <a:pt x="591145" y="281286"/>
                  <a:pt x="581123" y="291406"/>
                  <a:pt x="561081" y="291406"/>
                </a:cubicBezTo>
                <a:cubicBezTo>
                  <a:pt x="551159" y="291406"/>
                  <a:pt x="538757" y="291208"/>
                  <a:pt x="523874" y="290811"/>
                </a:cubicBezTo>
                <a:cubicBezTo>
                  <a:pt x="522882" y="285254"/>
                  <a:pt x="521394" y="278408"/>
                  <a:pt x="519409" y="270272"/>
                </a:cubicBezTo>
                <a:cubicBezTo>
                  <a:pt x="533300" y="271463"/>
                  <a:pt x="545107" y="272058"/>
                  <a:pt x="554831" y="272058"/>
                </a:cubicBezTo>
                <a:cubicBezTo>
                  <a:pt x="565546" y="272058"/>
                  <a:pt x="570904" y="266998"/>
                  <a:pt x="570904" y="256878"/>
                </a:cubicBezTo>
                <a:lnTo>
                  <a:pt x="570904" y="212527"/>
                </a:lnTo>
                <a:lnTo>
                  <a:pt x="490834" y="212527"/>
                </a:lnTo>
                <a:lnTo>
                  <a:pt x="490834" y="239018"/>
                </a:lnTo>
                <a:cubicBezTo>
                  <a:pt x="502344" y="238423"/>
                  <a:pt x="513754" y="237729"/>
                  <a:pt x="525065" y="236935"/>
                </a:cubicBezTo>
                <a:cubicBezTo>
                  <a:pt x="522882" y="232371"/>
                  <a:pt x="520600" y="227807"/>
                  <a:pt x="518219" y="223243"/>
                </a:cubicBezTo>
                <a:lnTo>
                  <a:pt x="534292" y="215801"/>
                </a:lnTo>
                <a:cubicBezTo>
                  <a:pt x="541436" y="228700"/>
                  <a:pt x="548580" y="242590"/>
                  <a:pt x="555723" y="257473"/>
                </a:cubicBezTo>
                <a:lnTo>
                  <a:pt x="538162" y="265510"/>
                </a:lnTo>
                <a:cubicBezTo>
                  <a:pt x="536376" y="261343"/>
                  <a:pt x="534590" y="257275"/>
                  <a:pt x="532804" y="253306"/>
                </a:cubicBezTo>
                <a:cubicBezTo>
                  <a:pt x="499466" y="254695"/>
                  <a:pt x="462160" y="257374"/>
                  <a:pt x="420885" y="261343"/>
                </a:cubicBezTo>
                <a:lnTo>
                  <a:pt x="417314" y="242293"/>
                </a:lnTo>
                <a:cubicBezTo>
                  <a:pt x="435570" y="241697"/>
                  <a:pt x="453628" y="240904"/>
                  <a:pt x="471487" y="239911"/>
                </a:cubicBezTo>
                <a:lnTo>
                  <a:pt x="471487" y="212527"/>
                </a:lnTo>
                <a:lnTo>
                  <a:pt x="397668" y="212527"/>
                </a:lnTo>
                <a:lnTo>
                  <a:pt x="397668" y="292894"/>
                </a:lnTo>
                <a:lnTo>
                  <a:pt x="377428" y="292894"/>
                </a:lnTo>
                <a:lnTo>
                  <a:pt x="377428" y="196454"/>
                </a:lnTo>
                <a:lnTo>
                  <a:pt x="471487" y="196454"/>
                </a:lnTo>
                <a:lnTo>
                  <a:pt x="471487" y="177404"/>
                </a:lnTo>
                <a:lnTo>
                  <a:pt x="411063" y="177404"/>
                </a:lnTo>
                <a:lnTo>
                  <a:pt x="411063" y="183357"/>
                </a:lnTo>
                <a:lnTo>
                  <a:pt x="391417" y="183357"/>
                </a:lnTo>
                <a:lnTo>
                  <a:pt x="391417" y="123230"/>
                </a:lnTo>
                <a:lnTo>
                  <a:pt x="471487" y="123230"/>
                </a:lnTo>
                <a:lnTo>
                  <a:pt x="471487" y="104478"/>
                </a:lnTo>
                <a:cubicBezTo>
                  <a:pt x="442912" y="105470"/>
                  <a:pt x="411360" y="106462"/>
                  <a:pt x="376832" y="107454"/>
                </a:cubicBezTo>
                <a:cubicBezTo>
                  <a:pt x="375840" y="102097"/>
                  <a:pt x="374451" y="96143"/>
                  <a:pt x="372665" y="89595"/>
                </a:cubicBezTo>
                <a:cubicBezTo>
                  <a:pt x="467121" y="87412"/>
                  <a:pt x="536574" y="85031"/>
                  <a:pt x="581024" y="82451"/>
                </a:cubicBezTo>
                <a:close/>
                <a:moveTo>
                  <a:pt x="361949" y="30361"/>
                </a:moveTo>
                <a:lnTo>
                  <a:pt x="361949" y="53281"/>
                </a:lnTo>
                <a:lnTo>
                  <a:pt x="566141" y="53281"/>
                </a:lnTo>
                <a:lnTo>
                  <a:pt x="566141" y="30361"/>
                </a:lnTo>
                <a:close/>
                <a:moveTo>
                  <a:pt x="150316" y="25301"/>
                </a:moveTo>
                <a:cubicBezTo>
                  <a:pt x="129877" y="51098"/>
                  <a:pt x="100409" y="76399"/>
                  <a:pt x="61912" y="101204"/>
                </a:cubicBezTo>
                <a:lnTo>
                  <a:pt x="236636" y="101204"/>
                </a:lnTo>
                <a:cubicBezTo>
                  <a:pt x="205680" y="81558"/>
                  <a:pt x="176907" y="56257"/>
                  <a:pt x="150316" y="25301"/>
                </a:cubicBezTo>
                <a:close/>
                <a:moveTo>
                  <a:pt x="341411" y="13097"/>
                </a:moveTo>
                <a:lnTo>
                  <a:pt x="586382" y="13097"/>
                </a:lnTo>
                <a:lnTo>
                  <a:pt x="586382" y="76498"/>
                </a:lnTo>
                <a:lnTo>
                  <a:pt x="566141" y="76498"/>
                </a:lnTo>
                <a:lnTo>
                  <a:pt x="566141" y="70545"/>
                </a:lnTo>
                <a:lnTo>
                  <a:pt x="361949" y="70545"/>
                </a:lnTo>
                <a:lnTo>
                  <a:pt x="361949" y="141387"/>
                </a:lnTo>
                <a:cubicBezTo>
                  <a:pt x="361949" y="208856"/>
                  <a:pt x="348059" y="259755"/>
                  <a:pt x="320278" y="294085"/>
                </a:cubicBezTo>
                <a:cubicBezTo>
                  <a:pt x="315714" y="287140"/>
                  <a:pt x="310753" y="280492"/>
                  <a:pt x="305395" y="274142"/>
                </a:cubicBezTo>
                <a:cubicBezTo>
                  <a:pt x="329604" y="246361"/>
                  <a:pt x="341610" y="200720"/>
                  <a:pt x="341411" y="137220"/>
                </a:cubicBezTo>
                <a:close/>
                <a:moveTo>
                  <a:pt x="140196" y="0"/>
                </a:moveTo>
                <a:lnTo>
                  <a:pt x="172640" y="0"/>
                </a:lnTo>
                <a:lnTo>
                  <a:pt x="165794" y="8335"/>
                </a:lnTo>
                <a:cubicBezTo>
                  <a:pt x="197346" y="48618"/>
                  <a:pt x="241994" y="79971"/>
                  <a:pt x="299739" y="102394"/>
                </a:cubicBezTo>
                <a:cubicBezTo>
                  <a:pt x="294382" y="109935"/>
                  <a:pt x="289123" y="117872"/>
                  <a:pt x="283964" y="126207"/>
                </a:cubicBezTo>
                <a:cubicBezTo>
                  <a:pt x="268485" y="119658"/>
                  <a:pt x="253503" y="111820"/>
                  <a:pt x="239017" y="102692"/>
                </a:cubicBezTo>
                <a:lnTo>
                  <a:pt x="239017" y="122932"/>
                </a:lnTo>
                <a:lnTo>
                  <a:pt x="161925" y="122932"/>
                </a:lnTo>
                <a:lnTo>
                  <a:pt x="161925" y="164604"/>
                </a:lnTo>
                <a:lnTo>
                  <a:pt x="267890" y="164604"/>
                </a:lnTo>
                <a:lnTo>
                  <a:pt x="267890" y="186333"/>
                </a:lnTo>
                <a:lnTo>
                  <a:pt x="161925" y="186333"/>
                </a:lnTo>
                <a:lnTo>
                  <a:pt x="161925" y="258961"/>
                </a:lnTo>
                <a:lnTo>
                  <a:pt x="288726" y="258961"/>
                </a:lnTo>
                <a:lnTo>
                  <a:pt x="288726" y="280988"/>
                </a:lnTo>
                <a:lnTo>
                  <a:pt x="11906" y="280988"/>
                </a:lnTo>
                <a:lnTo>
                  <a:pt x="11906" y="258961"/>
                </a:lnTo>
                <a:lnTo>
                  <a:pt x="138112" y="258961"/>
                </a:lnTo>
                <a:lnTo>
                  <a:pt x="138112" y="186333"/>
                </a:lnTo>
                <a:lnTo>
                  <a:pt x="31551" y="186333"/>
                </a:lnTo>
                <a:lnTo>
                  <a:pt x="31551" y="164604"/>
                </a:lnTo>
                <a:lnTo>
                  <a:pt x="138112" y="164604"/>
                </a:lnTo>
                <a:lnTo>
                  <a:pt x="138112" y="122932"/>
                </a:lnTo>
                <a:lnTo>
                  <a:pt x="60721" y="122932"/>
                </a:lnTo>
                <a:lnTo>
                  <a:pt x="60721" y="102097"/>
                </a:lnTo>
                <a:cubicBezTo>
                  <a:pt x="46632" y="111026"/>
                  <a:pt x="31353" y="119956"/>
                  <a:pt x="14882" y="128886"/>
                </a:cubicBezTo>
                <a:cubicBezTo>
                  <a:pt x="10715" y="121345"/>
                  <a:pt x="5754" y="113904"/>
                  <a:pt x="0" y="106561"/>
                </a:cubicBezTo>
                <a:cubicBezTo>
                  <a:pt x="66079" y="75605"/>
                  <a:pt x="112811" y="40085"/>
                  <a:pt x="140196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8A307AC6-F35B-43EA-908B-F92690A7B881}"/>
              </a:ext>
            </a:extLst>
          </p:cNvPr>
          <p:cNvGrpSpPr/>
          <p:nvPr/>
        </p:nvGrpSpPr>
        <p:grpSpPr>
          <a:xfrm>
            <a:off x="6148115" y="3330793"/>
            <a:ext cx="2293185" cy="1294151"/>
            <a:chOff x="1214405" y="4590491"/>
            <a:chExt cx="2970865" cy="1725373"/>
          </a:xfrm>
        </p:grpSpPr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2D499C76-E519-456D-AE5C-DA3443A9F83A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CA166FCD-CB98-4061-B192-6D22E583ABEE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5005D9FC-1EBE-41A4-8B51-940ED0E19A2F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24878B5B-4083-4462-994D-627D6D37B24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702B547B-8B79-4FFF-8973-FA945F2F9EF6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4EA3BB51-446B-415C-A4C1-6616DACEBED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0D14F357-02E8-424C-AF74-71B8EDA68400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D0EED8C0-8E54-4FC5-8038-A2050D65458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FD2A8C38-27D5-485D-8AC3-44F4F32BACC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5A14A846-0F77-4354-A018-8EF2DA73C71C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E5257521-EC01-4640-B6E7-7BC9ED979A5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E3F8142F-EDFC-4077-AC32-536D324071D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CC3FE76C-5C1C-4C03-B565-D6BE0F1C8057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ED4B34B1-E469-491A-AA71-18C1D24FCA9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5BE4BBB2-D2EF-42AB-B984-F55FE1A65416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DE91BDD6-4CC3-4FB8-9846-5BBAFB87BF0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0C4C6057-E52B-4C77-8D80-28363578560B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B631BC2B-ED67-4B6D-A025-7CDEAC82D341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31458FF1-31FE-4303-B83A-FE09B8BBCD80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3184AAB0-29A6-4322-9F38-EBD6B9B2547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CD3543A7-3EB8-4692-A534-15025E35AA76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89368CEA-E01D-4BC6-A49C-C0819687A54A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AAB3FB26-C742-4F75-BA14-E7796FB527F4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613238EE-ED4A-4636-B5DF-0115903DA11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3A9B544D-7660-4A4B-B773-A90B51CE3E1E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AD63DC4B-6767-4DEE-9C10-C618108C1FE4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659D9347-3E7A-4644-8A0E-B8B2E40C51D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95F870F3-DB69-4784-AB81-B6A5950E6B19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A8AA35EF-604D-4AFA-8579-C11EBD8E6203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E83AC192-8B79-4BB4-9333-74AEDB9A47FC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30DD57AE-C713-4B6F-8F0E-E91F3F95D974}"/>
              </a:ext>
            </a:extLst>
          </p:cNvPr>
          <p:cNvGrpSpPr/>
          <p:nvPr/>
        </p:nvGrpSpPr>
        <p:grpSpPr>
          <a:xfrm>
            <a:off x="6435881" y="3330793"/>
            <a:ext cx="2293185" cy="1294151"/>
            <a:chOff x="1214405" y="4590491"/>
            <a:chExt cx="2970865" cy="1725373"/>
          </a:xfrm>
        </p:grpSpPr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E6E52AB3-2AB9-4FE4-AC08-F5AB0C0D1FF4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195" name="椭圆 194">
                <a:extLst>
                  <a:ext uri="{FF2B5EF4-FFF2-40B4-BE49-F238E27FC236}">
                    <a16:creationId xmlns:a16="http://schemas.microsoft.com/office/drawing/2014/main" id="{381A9543-5930-44C6-9963-ABEACD629A3E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6" name="椭圆 195">
                <a:extLst>
                  <a:ext uri="{FF2B5EF4-FFF2-40B4-BE49-F238E27FC236}">
                    <a16:creationId xmlns:a16="http://schemas.microsoft.com/office/drawing/2014/main" id="{5DC70EE7-416C-4D4C-9823-7524728D6F9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7" name="椭圆 196">
                <a:extLst>
                  <a:ext uri="{FF2B5EF4-FFF2-40B4-BE49-F238E27FC236}">
                    <a16:creationId xmlns:a16="http://schemas.microsoft.com/office/drawing/2014/main" id="{7180CF1E-8EFE-4E86-BD16-62D09B2B793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8" name="椭圆 197">
                <a:extLst>
                  <a:ext uri="{FF2B5EF4-FFF2-40B4-BE49-F238E27FC236}">
                    <a16:creationId xmlns:a16="http://schemas.microsoft.com/office/drawing/2014/main" id="{DD16F6CE-BF57-4D36-A1C2-A83A8010095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9" name="椭圆 198">
                <a:extLst>
                  <a:ext uri="{FF2B5EF4-FFF2-40B4-BE49-F238E27FC236}">
                    <a16:creationId xmlns:a16="http://schemas.microsoft.com/office/drawing/2014/main" id="{A75F8A63-EBED-4BAC-A93A-C9CDD70AB82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1826E3DE-00BF-4627-A88B-77EF436481EE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190" name="椭圆 189">
                <a:extLst>
                  <a:ext uri="{FF2B5EF4-FFF2-40B4-BE49-F238E27FC236}">
                    <a16:creationId xmlns:a16="http://schemas.microsoft.com/office/drawing/2014/main" id="{63B786A1-EF83-49C7-8FBC-1F595F1631FC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793FD76D-B364-4074-8679-A07FA4F41BCD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2" name="椭圆 191">
                <a:extLst>
                  <a:ext uri="{FF2B5EF4-FFF2-40B4-BE49-F238E27FC236}">
                    <a16:creationId xmlns:a16="http://schemas.microsoft.com/office/drawing/2014/main" id="{959DD22A-55D5-4349-9AE9-731B24BFB89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3" name="椭圆 192">
                <a:extLst>
                  <a:ext uri="{FF2B5EF4-FFF2-40B4-BE49-F238E27FC236}">
                    <a16:creationId xmlns:a16="http://schemas.microsoft.com/office/drawing/2014/main" id="{5282A451-C689-45CA-9E4D-9003F89526B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4" name="椭圆 193">
                <a:extLst>
                  <a:ext uri="{FF2B5EF4-FFF2-40B4-BE49-F238E27FC236}">
                    <a16:creationId xmlns:a16="http://schemas.microsoft.com/office/drawing/2014/main" id="{C681974E-0CE0-4BD6-8806-5805C2C75594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541BDC85-5C63-497C-88BD-32A21C1516E7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185" name="椭圆 184">
                <a:extLst>
                  <a:ext uri="{FF2B5EF4-FFF2-40B4-BE49-F238E27FC236}">
                    <a16:creationId xmlns:a16="http://schemas.microsoft.com/office/drawing/2014/main" id="{566A0CDC-2ABE-4DDE-A7C4-C24A8D0911BF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6" name="椭圆 185">
                <a:extLst>
                  <a:ext uri="{FF2B5EF4-FFF2-40B4-BE49-F238E27FC236}">
                    <a16:creationId xmlns:a16="http://schemas.microsoft.com/office/drawing/2014/main" id="{92E2D914-713E-4618-8F51-475FD5CBA25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1E37EECA-45ED-4A46-8538-8014079EADFD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8" name="椭圆 187">
                <a:extLst>
                  <a:ext uri="{FF2B5EF4-FFF2-40B4-BE49-F238E27FC236}">
                    <a16:creationId xmlns:a16="http://schemas.microsoft.com/office/drawing/2014/main" id="{A0A7A29D-9861-44BE-8587-26D6B805D42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9" name="椭圆 188">
                <a:extLst>
                  <a:ext uri="{FF2B5EF4-FFF2-40B4-BE49-F238E27FC236}">
                    <a16:creationId xmlns:a16="http://schemas.microsoft.com/office/drawing/2014/main" id="{DC1CFCCB-37CB-42EB-9FF1-170DE147150C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85CC60C5-6E36-46D2-8C09-0ADB7896AB71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208BBE42-9585-424C-A20A-365B84D3FB2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0A002E70-E28F-4FE2-B000-0BDFA031DC6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2" name="椭圆 181">
                <a:extLst>
                  <a:ext uri="{FF2B5EF4-FFF2-40B4-BE49-F238E27FC236}">
                    <a16:creationId xmlns:a16="http://schemas.microsoft.com/office/drawing/2014/main" id="{14BF1288-9518-45FC-AC25-C3951ECEF9FF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3" name="椭圆 182">
                <a:extLst>
                  <a:ext uri="{FF2B5EF4-FFF2-40B4-BE49-F238E27FC236}">
                    <a16:creationId xmlns:a16="http://schemas.microsoft.com/office/drawing/2014/main" id="{462BE400-78D8-455E-84B7-57F752CB0F53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4" name="椭圆 183">
                <a:extLst>
                  <a:ext uri="{FF2B5EF4-FFF2-40B4-BE49-F238E27FC236}">
                    <a16:creationId xmlns:a16="http://schemas.microsoft.com/office/drawing/2014/main" id="{BB40A369-3D5D-4F0A-ADB9-A2DC34F19622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21B770E8-191A-47A1-9FBF-F3187F4103A0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09323E94-46FF-44E5-8FC4-5D6B639DF0E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6490980F-8332-4BFF-82F3-4986625E945E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7" name="椭圆 176">
                <a:extLst>
                  <a:ext uri="{FF2B5EF4-FFF2-40B4-BE49-F238E27FC236}">
                    <a16:creationId xmlns:a16="http://schemas.microsoft.com/office/drawing/2014/main" id="{8740A2C7-F8C2-4D53-A4EB-780DDD62540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C96AD7BE-52F2-46E0-80A9-077132DE2C80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椭圆 178">
                <a:extLst>
                  <a:ext uri="{FF2B5EF4-FFF2-40B4-BE49-F238E27FC236}">
                    <a16:creationId xmlns:a16="http://schemas.microsoft.com/office/drawing/2014/main" id="{9D1B7132-7163-4324-997F-34F29147106B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00" name="矩形 199">
            <a:extLst>
              <a:ext uri="{FF2B5EF4-FFF2-40B4-BE49-F238E27FC236}">
                <a16:creationId xmlns:a16="http://schemas.microsoft.com/office/drawing/2014/main" id="{8B381F9E-0E47-4205-A5E4-DF115B2A9375}"/>
              </a:ext>
            </a:extLst>
          </p:cNvPr>
          <p:cNvSpPr/>
          <p:nvPr/>
        </p:nvSpPr>
        <p:spPr>
          <a:xfrm>
            <a:off x="5826746" y="3230681"/>
            <a:ext cx="300699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2472E8AE-86DB-4885-9F85-2CCFB51E2584}"/>
              </a:ext>
            </a:extLst>
          </p:cNvPr>
          <p:cNvSpPr txBox="1"/>
          <p:nvPr/>
        </p:nvSpPr>
        <p:spPr>
          <a:xfrm>
            <a:off x="5582014" y="4816018"/>
            <a:ext cx="806025" cy="160398"/>
          </a:xfrm>
          <a:custGeom>
            <a:avLst/>
            <a:gdLst/>
            <a:ahLst/>
            <a:cxnLst/>
            <a:rect l="l" t="t" r="r" b="b"/>
            <a:pathLst>
              <a:path w="1113978" h="221680">
                <a:moveTo>
                  <a:pt x="316111" y="146001"/>
                </a:moveTo>
                <a:cubicBezTo>
                  <a:pt x="326826" y="157758"/>
                  <a:pt x="336054" y="168474"/>
                  <a:pt x="343793" y="178148"/>
                </a:cubicBezTo>
                <a:lnTo>
                  <a:pt x="329505" y="189086"/>
                </a:lnTo>
                <a:cubicBezTo>
                  <a:pt x="321022" y="177627"/>
                  <a:pt x="312241" y="166688"/>
                  <a:pt x="303163" y="156270"/>
                </a:cubicBezTo>
                <a:close/>
                <a:moveTo>
                  <a:pt x="996553" y="132606"/>
                </a:moveTo>
                <a:lnTo>
                  <a:pt x="1013966" y="132606"/>
                </a:lnTo>
                <a:lnTo>
                  <a:pt x="1013966" y="150689"/>
                </a:lnTo>
                <a:lnTo>
                  <a:pt x="1095449" y="150689"/>
                </a:lnTo>
                <a:lnTo>
                  <a:pt x="1095449" y="166539"/>
                </a:lnTo>
                <a:lnTo>
                  <a:pt x="1013966" y="166539"/>
                </a:lnTo>
                <a:lnTo>
                  <a:pt x="1013966" y="196230"/>
                </a:lnTo>
                <a:lnTo>
                  <a:pt x="1113755" y="196230"/>
                </a:lnTo>
                <a:lnTo>
                  <a:pt x="1113755" y="212304"/>
                </a:lnTo>
                <a:lnTo>
                  <a:pt x="896540" y="212304"/>
                </a:lnTo>
                <a:lnTo>
                  <a:pt x="896540" y="196230"/>
                </a:lnTo>
                <a:lnTo>
                  <a:pt x="996553" y="196230"/>
                </a:lnTo>
                <a:lnTo>
                  <a:pt x="996553" y="166539"/>
                </a:lnTo>
                <a:lnTo>
                  <a:pt x="916855" y="166539"/>
                </a:lnTo>
                <a:lnTo>
                  <a:pt x="916855" y="150689"/>
                </a:lnTo>
                <a:lnTo>
                  <a:pt x="996553" y="150689"/>
                </a:lnTo>
                <a:close/>
                <a:moveTo>
                  <a:pt x="516805" y="128588"/>
                </a:moveTo>
                <a:cubicBezTo>
                  <a:pt x="507504" y="139155"/>
                  <a:pt x="497830" y="148754"/>
                  <a:pt x="487784" y="157386"/>
                </a:cubicBezTo>
                <a:lnTo>
                  <a:pt x="539576" y="157386"/>
                </a:lnTo>
                <a:lnTo>
                  <a:pt x="539576" y="135732"/>
                </a:lnTo>
                <a:lnTo>
                  <a:pt x="556319" y="135732"/>
                </a:lnTo>
                <a:lnTo>
                  <a:pt x="556319" y="157386"/>
                </a:lnTo>
                <a:lnTo>
                  <a:pt x="607442" y="157386"/>
                </a:lnTo>
                <a:cubicBezTo>
                  <a:pt x="596800" y="148828"/>
                  <a:pt x="587089" y="139229"/>
                  <a:pt x="578309" y="128588"/>
                </a:cubicBezTo>
                <a:close/>
                <a:moveTo>
                  <a:pt x="23663" y="125239"/>
                </a:moveTo>
                <a:lnTo>
                  <a:pt x="23663" y="152921"/>
                </a:lnTo>
                <a:lnTo>
                  <a:pt x="158055" y="152921"/>
                </a:lnTo>
                <a:lnTo>
                  <a:pt x="158055" y="125239"/>
                </a:lnTo>
                <a:close/>
                <a:moveTo>
                  <a:pt x="753219" y="124793"/>
                </a:moveTo>
                <a:lnTo>
                  <a:pt x="770632" y="124793"/>
                </a:lnTo>
                <a:cubicBezTo>
                  <a:pt x="770483" y="129630"/>
                  <a:pt x="770185" y="134243"/>
                  <a:pt x="769739" y="138634"/>
                </a:cubicBezTo>
                <a:lnTo>
                  <a:pt x="860598" y="138634"/>
                </a:lnTo>
                <a:cubicBezTo>
                  <a:pt x="859556" y="156791"/>
                  <a:pt x="858366" y="172790"/>
                  <a:pt x="857026" y="186631"/>
                </a:cubicBezTo>
                <a:cubicBezTo>
                  <a:pt x="855240" y="205532"/>
                  <a:pt x="843632" y="215057"/>
                  <a:pt x="822201" y="215206"/>
                </a:cubicBezTo>
                <a:cubicBezTo>
                  <a:pt x="811336" y="215355"/>
                  <a:pt x="796974" y="215206"/>
                  <a:pt x="779115" y="214759"/>
                </a:cubicBezTo>
                <a:cubicBezTo>
                  <a:pt x="778222" y="208508"/>
                  <a:pt x="776957" y="202034"/>
                  <a:pt x="775320" y="195337"/>
                </a:cubicBezTo>
                <a:cubicBezTo>
                  <a:pt x="793030" y="196825"/>
                  <a:pt x="808508" y="197570"/>
                  <a:pt x="821754" y="197570"/>
                </a:cubicBezTo>
                <a:cubicBezTo>
                  <a:pt x="832767" y="197570"/>
                  <a:pt x="838795" y="192807"/>
                  <a:pt x="839837" y="183282"/>
                </a:cubicBezTo>
                <a:cubicBezTo>
                  <a:pt x="840730" y="176287"/>
                  <a:pt x="841548" y="166465"/>
                  <a:pt x="842292" y="153814"/>
                </a:cubicBezTo>
                <a:lnTo>
                  <a:pt x="767171" y="153814"/>
                </a:lnTo>
                <a:cubicBezTo>
                  <a:pt x="763600" y="169516"/>
                  <a:pt x="757237" y="181645"/>
                  <a:pt x="748084" y="190203"/>
                </a:cubicBezTo>
                <a:cubicBezTo>
                  <a:pt x="733946" y="203746"/>
                  <a:pt x="710952" y="214238"/>
                  <a:pt x="679102" y="221680"/>
                </a:cubicBezTo>
                <a:cubicBezTo>
                  <a:pt x="676126" y="216768"/>
                  <a:pt x="672554" y="211262"/>
                  <a:pt x="668387" y="205160"/>
                </a:cubicBezTo>
                <a:cubicBezTo>
                  <a:pt x="700534" y="198611"/>
                  <a:pt x="722709" y="189533"/>
                  <a:pt x="734913" y="177924"/>
                </a:cubicBezTo>
                <a:cubicBezTo>
                  <a:pt x="741610" y="171971"/>
                  <a:pt x="746447" y="163934"/>
                  <a:pt x="749424" y="153814"/>
                </a:cubicBezTo>
                <a:lnTo>
                  <a:pt x="681335" y="153814"/>
                </a:lnTo>
                <a:lnTo>
                  <a:pt x="681335" y="138634"/>
                </a:lnTo>
                <a:lnTo>
                  <a:pt x="752437" y="138634"/>
                </a:lnTo>
                <a:cubicBezTo>
                  <a:pt x="752958" y="134318"/>
                  <a:pt x="753219" y="129704"/>
                  <a:pt x="753219" y="124793"/>
                </a:cubicBezTo>
                <a:close/>
                <a:moveTo>
                  <a:pt x="380404" y="102022"/>
                </a:moveTo>
                <a:lnTo>
                  <a:pt x="397817" y="102022"/>
                </a:lnTo>
                <a:lnTo>
                  <a:pt x="397817" y="125686"/>
                </a:lnTo>
                <a:lnTo>
                  <a:pt x="430411" y="125686"/>
                </a:lnTo>
                <a:lnTo>
                  <a:pt x="430411" y="140866"/>
                </a:lnTo>
                <a:lnTo>
                  <a:pt x="397817" y="140866"/>
                </a:lnTo>
                <a:lnTo>
                  <a:pt x="397817" y="189979"/>
                </a:lnTo>
                <a:cubicBezTo>
                  <a:pt x="397817" y="208583"/>
                  <a:pt x="388441" y="217959"/>
                  <a:pt x="369689" y="218108"/>
                </a:cubicBezTo>
                <a:cubicBezTo>
                  <a:pt x="362991" y="218257"/>
                  <a:pt x="352871" y="218182"/>
                  <a:pt x="339328" y="217885"/>
                </a:cubicBezTo>
                <a:cubicBezTo>
                  <a:pt x="338435" y="212080"/>
                  <a:pt x="337319" y="205681"/>
                  <a:pt x="335979" y="198686"/>
                </a:cubicBezTo>
                <a:cubicBezTo>
                  <a:pt x="347737" y="199876"/>
                  <a:pt x="357857" y="200472"/>
                  <a:pt x="366340" y="200472"/>
                </a:cubicBezTo>
                <a:cubicBezTo>
                  <a:pt x="375716" y="200472"/>
                  <a:pt x="380404" y="195263"/>
                  <a:pt x="380404" y="184845"/>
                </a:cubicBezTo>
                <a:lnTo>
                  <a:pt x="380404" y="140866"/>
                </a:lnTo>
                <a:lnTo>
                  <a:pt x="290661" y="140866"/>
                </a:lnTo>
                <a:lnTo>
                  <a:pt x="290661" y="125686"/>
                </a:lnTo>
                <a:lnTo>
                  <a:pt x="380404" y="125686"/>
                </a:lnTo>
                <a:close/>
                <a:moveTo>
                  <a:pt x="500509" y="98227"/>
                </a:moveTo>
                <a:lnTo>
                  <a:pt x="500509" y="114077"/>
                </a:lnTo>
                <a:lnTo>
                  <a:pt x="596280" y="114077"/>
                </a:lnTo>
                <a:lnTo>
                  <a:pt x="596280" y="98227"/>
                </a:lnTo>
                <a:close/>
                <a:moveTo>
                  <a:pt x="23663" y="81707"/>
                </a:moveTo>
                <a:lnTo>
                  <a:pt x="23663" y="109166"/>
                </a:lnTo>
                <a:lnTo>
                  <a:pt x="158055" y="109166"/>
                </a:lnTo>
                <a:lnTo>
                  <a:pt x="158055" y="81707"/>
                </a:lnTo>
                <a:close/>
                <a:moveTo>
                  <a:pt x="500509" y="68759"/>
                </a:moveTo>
                <a:lnTo>
                  <a:pt x="500509" y="84386"/>
                </a:lnTo>
                <a:lnTo>
                  <a:pt x="596280" y="84386"/>
                </a:lnTo>
                <a:lnTo>
                  <a:pt x="596280" y="68759"/>
                </a:lnTo>
                <a:close/>
                <a:moveTo>
                  <a:pt x="946323" y="65187"/>
                </a:moveTo>
                <a:lnTo>
                  <a:pt x="962620" y="72331"/>
                </a:lnTo>
                <a:cubicBezTo>
                  <a:pt x="947291" y="89446"/>
                  <a:pt x="935310" y="102096"/>
                  <a:pt x="926678" y="110282"/>
                </a:cubicBezTo>
                <a:cubicBezTo>
                  <a:pt x="931143" y="110133"/>
                  <a:pt x="947663" y="109612"/>
                  <a:pt x="976238" y="108719"/>
                </a:cubicBezTo>
                <a:cubicBezTo>
                  <a:pt x="971773" y="102915"/>
                  <a:pt x="967010" y="96887"/>
                  <a:pt x="961950" y="90637"/>
                </a:cubicBezTo>
                <a:lnTo>
                  <a:pt x="973559" y="81930"/>
                </a:lnTo>
                <a:cubicBezTo>
                  <a:pt x="985465" y="94581"/>
                  <a:pt x="996627" y="107529"/>
                  <a:pt x="1007045" y="120774"/>
                </a:cubicBezTo>
                <a:lnTo>
                  <a:pt x="993427" y="130597"/>
                </a:lnTo>
                <a:cubicBezTo>
                  <a:pt x="991195" y="127769"/>
                  <a:pt x="988888" y="124867"/>
                  <a:pt x="986507" y="121891"/>
                </a:cubicBezTo>
                <a:cubicBezTo>
                  <a:pt x="976238" y="122337"/>
                  <a:pt x="956220" y="123304"/>
                  <a:pt x="926455" y="124793"/>
                </a:cubicBezTo>
                <a:cubicBezTo>
                  <a:pt x="922436" y="124942"/>
                  <a:pt x="915814" y="125537"/>
                  <a:pt x="906586" y="126579"/>
                </a:cubicBezTo>
                <a:lnTo>
                  <a:pt x="900559" y="111175"/>
                </a:lnTo>
                <a:cubicBezTo>
                  <a:pt x="914400" y="104180"/>
                  <a:pt x="929655" y="88851"/>
                  <a:pt x="946323" y="65187"/>
                </a:cubicBezTo>
                <a:close/>
                <a:moveTo>
                  <a:pt x="1045889" y="64517"/>
                </a:moveTo>
                <a:lnTo>
                  <a:pt x="1062632" y="70768"/>
                </a:lnTo>
                <a:cubicBezTo>
                  <a:pt x="1050577" y="86097"/>
                  <a:pt x="1039862" y="98971"/>
                  <a:pt x="1030486" y="109389"/>
                </a:cubicBezTo>
                <a:cubicBezTo>
                  <a:pt x="1046410" y="109091"/>
                  <a:pt x="1062558" y="108570"/>
                  <a:pt x="1078929" y="107826"/>
                </a:cubicBezTo>
                <a:cubicBezTo>
                  <a:pt x="1073720" y="102022"/>
                  <a:pt x="1068511" y="96143"/>
                  <a:pt x="1063302" y="90190"/>
                </a:cubicBezTo>
                <a:lnTo>
                  <a:pt x="1074911" y="81260"/>
                </a:lnTo>
                <a:cubicBezTo>
                  <a:pt x="1087859" y="94060"/>
                  <a:pt x="1100881" y="108050"/>
                  <a:pt x="1113978" y="123230"/>
                </a:cubicBezTo>
                <a:lnTo>
                  <a:pt x="1100807" y="134169"/>
                </a:lnTo>
                <a:cubicBezTo>
                  <a:pt x="1097235" y="129704"/>
                  <a:pt x="1093589" y="125314"/>
                  <a:pt x="1089868" y="120998"/>
                </a:cubicBezTo>
                <a:cubicBezTo>
                  <a:pt x="1074092" y="121891"/>
                  <a:pt x="1054149" y="122932"/>
                  <a:pt x="1030039" y="124123"/>
                </a:cubicBezTo>
                <a:cubicBezTo>
                  <a:pt x="1026170" y="124272"/>
                  <a:pt x="1020291" y="124867"/>
                  <a:pt x="1012403" y="125909"/>
                </a:cubicBezTo>
                <a:lnTo>
                  <a:pt x="1005929" y="110505"/>
                </a:lnTo>
                <a:cubicBezTo>
                  <a:pt x="1017835" y="102617"/>
                  <a:pt x="1031155" y="87288"/>
                  <a:pt x="1045889" y="64517"/>
                </a:cubicBezTo>
                <a:close/>
                <a:moveTo>
                  <a:pt x="500509" y="39291"/>
                </a:moveTo>
                <a:lnTo>
                  <a:pt x="500509" y="54918"/>
                </a:lnTo>
                <a:lnTo>
                  <a:pt x="596280" y="54918"/>
                </a:lnTo>
                <a:lnTo>
                  <a:pt x="596280" y="39291"/>
                </a:lnTo>
                <a:close/>
                <a:moveTo>
                  <a:pt x="12055" y="9153"/>
                </a:moveTo>
                <a:cubicBezTo>
                  <a:pt x="26789" y="21208"/>
                  <a:pt x="40853" y="33561"/>
                  <a:pt x="54248" y="46211"/>
                </a:cubicBezTo>
                <a:lnTo>
                  <a:pt x="40630" y="59383"/>
                </a:lnTo>
                <a:cubicBezTo>
                  <a:pt x="25300" y="43309"/>
                  <a:pt x="11757" y="30287"/>
                  <a:pt x="0" y="20315"/>
                </a:cubicBezTo>
                <a:close/>
                <a:moveTo>
                  <a:pt x="165869" y="8037"/>
                </a:moveTo>
                <a:lnTo>
                  <a:pt x="179933" y="19869"/>
                </a:lnTo>
                <a:cubicBezTo>
                  <a:pt x="164455" y="34603"/>
                  <a:pt x="149274" y="48221"/>
                  <a:pt x="134391" y="60722"/>
                </a:cubicBezTo>
                <a:lnTo>
                  <a:pt x="122336" y="48667"/>
                </a:lnTo>
                <a:cubicBezTo>
                  <a:pt x="137666" y="36166"/>
                  <a:pt x="152176" y="22622"/>
                  <a:pt x="165869" y="8037"/>
                </a:cubicBezTo>
                <a:close/>
                <a:moveTo>
                  <a:pt x="249361" y="2233"/>
                </a:moveTo>
                <a:lnTo>
                  <a:pt x="266104" y="2233"/>
                </a:lnTo>
                <a:lnTo>
                  <a:pt x="266104" y="52239"/>
                </a:lnTo>
                <a:lnTo>
                  <a:pt x="294010" y="52239"/>
                </a:lnTo>
                <a:lnTo>
                  <a:pt x="294010" y="67196"/>
                </a:lnTo>
                <a:lnTo>
                  <a:pt x="266104" y="67196"/>
                </a:lnTo>
                <a:lnTo>
                  <a:pt x="266104" y="113854"/>
                </a:lnTo>
                <a:cubicBezTo>
                  <a:pt x="274513" y="110877"/>
                  <a:pt x="282848" y="107901"/>
                  <a:pt x="291107" y="104924"/>
                </a:cubicBezTo>
                <a:cubicBezTo>
                  <a:pt x="291852" y="111473"/>
                  <a:pt x="292670" y="117128"/>
                  <a:pt x="293563" y="121891"/>
                </a:cubicBezTo>
                <a:cubicBezTo>
                  <a:pt x="284931" y="124942"/>
                  <a:pt x="275778" y="128253"/>
                  <a:pt x="266104" y="131825"/>
                </a:cubicBezTo>
                <a:lnTo>
                  <a:pt x="266104" y="220787"/>
                </a:lnTo>
                <a:lnTo>
                  <a:pt x="249361" y="220787"/>
                </a:lnTo>
                <a:lnTo>
                  <a:pt x="249361" y="138076"/>
                </a:lnTo>
                <a:cubicBezTo>
                  <a:pt x="237381" y="142615"/>
                  <a:pt x="224730" y="147489"/>
                  <a:pt x="211410" y="152698"/>
                </a:cubicBezTo>
                <a:lnTo>
                  <a:pt x="208061" y="133722"/>
                </a:lnTo>
                <a:cubicBezTo>
                  <a:pt x="221977" y="129034"/>
                  <a:pt x="235743" y="124346"/>
                  <a:pt x="249361" y="119658"/>
                </a:cubicBezTo>
                <a:lnTo>
                  <a:pt x="249361" y="67196"/>
                </a:lnTo>
                <a:lnTo>
                  <a:pt x="231725" y="67196"/>
                </a:lnTo>
                <a:cubicBezTo>
                  <a:pt x="228674" y="81335"/>
                  <a:pt x="224953" y="94283"/>
                  <a:pt x="220563" y="106040"/>
                </a:cubicBezTo>
                <a:cubicBezTo>
                  <a:pt x="215949" y="102766"/>
                  <a:pt x="211038" y="99492"/>
                  <a:pt x="205829" y="96218"/>
                </a:cubicBezTo>
                <a:cubicBezTo>
                  <a:pt x="214163" y="76572"/>
                  <a:pt x="219596" y="52090"/>
                  <a:pt x="222126" y="22771"/>
                </a:cubicBezTo>
                <a:lnTo>
                  <a:pt x="238199" y="25450"/>
                </a:lnTo>
                <a:cubicBezTo>
                  <a:pt x="237232" y="34752"/>
                  <a:pt x="236004" y="43681"/>
                  <a:pt x="234516" y="52239"/>
                </a:cubicBezTo>
                <a:lnTo>
                  <a:pt x="249361" y="52239"/>
                </a:lnTo>
                <a:close/>
                <a:moveTo>
                  <a:pt x="81706" y="1786"/>
                </a:moveTo>
                <a:lnTo>
                  <a:pt x="99119" y="1786"/>
                </a:lnTo>
                <a:lnTo>
                  <a:pt x="99119" y="64964"/>
                </a:lnTo>
                <a:lnTo>
                  <a:pt x="175915" y="64964"/>
                </a:lnTo>
                <a:lnTo>
                  <a:pt x="175915" y="192212"/>
                </a:lnTo>
                <a:cubicBezTo>
                  <a:pt x="175915" y="210220"/>
                  <a:pt x="167655" y="219224"/>
                  <a:pt x="151135" y="219224"/>
                </a:cubicBezTo>
                <a:cubicBezTo>
                  <a:pt x="133573" y="219224"/>
                  <a:pt x="120625" y="219001"/>
                  <a:pt x="112290" y="218554"/>
                </a:cubicBezTo>
                <a:cubicBezTo>
                  <a:pt x="111398" y="213048"/>
                  <a:pt x="110281" y="206946"/>
                  <a:pt x="108942" y="200249"/>
                </a:cubicBezTo>
                <a:cubicBezTo>
                  <a:pt x="117127" y="201142"/>
                  <a:pt x="128959" y="201588"/>
                  <a:pt x="144437" y="201588"/>
                </a:cubicBezTo>
                <a:cubicBezTo>
                  <a:pt x="153516" y="201588"/>
                  <a:pt x="158055" y="197421"/>
                  <a:pt x="158055" y="189086"/>
                </a:cubicBezTo>
                <a:lnTo>
                  <a:pt x="158055" y="168995"/>
                </a:lnTo>
                <a:lnTo>
                  <a:pt x="23663" y="168995"/>
                </a:lnTo>
                <a:lnTo>
                  <a:pt x="23663" y="220564"/>
                </a:lnTo>
                <a:lnTo>
                  <a:pt x="5804" y="220564"/>
                </a:lnTo>
                <a:lnTo>
                  <a:pt x="5804" y="64964"/>
                </a:lnTo>
                <a:lnTo>
                  <a:pt x="81706" y="64964"/>
                </a:lnTo>
                <a:close/>
                <a:moveTo>
                  <a:pt x="347364" y="1117"/>
                </a:moveTo>
                <a:lnTo>
                  <a:pt x="364777" y="1117"/>
                </a:lnTo>
                <a:lnTo>
                  <a:pt x="364777" y="32147"/>
                </a:lnTo>
                <a:lnTo>
                  <a:pt x="419025" y="32147"/>
                </a:lnTo>
                <a:lnTo>
                  <a:pt x="419025" y="47328"/>
                </a:lnTo>
                <a:lnTo>
                  <a:pt x="364777" y="47328"/>
                </a:lnTo>
                <a:lnTo>
                  <a:pt x="364777" y="80367"/>
                </a:lnTo>
                <a:lnTo>
                  <a:pt x="429294" y="80367"/>
                </a:lnTo>
                <a:lnTo>
                  <a:pt x="429294" y="95548"/>
                </a:lnTo>
                <a:lnTo>
                  <a:pt x="285973" y="95548"/>
                </a:lnTo>
                <a:lnTo>
                  <a:pt x="285973" y="80367"/>
                </a:lnTo>
                <a:lnTo>
                  <a:pt x="347364" y="80367"/>
                </a:lnTo>
                <a:lnTo>
                  <a:pt x="347364" y="47328"/>
                </a:lnTo>
                <a:lnTo>
                  <a:pt x="295349" y="47328"/>
                </a:lnTo>
                <a:lnTo>
                  <a:pt x="295349" y="32147"/>
                </a:lnTo>
                <a:lnTo>
                  <a:pt x="347364" y="32147"/>
                </a:lnTo>
                <a:close/>
                <a:moveTo>
                  <a:pt x="990302" y="670"/>
                </a:moveTo>
                <a:lnTo>
                  <a:pt x="1009278" y="8260"/>
                </a:lnTo>
                <a:cubicBezTo>
                  <a:pt x="992460" y="21059"/>
                  <a:pt x="974749" y="33561"/>
                  <a:pt x="956146" y="45765"/>
                </a:cubicBezTo>
                <a:cubicBezTo>
                  <a:pt x="965076" y="45467"/>
                  <a:pt x="996255" y="44351"/>
                  <a:pt x="1049684" y="42416"/>
                </a:cubicBezTo>
                <a:cubicBezTo>
                  <a:pt x="1042094" y="36463"/>
                  <a:pt x="1034132" y="30287"/>
                  <a:pt x="1025797" y="23887"/>
                </a:cubicBezTo>
                <a:lnTo>
                  <a:pt x="1037629" y="13395"/>
                </a:lnTo>
                <a:cubicBezTo>
                  <a:pt x="1060251" y="29766"/>
                  <a:pt x="1080492" y="45318"/>
                  <a:pt x="1098351" y="60052"/>
                </a:cubicBezTo>
                <a:lnTo>
                  <a:pt x="1085626" y="72554"/>
                </a:lnTo>
                <a:cubicBezTo>
                  <a:pt x="1079822" y="67345"/>
                  <a:pt x="1073571" y="61987"/>
                  <a:pt x="1066874" y="56481"/>
                </a:cubicBezTo>
                <a:cubicBezTo>
                  <a:pt x="1025649" y="57969"/>
                  <a:pt x="985763" y="59680"/>
                  <a:pt x="947216" y="61615"/>
                </a:cubicBezTo>
                <a:cubicBezTo>
                  <a:pt x="943198" y="61764"/>
                  <a:pt x="936501" y="62434"/>
                  <a:pt x="927124" y="63624"/>
                </a:cubicBezTo>
                <a:lnTo>
                  <a:pt x="921320" y="46211"/>
                </a:lnTo>
                <a:cubicBezTo>
                  <a:pt x="929655" y="43533"/>
                  <a:pt x="936649" y="40630"/>
                  <a:pt x="942305" y="37505"/>
                </a:cubicBezTo>
                <a:cubicBezTo>
                  <a:pt x="956295" y="29022"/>
                  <a:pt x="972294" y="16743"/>
                  <a:pt x="990302" y="670"/>
                </a:cubicBezTo>
                <a:close/>
                <a:moveTo>
                  <a:pt x="483765" y="670"/>
                </a:moveTo>
                <a:lnTo>
                  <a:pt x="500509" y="670"/>
                </a:lnTo>
                <a:lnTo>
                  <a:pt x="500509" y="24780"/>
                </a:lnTo>
                <a:lnTo>
                  <a:pt x="596280" y="24780"/>
                </a:lnTo>
                <a:lnTo>
                  <a:pt x="596280" y="670"/>
                </a:lnTo>
                <a:lnTo>
                  <a:pt x="613023" y="670"/>
                </a:lnTo>
                <a:lnTo>
                  <a:pt x="613023" y="24780"/>
                </a:lnTo>
                <a:lnTo>
                  <a:pt x="650527" y="24780"/>
                </a:lnTo>
                <a:lnTo>
                  <a:pt x="650527" y="39291"/>
                </a:lnTo>
                <a:lnTo>
                  <a:pt x="613023" y="39291"/>
                </a:lnTo>
                <a:lnTo>
                  <a:pt x="613023" y="114077"/>
                </a:lnTo>
                <a:lnTo>
                  <a:pt x="656778" y="114077"/>
                </a:lnTo>
                <a:lnTo>
                  <a:pt x="656778" y="128588"/>
                </a:lnTo>
                <a:lnTo>
                  <a:pt x="598065" y="128588"/>
                </a:lnTo>
                <a:cubicBezTo>
                  <a:pt x="614809" y="145257"/>
                  <a:pt x="635272" y="157833"/>
                  <a:pt x="659457" y="166316"/>
                </a:cubicBezTo>
                <a:cubicBezTo>
                  <a:pt x="654546" y="172418"/>
                  <a:pt x="650527" y="177775"/>
                  <a:pt x="647402" y="182389"/>
                </a:cubicBezTo>
                <a:cubicBezTo>
                  <a:pt x="633710" y="175915"/>
                  <a:pt x="621134" y="168176"/>
                  <a:pt x="609674" y="159172"/>
                </a:cubicBezTo>
                <a:lnTo>
                  <a:pt x="609674" y="171450"/>
                </a:lnTo>
                <a:lnTo>
                  <a:pt x="556319" y="171450"/>
                </a:lnTo>
                <a:lnTo>
                  <a:pt x="556319" y="194667"/>
                </a:lnTo>
                <a:lnTo>
                  <a:pt x="643607" y="194667"/>
                </a:lnTo>
                <a:lnTo>
                  <a:pt x="643607" y="209178"/>
                </a:lnTo>
                <a:lnTo>
                  <a:pt x="452288" y="209178"/>
                </a:lnTo>
                <a:lnTo>
                  <a:pt x="452288" y="194667"/>
                </a:lnTo>
                <a:lnTo>
                  <a:pt x="539576" y="194667"/>
                </a:lnTo>
                <a:lnTo>
                  <a:pt x="539576" y="171450"/>
                </a:lnTo>
                <a:lnTo>
                  <a:pt x="485551" y="171450"/>
                </a:lnTo>
                <a:lnTo>
                  <a:pt x="485551" y="159284"/>
                </a:lnTo>
                <a:cubicBezTo>
                  <a:pt x="473720" y="169181"/>
                  <a:pt x="461367" y="177775"/>
                  <a:pt x="448493" y="185068"/>
                </a:cubicBezTo>
                <a:cubicBezTo>
                  <a:pt x="445665" y="181050"/>
                  <a:pt x="441796" y="176362"/>
                  <a:pt x="436885" y="171004"/>
                </a:cubicBezTo>
                <a:cubicBezTo>
                  <a:pt x="459804" y="159842"/>
                  <a:pt x="479635" y="145703"/>
                  <a:pt x="496379" y="128588"/>
                </a:cubicBezTo>
                <a:lnTo>
                  <a:pt x="439340" y="128588"/>
                </a:lnTo>
                <a:lnTo>
                  <a:pt x="439340" y="114077"/>
                </a:lnTo>
                <a:lnTo>
                  <a:pt x="483765" y="114077"/>
                </a:lnTo>
                <a:lnTo>
                  <a:pt x="483765" y="39291"/>
                </a:lnTo>
                <a:lnTo>
                  <a:pt x="446261" y="39291"/>
                </a:lnTo>
                <a:lnTo>
                  <a:pt x="446261" y="24780"/>
                </a:lnTo>
                <a:lnTo>
                  <a:pt x="483765" y="24780"/>
                </a:lnTo>
                <a:close/>
                <a:moveTo>
                  <a:pt x="787821" y="224"/>
                </a:moveTo>
                <a:lnTo>
                  <a:pt x="803895" y="224"/>
                </a:lnTo>
                <a:lnTo>
                  <a:pt x="803895" y="29692"/>
                </a:lnTo>
                <a:lnTo>
                  <a:pt x="851222" y="29692"/>
                </a:lnTo>
                <a:cubicBezTo>
                  <a:pt x="851222" y="58713"/>
                  <a:pt x="851966" y="78582"/>
                  <a:pt x="853455" y="89297"/>
                </a:cubicBezTo>
                <a:cubicBezTo>
                  <a:pt x="855092" y="101352"/>
                  <a:pt x="858366" y="107380"/>
                  <a:pt x="863277" y="107380"/>
                </a:cubicBezTo>
                <a:cubicBezTo>
                  <a:pt x="866105" y="107380"/>
                  <a:pt x="868189" y="103882"/>
                  <a:pt x="869528" y="96887"/>
                </a:cubicBezTo>
                <a:cubicBezTo>
                  <a:pt x="870719" y="90041"/>
                  <a:pt x="871537" y="81930"/>
                  <a:pt x="871984" y="72554"/>
                </a:cubicBezTo>
                <a:cubicBezTo>
                  <a:pt x="877193" y="74786"/>
                  <a:pt x="882402" y="76796"/>
                  <a:pt x="887611" y="78582"/>
                </a:cubicBezTo>
                <a:cubicBezTo>
                  <a:pt x="886866" y="87660"/>
                  <a:pt x="885899" y="95325"/>
                  <a:pt x="884708" y="101575"/>
                </a:cubicBezTo>
                <a:cubicBezTo>
                  <a:pt x="881732" y="118095"/>
                  <a:pt x="874439" y="126355"/>
                  <a:pt x="862831" y="126355"/>
                </a:cubicBezTo>
                <a:cubicBezTo>
                  <a:pt x="849585" y="126355"/>
                  <a:pt x="841325" y="117202"/>
                  <a:pt x="838051" y="98897"/>
                </a:cubicBezTo>
                <a:cubicBezTo>
                  <a:pt x="836116" y="87437"/>
                  <a:pt x="835149" y="69429"/>
                  <a:pt x="835149" y="44872"/>
                </a:cubicBezTo>
                <a:lnTo>
                  <a:pt x="803448" y="44872"/>
                </a:lnTo>
                <a:cubicBezTo>
                  <a:pt x="802779" y="57299"/>
                  <a:pt x="801067" y="67792"/>
                  <a:pt x="798314" y="76349"/>
                </a:cubicBezTo>
                <a:cubicBezTo>
                  <a:pt x="808806" y="82228"/>
                  <a:pt x="818331" y="87883"/>
                  <a:pt x="826889" y="93316"/>
                </a:cubicBezTo>
                <a:lnTo>
                  <a:pt x="817289" y="108273"/>
                </a:lnTo>
                <a:cubicBezTo>
                  <a:pt x="809253" y="102617"/>
                  <a:pt x="800621" y="96962"/>
                  <a:pt x="791393" y="91306"/>
                </a:cubicBezTo>
                <a:cubicBezTo>
                  <a:pt x="783729" y="103510"/>
                  <a:pt x="768622" y="115714"/>
                  <a:pt x="746075" y="127918"/>
                </a:cubicBezTo>
                <a:cubicBezTo>
                  <a:pt x="742801" y="123007"/>
                  <a:pt x="738931" y="118244"/>
                  <a:pt x="734466" y="113631"/>
                </a:cubicBezTo>
                <a:cubicBezTo>
                  <a:pt x="755228" y="103436"/>
                  <a:pt x="769218" y="93018"/>
                  <a:pt x="776436" y="82377"/>
                </a:cubicBezTo>
                <a:cubicBezTo>
                  <a:pt x="770334" y="78805"/>
                  <a:pt x="764009" y="75233"/>
                  <a:pt x="757460" y="71661"/>
                </a:cubicBezTo>
                <a:lnTo>
                  <a:pt x="765274" y="59159"/>
                </a:lnTo>
                <a:cubicBezTo>
                  <a:pt x="771525" y="62285"/>
                  <a:pt x="777552" y="65336"/>
                  <a:pt x="783356" y="68312"/>
                </a:cubicBezTo>
                <a:cubicBezTo>
                  <a:pt x="785366" y="61987"/>
                  <a:pt x="786705" y="54174"/>
                  <a:pt x="787375" y="44872"/>
                </a:cubicBezTo>
                <a:lnTo>
                  <a:pt x="763041" y="44872"/>
                </a:lnTo>
                <a:lnTo>
                  <a:pt x="763041" y="29692"/>
                </a:lnTo>
                <a:lnTo>
                  <a:pt x="787821" y="29692"/>
                </a:lnTo>
                <a:close/>
                <a:moveTo>
                  <a:pt x="709240" y="0"/>
                </a:moveTo>
                <a:lnTo>
                  <a:pt x="725314" y="0"/>
                </a:lnTo>
                <a:lnTo>
                  <a:pt x="725314" y="31701"/>
                </a:lnTo>
                <a:lnTo>
                  <a:pt x="752103" y="31701"/>
                </a:lnTo>
                <a:lnTo>
                  <a:pt x="752103" y="46881"/>
                </a:lnTo>
                <a:lnTo>
                  <a:pt x="725314" y="46881"/>
                </a:lnTo>
                <a:lnTo>
                  <a:pt x="725314" y="67308"/>
                </a:lnTo>
                <a:cubicBezTo>
                  <a:pt x="733573" y="65671"/>
                  <a:pt x="742652" y="63848"/>
                  <a:pt x="752549" y="61838"/>
                </a:cubicBezTo>
                <a:cubicBezTo>
                  <a:pt x="752847" y="69875"/>
                  <a:pt x="753070" y="75159"/>
                  <a:pt x="753219" y="77689"/>
                </a:cubicBezTo>
                <a:cubicBezTo>
                  <a:pt x="743768" y="79549"/>
                  <a:pt x="734466" y="81409"/>
                  <a:pt x="725314" y="83270"/>
                </a:cubicBezTo>
                <a:lnTo>
                  <a:pt x="725314" y="106040"/>
                </a:lnTo>
                <a:cubicBezTo>
                  <a:pt x="725314" y="120774"/>
                  <a:pt x="718170" y="128216"/>
                  <a:pt x="703882" y="128365"/>
                </a:cubicBezTo>
                <a:cubicBezTo>
                  <a:pt x="697483" y="128513"/>
                  <a:pt x="689595" y="128439"/>
                  <a:pt x="680219" y="128141"/>
                </a:cubicBezTo>
                <a:cubicBezTo>
                  <a:pt x="679623" y="122188"/>
                  <a:pt x="678730" y="116756"/>
                  <a:pt x="677540" y="111845"/>
                </a:cubicBezTo>
                <a:cubicBezTo>
                  <a:pt x="687214" y="112589"/>
                  <a:pt x="694953" y="112961"/>
                  <a:pt x="700757" y="112961"/>
                </a:cubicBezTo>
                <a:cubicBezTo>
                  <a:pt x="706412" y="112961"/>
                  <a:pt x="709240" y="109984"/>
                  <a:pt x="709240" y="104031"/>
                </a:cubicBezTo>
                <a:lnTo>
                  <a:pt x="709240" y="86730"/>
                </a:lnTo>
                <a:cubicBezTo>
                  <a:pt x="697706" y="89260"/>
                  <a:pt x="686395" y="91827"/>
                  <a:pt x="675307" y="94432"/>
                </a:cubicBezTo>
                <a:lnTo>
                  <a:pt x="671289" y="77465"/>
                </a:lnTo>
                <a:cubicBezTo>
                  <a:pt x="679995" y="76051"/>
                  <a:pt x="692646" y="73745"/>
                  <a:pt x="709240" y="70545"/>
                </a:cubicBezTo>
                <a:lnTo>
                  <a:pt x="709240" y="46881"/>
                </a:lnTo>
                <a:lnTo>
                  <a:pt x="673521" y="46881"/>
                </a:lnTo>
                <a:lnTo>
                  <a:pt x="673521" y="31701"/>
                </a:lnTo>
                <a:lnTo>
                  <a:pt x="709240" y="31701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5B4C1656-A7C2-44FB-AC36-1F47BF630099}"/>
              </a:ext>
            </a:extLst>
          </p:cNvPr>
          <p:cNvGrpSpPr/>
          <p:nvPr/>
        </p:nvGrpSpPr>
        <p:grpSpPr>
          <a:xfrm>
            <a:off x="5516358" y="665592"/>
            <a:ext cx="1393965" cy="734252"/>
            <a:chOff x="4128293" y="5205575"/>
            <a:chExt cx="801688" cy="422278"/>
          </a:xfrm>
        </p:grpSpPr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33A06CDE-565D-48E2-90ED-F2FFB762A1F8}"/>
                </a:ext>
              </a:extLst>
            </p:cNvPr>
            <p:cNvSpPr/>
            <p:nvPr/>
          </p:nvSpPr>
          <p:spPr>
            <a:xfrm>
              <a:off x="4128293" y="5205575"/>
              <a:ext cx="148700" cy="42227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0E512E4A-12FC-420E-B92B-3027E2901AD5}"/>
                </a:ext>
              </a:extLst>
            </p:cNvPr>
            <p:cNvSpPr/>
            <p:nvPr/>
          </p:nvSpPr>
          <p:spPr>
            <a:xfrm>
              <a:off x="4151659" y="5297589"/>
              <a:ext cx="73025" cy="2413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3C1A0B1A-5541-4CCC-8FF3-C1E71B90727A}"/>
                </a:ext>
              </a:extLst>
            </p:cNvPr>
            <p:cNvSpPr/>
            <p:nvPr/>
          </p:nvSpPr>
          <p:spPr>
            <a:xfrm>
              <a:off x="4151978" y="5369183"/>
              <a:ext cx="45719" cy="910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6" name="任意多边形 211">
              <a:extLst>
                <a:ext uri="{FF2B5EF4-FFF2-40B4-BE49-F238E27FC236}">
                  <a16:creationId xmlns:a16="http://schemas.microsoft.com/office/drawing/2014/main" id="{94A75512-D075-4A5A-9CD4-B290C3799AC4}"/>
                </a:ext>
              </a:extLst>
            </p:cNvPr>
            <p:cNvSpPr/>
            <p:nvPr/>
          </p:nvSpPr>
          <p:spPr>
            <a:xfrm>
              <a:off x="4211393" y="5205575"/>
              <a:ext cx="718588" cy="422278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249F0A99-95C6-4720-BEF8-4CD7DE0612C9}"/>
                </a:ext>
              </a:extLst>
            </p:cNvPr>
            <p:cNvSpPr/>
            <p:nvPr/>
          </p:nvSpPr>
          <p:spPr>
            <a:xfrm>
              <a:off x="4719369" y="5321774"/>
              <a:ext cx="168983" cy="16898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8836CF01-15D7-4F13-B7CE-B1AF45EAD105}"/>
                </a:ext>
              </a:extLst>
            </p:cNvPr>
            <p:cNvSpPr/>
            <p:nvPr/>
          </p:nvSpPr>
          <p:spPr>
            <a:xfrm>
              <a:off x="4318085" y="5321775"/>
              <a:ext cx="168983" cy="16898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AD3EE37D-7AB5-4D2F-BE5C-1FC2AEEFE1D4}"/>
                </a:ext>
              </a:extLst>
            </p:cNvPr>
            <p:cNvCxnSpPr/>
            <p:nvPr/>
          </p:nvCxnSpPr>
          <p:spPr>
            <a:xfrm>
              <a:off x="4348955" y="5406266"/>
              <a:ext cx="1047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EFFEC76A-4D0A-4DF2-90A2-C467667E23BE}"/>
                </a:ext>
              </a:extLst>
            </p:cNvPr>
            <p:cNvCxnSpPr/>
            <p:nvPr/>
          </p:nvCxnSpPr>
          <p:spPr>
            <a:xfrm>
              <a:off x="4751472" y="5402736"/>
              <a:ext cx="1047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7F1F244F-89D7-4861-A2EB-6FE002676447}"/>
                </a:ext>
              </a:extLst>
            </p:cNvPr>
            <p:cNvCxnSpPr/>
            <p:nvPr/>
          </p:nvCxnSpPr>
          <p:spPr>
            <a:xfrm>
              <a:off x="4401342" y="5348324"/>
              <a:ext cx="0" cy="1119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5C97A455-B0E6-4CE8-8FA2-8F1F5FE2319A}"/>
              </a:ext>
            </a:extLst>
          </p:cNvPr>
          <p:cNvSpPr/>
          <p:nvPr/>
        </p:nvSpPr>
        <p:spPr>
          <a:xfrm flipV="1">
            <a:off x="6837279" y="1907217"/>
            <a:ext cx="2300226" cy="2017342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50F71143-EAEF-436D-B673-5F31F9CC7D57}"/>
              </a:ext>
            </a:extLst>
          </p:cNvPr>
          <p:cNvSpPr/>
          <p:nvPr/>
        </p:nvSpPr>
        <p:spPr>
          <a:xfrm rot="10800000" flipV="1">
            <a:off x="2901548" y="1915951"/>
            <a:ext cx="2641647" cy="2027453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20387464 w 25194307"/>
              <a:gd name="connsiteY0" fmla="*/ 2581405 h 2642807"/>
              <a:gd name="connsiteX1" fmla="*/ 21882889 w 25194307"/>
              <a:gd name="connsiteY1" fmla="*/ 2609980 h 2642807"/>
              <a:gd name="connsiteX2" fmla="*/ 23330689 w 25194307"/>
              <a:gd name="connsiteY2" fmla="*/ 2429005 h 2642807"/>
              <a:gd name="connsiteX3" fmla="*/ 23435464 w 25194307"/>
              <a:gd name="connsiteY3" fmla="*/ 485905 h 2642807"/>
              <a:gd name="connsiteX4" fmla="*/ 0 w 25194307"/>
              <a:gd name="connsiteY4" fmla="*/ 130 h 2642807"/>
              <a:gd name="connsiteX0" fmla="*/ 20387464 w 27512420"/>
              <a:gd name="connsiteY0" fmla="*/ 2629870 h 2709399"/>
              <a:gd name="connsiteX1" fmla="*/ 21882889 w 27512420"/>
              <a:gd name="connsiteY1" fmla="*/ 2658445 h 2709399"/>
              <a:gd name="connsiteX2" fmla="*/ 23330689 w 27512420"/>
              <a:gd name="connsiteY2" fmla="*/ 2477470 h 2709399"/>
              <a:gd name="connsiteX3" fmla="*/ 26219752 w 27512420"/>
              <a:gd name="connsiteY3" fmla="*/ 258145 h 2709399"/>
              <a:gd name="connsiteX4" fmla="*/ 0 w 27512420"/>
              <a:gd name="connsiteY4" fmla="*/ 48595 h 2709399"/>
              <a:gd name="connsiteX0" fmla="*/ 20387464 w 27512420"/>
              <a:gd name="connsiteY0" fmla="*/ 2629870 h 2693407"/>
              <a:gd name="connsiteX1" fmla="*/ 23330689 w 27512420"/>
              <a:gd name="connsiteY1" fmla="*/ 2477470 h 2693407"/>
              <a:gd name="connsiteX2" fmla="*/ 26219752 w 27512420"/>
              <a:gd name="connsiteY2" fmla="*/ 258145 h 2693407"/>
              <a:gd name="connsiteX3" fmla="*/ 0 w 27512420"/>
              <a:gd name="connsiteY3" fmla="*/ 48595 h 2693407"/>
              <a:gd name="connsiteX0" fmla="*/ 20387464 w 27722404"/>
              <a:gd name="connsiteY0" fmla="*/ 2629870 h 2693407"/>
              <a:gd name="connsiteX1" fmla="*/ 24233700 w 27722404"/>
              <a:gd name="connsiteY1" fmla="*/ 2477470 h 2693407"/>
              <a:gd name="connsiteX2" fmla="*/ 26219752 w 27722404"/>
              <a:gd name="connsiteY2" fmla="*/ 258145 h 2693407"/>
              <a:gd name="connsiteX3" fmla="*/ 0 w 27722404"/>
              <a:gd name="connsiteY3" fmla="*/ 48595 h 2693407"/>
              <a:gd name="connsiteX0" fmla="*/ 20387464 w 27690510"/>
              <a:gd name="connsiteY0" fmla="*/ 2629870 h 2643563"/>
              <a:gd name="connsiteX1" fmla="*/ 24233700 w 27690510"/>
              <a:gd name="connsiteY1" fmla="*/ 2477470 h 2643563"/>
              <a:gd name="connsiteX2" fmla="*/ 26219752 w 27690510"/>
              <a:gd name="connsiteY2" fmla="*/ 258145 h 2643563"/>
              <a:gd name="connsiteX3" fmla="*/ 0 w 27690510"/>
              <a:gd name="connsiteY3" fmla="*/ 48595 h 2643563"/>
              <a:gd name="connsiteX0" fmla="*/ 20387464 w 27766401"/>
              <a:gd name="connsiteY0" fmla="*/ 2617440 h 2617440"/>
              <a:gd name="connsiteX1" fmla="*/ 24534704 w 27766401"/>
              <a:gd name="connsiteY1" fmla="*/ 2255490 h 2617440"/>
              <a:gd name="connsiteX2" fmla="*/ 26219752 w 27766401"/>
              <a:gd name="connsiteY2" fmla="*/ 245715 h 2617440"/>
              <a:gd name="connsiteX3" fmla="*/ 0 w 27766401"/>
              <a:gd name="connsiteY3" fmla="*/ 36165 h 2617440"/>
              <a:gd name="connsiteX0" fmla="*/ 20387463 w 27844283"/>
              <a:gd name="connsiteY0" fmla="*/ 2426940 h 2466365"/>
              <a:gd name="connsiteX1" fmla="*/ 24534704 w 27844283"/>
              <a:gd name="connsiteY1" fmla="*/ 2255490 h 2466365"/>
              <a:gd name="connsiteX2" fmla="*/ 26219752 w 27844283"/>
              <a:gd name="connsiteY2" fmla="*/ 245715 h 2466365"/>
              <a:gd name="connsiteX3" fmla="*/ 0 w 27844283"/>
              <a:gd name="connsiteY3" fmla="*/ 36165 h 2466365"/>
              <a:gd name="connsiteX0" fmla="*/ 20387463 w 25371962"/>
              <a:gd name="connsiteY0" fmla="*/ 2440487 h 2481821"/>
              <a:gd name="connsiteX1" fmla="*/ 24534704 w 25371962"/>
              <a:gd name="connsiteY1" fmla="*/ 2269037 h 2481821"/>
              <a:gd name="connsiteX2" fmla="*/ 22833452 w 25371962"/>
              <a:gd name="connsiteY2" fmla="*/ 230687 h 2481821"/>
              <a:gd name="connsiteX3" fmla="*/ 0 w 25371962"/>
              <a:gd name="connsiteY3" fmla="*/ 49712 h 2481821"/>
              <a:gd name="connsiteX0" fmla="*/ 21064723 w 26093006"/>
              <a:gd name="connsiteY0" fmla="*/ 2457162 h 2498496"/>
              <a:gd name="connsiteX1" fmla="*/ 25211964 w 26093006"/>
              <a:gd name="connsiteY1" fmla="*/ 2285712 h 2498496"/>
              <a:gd name="connsiteX2" fmla="*/ 23510712 w 26093006"/>
              <a:gd name="connsiteY2" fmla="*/ 247362 h 2498496"/>
              <a:gd name="connsiteX3" fmla="*/ 0 w 26093006"/>
              <a:gd name="connsiteY3" fmla="*/ 37812 h 2498496"/>
              <a:gd name="connsiteX0" fmla="*/ 20914221 w 25932739"/>
              <a:gd name="connsiteY0" fmla="*/ 2435240 h 2476574"/>
              <a:gd name="connsiteX1" fmla="*/ 25061462 w 25932739"/>
              <a:gd name="connsiteY1" fmla="*/ 2263790 h 2476574"/>
              <a:gd name="connsiteX2" fmla="*/ 23360210 w 25932739"/>
              <a:gd name="connsiteY2" fmla="*/ 225440 h 2476574"/>
              <a:gd name="connsiteX3" fmla="*/ 0 w 25932739"/>
              <a:gd name="connsiteY3" fmla="*/ 53990 h 2476574"/>
              <a:gd name="connsiteX0" fmla="*/ 20914221 w 25853561"/>
              <a:gd name="connsiteY0" fmla="*/ 2429982 h 2432928"/>
              <a:gd name="connsiteX1" fmla="*/ 24910959 w 25853561"/>
              <a:gd name="connsiteY1" fmla="*/ 2175982 h 2432928"/>
              <a:gd name="connsiteX2" fmla="*/ 23360210 w 25853561"/>
              <a:gd name="connsiteY2" fmla="*/ 220182 h 2432928"/>
              <a:gd name="connsiteX3" fmla="*/ 0 w 25853561"/>
              <a:gd name="connsiteY3" fmla="*/ 48732 h 2432928"/>
              <a:gd name="connsiteX0" fmla="*/ 20914221 w 25853561"/>
              <a:gd name="connsiteY0" fmla="*/ 2429982 h 2429982"/>
              <a:gd name="connsiteX1" fmla="*/ 24910959 w 25853561"/>
              <a:gd name="connsiteY1" fmla="*/ 2175982 h 2429982"/>
              <a:gd name="connsiteX2" fmla="*/ 23360210 w 25853561"/>
              <a:gd name="connsiteY2" fmla="*/ 220182 h 2429982"/>
              <a:gd name="connsiteX3" fmla="*/ 0 w 25853561"/>
              <a:gd name="connsiteY3" fmla="*/ 48732 h 2429982"/>
              <a:gd name="connsiteX0" fmla="*/ 20914221 w 26074061"/>
              <a:gd name="connsiteY0" fmla="*/ 2462033 h 2467778"/>
              <a:gd name="connsiteX1" fmla="*/ 24910959 w 26074061"/>
              <a:gd name="connsiteY1" fmla="*/ 2208033 h 2467778"/>
              <a:gd name="connsiteX2" fmla="*/ 23711381 w 26074061"/>
              <a:gd name="connsiteY2" fmla="*/ 195083 h 2467778"/>
              <a:gd name="connsiteX3" fmla="*/ 0 w 26074061"/>
              <a:gd name="connsiteY3" fmla="*/ 80783 h 2467778"/>
              <a:gd name="connsiteX0" fmla="*/ 20914221 w 26074061"/>
              <a:gd name="connsiteY0" fmla="*/ 2462033 h 2467778"/>
              <a:gd name="connsiteX1" fmla="*/ 24910959 w 26074061"/>
              <a:gd name="connsiteY1" fmla="*/ 2208033 h 2467778"/>
              <a:gd name="connsiteX2" fmla="*/ 23711381 w 26074061"/>
              <a:gd name="connsiteY2" fmla="*/ 195083 h 2467778"/>
              <a:gd name="connsiteX3" fmla="*/ 0 w 26074061"/>
              <a:gd name="connsiteY3" fmla="*/ 80783 h 2467778"/>
              <a:gd name="connsiteX0" fmla="*/ 20914221 w 26074061"/>
              <a:gd name="connsiteY0" fmla="*/ 2382124 h 2387869"/>
              <a:gd name="connsiteX1" fmla="*/ 24910959 w 26074061"/>
              <a:gd name="connsiteY1" fmla="*/ 2128124 h 2387869"/>
              <a:gd name="connsiteX2" fmla="*/ 23711381 w 26074061"/>
              <a:gd name="connsiteY2" fmla="*/ 115174 h 2387869"/>
              <a:gd name="connsiteX3" fmla="*/ 0 w 26074061"/>
              <a:gd name="connsiteY3" fmla="*/ 874 h 2387869"/>
              <a:gd name="connsiteX0" fmla="*/ 20914221 w 27573095"/>
              <a:gd name="connsiteY0" fmla="*/ 2381894 h 2387322"/>
              <a:gd name="connsiteX1" fmla="*/ 24910959 w 27573095"/>
              <a:gd name="connsiteY1" fmla="*/ 2127894 h 2387322"/>
              <a:gd name="connsiteX2" fmla="*/ 25768245 w 27573095"/>
              <a:gd name="connsiteY2" fmla="*/ 121294 h 2387322"/>
              <a:gd name="connsiteX3" fmla="*/ 0 w 27573095"/>
              <a:gd name="connsiteY3" fmla="*/ 644 h 2387322"/>
              <a:gd name="connsiteX0" fmla="*/ 20914221 w 25998320"/>
              <a:gd name="connsiteY0" fmla="*/ 2381894 h 2387322"/>
              <a:gd name="connsiteX1" fmla="*/ 24910959 w 25998320"/>
              <a:gd name="connsiteY1" fmla="*/ 2127894 h 2387322"/>
              <a:gd name="connsiteX2" fmla="*/ 25768245 w 25998320"/>
              <a:gd name="connsiteY2" fmla="*/ 121294 h 2387322"/>
              <a:gd name="connsiteX3" fmla="*/ 0 w 25998320"/>
              <a:gd name="connsiteY3" fmla="*/ 644 h 2387322"/>
              <a:gd name="connsiteX0" fmla="*/ 20914221 w 25998320"/>
              <a:gd name="connsiteY0" fmla="*/ 2383604 h 2389032"/>
              <a:gd name="connsiteX1" fmla="*/ 24910959 w 25998320"/>
              <a:gd name="connsiteY1" fmla="*/ 2129604 h 2389032"/>
              <a:gd name="connsiteX2" fmla="*/ 25768245 w 25998320"/>
              <a:gd name="connsiteY2" fmla="*/ 123004 h 2389032"/>
              <a:gd name="connsiteX3" fmla="*/ 0 w 25998320"/>
              <a:gd name="connsiteY3" fmla="*/ 2354 h 2389032"/>
              <a:gd name="connsiteX0" fmla="*/ 20914221 w 26039781"/>
              <a:gd name="connsiteY0" fmla="*/ 2383604 h 2389032"/>
              <a:gd name="connsiteX1" fmla="*/ 24910959 w 26039781"/>
              <a:gd name="connsiteY1" fmla="*/ 2129604 h 2389032"/>
              <a:gd name="connsiteX2" fmla="*/ 25768245 w 26039781"/>
              <a:gd name="connsiteY2" fmla="*/ 123004 h 2389032"/>
              <a:gd name="connsiteX3" fmla="*/ 0 w 26039781"/>
              <a:gd name="connsiteY3" fmla="*/ 2354 h 2389032"/>
              <a:gd name="connsiteX0" fmla="*/ 20914221 w 26204401"/>
              <a:gd name="connsiteY0" fmla="*/ 2420349 h 2425777"/>
              <a:gd name="connsiteX1" fmla="*/ 24910959 w 26204401"/>
              <a:gd name="connsiteY1" fmla="*/ 2166349 h 2425777"/>
              <a:gd name="connsiteX2" fmla="*/ 25768245 w 26204401"/>
              <a:gd name="connsiteY2" fmla="*/ 159749 h 2425777"/>
              <a:gd name="connsiteX3" fmla="*/ 0 w 26204401"/>
              <a:gd name="connsiteY3" fmla="*/ 39099 h 2425777"/>
              <a:gd name="connsiteX0" fmla="*/ 20914221 w 25586165"/>
              <a:gd name="connsiteY0" fmla="*/ 2420349 h 2425777"/>
              <a:gd name="connsiteX1" fmla="*/ 24910959 w 25586165"/>
              <a:gd name="connsiteY1" fmla="*/ 2166349 h 2425777"/>
              <a:gd name="connsiteX2" fmla="*/ 24940483 w 25586165"/>
              <a:gd name="connsiteY2" fmla="*/ 159749 h 2425777"/>
              <a:gd name="connsiteX3" fmla="*/ 0 w 25586165"/>
              <a:gd name="connsiteY3" fmla="*/ 39099 h 2425777"/>
              <a:gd name="connsiteX0" fmla="*/ 20914221 w 25329742"/>
              <a:gd name="connsiteY0" fmla="*/ 2384472 h 2384906"/>
              <a:gd name="connsiteX1" fmla="*/ 24910959 w 25329742"/>
              <a:gd name="connsiteY1" fmla="*/ 2130472 h 2384906"/>
              <a:gd name="connsiteX2" fmla="*/ 24488976 w 25329742"/>
              <a:gd name="connsiteY2" fmla="*/ 228647 h 2384906"/>
              <a:gd name="connsiteX3" fmla="*/ 0 w 25329742"/>
              <a:gd name="connsiteY3" fmla="*/ 3222 h 238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29742" h="2384906">
                <a:moveTo>
                  <a:pt x="20914221" y="2384472"/>
                </a:moveTo>
                <a:cubicBezTo>
                  <a:pt x="21527393" y="2352722"/>
                  <a:pt x="24315167" y="2489776"/>
                  <a:pt x="24910959" y="2130472"/>
                </a:cubicBezTo>
                <a:cubicBezTo>
                  <a:pt x="25506751" y="1771168"/>
                  <a:pt x="25550763" y="500883"/>
                  <a:pt x="24488976" y="228647"/>
                </a:cubicBezTo>
                <a:cubicBezTo>
                  <a:pt x="23471264" y="-32288"/>
                  <a:pt x="157560" y="-747"/>
                  <a:pt x="0" y="3222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39030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>
            <a:extLst>
              <a:ext uri="{FF2B5EF4-FFF2-40B4-BE49-F238E27FC236}">
                <a16:creationId xmlns:a16="http://schemas.microsoft.com/office/drawing/2014/main" id="{48350B65-32B3-413D-974B-84DA9A863A29}"/>
              </a:ext>
            </a:extLst>
          </p:cNvPr>
          <p:cNvSpPr/>
          <p:nvPr/>
        </p:nvSpPr>
        <p:spPr>
          <a:xfrm>
            <a:off x="5528616" y="3232432"/>
            <a:ext cx="617218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A2406BB-2807-4255-8DDB-B1BB558DA556}"/>
              </a:ext>
            </a:extLst>
          </p:cNvPr>
          <p:cNvSpPr/>
          <p:nvPr/>
        </p:nvSpPr>
        <p:spPr>
          <a:xfrm>
            <a:off x="3343085" y="3230681"/>
            <a:ext cx="2684506" cy="144969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C2997271-EF86-4D5F-91E9-F55E92BCDD18}"/>
              </a:ext>
            </a:extLst>
          </p:cNvPr>
          <p:cNvSpPr txBox="1"/>
          <p:nvPr/>
        </p:nvSpPr>
        <p:spPr>
          <a:xfrm>
            <a:off x="4334833" y="2795342"/>
            <a:ext cx="561380" cy="29969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530426D2-5488-4543-9986-503A1B5686B1}"/>
              </a:ext>
            </a:extLst>
          </p:cNvPr>
          <p:cNvGrpSpPr/>
          <p:nvPr/>
        </p:nvGrpSpPr>
        <p:grpSpPr>
          <a:xfrm>
            <a:off x="3416961" y="3291273"/>
            <a:ext cx="65226" cy="1331801"/>
            <a:chOff x="1214405" y="4592622"/>
            <a:chExt cx="84501" cy="1725373"/>
          </a:xfrm>
        </p:grpSpPr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873C9488-8195-41C4-B090-E95AD7BB9AD8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76AF446A-B691-4A4A-AF48-EEE597D69DAF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3AC4D624-ECB1-433C-A3A9-7AF9E1318A87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378826C4-CA00-41A6-A17A-F03AD7938574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289FAAD0-11D5-4501-92BC-89934C36A32F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65DA9D4B-3C8A-4BB3-ADE4-9C87D32BB303}"/>
              </a:ext>
            </a:extLst>
          </p:cNvPr>
          <p:cNvGrpSpPr/>
          <p:nvPr/>
        </p:nvGrpSpPr>
        <p:grpSpPr>
          <a:xfrm>
            <a:off x="3973951" y="3291273"/>
            <a:ext cx="65226" cy="1331801"/>
            <a:chOff x="1214405" y="4592622"/>
            <a:chExt cx="84501" cy="1725373"/>
          </a:xfrm>
        </p:grpSpPr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312AD2FB-5797-4AF2-81B5-7534AB4A1FA8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82F690E2-1800-424E-8954-24E1451D7F20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B1173A8C-79AF-4840-B0B7-F3B7E0783C8E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31C8BDD9-3874-44B6-82D5-6E0E711B3481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4584F266-12A5-4886-80AD-50233E8E3867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8DD72B63-3199-4900-A852-D01A71CA3DC1}"/>
              </a:ext>
            </a:extLst>
          </p:cNvPr>
          <p:cNvGrpSpPr/>
          <p:nvPr/>
        </p:nvGrpSpPr>
        <p:grpSpPr>
          <a:xfrm>
            <a:off x="4530941" y="3291273"/>
            <a:ext cx="65226" cy="1331801"/>
            <a:chOff x="1214405" y="4592622"/>
            <a:chExt cx="84501" cy="1725373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31EEEEB9-C69D-4D85-8B07-9F4B0CCEAF34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6934A019-338B-4C7C-B19D-73D222A49558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2F92BBB0-B2CF-489A-93E0-F2B3A6E561FF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772D1107-8EC9-46FD-A6C3-4110DC327B93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ABEF0639-845F-4C69-BC44-565AE9D3F1F6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0615F074-6BC6-4738-B457-E1ECDF7B524D}"/>
              </a:ext>
            </a:extLst>
          </p:cNvPr>
          <p:cNvGrpSpPr/>
          <p:nvPr/>
        </p:nvGrpSpPr>
        <p:grpSpPr>
          <a:xfrm>
            <a:off x="5087931" y="3291273"/>
            <a:ext cx="65226" cy="1331801"/>
            <a:chOff x="1214405" y="4592622"/>
            <a:chExt cx="84501" cy="1725373"/>
          </a:xfrm>
        </p:grpSpPr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955FD6C9-E3AE-4871-95D0-F1A329921A0D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D225CF3B-AC77-4435-BACE-9C168DF7DCAB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73161254-8143-483D-B591-2D60E1504ECA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D6D77E98-41F7-4AD7-A9A4-C7455D76B280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D9785832-4F22-4813-85BF-FD3550371E98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6" name="矩形 135">
            <a:extLst>
              <a:ext uri="{FF2B5EF4-FFF2-40B4-BE49-F238E27FC236}">
                <a16:creationId xmlns:a16="http://schemas.microsoft.com/office/drawing/2014/main" id="{042AA555-E4A3-441C-A675-749CA2AD627C}"/>
              </a:ext>
            </a:extLst>
          </p:cNvPr>
          <p:cNvSpPr/>
          <p:nvPr/>
        </p:nvSpPr>
        <p:spPr>
          <a:xfrm>
            <a:off x="6027591" y="3230681"/>
            <a:ext cx="2821325" cy="1449695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2E46D91-7890-4701-90B9-9FE48EB12F34}"/>
              </a:ext>
            </a:extLst>
          </p:cNvPr>
          <p:cNvSpPr txBox="1"/>
          <p:nvPr/>
        </p:nvSpPr>
        <p:spPr>
          <a:xfrm>
            <a:off x="7212816" y="2769014"/>
            <a:ext cx="606269" cy="293083"/>
          </a:xfrm>
          <a:custGeom>
            <a:avLst/>
            <a:gdLst/>
            <a:ahLst/>
            <a:cxnLst/>
            <a:rect l="l" t="t" r="r" b="b"/>
            <a:pathLst>
              <a:path w="591145" h="294085">
                <a:moveTo>
                  <a:pt x="62805" y="190500"/>
                </a:moveTo>
                <a:cubicBezTo>
                  <a:pt x="77291" y="205185"/>
                  <a:pt x="91479" y="220465"/>
                  <a:pt x="105370" y="236340"/>
                </a:cubicBezTo>
                <a:lnTo>
                  <a:pt x="85129" y="252413"/>
                </a:lnTo>
                <a:cubicBezTo>
                  <a:pt x="73223" y="236736"/>
                  <a:pt x="59928" y="220762"/>
                  <a:pt x="45243" y="204490"/>
                </a:cubicBezTo>
                <a:close/>
                <a:moveTo>
                  <a:pt x="233362" y="189905"/>
                </a:moveTo>
                <a:lnTo>
                  <a:pt x="254198" y="203300"/>
                </a:lnTo>
                <a:cubicBezTo>
                  <a:pt x="240307" y="220564"/>
                  <a:pt x="225722" y="237133"/>
                  <a:pt x="210442" y="253008"/>
                </a:cubicBezTo>
                <a:lnTo>
                  <a:pt x="192583" y="238721"/>
                </a:lnTo>
                <a:cubicBezTo>
                  <a:pt x="208657" y="222052"/>
                  <a:pt x="222249" y="205780"/>
                  <a:pt x="233362" y="189905"/>
                </a:cubicBezTo>
                <a:close/>
                <a:moveTo>
                  <a:pt x="490834" y="139304"/>
                </a:moveTo>
                <a:lnTo>
                  <a:pt x="490834" y="161330"/>
                </a:lnTo>
                <a:lnTo>
                  <a:pt x="552747" y="161330"/>
                </a:lnTo>
                <a:lnTo>
                  <a:pt x="552747" y="139304"/>
                </a:lnTo>
                <a:close/>
                <a:moveTo>
                  <a:pt x="411063" y="139304"/>
                </a:moveTo>
                <a:lnTo>
                  <a:pt x="411063" y="161330"/>
                </a:lnTo>
                <a:lnTo>
                  <a:pt x="471487" y="161330"/>
                </a:lnTo>
                <a:lnTo>
                  <a:pt x="471487" y="139304"/>
                </a:lnTo>
                <a:close/>
                <a:moveTo>
                  <a:pt x="581024" y="82451"/>
                </a:moveTo>
                <a:lnTo>
                  <a:pt x="585787" y="99715"/>
                </a:lnTo>
                <a:cubicBezTo>
                  <a:pt x="559990" y="101104"/>
                  <a:pt x="528339" y="102493"/>
                  <a:pt x="490834" y="103882"/>
                </a:cubicBezTo>
                <a:lnTo>
                  <a:pt x="490834" y="123230"/>
                </a:lnTo>
                <a:lnTo>
                  <a:pt x="572392" y="123230"/>
                </a:lnTo>
                <a:lnTo>
                  <a:pt x="572392" y="183357"/>
                </a:lnTo>
                <a:lnTo>
                  <a:pt x="552747" y="183357"/>
                </a:lnTo>
                <a:lnTo>
                  <a:pt x="552747" y="177404"/>
                </a:lnTo>
                <a:lnTo>
                  <a:pt x="490834" y="177404"/>
                </a:lnTo>
                <a:lnTo>
                  <a:pt x="490834" y="196454"/>
                </a:lnTo>
                <a:lnTo>
                  <a:pt x="591145" y="196454"/>
                </a:lnTo>
                <a:lnTo>
                  <a:pt x="591145" y="261045"/>
                </a:lnTo>
                <a:cubicBezTo>
                  <a:pt x="591145" y="281286"/>
                  <a:pt x="581123" y="291406"/>
                  <a:pt x="561081" y="291406"/>
                </a:cubicBezTo>
                <a:cubicBezTo>
                  <a:pt x="551159" y="291406"/>
                  <a:pt x="538757" y="291208"/>
                  <a:pt x="523874" y="290811"/>
                </a:cubicBezTo>
                <a:cubicBezTo>
                  <a:pt x="522882" y="285254"/>
                  <a:pt x="521394" y="278408"/>
                  <a:pt x="519409" y="270272"/>
                </a:cubicBezTo>
                <a:cubicBezTo>
                  <a:pt x="533300" y="271463"/>
                  <a:pt x="545107" y="272058"/>
                  <a:pt x="554831" y="272058"/>
                </a:cubicBezTo>
                <a:cubicBezTo>
                  <a:pt x="565546" y="272058"/>
                  <a:pt x="570904" y="266998"/>
                  <a:pt x="570904" y="256878"/>
                </a:cubicBezTo>
                <a:lnTo>
                  <a:pt x="570904" y="212527"/>
                </a:lnTo>
                <a:lnTo>
                  <a:pt x="490834" y="212527"/>
                </a:lnTo>
                <a:lnTo>
                  <a:pt x="490834" y="239018"/>
                </a:lnTo>
                <a:cubicBezTo>
                  <a:pt x="502344" y="238423"/>
                  <a:pt x="513754" y="237729"/>
                  <a:pt x="525065" y="236935"/>
                </a:cubicBezTo>
                <a:cubicBezTo>
                  <a:pt x="522882" y="232371"/>
                  <a:pt x="520600" y="227807"/>
                  <a:pt x="518219" y="223243"/>
                </a:cubicBezTo>
                <a:lnTo>
                  <a:pt x="534292" y="215801"/>
                </a:lnTo>
                <a:cubicBezTo>
                  <a:pt x="541436" y="228700"/>
                  <a:pt x="548580" y="242590"/>
                  <a:pt x="555723" y="257473"/>
                </a:cubicBezTo>
                <a:lnTo>
                  <a:pt x="538162" y="265510"/>
                </a:lnTo>
                <a:cubicBezTo>
                  <a:pt x="536376" y="261343"/>
                  <a:pt x="534590" y="257275"/>
                  <a:pt x="532804" y="253306"/>
                </a:cubicBezTo>
                <a:cubicBezTo>
                  <a:pt x="499466" y="254695"/>
                  <a:pt x="462160" y="257374"/>
                  <a:pt x="420885" y="261343"/>
                </a:cubicBezTo>
                <a:lnTo>
                  <a:pt x="417314" y="242293"/>
                </a:lnTo>
                <a:cubicBezTo>
                  <a:pt x="435570" y="241697"/>
                  <a:pt x="453628" y="240904"/>
                  <a:pt x="471487" y="239911"/>
                </a:cubicBezTo>
                <a:lnTo>
                  <a:pt x="471487" y="212527"/>
                </a:lnTo>
                <a:lnTo>
                  <a:pt x="397668" y="212527"/>
                </a:lnTo>
                <a:lnTo>
                  <a:pt x="397668" y="292894"/>
                </a:lnTo>
                <a:lnTo>
                  <a:pt x="377428" y="292894"/>
                </a:lnTo>
                <a:lnTo>
                  <a:pt x="377428" y="196454"/>
                </a:lnTo>
                <a:lnTo>
                  <a:pt x="471487" y="196454"/>
                </a:lnTo>
                <a:lnTo>
                  <a:pt x="471487" y="177404"/>
                </a:lnTo>
                <a:lnTo>
                  <a:pt x="411063" y="177404"/>
                </a:lnTo>
                <a:lnTo>
                  <a:pt x="411063" y="183357"/>
                </a:lnTo>
                <a:lnTo>
                  <a:pt x="391417" y="183357"/>
                </a:lnTo>
                <a:lnTo>
                  <a:pt x="391417" y="123230"/>
                </a:lnTo>
                <a:lnTo>
                  <a:pt x="471487" y="123230"/>
                </a:lnTo>
                <a:lnTo>
                  <a:pt x="471487" y="104478"/>
                </a:lnTo>
                <a:cubicBezTo>
                  <a:pt x="442912" y="105470"/>
                  <a:pt x="411360" y="106462"/>
                  <a:pt x="376832" y="107454"/>
                </a:cubicBezTo>
                <a:cubicBezTo>
                  <a:pt x="375840" y="102097"/>
                  <a:pt x="374451" y="96143"/>
                  <a:pt x="372665" y="89595"/>
                </a:cubicBezTo>
                <a:cubicBezTo>
                  <a:pt x="467121" y="87412"/>
                  <a:pt x="536574" y="85031"/>
                  <a:pt x="581024" y="82451"/>
                </a:cubicBezTo>
                <a:close/>
                <a:moveTo>
                  <a:pt x="361949" y="30361"/>
                </a:moveTo>
                <a:lnTo>
                  <a:pt x="361949" y="53281"/>
                </a:lnTo>
                <a:lnTo>
                  <a:pt x="566141" y="53281"/>
                </a:lnTo>
                <a:lnTo>
                  <a:pt x="566141" y="30361"/>
                </a:lnTo>
                <a:close/>
                <a:moveTo>
                  <a:pt x="150316" y="25301"/>
                </a:moveTo>
                <a:cubicBezTo>
                  <a:pt x="129877" y="51098"/>
                  <a:pt x="100409" y="76399"/>
                  <a:pt x="61912" y="101204"/>
                </a:cubicBezTo>
                <a:lnTo>
                  <a:pt x="236636" y="101204"/>
                </a:lnTo>
                <a:cubicBezTo>
                  <a:pt x="205680" y="81558"/>
                  <a:pt x="176907" y="56257"/>
                  <a:pt x="150316" y="25301"/>
                </a:cubicBezTo>
                <a:close/>
                <a:moveTo>
                  <a:pt x="341411" y="13097"/>
                </a:moveTo>
                <a:lnTo>
                  <a:pt x="586382" y="13097"/>
                </a:lnTo>
                <a:lnTo>
                  <a:pt x="586382" y="76498"/>
                </a:lnTo>
                <a:lnTo>
                  <a:pt x="566141" y="76498"/>
                </a:lnTo>
                <a:lnTo>
                  <a:pt x="566141" y="70545"/>
                </a:lnTo>
                <a:lnTo>
                  <a:pt x="361949" y="70545"/>
                </a:lnTo>
                <a:lnTo>
                  <a:pt x="361949" y="141387"/>
                </a:lnTo>
                <a:cubicBezTo>
                  <a:pt x="361949" y="208856"/>
                  <a:pt x="348059" y="259755"/>
                  <a:pt x="320278" y="294085"/>
                </a:cubicBezTo>
                <a:cubicBezTo>
                  <a:pt x="315714" y="287140"/>
                  <a:pt x="310753" y="280492"/>
                  <a:pt x="305395" y="274142"/>
                </a:cubicBezTo>
                <a:cubicBezTo>
                  <a:pt x="329604" y="246361"/>
                  <a:pt x="341610" y="200720"/>
                  <a:pt x="341411" y="137220"/>
                </a:cubicBezTo>
                <a:close/>
                <a:moveTo>
                  <a:pt x="140196" y="0"/>
                </a:moveTo>
                <a:lnTo>
                  <a:pt x="172640" y="0"/>
                </a:lnTo>
                <a:lnTo>
                  <a:pt x="165794" y="8335"/>
                </a:lnTo>
                <a:cubicBezTo>
                  <a:pt x="197346" y="48618"/>
                  <a:pt x="241994" y="79971"/>
                  <a:pt x="299739" y="102394"/>
                </a:cubicBezTo>
                <a:cubicBezTo>
                  <a:pt x="294382" y="109935"/>
                  <a:pt x="289123" y="117872"/>
                  <a:pt x="283964" y="126207"/>
                </a:cubicBezTo>
                <a:cubicBezTo>
                  <a:pt x="268485" y="119658"/>
                  <a:pt x="253503" y="111820"/>
                  <a:pt x="239017" y="102692"/>
                </a:cubicBezTo>
                <a:lnTo>
                  <a:pt x="239017" y="122932"/>
                </a:lnTo>
                <a:lnTo>
                  <a:pt x="161925" y="122932"/>
                </a:lnTo>
                <a:lnTo>
                  <a:pt x="161925" y="164604"/>
                </a:lnTo>
                <a:lnTo>
                  <a:pt x="267890" y="164604"/>
                </a:lnTo>
                <a:lnTo>
                  <a:pt x="267890" y="186333"/>
                </a:lnTo>
                <a:lnTo>
                  <a:pt x="161925" y="186333"/>
                </a:lnTo>
                <a:lnTo>
                  <a:pt x="161925" y="258961"/>
                </a:lnTo>
                <a:lnTo>
                  <a:pt x="288726" y="258961"/>
                </a:lnTo>
                <a:lnTo>
                  <a:pt x="288726" y="280988"/>
                </a:lnTo>
                <a:lnTo>
                  <a:pt x="11906" y="280988"/>
                </a:lnTo>
                <a:lnTo>
                  <a:pt x="11906" y="258961"/>
                </a:lnTo>
                <a:lnTo>
                  <a:pt x="138112" y="258961"/>
                </a:lnTo>
                <a:lnTo>
                  <a:pt x="138112" y="186333"/>
                </a:lnTo>
                <a:lnTo>
                  <a:pt x="31551" y="186333"/>
                </a:lnTo>
                <a:lnTo>
                  <a:pt x="31551" y="164604"/>
                </a:lnTo>
                <a:lnTo>
                  <a:pt x="138112" y="164604"/>
                </a:lnTo>
                <a:lnTo>
                  <a:pt x="138112" y="122932"/>
                </a:lnTo>
                <a:lnTo>
                  <a:pt x="60721" y="122932"/>
                </a:lnTo>
                <a:lnTo>
                  <a:pt x="60721" y="102097"/>
                </a:lnTo>
                <a:cubicBezTo>
                  <a:pt x="46632" y="111026"/>
                  <a:pt x="31353" y="119956"/>
                  <a:pt x="14882" y="128886"/>
                </a:cubicBezTo>
                <a:cubicBezTo>
                  <a:pt x="10715" y="121345"/>
                  <a:pt x="5754" y="113904"/>
                  <a:pt x="0" y="106561"/>
                </a:cubicBezTo>
                <a:cubicBezTo>
                  <a:pt x="66079" y="75605"/>
                  <a:pt x="112811" y="40085"/>
                  <a:pt x="140196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8A307AC6-F35B-43EA-908B-F92690A7B881}"/>
              </a:ext>
            </a:extLst>
          </p:cNvPr>
          <p:cNvGrpSpPr/>
          <p:nvPr/>
        </p:nvGrpSpPr>
        <p:grpSpPr>
          <a:xfrm>
            <a:off x="6148115" y="3330793"/>
            <a:ext cx="2293185" cy="1294151"/>
            <a:chOff x="1214405" y="4590491"/>
            <a:chExt cx="2970865" cy="1725373"/>
          </a:xfrm>
        </p:grpSpPr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2D499C76-E519-456D-AE5C-DA3443A9F83A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CA166FCD-CB98-4061-B192-6D22E583ABEE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5005D9FC-1EBE-41A4-8B51-940ED0E19A2F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24878B5B-4083-4462-994D-627D6D37B24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702B547B-8B79-4FFF-8973-FA945F2F9EF6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4EA3BB51-446B-415C-A4C1-6616DACEBED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0D14F357-02E8-424C-AF74-71B8EDA68400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D0EED8C0-8E54-4FC5-8038-A2050D65458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FD2A8C38-27D5-485D-8AC3-44F4F32BACC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5A14A846-0F77-4354-A018-8EF2DA73C71C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E5257521-EC01-4640-B6E7-7BC9ED979A5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E3F8142F-EDFC-4077-AC32-536D324071D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CC3FE76C-5C1C-4C03-B565-D6BE0F1C8057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ED4B34B1-E469-491A-AA71-18C1D24FCA9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5BE4BBB2-D2EF-42AB-B984-F55FE1A65416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DE91BDD6-4CC3-4FB8-9846-5BBAFB87BF0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0C4C6057-E52B-4C77-8D80-28363578560B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B631BC2B-ED67-4B6D-A025-7CDEAC82D341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31458FF1-31FE-4303-B83A-FE09B8BBCD80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3184AAB0-29A6-4322-9F38-EBD6B9B2547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CD3543A7-3EB8-4692-A534-15025E35AA76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89368CEA-E01D-4BC6-A49C-C0819687A54A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AAB3FB26-C742-4F75-BA14-E7796FB527F4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613238EE-ED4A-4636-B5DF-0115903DA11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3A9B544D-7660-4A4B-B773-A90B51CE3E1E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AD63DC4B-6767-4DEE-9C10-C618108C1FE4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659D9347-3E7A-4644-8A0E-B8B2E40C51D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95F870F3-DB69-4784-AB81-B6A5950E6B19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A8AA35EF-604D-4AFA-8579-C11EBD8E6203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E83AC192-8B79-4BB4-9333-74AEDB9A47FC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30DD57AE-C713-4B6F-8F0E-E91F3F95D974}"/>
              </a:ext>
            </a:extLst>
          </p:cNvPr>
          <p:cNvGrpSpPr/>
          <p:nvPr/>
        </p:nvGrpSpPr>
        <p:grpSpPr>
          <a:xfrm>
            <a:off x="6435881" y="3330793"/>
            <a:ext cx="2293185" cy="1294151"/>
            <a:chOff x="1214405" y="4590491"/>
            <a:chExt cx="2970865" cy="1725373"/>
          </a:xfrm>
        </p:grpSpPr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E6E52AB3-2AB9-4FE4-AC08-F5AB0C0D1FF4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195" name="椭圆 194">
                <a:extLst>
                  <a:ext uri="{FF2B5EF4-FFF2-40B4-BE49-F238E27FC236}">
                    <a16:creationId xmlns:a16="http://schemas.microsoft.com/office/drawing/2014/main" id="{381A9543-5930-44C6-9963-ABEACD629A3E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6" name="椭圆 195">
                <a:extLst>
                  <a:ext uri="{FF2B5EF4-FFF2-40B4-BE49-F238E27FC236}">
                    <a16:creationId xmlns:a16="http://schemas.microsoft.com/office/drawing/2014/main" id="{5DC70EE7-416C-4D4C-9823-7524728D6F9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7" name="椭圆 196">
                <a:extLst>
                  <a:ext uri="{FF2B5EF4-FFF2-40B4-BE49-F238E27FC236}">
                    <a16:creationId xmlns:a16="http://schemas.microsoft.com/office/drawing/2014/main" id="{7180CF1E-8EFE-4E86-BD16-62D09B2B793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8" name="椭圆 197">
                <a:extLst>
                  <a:ext uri="{FF2B5EF4-FFF2-40B4-BE49-F238E27FC236}">
                    <a16:creationId xmlns:a16="http://schemas.microsoft.com/office/drawing/2014/main" id="{DD16F6CE-BF57-4D36-A1C2-A83A8010095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9" name="椭圆 198">
                <a:extLst>
                  <a:ext uri="{FF2B5EF4-FFF2-40B4-BE49-F238E27FC236}">
                    <a16:creationId xmlns:a16="http://schemas.microsoft.com/office/drawing/2014/main" id="{A75F8A63-EBED-4BAC-A93A-C9CDD70AB82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1826E3DE-00BF-4627-A88B-77EF436481EE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190" name="椭圆 189">
                <a:extLst>
                  <a:ext uri="{FF2B5EF4-FFF2-40B4-BE49-F238E27FC236}">
                    <a16:creationId xmlns:a16="http://schemas.microsoft.com/office/drawing/2014/main" id="{63B786A1-EF83-49C7-8FBC-1F595F1631FC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793FD76D-B364-4074-8679-A07FA4F41BCD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2" name="椭圆 191">
                <a:extLst>
                  <a:ext uri="{FF2B5EF4-FFF2-40B4-BE49-F238E27FC236}">
                    <a16:creationId xmlns:a16="http://schemas.microsoft.com/office/drawing/2014/main" id="{959DD22A-55D5-4349-9AE9-731B24BFB89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3" name="椭圆 192">
                <a:extLst>
                  <a:ext uri="{FF2B5EF4-FFF2-40B4-BE49-F238E27FC236}">
                    <a16:creationId xmlns:a16="http://schemas.microsoft.com/office/drawing/2014/main" id="{5282A451-C689-45CA-9E4D-9003F89526B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4" name="椭圆 193">
                <a:extLst>
                  <a:ext uri="{FF2B5EF4-FFF2-40B4-BE49-F238E27FC236}">
                    <a16:creationId xmlns:a16="http://schemas.microsoft.com/office/drawing/2014/main" id="{C681974E-0CE0-4BD6-8806-5805C2C75594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541BDC85-5C63-497C-88BD-32A21C1516E7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185" name="椭圆 184">
                <a:extLst>
                  <a:ext uri="{FF2B5EF4-FFF2-40B4-BE49-F238E27FC236}">
                    <a16:creationId xmlns:a16="http://schemas.microsoft.com/office/drawing/2014/main" id="{566A0CDC-2ABE-4DDE-A7C4-C24A8D0911BF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6" name="椭圆 185">
                <a:extLst>
                  <a:ext uri="{FF2B5EF4-FFF2-40B4-BE49-F238E27FC236}">
                    <a16:creationId xmlns:a16="http://schemas.microsoft.com/office/drawing/2014/main" id="{92E2D914-713E-4618-8F51-475FD5CBA25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1E37EECA-45ED-4A46-8538-8014079EADFD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8" name="椭圆 187">
                <a:extLst>
                  <a:ext uri="{FF2B5EF4-FFF2-40B4-BE49-F238E27FC236}">
                    <a16:creationId xmlns:a16="http://schemas.microsoft.com/office/drawing/2014/main" id="{A0A7A29D-9861-44BE-8587-26D6B805D42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9" name="椭圆 188">
                <a:extLst>
                  <a:ext uri="{FF2B5EF4-FFF2-40B4-BE49-F238E27FC236}">
                    <a16:creationId xmlns:a16="http://schemas.microsoft.com/office/drawing/2014/main" id="{DC1CFCCB-37CB-42EB-9FF1-170DE147150C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85CC60C5-6E36-46D2-8C09-0ADB7896AB71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208BBE42-9585-424C-A20A-365B84D3FB2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0A002E70-E28F-4FE2-B000-0BDFA031DC6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2" name="椭圆 181">
                <a:extLst>
                  <a:ext uri="{FF2B5EF4-FFF2-40B4-BE49-F238E27FC236}">
                    <a16:creationId xmlns:a16="http://schemas.microsoft.com/office/drawing/2014/main" id="{14BF1288-9518-45FC-AC25-C3951ECEF9FF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3" name="椭圆 182">
                <a:extLst>
                  <a:ext uri="{FF2B5EF4-FFF2-40B4-BE49-F238E27FC236}">
                    <a16:creationId xmlns:a16="http://schemas.microsoft.com/office/drawing/2014/main" id="{462BE400-78D8-455E-84B7-57F752CB0F53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4" name="椭圆 183">
                <a:extLst>
                  <a:ext uri="{FF2B5EF4-FFF2-40B4-BE49-F238E27FC236}">
                    <a16:creationId xmlns:a16="http://schemas.microsoft.com/office/drawing/2014/main" id="{BB40A369-3D5D-4F0A-ADB9-A2DC34F19622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21B770E8-191A-47A1-9FBF-F3187F4103A0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09323E94-46FF-44E5-8FC4-5D6B639DF0E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6490980F-8332-4BFF-82F3-4986625E945E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7" name="椭圆 176">
                <a:extLst>
                  <a:ext uri="{FF2B5EF4-FFF2-40B4-BE49-F238E27FC236}">
                    <a16:creationId xmlns:a16="http://schemas.microsoft.com/office/drawing/2014/main" id="{8740A2C7-F8C2-4D53-A4EB-780DDD62540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C96AD7BE-52F2-46E0-80A9-077132DE2C80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椭圆 178">
                <a:extLst>
                  <a:ext uri="{FF2B5EF4-FFF2-40B4-BE49-F238E27FC236}">
                    <a16:creationId xmlns:a16="http://schemas.microsoft.com/office/drawing/2014/main" id="{9D1B7132-7163-4324-997F-34F29147106B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00" name="矩形 199">
            <a:extLst>
              <a:ext uri="{FF2B5EF4-FFF2-40B4-BE49-F238E27FC236}">
                <a16:creationId xmlns:a16="http://schemas.microsoft.com/office/drawing/2014/main" id="{8B381F9E-0E47-4205-A5E4-DF115B2A9375}"/>
              </a:ext>
            </a:extLst>
          </p:cNvPr>
          <p:cNvSpPr/>
          <p:nvPr/>
        </p:nvSpPr>
        <p:spPr>
          <a:xfrm>
            <a:off x="5826746" y="3230681"/>
            <a:ext cx="300699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2472E8AE-86DB-4885-9F85-2CCFB51E2584}"/>
              </a:ext>
            </a:extLst>
          </p:cNvPr>
          <p:cNvSpPr txBox="1"/>
          <p:nvPr/>
        </p:nvSpPr>
        <p:spPr>
          <a:xfrm>
            <a:off x="5582014" y="4816018"/>
            <a:ext cx="806025" cy="160398"/>
          </a:xfrm>
          <a:custGeom>
            <a:avLst/>
            <a:gdLst/>
            <a:ahLst/>
            <a:cxnLst/>
            <a:rect l="l" t="t" r="r" b="b"/>
            <a:pathLst>
              <a:path w="1113978" h="221680">
                <a:moveTo>
                  <a:pt x="316111" y="146001"/>
                </a:moveTo>
                <a:cubicBezTo>
                  <a:pt x="326826" y="157758"/>
                  <a:pt x="336054" y="168474"/>
                  <a:pt x="343793" y="178148"/>
                </a:cubicBezTo>
                <a:lnTo>
                  <a:pt x="329505" y="189086"/>
                </a:lnTo>
                <a:cubicBezTo>
                  <a:pt x="321022" y="177627"/>
                  <a:pt x="312241" y="166688"/>
                  <a:pt x="303163" y="156270"/>
                </a:cubicBezTo>
                <a:close/>
                <a:moveTo>
                  <a:pt x="996553" y="132606"/>
                </a:moveTo>
                <a:lnTo>
                  <a:pt x="1013966" y="132606"/>
                </a:lnTo>
                <a:lnTo>
                  <a:pt x="1013966" y="150689"/>
                </a:lnTo>
                <a:lnTo>
                  <a:pt x="1095449" y="150689"/>
                </a:lnTo>
                <a:lnTo>
                  <a:pt x="1095449" y="166539"/>
                </a:lnTo>
                <a:lnTo>
                  <a:pt x="1013966" y="166539"/>
                </a:lnTo>
                <a:lnTo>
                  <a:pt x="1013966" y="196230"/>
                </a:lnTo>
                <a:lnTo>
                  <a:pt x="1113755" y="196230"/>
                </a:lnTo>
                <a:lnTo>
                  <a:pt x="1113755" y="212304"/>
                </a:lnTo>
                <a:lnTo>
                  <a:pt x="896540" y="212304"/>
                </a:lnTo>
                <a:lnTo>
                  <a:pt x="896540" y="196230"/>
                </a:lnTo>
                <a:lnTo>
                  <a:pt x="996553" y="196230"/>
                </a:lnTo>
                <a:lnTo>
                  <a:pt x="996553" y="166539"/>
                </a:lnTo>
                <a:lnTo>
                  <a:pt x="916855" y="166539"/>
                </a:lnTo>
                <a:lnTo>
                  <a:pt x="916855" y="150689"/>
                </a:lnTo>
                <a:lnTo>
                  <a:pt x="996553" y="150689"/>
                </a:lnTo>
                <a:close/>
                <a:moveTo>
                  <a:pt x="516805" y="128588"/>
                </a:moveTo>
                <a:cubicBezTo>
                  <a:pt x="507504" y="139155"/>
                  <a:pt x="497830" y="148754"/>
                  <a:pt x="487784" y="157386"/>
                </a:cubicBezTo>
                <a:lnTo>
                  <a:pt x="539576" y="157386"/>
                </a:lnTo>
                <a:lnTo>
                  <a:pt x="539576" y="135732"/>
                </a:lnTo>
                <a:lnTo>
                  <a:pt x="556319" y="135732"/>
                </a:lnTo>
                <a:lnTo>
                  <a:pt x="556319" y="157386"/>
                </a:lnTo>
                <a:lnTo>
                  <a:pt x="607442" y="157386"/>
                </a:lnTo>
                <a:cubicBezTo>
                  <a:pt x="596800" y="148828"/>
                  <a:pt x="587089" y="139229"/>
                  <a:pt x="578309" y="128588"/>
                </a:cubicBezTo>
                <a:close/>
                <a:moveTo>
                  <a:pt x="23663" y="125239"/>
                </a:moveTo>
                <a:lnTo>
                  <a:pt x="23663" y="152921"/>
                </a:lnTo>
                <a:lnTo>
                  <a:pt x="158055" y="152921"/>
                </a:lnTo>
                <a:lnTo>
                  <a:pt x="158055" y="125239"/>
                </a:lnTo>
                <a:close/>
                <a:moveTo>
                  <a:pt x="753219" y="124793"/>
                </a:moveTo>
                <a:lnTo>
                  <a:pt x="770632" y="124793"/>
                </a:lnTo>
                <a:cubicBezTo>
                  <a:pt x="770483" y="129630"/>
                  <a:pt x="770185" y="134243"/>
                  <a:pt x="769739" y="138634"/>
                </a:cubicBezTo>
                <a:lnTo>
                  <a:pt x="860598" y="138634"/>
                </a:lnTo>
                <a:cubicBezTo>
                  <a:pt x="859556" y="156791"/>
                  <a:pt x="858366" y="172790"/>
                  <a:pt x="857026" y="186631"/>
                </a:cubicBezTo>
                <a:cubicBezTo>
                  <a:pt x="855240" y="205532"/>
                  <a:pt x="843632" y="215057"/>
                  <a:pt x="822201" y="215206"/>
                </a:cubicBezTo>
                <a:cubicBezTo>
                  <a:pt x="811336" y="215355"/>
                  <a:pt x="796974" y="215206"/>
                  <a:pt x="779115" y="214759"/>
                </a:cubicBezTo>
                <a:cubicBezTo>
                  <a:pt x="778222" y="208508"/>
                  <a:pt x="776957" y="202034"/>
                  <a:pt x="775320" y="195337"/>
                </a:cubicBezTo>
                <a:cubicBezTo>
                  <a:pt x="793030" y="196825"/>
                  <a:pt x="808508" y="197570"/>
                  <a:pt x="821754" y="197570"/>
                </a:cubicBezTo>
                <a:cubicBezTo>
                  <a:pt x="832767" y="197570"/>
                  <a:pt x="838795" y="192807"/>
                  <a:pt x="839837" y="183282"/>
                </a:cubicBezTo>
                <a:cubicBezTo>
                  <a:pt x="840730" y="176287"/>
                  <a:pt x="841548" y="166465"/>
                  <a:pt x="842292" y="153814"/>
                </a:cubicBezTo>
                <a:lnTo>
                  <a:pt x="767171" y="153814"/>
                </a:lnTo>
                <a:cubicBezTo>
                  <a:pt x="763600" y="169516"/>
                  <a:pt x="757237" y="181645"/>
                  <a:pt x="748084" y="190203"/>
                </a:cubicBezTo>
                <a:cubicBezTo>
                  <a:pt x="733946" y="203746"/>
                  <a:pt x="710952" y="214238"/>
                  <a:pt x="679102" y="221680"/>
                </a:cubicBezTo>
                <a:cubicBezTo>
                  <a:pt x="676126" y="216768"/>
                  <a:pt x="672554" y="211262"/>
                  <a:pt x="668387" y="205160"/>
                </a:cubicBezTo>
                <a:cubicBezTo>
                  <a:pt x="700534" y="198611"/>
                  <a:pt x="722709" y="189533"/>
                  <a:pt x="734913" y="177924"/>
                </a:cubicBezTo>
                <a:cubicBezTo>
                  <a:pt x="741610" y="171971"/>
                  <a:pt x="746447" y="163934"/>
                  <a:pt x="749424" y="153814"/>
                </a:cubicBezTo>
                <a:lnTo>
                  <a:pt x="681335" y="153814"/>
                </a:lnTo>
                <a:lnTo>
                  <a:pt x="681335" y="138634"/>
                </a:lnTo>
                <a:lnTo>
                  <a:pt x="752437" y="138634"/>
                </a:lnTo>
                <a:cubicBezTo>
                  <a:pt x="752958" y="134318"/>
                  <a:pt x="753219" y="129704"/>
                  <a:pt x="753219" y="124793"/>
                </a:cubicBezTo>
                <a:close/>
                <a:moveTo>
                  <a:pt x="380404" y="102022"/>
                </a:moveTo>
                <a:lnTo>
                  <a:pt x="397817" y="102022"/>
                </a:lnTo>
                <a:lnTo>
                  <a:pt x="397817" y="125686"/>
                </a:lnTo>
                <a:lnTo>
                  <a:pt x="430411" y="125686"/>
                </a:lnTo>
                <a:lnTo>
                  <a:pt x="430411" y="140866"/>
                </a:lnTo>
                <a:lnTo>
                  <a:pt x="397817" y="140866"/>
                </a:lnTo>
                <a:lnTo>
                  <a:pt x="397817" y="189979"/>
                </a:lnTo>
                <a:cubicBezTo>
                  <a:pt x="397817" y="208583"/>
                  <a:pt x="388441" y="217959"/>
                  <a:pt x="369689" y="218108"/>
                </a:cubicBezTo>
                <a:cubicBezTo>
                  <a:pt x="362991" y="218257"/>
                  <a:pt x="352871" y="218182"/>
                  <a:pt x="339328" y="217885"/>
                </a:cubicBezTo>
                <a:cubicBezTo>
                  <a:pt x="338435" y="212080"/>
                  <a:pt x="337319" y="205681"/>
                  <a:pt x="335979" y="198686"/>
                </a:cubicBezTo>
                <a:cubicBezTo>
                  <a:pt x="347737" y="199876"/>
                  <a:pt x="357857" y="200472"/>
                  <a:pt x="366340" y="200472"/>
                </a:cubicBezTo>
                <a:cubicBezTo>
                  <a:pt x="375716" y="200472"/>
                  <a:pt x="380404" y="195263"/>
                  <a:pt x="380404" y="184845"/>
                </a:cubicBezTo>
                <a:lnTo>
                  <a:pt x="380404" y="140866"/>
                </a:lnTo>
                <a:lnTo>
                  <a:pt x="290661" y="140866"/>
                </a:lnTo>
                <a:lnTo>
                  <a:pt x="290661" y="125686"/>
                </a:lnTo>
                <a:lnTo>
                  <a:pt x="380404" y="125686"/>
                </a:lnTo>
                <a:close/>
                <a:moveTo>
                  <a:pt x="500509" y="98227"/>
                </a:moveTo>
                <a:lnTo>
                  <a:pt x="500509" y="114077"/>
                </a:lnTo>
                <a:lnTo>
                  <a:pt x="596280" y="114077"/>
                </a:lnTo>
                <a:lnTo>
                  <a:pt x="596280" y="98227"/>
                </a:lnTo>
                <a:close/>
                <a:moveTo>
                  <a:pt x="23663" y="81707"/>
                </a:moveTo>
                <a:lnTo>
                  <a:pt x="23663" y="109166"/>
                </a:lnTo>
                <a:lnTo>
                  <a:pt x="158055" y="109166"/>
                </a:lnTo>
                <a:lnTo>
                  <a:pt x="158055" y="81707"/>
                </a:lnTo>
                <a:close/>
                <a:moveTo>
                  <a:pt x="500509" y="68759"/>
                </a:moveTo>
                <a:lnTo>
                  <a:pt x="500509" y="84386"/>
                </a:lnTo>
                <a:lnTo>
                  <a:pt x="596280" y="84386"/>
                </a:lnTo>
                <a:lnTo>
                  <a:pt x="596280" y="68759"/>
                </a:lnTo>
                <a:close/>
                <a:moveTo>
                  <a:pt x="946323" y="65187"/>
                </a:moveTo>
                <a:lnTo>
                  <a:pt x="962620" y="72331"/>
                </a:lnTo>
                <a:cubicBezTo>
                  <a:pt x="947291" y="89446"/>
                  <a:pt x="935310" y="102096"/>
                  <a:pt x="926678" y="110282"/>
                </a:cubicBezTo>
                <a:cubicBezTo>
                  <a:pt x="931143" y="110133"/>
                  <a:pt x="947663" y="109612"/>
                  <a:pt x="976238" y="108719"/>
                </a:cubicBezTo>
                <a:cubicBezTo>
                  <a:pt x="971773" y="102915"/>
                  <a:pt x="967010" y="96887"/>
                  <a:pt x="961950" y="90637"/>
                </a:cubicBezTo>
                <a:lnTo>
                  <a:pt x="973559" y="81930"/>
                </a:lnTo>
                <a:cubicBezTo>
                  <a:pt x="985465" y="94581"/>
                  <a:pt x="996627" y="107529"/>
                  <a:pt x="1007045" y="120774"/>
                </a:cubicBezTo>
                <a:lnTo>
                  <a:pt x="993427" y="130597"/>
                </a:lnTo>
                <a:cubicBezTo>
                  <a:pt x="991195" y="127769"/>
                  <a:pt x="988888" y="124867"/>
                  <a:pt x="986507" y="121891"/>
                </a:cubicBezTo>
                <a:cubicBezTo>
                  <a:pt x="976238" y="122337"/>
                  <a:pt x="956220" y="123304"/>
                  <a:pt x="926455" y="124793"/>
                </a:cubicBezTo>
                <a:cubicBezTo>
                  <a:pt x="922436" y="124942"/>
                  <a:pt x="915814" y="125537"/>
                  <a:pt x="906586" y="126579"/>
                </a:cubicBezTo>
                <a:lnTo>
                  <a:pt x="900559" y="111175"/>
                </a:lnTo>
                <a:cubicBezTo>
                  <a:pt x="914400" y="104180"/>
                  <a:pt x="929655" y="88851"/>
                  <a:pt x="946323" y="65187"/>
                </a:cubicBezTo>
                <a:close/>
                <a:moveTo>
                  <a:pt x="1045889" y="64517"/>
                </a:moveTo>
                <a:lnTo>
                  <a:pt x="1062632" y="70768"/>
                </a:lnTo>
                <a:cubicBezTo>
                  <a:pt x="1050577" y="86097"/>
                  <a:pt x="1039862" y="98971"/>
                  <a:pt x="1030486" y="109389"/>
                </a:cubicBezTo>
                <a:cubicBezTo>
                  <a:pt x="1046410" y="109091"/>
                  <a:pt x="1062558" y="108570"/>
                  <a:pt x="1078929" y="107826"/>
                </a:cubicBezTo>
                <a:cubicBezTo>
                  <a:pt x="1073720" y="102022"/>
                  <a:pt x="1068511" y="96143"/>
                  <a:pt x="1063302" y="90190"/>
                </a:cubicBezTo>
                <a:lnTo>
                  <a:pt x="1074911" y="81260"/>
                </a:lnTo>
                <a:cubicBezTo>
                  <a:pt x="1087859" y="94060"/>
                  <a:pt x="1100881" y="108050"/>
                  <a:pt x="1113978" y="123230"/>
                </a:cubicBezTo>
                <a:lnTo>
                  <a:pt x="1100807" y="134169"/>
                </a:lnTo>
                <a:cubicBezTo>
                  <a:pt x="1097235" y="129704"/>
                  <a:pt x="1093589" y="125314"/>
                  <a:pt x="1089868" y="120998"/>
                </a:cubicBezTo>
                <a:cubicBezTo>
                  <a:pt x="1074092" y="121891"/>
                  <a:pt x="1054149" y="122932"/>
                  <a:pt x="1030039" y="124123"/>
                </a:cubicBezTo>
                <a:cubicBezTo>
                  <a:pt x="1026170" y="124272"/>
                  <a:pt x="1020291" y="124867"/>
                  <a:pt x="1012403" y="125909"/>
                </a:cubicBezTo>
                <a:lnTo>
                  <a:pt x="1005929" y="110505"/>
                </a:lnTo>
                <a:cubicBezTo>
                  <a:pt x="1017835" y="102617"/>
                  <a:pt x="1031155" y="87288"/>
                  <a:pt x="1045889" y="64517"/>
                </a:cubicBezTo>
                <a:close/>
                <a:moveTo>
                  <a:pt x="500509" y="39291"/>
                </a:moveTo>
                <a:lnTo>
                  <a:pt x="500509" y="54918"/>
                </a:lnTo>
                <a:lnTo>
                  <a:pt x="596280" y="54918"/>
                </a:lnTo>
                <a:lnTo>
                  <a:pt x="596280" y="39291"/>
                </a:lnTo>
                <a:close/>
                <a:moveTo>
                  <a:pt x="12055" y="9153"/>
                </a:moveTo>
                <a:cubicBezTo>
                  <a:pt x="26789" y="21208"/>
                  <a:pt x="40853" y="33561"/>
                  <a:pt x="54248" y="46211"/>
                </a:cubicBezTo>
                <a:lnTo>
                  <a:pt x="40630" y="59383"/>
                </a:lnTo>
                <a:cubicBezTo>
                  <a:pt x="25300" y="43309"/>
                  <a:pt x="11757" y="30287"/>
                  <a:pt x="0" y="20315"/>
                </a:cubicBezTo>
                <a:close/>
                <a:moveTo>
                  <a:pt x="165869" y="8037"/>
                </a:moveTo>
                <a:lnTo>
                  <a:pt x="179933" y="19869"/>
                </a:lnTo>
                <a:cubicBezTo>
                  <a:pt x="164455" y="34603"/>
                  <a:pt x="149274" y="48221"/>
                  <a:pt x="134391" y="60722"/>
                </a:cubicBezTo>
                <a:lnTo>
                  <a:pt x="122336" y="48667"/>
                </a:lnTo>
                <a:cubicBezTo>
                  <a:pt x="137666" y="36166"/>
                  <a:pt x="152176" y="22622"/>
                  <a:pt x="165869" y="8037"/>
                </a:cubicBezTo>
                <a:close/>
                <a:moveTo>
                  <a:pt x="249361" y="2233"/>
                </a:moveTo>
                <a:lnTo>
                  <a:pt x="266104" y="2233"/>
                </a:lnTo>
                <a:lnTo>
                  <a:pt x="266104" y="52239"/>
                </a:lnTo>
                <a:lnTo>
                  <a:pt x="294010" y="52239"/>
                </a:lnTo>
                <a:lnTo>
                  <a:pt x="294010" y="67196"/>
                </a:lnTo>
                <a:lnTo>
                  <a:pt x="266104" y="67196"/>
                </a:lnTo>
                <a:lnTo>
                  <a:pt x="266104" y="113854"/>
                </a:lnTo>
                <a:cubicBezTo>
                  <a:pt x="274513" y="110877"/>
                  <a:pt x="282848" y="107901"/>
                  <a:pt x="291107" y="104924"/>
                </a:cubicBezTo>
                <a:cubicBezTo>
                  <a:pt x="291852" y="111473"/>
                  <a:pt x="292670" y="117128"/>
                  <a:pt x="293563" y="121891"/>
                </a:cubicBezTo>
                <a:cubicBezTo>
                  <a:pt x="284931" y="124942"/>
                  <a:pt x="275778" y="128253"/>
                  <a:pt x="266104" y="131825"/>
                </a:cubicBezTo>
                <a:lnTo>
                  <a:pt x="266104" y="220787"/>
                </a:lnTo>
                <a:lnTo>
                  <a:pt x="249361" y="220787"/>
                </a:lnTo>
                <a:lnTo>
                  <a:pt x="249361" y="138076"/>
                </a:lnTo>
                <a:cubicBezTo>
                  <a:pt x="237381" y="142615"/>
                  <a:pt x="224730" y="147489"/>
                  <a:pt x="211410" y="152698"/>
                </a:cubicBezTo>
                <a:lnTo>
                  <a:pt x="208061" y="133722"/>
                </a:lnTo>
                <a:cubicBezTo>
                  <a:pt x="221977" y="129034"/>
                  <a:pt x="235743" y="124346"/>
                  <a:pt x="249361" y="119658"/>
                </a:cubicBezTo>
                <a:lnTo>
                  <a:pt x="249361" y="67196"/>
                </a:lnTo>
                <a:lnTo>
                  <a:pt x="231725" y="67196"/>
                </a:lnTo>
                <a:cubicBezTo>
                  <a:pt x="228674" y="81335"/>
                  <a:pt x="224953" y="94283"/>
                  <a:pt x="220563" y="106040"/>
                </a:cubicBezTo>
                <a:cubicBezTo>
                  <a:pt x="215949" y="102766"/>
                  <a:pt x="211038" y="99492"/>
                  <a:pt x="205829" y="96218"/>
                </a:cubicBezTo>
                <a:cubicBezTo>
                  <a:pt x="214163" y="76572"/>
                  <a:pt x="219596" y="52090"/>
                  <a:pt x="222126" y="22771"/>
                </a:cubicBezTo>
                <a:lnTo>
                  <a:pt x="238199" y="25450"/>
                </a:lnTo>
                <a:cubicBezTo>
                  <a:pt x="237232" y="34752"/>
                  <a:pt x="236004" y="43681"/>
                  <a:pt x="234516" y="52239"/>
                </a:cubicBezTo>
                <a:lnTo>
                  <a:pt x="249361" y="52239"/>
                </a:lnTo>
                <a:close/>
                <a:moveTo>
                  <a:pt x="81706" y="1786"/>
                </a:moveTo>
                <a:lnTo>
                  <a:pt x="99119" y="1786"/>
                </a:lnTo>
                <a:lnTo>
                  <a:pt x="99119" y="64964"/>
                </a:lnTo>
                <a:lnTo>
                  <a:pt x="175915" y="64964"/>
                </a:lnTo>
                <a:lnTo>
                  <a:pt x="175915" y="192212"/>
                </a:lnTo>
                <a:cubicBezTo>
                  <a:pt x="175915" y="210220"/>
                  <a:pt x="167655" y="219224"/>
                  <a:pt x="151135" y="219224"/>
                </a:cubicBezTo>
                <a:cubicBezTo>
                  <a:pt x="133573" y="219224"/>
                  <a:pt x="120625" y="219001"/>
                  <a:pt x="112290" y="218554"/>
                </a:cubicBezTo>
                <a:cubicBezTo>
                  <a:pt x="111398" y="213048"/>
                  <a:pt x="110281" y="206946"/>
                  <a:pt x="108942" y="200249"/>
                </a:cubicBezTo>
                <a:cubicBezTo>
                  <a:pt x="117127" y="201142"/>
                  <a:pt x="128959" y="201588"/>
                  <a:pt x="144437" y="201588"/>
                </a:cubicBezTo>
                <a:cubicBezTo>
                  <a:pt x="153516" y="201588"/>
                  <a:pt x="158055" y="197421"/>
                  <a:pt x="158055" y="189086"/>
                </a:cubicBezTo>
                <a:lnTo>
                  <a:pt x="158055" y="168995"/>
                </a:lnTo>
                <a:lnTo>
                  <a:pt x="23663" y="168995"/>
                </a:lnTo>
                <a:lnTo>
                  <a:pt x="23663" y="220564"/>
                </a:lnTo>
                <a:lnTo>
                  <a:pt x="5804" y="220564"/>
                </a:lnTo>
                <a:lnTo>
                  <a:pt x="5804" y="64964"/>
                </a:lnTo>
                <a:lnTo>
                  <a:pt x="81706" y="64964"/>
                </a:lnTo>
                <a:close/>
                <a:moveTo>
                  <a:pt x="347364" y="1117"/>
                </a:moveTo>
                <a:lnTo>
                  <a:pt x="364777" y="1117"/>
                </a:lnTo>
                <a:lnTo>
                  <a:pt x="364777" y="32147"/>
                </a:lnTo>
                <a:lnTo>
                  <a:pt x="419025" y="32147"/>
                </a:lnTo>
                <a:lnTo>
                  <a:pt x="419025" y="47328"/>
                </a:lnTo>
                <a:lnTo>
                  <a:pt x="364777" y="47328"/>
                </a:lnTo>
                <a:lnTo>
                  <a:pt x="364777" y="80367"/>
                </a:lnTo>
                <a:lnTo>
                  <a:pt x="429294" y="80367"/>
                </a:lnTo>
                <a:lnTo>
                  <a:pt x="429294" y="95548"/>
                </a:lnTo>
                <a:lnTo>
                  <a:pt x="285973" y="95548"/>
                </a:lnTo>
                <a:lnTo>
                  <a:pt x="285973" y="80367"/>
                </a:lnTo>
                <a:lnTo>
                  <a:pt x="347364" y="80367"/>
                </a:lnTo>
                <a:lnTo>
                  <a:pt x="347364" y="47328"/>
                </a:lnTo>
                <a:lnTo>
                  <a:pt x="295349" y="47328"/>
                </a:lnTo>
                <a:lnTo>
                  <a:pt x="295349" y="32147"/>
                </a:lnTo>
                <a:lnTo>
                  <a:pt x="347364" y="32147"/>
                </a:lnTo>
                <a:close/>
                <a:moveTo>
                  <a:pt x="990302" y="670"/>
                </a:moveTo>
                <a:lnTo>
                  <a:pt x="1009278" y="8260"/>
                </a:lnTo>
                <a:cubicBezTo>
                  <a:pt x="992460" y="21059"/>
                  <a:pt x="974749" y="33561"/>
                  <a:pt x="956146" y="45765"/>
                </a:cubicBezTo>
                <a:cubicBezTo>
                  <a:pt x="965076" y="45467"/>
                  <a:pt x="996255" y="44351"/>
                  <a:pt x="1049684" y="42416"/>
                </a:cubicBezTo>
                <a:cubicBezTo>
                  <a:pt x="1042094" y="36463"/>
                  <a:pt x="1034132" y="30287"/>
                  <a:pt x="1025797" y="23887"/>
                </a:cubicBezTo>
                <a:lnTo>
                  <a:pt x="1037629" y="13395"/>
                </a:lnTo>
                <a:cubicBezTo>
                  <a:pt x="1060251" y="29766"/>
                  <a:pt x="1080492" y="45318"/>
                  <a:pt x="1098351" y="60052"/>
                </a:cubicBezTo>
                <a:lnTo>
                  <a:pt x="1085626" y="72554"/>
                </a:lnTo>
                <a:cubicBezTo>
                  <a:pt x="1079822" y="67345"/>
                  <a:pt x="1073571" y="61987"/>
                  <a:pt x="1066874" y="56481"/>
                </a:cubicBezTo>
                <a:cubicBezTo>
                  <a:pt x="1025649" y="57969"/>
                  <a:pt x="985763" y="59680"/>
                  <a:pt x="947216" y="61615"/>
                </a:cubicBezTo>
                <a:cubicBezTo>
                  <a:pt x="943198" y="61764"/>
                  <a:pt x="936501" y="62434"/>
                  <a:pt x="927124" y="63624"/>
                </a:cubicBezTo>
                <a:lnTo>
                  <a:pt x="921320" y="46211"/>
                </a:lnTo>
                <a:cubicBezTo>
                  <a:pt x="929655" y="43533"/>
                  <a:pt x="936649" y="40630"/>
                  <a:pt x="942305" y="37505"/>
                </a:cubicBezTo>
                <a:cubicBezTo>
                  <a:pt x="956295" y="29022"/>
                  <a:pt x="972294" y="16743"/>
                  <a:pt x="990302" y="670"/>
                </a:cubicBezTo>
                <a:close/>
                <a:moveTo>
                  <a:pt x="483765" y="670"/>
                </a:moveTo>
                <a:lnTo>
                  <a:pt x="500509" y="670"/>
                </a:lnTo>
                <a:lnTo>
                  <a:pt x="500509" y="24780"/>
                </a:lnTo>
                <a:lnTo>
                  <a:pt x="596280" y="24780"/>
                </a:lnTo>
                <a:lnTo>
                  <a:pt x="596280" y="670"/>
                </a:lnTo>
                <a:lnTo>
                  <a:pt x="613023" y="670"/>
                </a:lnTo>
                <a:lnTo>
                  <a:pt x="613023" y="24780"/>
                </a:lnTo>
                <a:lnTo>
                  <a:pt x="650527" y="24780"/>
                </a:lnTo>
                <a:lnTo>
                  <a:pt x="650527" y="39291"/>
                </a:lnTo>
                <a:lnTo>
                  <a:pt x="613023" y="39291"/>
                </a:lnTo>
                <a:lnTo>
                  <a:pt x="613023" y="114077"/>
                </a:lnTo>
                <a:lnTo>
                  <a:pt x="656778" y="114077"/>
                </a:lnTo>
                <a:lnTo>
                  <a:pt x="656778" y="128588"/>
                </a:lnTo>
                <a:lnTo>
                  <a:pt x="598065" y="128588"/>
                </a:lnTo>
                <a:cubicBezTo>
                  <a:pt x="614809" y="145257"/>
                  <a:pt x="635272" y="157833"/>
                  <a:pt x="659457" y="166316"/>
                </a:cubicBezTo>
                <a:cubicBezTo>
                  <a:pt x="654546" y="172418"/>
                  <a:pt x="650527" y="177775"/>
                  <a:pt x="647402" y="182389"/>
                </a:cubicBezTo>
                <a:cubicBezTo>
                  <a:pt x="633710" y="175915"/>
                  <a:pt x="621134" y="168176"/>
                  <a:pt x="609674" y="159172"/>
                </a:cubicBezTo>
                <a:lnTo>
                  <a:pt x="609674" y="171450"/>
                </a:lnTo>
                <a:lnTo>
                  <a:pt x="556319" y="171450"/>
                </a:lnTo>
                <a:lnTo>
                  <a:pt x="556319" y="194667"/>
                </a:lnTo>
                <a:lnTo>
                  <a:pt x="643607" y="194667"/>
                </a:lnTo>
                <a:lnTo>
                  <a:pt x="643607" y="209178"/>
                </a:lnTo>
                <a:lnTo>
                  <a:pt x="452288" y="209178"/>
                </a:lnTo>
                <a:lnTo>
                  <a:pt x="452288" y="194667"/>
                </a:lnTo>
                <a:lnTo>
                  <a:pt x="539576" y="194667"/>
                </a:lnTo>
                <a:lnTo>
                  <a:pt x="539576" y="171450"/>
                </a:lnTo>
                <a:lnTo>
                  <a:pt x="485551" y="171450"/>
                </a:lnTo>
                <a:lnTo>
                  <a:pt x="485551" y="159284"/>
                </a:lnTo>
                <a:cubicBezTo>
                  <a:pt x="473720" y="169181"/>
                  <a:pt x="461367" y="177775"/>
                  <a:pt x="448493" y="185068"/>
                </a:cubicBezTo>
                <a:cubicBezTo>
                  <a:pt x="445665" y="181050"/>
                  <a:pt x="441796" y="176362"/>
                  <a:pt x="436885" y="171004"/>
                </a:cubicBezTo>
                <a:cubicBezTo>
                  <a:pt x="459804" y="159842"/>
                  <a:pt x="479635" y="145703"/>
                  <a:pt x="496379" y="128588"/>
                </a:cubicBezTo>
                <a:lnTo>
                  <a:pt x="439340" y="128588"/>
                </a:lnTo>
                <a:lnTo>
                  <a:pt x="439340" y="114077"/>
                </a:lnTo>
                <a:lnTo>
                  <a:pt x="483765" y="114077"/>
                </a:lnTo>
                <a:lnTo>
                  <a:pt x="483765" y="39291"/>
                </a:lnTo>
                <a:lnTo>
                  <a:pt x="446261" y="39291"/>
                </a:lnTo>
                <a:lnTo>
                  <a:pt x="446261" y="24780"/>
                </a:lnTo>
                <a:lnTo>
                  <a:pt x="483765" y="24780"/>
                </a:lnTo>
                <a:close/>
                <a:moveTo>
                  <a:pt x="787821" y="224"/>
                </a:moveTo>
                <a:lnTo>
                  <a:pt x="803895" y="224"/>
                </a:lnTo>
                <a:lnTo>
                  <a:pt x="803895" y="29692"/>
                </a:lnTo>
                <a:lnTo>
                  <a:pt x="851222" y="29692"/>
                </a:lnTo>
                <a:cubicBezTo>
                  <a:pt x="851222" y="58713"/>
                  <a:pt x="851966" y="78582"/>
                  <a:pt x="853455" y="89297"/>
                </a:cubicBezTo>
                <a:cubicBezTo>
                  <a:pt x="855092" y="101352"/>
                  <a:pt x="858366" y="107380"/>
                  <a:pt x="863277" y="107380"/>
                </a:cubicBezTo>
                <a:cubicBezTo>
                  <a:pt x="866105" y="107380"/>
                  <a:pt x="868189" y="103882"/>
                  <a:pt x="869528" y="96887"/>
                </a:cubicBezTo>
                <a:cubicBezTo>
                  <a:pt x="870719" y="90041"/>
                  <a:pt x="871537" y="81930"/>
                  <a:pt x="871984" y="72554"/>
                </a:cubicBezTo>
                <a:cubicBezTo>
                  <a:pt x="877193" y="74786"/>
                  <a:pt x="882402" y="76796"/>
                  <a:pt x="887611" y="78582"/>
                </a:cubicBezTo>
                <a:cubicBezTo>
                  <a:pt x="886866" y="87660"/>
                  <a:pt x="885899" y="95325"/>
                  <a:pt x="884708" y="101575"/>
                </a:cubicBezTo>
                <a:cubicBezTo>
                  <a:pt x="881732" y="118095"/>
                  <a:pt x="874439" y="126355"/>
                  <a:pt x="862831" y="126355"/>
                </a:cubicBezTo>
                <a:cubicBezTo>
                  <a:pt x="849585" y="126355"/>
                  <a:pt x="841325" y="117202"/>
                  <a:pt x="838051" y="98897"/>
                </a:cubicBezTo>
                <a:cubicBezTo>
                  <a:pt x="836116" y="87437"/>
                  <a:pt x="835149" y="69429"/>
                  <a:pt x="835149" y="44872"/>
                </a:cubicBezTo>
                <a:lnTo>
                  <a:pt x="803448" y="44872"/>
                </a:lnTo>
                <a:cubicBezTo>
                  <a:pt x="802779" y="57299"/>
                  <a:pt x="801067" y="67792"/>
                  <a:pt x="798314" y="76349"/>
                </a:cubicBezTo>
                <a:cubicBezTo>
                  <a:pt x="808806" y="82228"/>
                  <a:pt x="818331" y="87883"/>
                  <a:pt x="826889" y="93316"/>
                </a:cubicBezTo>
                <a:lnTo>
                  <a:pt x="817289" y="108273"/>
                </a:lnTo>
                <a:cubicBezTo>
                  <a:pt x="809253" y="102617"/>
                  <a:pt x="800621" y="96962"/>
                  <a:pt x="791393" y="91306"/>
                </a:cubicBezTo>
                <a:cubicBezTo>
                  <a:pt x="783729" y="103510"/>
                  <a:pt x="768622" y="115714"/>
                  <a:pt x="746075" y="127918"/>
                </a:cubicBezTo>
                <a:cubicBezTo>
                  <a:pt x="742801" y="123007"/>
                  <a:pt x="738931" y="118244"/>
                  <a:pt x="734466" y="113631"/>
                </a:cubicBezTo>
                <a:cubicBezTo>
                  <a:pt x="755228" y="103436"/>
                  <a:pt x="769218" y="93018"/>
                  <a:pt x="776436" y="82377"/>
                </a:cubicBezTo>
                <a:cubicBezTo>
                  <a:pt x="770334" y="78805"/>
                  <a:pt x="764009" y="75233"/>
                  <a:pt x="757460" y="71661"/>
                </a:cubicBezTo>
                <a:lnTo>
                  <a:pt x="765274" y="59159"/>
                </a:lnTo>
                <a:cubicBezTo>
                  <a:pt x="771525" y="62285"/>
                  <a:pt x="777552" y="65336"/>
                  <a:pt x="783356" y="68312"/>
                </a:cubicBezTo>
                <a:cubicBezTo>
                  <a:pt x="785366" y="61987"/>
                  <a:pt x="786705" y="54174"/>
                  <a:pt x="787375" y="44872"/>
                </a:cubicBezTo>
                <a:lnTo>
                  <a:pt x="763041" y="44872"/>
                </a:lnTo>
                <a:lnTo>
                  <a:pt x="763041" y="29692"/>
                </a:lnTo>
                <a:lnTo>
                  <a:pt x="787821" y="29692"/>
                </a:lnTo>
                <a:close/>
                <a:moveTo>
                  <a:pt x="709240" y="0"/>
                </a:moveTo>
                <a:lnTo>
                  <a:pt x="725314" y="0"/>
                </a:lnTo>
                <a:lnTo>
                  <a:pt x="725314" y="31701"/>
                </a:lnTo>
                <a:lnTo>
                  <a:pt x="752103" y="31701"/>
                </a:lnTo>
                <a:lnTo>
                  <a:pt x="752103" y="46881"/>
                </a:lnTo>
                <a:lnTo>
                  <a:pt x="725314" y="46881"/>
                </a:lnTo>
                <a:lnTo>
                  <a:pt x="725314" y="67308"/>
                </a:lnTo>
                <a:cubicBezTo>
                  <a:pt x="733573" y="65671"/>
                  <a:pt x="742652" y="63848"/>
                  <a:pt x="752549" y="61838"/>
                </a:cubicBezTo>
                <a:cubicBezTo>
                  <a:pt x="752847" y="69875"/>
                  <a:pt x="753070" y="75159"/>
                  <a:pt x="753219" y="77689"/>
                </a:cubicBezTo>
                <a:cubicBezTo>
                  <a:pt x="743768" y="79549"/>
                  <a:pt x="734466" y="81409"/>
                  <a:pt x="725314" y="83270"/>
                </a:cubicBezTo>
                <a:lnTo>
                  <a:pt x="725314" y="106040"/>
                </a:lnTo>
                <a:cubicBezTo>
                  <a:pt x="725314" y="120774"/>
                  <a:pt x="718170" y="128216"/>
                  <a:pt x="703882" y="128365"/>
                </a:cubicBezTo>
                <a:cubicBezTo>
                  <a:pt x="697483" y="128513"/>
                  <a:pt x="689595" y="128439"/>
                  <a:pt x="680219" y="128141"/>
                </a:cubicBezTo>
                <a:cubicBezTo>
                  <a:pt x="679623" y="122188"/>
                  <a:pt x="678730" y="116756"/>
                  <a:pt x="677540" y="111845"/>
                </a:cubicBezTo>
                <a:cubicBezTo>
                  <a:pt x="687214" y="112589"/>
                  <a:pt x="694953" y="112961"/>
                  <a:pt x="700757" y="112961"/>
                </a:cubicBezTo>
                <a:cubicBezTo>
                  <a:pt x="706412" y="112961"/>
                  <a:pt x="709240" y="109984"/>
                  <a:pt x="709240" y="104031"/>
                </a:cubicBezTo>
                <a:lnTo>
                  <a:pt x="709240" y="86730"/>
                </a:lnTo>
                <a:cubicBezTo>
                  <a:pt x="697706" y="89260"/>
                  <a:pt x="686395" y="91827"/>
                  <a:pt x="675307" y="94432"/>
                </a:cubicBezTo>
                <a:lnTo>
                  <a:pt x="671289" y="77465"/>
                </a:lnTo>
                <a:cubicBezTo>
                  <a:pt x="679995" y="76051"/>
                  <a:pt x="692646" y="73745"/>
                  <a:pt x="709240" y="70545"/>
                </a:cubicBezTo>
                <a:lnTo>
                  <a:pt x="709240" y="46881"/>
                </a:lnTo>
                <a:lnTo>
                  <a:pt x="673521" y="46881"/>
                </a:lnTo>
                <a:lnTo>
                  <a:pt x="673521" y="31701"/>
                </a:lnTo>
                <a:lnTo>
                  <a:pt x="709240" y="31701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5B4C1656-A7C2-44FB-AC36-1F47BF630099}"/>
              </a:ext>
            </a:extLst>
          </p:cNvPr>
          <p:cNvGrpSpPr/>
          <p:nvPr/>
        </p:nvGrpSpPr>
        <p:grpSpPr>
          <a:xfrm>
            <a:off x="5516358" y="1548825"/>
            <a:ext cx="1393965" cy="734252"/>
            <a:chOff x="4128293" y="5205575"/>
            <a:chExt cx="801688" cy="422278"/>
          </a:xfrm>
        </p:grpSpPr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33A06CDE-565D-48E2-90ED-F2FFB762A1F8}"/>
                </a:ext>
              </a:extLst>
            </p:cNvPr>
            <p:cNvSpPr/>
            <p:nvPr/>
          </p:nvSpPr>
          <p:spPr>
            <a:xfrm>
              <a:off x="4128293" y="5205575"/>
              <a:ext cx="148700" cy="42227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0E512E4A-12FC-420E-B92B-3027E2901AD5}"/>
                </a:ext>
              </a:extLst>
            </p:cNvPr>
            <p:cNvSpPr/>
            <p:nvPr/>
          </p:nvSpPr>
          <p:spPr>
            <a:xfrm>
              <a:off x="4151659" y="5297589"/>
              <a:ext cx="73025" cy="2413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3C1A0B1A-5541-4CCC-8FF3-C1E71B90727A}"/>
                </a:ext>
              </a:extLst>
            </p:cNvPr>
            <p:cNvSpPr/>
            <p:nvPr/>
          </p:nvSpPr>
          <p:spPr>
            <a:xfrm>
              <a:off x="4151978" y="5369183"/>
              <a:ext cx="45719" cy="910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6" name="任意多边形 211">
              <a:extLst>
                <a:ext uri="{FF2B5EF4-FFF2-40B4-BE49-F238E27FC236}">
                  <a16:creationId xmlns:a16="http://schemas.microsoft.com/office/drawing/2014/main" id="{94A75512-D075-4A5A-9CD4-B290C3799AC4}"/>
                </a:ext>
              </a:extLst>
            </p:cNvPr>
            <p:cNvSpPr/>
            <p:nvPr/>
          </p:nvSpPr>
          <p:spPr>
            <a:xfrm>
              <a:off x="4211393" y="5205575"/>
              <a:ext cx="718588" cy="422278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249F0A99-95C6-4720-BEF8-4CD7DE0612C9}"/>
                </a:ext>
              </a:extLst>
            </p:cNvPr>
            <p:cNvSpPr/>
            <p:nvPr/>
          </p:nvSpPr>
          <p:spPr>
            <a:xfrm>
              <a:off x="4719369" y="5321774"/>
              <a:ext cx="168983" cy="16898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8836CF01-15D7-4F13-B7CE-B1AF45EAD105}"/>
                </a:ext>
              </a:extLst>
            </p:cNvPr>
            <p:cNvSpPr/>
            <p:nvPr/>
          </p:nvSpPr>
          <p:spPr>
            <a:xfrm>
              <a:off x="4318085" y="5321775"/>
              <a:ext cx="168983" cy="16898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AD3EE37D-7AB5-4D2F-BE5C-1FC2AEEFE1D4}"/>
                </a:ext>
              </a:extLst>
            </p:cNvPr>
            <p:cNvCxnSpPr/>
            <p:nvPr/>
          </p:nvCxnSpPr>
          <p:spPr>
            <a:xfrm>
              <a:off x="4348955" y="5406266"/>
              <a:ext cx="1047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EFFEC76A-4D0A-4DF2-90A2-C467667E23BE}"/>
                </a:ext>
              </a:extLst>
            </p:cNvPr>
            <p:cNvCxnSpPr/>
            <p:nvPr/>
          </p:nvCxnSpPr>
          <p:spPr>
            <a:xfrm>
              <a:off x="4751472" y="5402736"/>
              <a:ext cx="1047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7F1F244F-89D7-4861-A2EB-6FE002676447}"/>
                </a:ext>
              </a:extLst>
            </p:cNvPr>
            <p:cNvCxnSpPr/>
            <p:nvPr/>
          </p:nvCxnSpPr>
          <p:spPr>
            <a:xfrm>
              <a:off x="4401342" y="5348324"/>
              <a:ext cx="0" cy="1119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5C97A455-B0E6-4CE8-8FA2-8F1F5FE2319A}"/>
              </a:ext>
            </a:extLst>
          </p:cNvPr>
          <p:cNvSpPr/>
          <p:nvPr/>
        </p:nvSpPr>
        <p:spPr>
          <a:xfrm flipV="1">
            <a:off x="6896643" y="1907217"/>
            <a:ext cx="2240862" cy="2017342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50F71143-EAEF-436D-B673-5F31F9CC7D57}"/>
              </a:ext>
            </a:extLst>
          </p:cNvPr>
          <p:cNvSpPr/>
          <p:nvPr/>
        </p:nvSpPr>
        <p:spPr>
          <a:xfrm rot="10800000" flipV="1">
            <a:off x="2901548" y="1915951"/>
            <a:ext cx="2641647" cy="2027453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20387464 w 25194307"/>
              <a:gd name="connsiteY0" fmla="*/ 2581405 h 2642807"/>
              <a:gd name="connsiteX1" fmla="*/ 21882889 w 25194307"/>
              <a:gd name="connsiteY1" fmla="*/ 2609980 h 2642807"/>
              <a:gd name="connsiteX2" fmla="*/ 23330689 w 25194307"/>
              <a:gd name="connsiteY2" fmla="*/ 2429005 h 2642807"/>
              <a:gd name="connsiteX3" fmla="*/ 23435464 w 25194307"/>
              <a:gd name="connsiteY3" fmla="*/ 485905 h 2642807"/>
              <a:gd name="connsiteX4" fmla="*/ 0 w 25194307"/>
              <a:gd name="connsiteY4" fmla="*/ 130 h 2642807"/>
              <a:gd name="connsiteX0" fmla="*/ 20387464 w 27512420"/>
              <a:gd name="connsiteY0" fmla="*/ 2629870 h 2709399"/>
              <a:gd name="connsiteX1" fmla="*/ 21882889 w 27512420"/>
              <a:gd name="connsiteY1" fmla="*/ 2658445 h 2709399"/>
              <a:gd name="connsiteX2" fmla="*/ 23330689 w 27512420"/>
              <a:gd name="connsiteY2" fmla="*/ 2477470 h 2709399"/>
              <a:gd name="connsiteX3" fmla="*/ 26219752 w 27512420"/>
              <a:gd name="connsiteY3" fmla="*/ 258145 h 2709399"/>
              <a:gd name="connsiteX4" fmla="*/ 0 w 27512420"/>
              <a:gd name="connsiteY4" fmla="*/ 48595 h 2709399"/>
              <a:gd name="connsiteX0" fmla="*/ 20387464 w 27512420"/>
              <a:gd name="connsiteY0" fmla="*/ 2629870 h 2693407"/>
              <a:gd name="connsiteX1" fmla="*/ 23330689 w 27512420"/>
              <a:gd name="connsiteY1" fmla="*/ 2477470 h 2693407"/>
              <a:gd name="connsiteX2" fmla="*/ 26219752 w 27512420"/>
              <a:gd name="connsiteY2" fmla="*/ 258145 h 2693407"/>
              <a:gd name="connsiteX3" fmla="*/ 0 w 27512420"/>
              <a:gd name="connsiteY3" fmla="*/ 48595 h 2693407"/>
              <a:gd name="connsiteX0" fmla="*/ 20387464 w 27722404"/>
              <a:gd name="connsiteY0" fmla="*/ 2629870 h 2693407"/>
              <a:gd name="connsiteX1" fmla="*/ 24233700 w 27722404"/>
              <a:gd name="connsiteY1" fmla="*/ 2477470 h 2693407"/>
              <a:gd name="connsiteX2" fmla="*/ 26219752 w 27722404"/>
              <a:gd name="connsiteY2" fmla="*/ 258145 h 2693407"/>
              <a:gd name="connsiteX3" fmla="*/ 0 w 27722404"/>
              <a:gd name="connsiteY3" fmla="*/ 48595 h 2693407"/>
              <a:gd name="connsiteX0" fmla="*/ 20387464 w 27690510"/>
              <a:gd name="connsiteY0" fmla="*/ 2629870 h 2643563"/>
              <a:gd name="connsiteX1" fmla="*/ 24233700 w 27690510"/>
              <a:gd name="connsiteY1" fmla="*/ 2477470 h 2643563"/>
              <a:gd name="connsiteX2" fmla="*/ 26219752 w 27690510"/>
              <a:gd name="connsiteY2" fmla="*/ 258145 h 2643563"/>
              <a:gd name="connsiteX3" fmla="*/ 0 w 27690510"/>
              <a:gd name="connsiteY3" fmla="*/ 48595 h 2643563"/>
              <a:gd name="connsiteX0" fmla="*/ 20387464 w 27766401"/>
              <a:gd name="connsiteY0" fmla="*/ 2617440 h 2617440"/>
              <a:gd name="connsiteX1" fmla="*/ 24534704 w 27766401"/>
              <a:gd name="connsiteY1" fmla="*/ 2255490 h 2617440"/>
              <a:gd name="connsiteX2" fmla="*/ 26219752 w 27766401"/>
              <a:gd name="connsiteY2" fmla="*/ 245715 h 2617440"/>
              <a:gd name="connsiteX3" fmla="*/ 0 w 27766401"/>
              <a:gd name="connsiteY3" fmla="*/ 36165 h 2617440"/>
              <a:gd name="connsiteX0" fmla="*/ 20387463 w 27844283"/>
              <a:gd name="connsiteY0" fmla="*/ 2426940 h 2466365"/>
              <a:gd name="connsiteX1" fmla="*/ 24534704 w 27844283"/>
              <a:gd name="connsiteY1" fmla="*/ 2255490 h 2466365"/>
              <a:gd name="connsiteX2" fmla="*/ 26219752 w 27844283"/>
              <a:gd name="connsiteY2" fmla="*/ 245715 h 2466365"/>
              <a:gd name="connsiteX3" fmla="*/ 0 w 27844283"/>
              <a:gd name="connsiteY3" fmla="*/ 36165 h 2466365"/>
              <a:gd name="connsiteX0" fmla="*/ 20387463 w 25371962"/>
              <a:gd name="connsiteY0" fmla="*/ 2440487 h 2481821"/>
              <a:gd name="connsiteX1" fmla="*/ 24534704 w 25371962"/>
              <a:gd name="connsiteY1" fmla="*/ 2269037 h 2481821"/>
              <a:gd name="connsiteX2" fmla="*/ 22833452 w 25371962"/>
              <a:gd name="connsiteY2" fmla="*/ 230687 h 2481821"/>
              <a:gd name="connsiteX3" fmla="*/ 0 w 25371962"/>
              <a:gd name="connsiteY3" fmla="*/ 49712 h 2481821"/>
              <a:gd name="connsiteX0" fmla="*/ 21064723 w 26093006"/>
              <a:gd name="connsiteY0" fmla="*/ 2457162 h 2498496"/>
              <a:gd name="connsiteX1" fmla="*/ 25211964 w 26093006"/>
              <a:gd name="connsiteY1" fmla="*/ 2285712 h 2498496"/>
              <a:gd name="connsiteX2" fmla="*/ 23510712 w 26093006"/>
              <a:gd name="connsiteY2" fmla="*/ 247362 h 2498496"/>
              <a:gd name="connsiteX3" fmla="*/ 0 w 26093006"/>
              <a:gd name="connsiteY3" fmla="*/ 37812 h 2498496"/>
              <a:gd name="connsiteX0" fmla="*/ 20914221 w 25932739"/>
              <a:gd name="connsiteY0" fmla="*/ 2435240 h 2476574"/>
              <a:gd name="connsiteX1" fmla="*/ 25061462 w 25932739"/>
              <a:gd name="connsiteY1" fmla="*/ 2263790 h 2476574"/>
              <a:gd name="connsiteX2" fmla="*/ 23360210 w 25932739"/>
              <a:gd name="connsiteY2" fmla="*/ 225440 h 2476574"/>
              <a:gd name="connsiteX3" fmla="*/ 0 w 25932739"/>
              <a:gd name="connsiteY3" fmla="*/ 53990 h 2476574"/>
              <a:gd name="connsiteX0" fmla="*/ 20914221 w 25853561"/>
              <a:gd name="connsiteY0" fmla="*/ 2429982 h 2432928"/>
              <a:gd name="connsiteX1" fmla="*/ 24910959 w 25853561"/>
              <a:gd name="connsiteY1" fmla="*/ 2175982 h 2432928"/>
              <a:gd name="connsiteX2" fmla="*/ 23360210 w 25853561"/>
              <a:gd name="connsiteY2" fmla="*/ 220182 h 2432928"/>
              <a:gd name="connsiteX3" fmla="*/ 0 w 25853561"/>
              <a:gd name="connsiteY3" fmla="*/ 48732 h 2432928"/>
              <a:gd name="connsiteX0" fmla="*/ 20914221 w 25853561"/>
              <a:gd name="connsiteY0" fmla="*/ 2429982 h 2429982"/>
              <a:gd name="connsiteX1" fmla="*/ 24910959 w 25853561"/>
              <a:gd name="connsiteY1" fmla="*/ 2175982 h 2429982"/>
              <a:gd name="connsiteX2" fmla="*/ 23360210 w 25853561"/>
              <a:gd name="connsiteY2" fmla="*/ 220182 h 2429982"/>
              <a:gd name="connsiteX3" fmla="*/ 0 w 25853561"/>
              <a:gd name="connsiteY3" fmla="*/ 48732 h 2429982"/>
              <a:gd name="connsiteX0" fmla="*/ 20914221 w 26074061"/>
              <a:gd name="connsiteY0" fmla="*/ 2462033 h 2467778"/>
              <a:gd name="connsiteX1" fmla="*/ 24910959 w 26074061"/>
              <a:gd name="connsiteY1" fmla="*/ 2208033 h 2467778"/>
              <a:gd name="connsiteX2" fmla="*/ 23711381 w 26074061"/>
              <a:gd name="connsiteY2" fmla="*/ 195083 h 2467778"/>
              <a:gd name="connsiteX3" fmla="*/ 0 w 26074061"/>
              <a:gd name="connsiteY3" fmla="*/ 80783 h 2467778"/>
              <a:gd name="connsiteX0" fmla="*/ 20914221 w 26074061"/>
              <a:gd name="connsiteY0" fmla="*/ 2462033 h 2467778"/>
              <a:gd name="connsiteX1" fmla="*/ 24910959 w 26074061"/>
              <a:gd name="connsiteY1" fmla="*/ 2208033 h 2467778"/>
              <a:gd name="connsiteX2" fmla="*/ 23711381 w 26074061"/>
              <a:gd name="connsiteY2" fmla="*/ 195083 h 2467778"/>
              <a:gd name="connsiteX3" fmla="*/ 0 w 26074061"/>
              <a:gd name="connsiteY3" fmla="*/ 80783 h 2467778"/>
              <a:gd name="connsiteX0" fmla="*/ 20914221 w 26074061"/>
              <a:gd name="connsiteY0" fmla="*/ 2382124 h 2387869"/>
              <a:gd name="connsiteX1" fmla="*/ 24910959 w 26074061"/>
              <a:gd name="connsiteY1" fmla="*/ 2128124 h 2387869"/>
              <a:gd name="connsiteX2" fmla="*/ 23711381 w 26074061"/>
              <a:gd name="connsiteY2" fmla="*/ 115174 h 2387869"/>
              <a:gd name="connsiteX3" fmla="*/ 0 w 26074061"/>
              <a:gd name="connsiteY3" fmla="*/ 874 h 2387869"/>
              <a:gd name="connsiteX0" fmla="*/ 20914221 w 27573095"/>
              <a:gd name="connsiteY0" fmla="*/ 2381894 h 2387322"/>
              <a:gd name="connsiteX1" fmla="*/ 24910959 w 27573095"/>
              <a:gd name="connsiteY1" fmla="*/ 2127894 h 2387322"/>
              <a:gd name="connsiteX2" fmla="*/ 25768245 w 27573095"/>
              <a:gd name="connsiteY2" fmla="*/ 121294 h 2387322"/>
              <a:gd name="connsiteX3" fmla="*/ 0 w 27573095"/>
              <a:gd name="connsiteY3" fmla="*/ 644 h 2387322"/>
              <a:gd name="connsiteX0" fmla="*/ 20914221 w 25998320"/>
              <a:gd name="connsiteY0" fmla="*/ 2381894 h 2387322"/>
              <a:gd name="connsiteX1" fmla="*/ 24910959 w 25998320"/>
              <a:gd name="connsiteY1" fmla="*/ 2127894 h 2387322"/>
              <a:gd name="connsiteX2" fmla="*/ 25768245 w 25998320"/>
              <a:gd name="connsiteY2" fmla="*/ 121294 h 2387322"/>
              <a:gd name="connsiteX3" fmla="*/ 0 w 25998320"/>
              <a:gd name="connsiteY3" fmla="*/ 644 h 2387322"/>
              <a:gd name="connsiteX0" fmla="*/ 20914221 w 25998320"/>
              <a:gd name="connsiteY0" fmla="*/ 2383604 h 2389032"/>
              <a:gd name="connsiteX1" fmla="*/ 24910959 w 25998320"/>
              <a:gd name="connsiteY1" fmla="*/ 2129604 h 2389032"/>
              <a:gd name="connsiteX2" fmla="*/ 25768245 w 25998320"/>
              <a:gd name="connsiteY2" fmla="*/ 123004 h 2389032"/>
              <a:gd name="connsiteX3" fmla="*/ 0 w 25998320"/>
              <a:gd name="connsiteY3" fmla="*/ 2354 h 2389032"/>
              <a:gd name="connsiteX0" fmla="*/ 20914221 w 26039781"/>
              <a:gd name="connsiteY0" fmla="*/ 2383604 h 2389032"/>
              <a:gd name="connsiteX1" fmla="*/ 24910959 w 26039781"/>
              <a:gd name="connsiteY1" fmla="*/ 2129604 h 2389032"/>
              <a:gd name="connsiteX2" fmla="*/ 25768245 w 26039781"/>
              <a:gd name="connsiteY2" fmla="*/ 123004 h 2389032"/>
              <a:gd name="connsiteX3" fmla="*/ 0 w 26039781"/>
              <a:gd name="connsiteY3" fmla="*/ 2354 h 2389032"/>
              <a:gd name="connsiteX0" fmla="*/ 20914221 w 26204401"/>
              <a:gd name="connsiteY0" fmla="*/ 2420349 h 2425777"/>
              <a:gd name="connsiteX1" fmla="*/ 24910959 w 26204401"/>
              <a:gd name="connsiteY1" fmla="*/ 2166349 h 2425777"/>
              <a:gd name="connsiteX2" fmla="*/ 25768245 w 26204401"/>
              <a:gd name="connsiteY2" fmla="*/ 159749 h 2425777"/>
              <a:gd name="connsiteX3" fmla="*/ 0 w 26204401"/>
              <a:gd name="connsiteY3" fmla="*/ 39099 h 2425777"/>
              <a:gd name="connsiteX0" fmla="*/ 20914221 w 25586165"/>
              <a:gd name="connsiteY0" fmla="*/ 2420349 h 2425777"/>
              <a:gd name="connsiteX1" fmla="*/ 24910959 w 25586165"/>
              <a:gd name="connsiteY1" fmla="*/ 2166349 h 2425777"/>
              <a:gd name="connsiteX2" fmla="*/ 24940483 w 25586165"/>
              <a:gd name="connsiteY2" fmla="*/ 159749 h 2425777"/>
              <a:gd name="connsiteX3" fmla="*/ 0 w 25586165"/>
              <a:gd name="connsiteY3" fmla="*/ 39099 h 2425777"/>
              <a:gd name="connsiteX0" fmla="*/ 20914221 w 25329742"/>
              <a:gd name="connsiteY0" fmla="*/ 2384472 h 2384906"/>
              <a:gd name="connsiteX1" fmla="*/ 24910959 w 25329742"/>
              <a:gd name="connsiteY1" fmla="*/ 2130472 h 2384906"/>
              <a:gd name="connsiteX2" fmla="*/ 24488976 w 25329742"/>
              <a:gd name="connsiteY2" fmla="*/ 228647 h 2384906"/>
              <a:gd name="connsiteX3" fmla="*/ 0 w 25329742"/>
              <a:gd name="connsiteY3" fmla="*/ 3222 h 238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29742" h="2384906">
                <a:moveTo>
                  <a:pt x="20914221" y="2384472"/>
                </a:moveTo>
                <a:cubicBezTo>
                  <a:pt x="21527393" y="2352722"/>
                  <a:pt x="24315167" y="2489776"/>
                  <a:pt x="24910959" y="2130472"/>
                </a:cubicBezTo>
                <a:cubicBezTo>
                  <a:pt x="25506751" y="1771168"/>
                  <a:pt x="25550763" y="500883"/>
                  <a:pt x="24488976" y="228647"/>
                </a:cubicBezTo>
                <a:cubicBezTo>
                  <a:pt x="23471264" y="-32288"/>
                  <a:pt x="157560" y="-747"/>
                  <a:pt x="0" y="3222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676616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 108">
            <a:extLst>
              <a:ext uri="{FF2B5EF4-FFF2-40B4-BE49-F238E27FC236}">
                <a16:creationId xmlns:a16="http://schemas.microsoft.com/office/drawing/2014/main" id="{48350B65-32B3-413D-974B-84DA9A863A29}"/>
              </a:ext>
            </a:extLst>
          </p:cNvPr>
          <p:cNvSpPr/>
          <p:nvPr/>
        </p:nvSpPr>
        <p:spPr>
          <a:xfrm>
            <a:off x="5528616" y="3232432"/>
            <a:ext cx="617218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BA2406BB-2807-4255-8DDB-B1BB558DA556}"/>
              </a:ext>
            </a:extLst>
          </p:cNvPr>
          <p:cNvSpPr/>
          <p:nvPr/>
        </p:nvSpPr>
        <p:spPr>
          <a:xfrm>
            <a:off x="3343085" y="3230681"/>
            <a:ext cx="2684506" cy="144969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C2997271-EF86-4D5F-91E9-F55E92BCDD18}"/>
              </a:ext>
            </a:extLst>
          </p:cNvPr>
          <p:cNvSpPr txBox="1"/>
          <p:nvPr/>
        </p:nvSpPr>
        <p:spPr>
          <a:xfrm>
            <a:off x="4334833" y="2795342"/>
            <a:ext cx="561380" cy="299697"/>
          </a:xfrm>
          <a:custGeom>
            <a:avLst/>
            <a:gdLst/>
            <a:ahLst/>
            <a:cxnLst/>
            <a:rect l="l" t="t" r="r" b="b"/>
            <a:pathLst>
              <a:path w="281026" h="150028">
                <a:moveTo>
                  <a:pt x="251527" y="24070"/>
                </a:moveTo>
                <a:cubicBezTo>
                  <a:pt x="255146" y="27810"/>
                  <a:pt x="258705" y="30283"/>
                  <a:pt x="262204" y="31490"/>
                </a:cubicBezTo>
                <a:cubicBezTo>
                  <a:pt x="263652" y="32093"/>
                  <a:pt x="264376" y="32696"/>
                  <a:pt x="264376" y="33299"/>
                </a:cubicBezTo>
                <a:cubicBezTo>
                  <a:pt x="264376" y="33903"/>
                  <a:pt x="263199" y="34747"/>
                  <a:pt x="260847" y="35833"/>
                </a:cubicBezTo>
                <a:cubicBezTo>
                  <a:pt x="258494" y="36919"/>
                  <a:pt x="254905" y="40719"/>
                  <a:pt x="250079" y="47235"/>
                </a:cubicBezTo>
                <a:cubicBezTo>
                  <a:pt x="241392" y="58938"/>
                  <a:pt x="232947" y="69313"/>
                  <a:pt x="224742" y="78362"/>
                </a:cubicBezTo>
                <a:lnTo>
                  <a:pt x="264376" y="120348"/>
                </a:lnTo>
                <a:lnTo>
                  <a:pt x="255146" y="128130"/>
                </a:lnTo>
                <a:cubicBezTo>
                  <a:pt x="241995" y="112566"/>
                  <a:pt x="229568" y="98511"/>
                  <a:pt x="217865" y="85963"/>
                </a:cubicBezTo>
                <a:cubicBezTo>
                  <a:pt x="203508" y="101165"/>
                  <a:pt x="187703" y="115160"/>
                  <a:pt x="170450" y="127949"/>
                </a:cubicBezTo>
                <a:cubicBezTo>
                  <a:pt x="169605" y="123847"/>
                  <a:pt x="166589" y="120590"/>
                  <a:pt x="161401" y="118177"/>
                </a:cubicBezTo>
                <a:cubicBezTo>
                  <a:pt x="177689" y="109007"/>
                  <a:pt x="194218" y="95856"/>
                  <a:pt x="210988" y="78724"/>
                </a:cubicBezTo>
                <a:cubicBezTo>
                  <a:pt x="196390" y="63281"/>
                  <a:pt x="182394" y="49406"/>
                  <a:pt x="169002" y="37100"/>
                </a:cubicBezTo>
                <a:lnTo>
                  <a:pt x="176422" y="30766"/>
                </a:lnTo>
                <a:cubicBezTo>
                  <a:pt x="193675" y="47174"/>
                  <a:pt x="207550" y="60687"/>
                  <a:pt x="218046" y="71304"/>
                </a:cubicBezTo>
                <a:cubicBezTo>
                  <a:pt x="233127" y="54413"/>
                  <a:pt x="244288" y="38668"/>
                  <a:pt x="251527" y="24070"/>
                </a:cubicBezTo>
                <a:close/>
                <a:moveTo>
                  <a:pt x="141132" y="6877"/>
                </a:moveTo>
                <a:cubicBezTo>
                  <a:pt x="147647" y="8084"/>
                  <a:pt x="170269" y="8687"/>
                  <a:pt x="208997" y="8687"/>
                </a:cubicBezTo>
                <a:cubicBezTo>
                  <a:pt x="247726" y="8687"/>
                  <a:pt x="269624" y="8084"/>
                  <a:pt x="274692" y="6877"/>
                </a:cubicBezTo>
                <a:lnTo>
                  <a:pt x="274692" y="20088"/>
                </a:lnTo>
                <a:cubicBezTo>
                  <a:pt x="266005" y="18761"/>
                  <a:pt x="244589" y="18098"/>
                  <a:pt x="210445" y="18098"/>
                </a:cubicBezTo>
                <a:lnTo>
                  <a:pt x="152895" y="18098"/>
                </a:lnTo>
                <a:lnTo>
                  <a:pt x="152895" y="138808"/>
                </a:lnTo>
                <a:lnTo>
                  <a:pt x="218227" y="138808"/>
                </a:lnTo>
                <a:cubicBezTo>
                  <a:pt x="251165" y="138808"/>
                  <a:pt x="272098" y="138144"/>
                  <a:pt x="281026" y="136817"/>
                </a:cubicBezTo>
                <a:lnTo>
                  <a:pt x="281026" y="150028"/>
                </a:lnTo>
                <a:cubicBezTo>
                  <a:pt x="274390" y="148701"/>
                  <a:pt x="251044" y="148038"/>
                  <a:pt x="210988" y="148038"/>
                </a:cubicBezTo>
                <a:cubicBezTo>
                  <a:pt x="170932" y="148038"/>
                  <a:pt x="147647" y="148701"/>
                  <a:pt x="141132" y="150028"/>
                </a:cubicBezTo>
                <a:cubicBezTo>
                  <a:pt x="141735" y="140497"/>
                  <a:pt x="142037" y="130785"/>
                  <a:pt x="142037" y="120891"/>
                </a:cubicBezTo>
                <a:lnTo>
                  <a:pt x="142037" y="36195"/>
                </a:lnTo>
                <a:cubicBezTo>
                  <a:pt x="142037" y="24492"/>
                  <a:pt x="141735" y="14719"/>
                  <a:pt x="141132" y="6877"/>
                </a:cubicBezTo>
                <a:close/>
                <a:moveTo>
                  <a:pt x="0" y="0"/>
                </a:moveTo>
                <a:lnTo>
                  <a:pt x="2896" y="0"/>
                </a:lnTo>
                <a:lnTo>
                  <a:pt x="89221" y="99536"/>
                </a:lnTo>
                <a:lnTo>
                  <a:pt x="89221" y="0"/>
                </a:lnTo>
                <a:lnTo>
                  <a:pt x="102070" y="0"/>
                </a:lnTo>
                <a:lnTo>
                  <a:pt x="102070" y="129940"/>
                </a:lnTo>
                <a:lnTo>
                  <a:pt x="99174" y="129940"/>
                </a:lnTo>
                <a:lnTo>
                  <a:pt x="13392" y="31671"/>
                </a:lnTo>
                <a:lnTo>
                  <a:pt x="13392" y="129940"/>
                </a:lnTo>
                <a:lnTo>
                  <a:pt x="0" y="12994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zh-CN" altLang="en-US" sz="1400" dirty="0"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grpSp>
        <p:nvGrpSpPr>
          <p:cNvPr id="112" name="组合 111">
            <a:extLst>
              <a:ext uri="{FF2B5EF4-FFF2-40B4-BE49-F238E27FC236}">
                <a16:creationId xmlns:a16="http://schemas.microsoft.com/office/drawing/2014/main" id="{530426D2-5488-4543-9986-503A1B5686B1}"/>
              </a:ext>
            </a:extLst>
          </p:cNvPr>
          <p:cNvGrpSpPr/>
          <p:nvPr/>
        </p:nvGrpSpPr>
        <p:grpSpPr>
          <a:xfrm>
            <a:off x="3416961" y="3291273"/>
            <a:ext cx="65226" cy="1331801"/>
            <a:chOff x="1214405" y="4592622"/>
            <a:chExt cx="84501" cy="1725373"/>
          </a:xfrm>
        </p:grpSpPr>
        <p:sp>
          <p:nvSpPr>
            <p:cNvPr id="113" name="椭圆 112">
              <a:extLst>
                <a:ext uri="{FF2B5EF4-FFF2-40B4-BE49-F238E27FC236}">
                  <a16:creationId xmlns:a16="http://schemas.microsoft.com/office/drawing/2014/main" id="{873C9488-8195-41C4-B090-E95AD7BB9AD8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4" name="椭圆 113">
              <a:extLst>
                <a:ext uri="{FF2B5EF4-FFF2-40B4-BE49-F238E27FC236}">
                  <a16:creationId xmlns:a16="http://schemas.microsoft.com/office/drawing/2014/main" id="{76AF446A-B691-4A4A-AF48-EEE597D69DAF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id="{3AC4D624-ECB1-433C-A3A9-7AF9E1318A87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id="{378826C4-CA00-41A6-A17A-F03AD7938574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7" name="椭圆 116">
              <a:extLst>
                <a:ext uri="{FF2B5EF4-FFF2-40B4-BE49-F238E27FC236}">
                  <a16:creationId xmlns:a16="http://schemas.microsoft.com/office/drawing/2014/main" id="{289FAAD0-11D5-4501-92BC-89934C36A32F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18" name="组合 117">
            <a:extLst>
              <a:ext uri="{FF2B5EF4-FFF2-40B4-BE49-F238E27FC236}">
                <a16:creationId xmlns:a16="http://schemas.microsoft.com/office/drawing/2014/main" id="{65DA9D4B-3C8A-4BB3-ADE4-9C87D32BB303}"/>
              </a:ext>
            </a:extLst>
          </p:cNvPr>
          <p:cNvGrpSpPr/>
          <p:nvPr/>
        </p:nvGrpSpPr>
        <p:grpSpPr>
          <a:xfrm>
            <a:off x="3973951" y="3291273"/>
            <a:ext cx="65226" cy="1331801"/>
            <a:chOff x="1214405" y="4592622"/>
            <a:chExt cx="84501" cy="1725373"/>
          </a:xfrm>
        </p:grpSpPr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id="{312AD2FB-5797-4AF2-81B5-7534AB4A1FA8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82F690E2-1800-424E-8954-24E1451D7F20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B1173A8C-79AF-4840-B0B7-F3B7E0783C8E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31C8BDD9-3874-44B6-82D5-6E0E711B3481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3" name="椭圆 122">
              <a:extLst>
                <a:ext uri="{FF2B5EF4-FFF2-40B4-BE49-F238E27FC236}">
                  <a16:creationId xmlns:a16="http://schemas.microsoft.com/office/drawing/2014/main" id="{4584F266-12A5-4886-80AD-50233E8E3867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24" name="组合 123">
            <a:extLst>
              <a:ext uri="{FF2B5EF4-FFF2-40B4-BE49-F238E27FC236}">
                <a16:creationId xmlns:a16="http://schemas.microsoft.com/office/drawing/2014/main" id="{8DD72B63-3199-4900-A852-D01A71CA3DC1}"/>
              </a:ext>
            </a:extLst>
          </p:cNvPr>
          <p:cNvGrpSpPr/>
          <p:nvPr/>
        </p:nvGrpSpPr>
        <p:grpSpPr>
          <a:xfrm>
            <a:off x="4530941" y="3291273"/>
            <a:ext cx="65226" cy="1331801"/>
            <a:chOff x="1214405" y="4592622"/>
            <a:chExt cx="84501" cy="1725373"/>
          </a:xfrm>
        </p:grpSpPr>
        <p:sp>
          <p:nvSpPr>
            <p:cNvPr id="125" name="椭圆 124">
              <a:extLst>
                <a:ext uri="{FF2B5EF4-FFF2-40B4-BE49-F238E27FC236}">
                  <a16:creationId xmlns:a16="http://schemas.microsoft.com/office/drawing/2014/main" id="{31EEEEB9-C69D-4D85-8B07-9F4B0CCEAF34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id="{6934A019-338B-4C7C-B19D-73D222A49558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7" name="椭圆 126">
              <a:extLst>
                <a:ext uri="{FF2B5EF4-FFF2-40B4-BE49-F238E27FC236}">
                  <a16:creationId xmlns:a16="http://schemas.microsoft.com/office/drawing/2014/main" id="{2F92BBB0-B2CF-489A-93E0-F2B3A6E561FF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8" name="椭圆 127">
              <a:extLst>
                <a:ext uri="{FF2B5EF4-FFF2-40B4-BE49-F238E27FC236}">
                  <a16:creationId xmlns:a16="http://schemas.microsoft.com/office/drawing/2014/main" id="{772D1107-8EC9-46FD-A6C3-4110DC327B93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9" name="椭圆 128">
              <a:extLst>
                <a:ext uri="{FF2B5EF4-FFF2-40B4-BE49-F238E27FC236}">
                  <a16:creationId xmlns:a16="http://schemas.microsoft.com/office/drawing/2014/main" id="{ABEF0639-845F-4C69-BC44-565AE9D3F1F6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130" name="组合 129">
            <a:extLst>
              <a:ext uri="{FF2B5EF4-FFF2-40B4-BE49-F238E27FC236}">
                <a16:creationId xmlns:a16="http://schemas.microsoft.com/office/drawing/2014/main" id="{0615F074-6BC6-4738-B457-E1ECDF7B524D}"/>
              </a:ext>
            </a:extLst>
          </p:cNvPr>
          <p:cNvGrpSpPr/>
          <p:nvPr/>
        </p:nvGrpSpPr>
        <p:grpSpPr>
          <a:xfrm>
            <a:off x="5087931" y="3291273"/>
            <a:ext cx="65226" cy="1331801"/>
            <a:chOff x="1214405" y="4592622"/>
            <a:chExt cx="84501" cy="1725373"/>
          </a:xfrm>
        </p:grpSpPr>
        <p:sp>
          <p:nvSpPr>
            <p:cNvPr id="131" name="椭圆 130">
              <a:extLst>
                <a:ext uri="{FF2B5EF4-FFF2-40B4-BE49-F238E27FC236}">
                  <a16:creationId xmlns:a16="http://schemas.microsoft.com/office/drawing/2014/main" id="{955FD6C9-E3AE-4871-95D0-F1A329921A0D}"/>
                </a:ext>
              </a:extLst>
            </p:cNvPr>
            <p:cNvSpPr/>
            <p:nvPr/>
          </p:nvSpPr>
          <p:spPr>
            <a:xfrm>
              <a:off x="1214405" y="4592622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2" name="椭圆 131">
              <a:extLst>
                <a:ext uri="{FF2B5EF4-FFF2-40B4-BE49-F238E27FC236}">
                  <a16:creationId xmlns:a16="http://schemas.microsoft.com/office/drawing/2014/main" id="{D225CF3B-AC77-4435-BACE-9C168DF7DCAB}"/>
                </a:ext>
              </a:extLst>
            </p:cNvPr>
            <p:cNvSpPr/>
            <p:nvPr/>
          </p:nvSpPr>
          <p:spPr>
            <a:xfrm>
              <a:off x="1214405" y="5823276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73161254-8143-483D-B591-2D60E1504ECA}"/>
                </a:ext>
              </a:extLst>
            </p:cNvPr>
            <p:cNvSpPr/>
            <p:nvPr/>
          </p:nvSpPr>
          <p:spPr>
            <a:xfrm>
              <a:off x="1214405" y="6233494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D6D77E98-41F7-4AD7-A9A4-C7455D76B280}"/>
                </a:ext>
              </a:extLst>
            </p:cNvPr>
            <p:cNvSpPr/>
            <p:nvPr/>
          </p:nvSpPr>
          <p:spPr>
            <a:xfrm>
              <a:off x="1214405" y="5002840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D9785832-4F22-4813-85BF-FD3550371E98}"/>
                </a:ext>
              </a:extLst>
            </p:cNvPr>
            <p:cNvSpPr/>
            <p:nvPr/>
          </p:nvSpPr>
          <p:spPr>
            <a:xfrm>
              <a:off x="1214405" y="5413058"/>
              <a:ext cx="84501" cy="84501"/>
            </a:xfrm>
            <a:prstGeom prst="ellipse">
              <a:avLst/>
            </a:prstGeom>
            <a:solidFill>
              <a:schemeClr val="tx1"/>
            </a:solidFill>
            <a:ln w="1905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36" name="矩形 135">
            <a:extLst>
              <a:ext uri="{FF2B5EF4-FFF2-40B4-BE49-F238E27FC236}">
                <a16:creationId xmlns:a16="http://schemas.microsoft.com/office/drawing/2014/main" id="{042AA555-E4A3-441C-A675-749CA2AD627C}"/>
              </a:ext>
            </a:extLst>
          </p:cNvPr>
          <p:cNvSpPr/>
          <p:nvPr/>
        </p:nvSpPr>
        <p:spPr>
          <a:xfrm>
            <a:off x="6027591" y="3230681"/>
            <a:ext cx="2821325" cy="1449695"/>
          </a:xfrm>
          <a:prstGeom prst="rect">
            <a:avLst/>
          </a:prstGeom>
          <a:solidFill>
            <a:srgbClr val="00B0F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52E46D91-7890-4701-90B9-9FE48EB12F34}"/>
              </a:ext>
            </a:extLst>
          </p:cNvPr>
          <p:cNvSpPr txBox="1"/>
          <p:nvPr/>
        </p:nvSpPr>
        <p:spPr>
          <a:xfrm>
            <a:off x="7212816" y="2769014"/>
            <a:ext cx="606269" cy="293083"/>
          </a:xfrm>
          <a:custGeom>
            <a:avLst/>
            <a:gdLst/>
            <a:ahLst/>
            <a:cxnLst/>
            <a:rect l="l" t="t" r="r" b="b"/>
            <a:pathLst>
              <a:path w="591145" h="294085">
                <a:moveTo>
                  <a:pt x="62805" y="190500"/>
                </a:moveTo>
                <a:cubicBezTo>
                  <a:pt x="77291" y="205185"/>
                  <a:pt x="91479" y="220465"/>
                  <a:pt x="105370" y="236340"/>
                </a:cubicBezTo>
                <a:lnTo>
                  <a:pt x="85129" y="252413"/>
                </a:lnTo>
                <a:cubicBezTo>
                  <a:pt x="73223" y="236736"/>
                  <a:pt x="59928" y="220762"/>
                  <a:pt x="45243" y="204490"/>
                </a:cubicBezTo>
                <a:close/>
                <a:moveTo>
                  <a:pt x="233362" y="189905"/>
                </a:moveTo>
                <a:lnTo>
                  <a:pt x="254198" y="203300"/>
                </a:lnTo>
                <a:cubicBezTo>
                  <a:pt x="240307" y="220564"/>
                  <a:pt x="225722" y="237133"/>
                  <a:pt x="210442" y="253008"/>
                </a:cubicBezTo>
                <a:lnTo>
                  <a:pt x="192583" y="238721"/>
                </a:lnTo>
                <a:cubicBezTo>
                  <a:pt x="208657" y="222052"/>
                  <a:pt x="222249" y="205780"/>
                  <a:pt x="233362" y="189905"/>
                </a:cubicBezTo>
                <a:close/>
                <a:moveTo>
                  <a:pt x="490834" y="139304"/>
                </a:moveTo>
                <a:lnTo>
                  <a:pt x="490834" y="161330"/>
                </a:lnTo>
                <a:lnTo>
                  <a:pt x="552747" y="161330"/>
                </a:lnTo>
                <a:lnTo>
                  <a:pt x="552747" y="139304"/>
                </a:lnTo>
                <a:close/>
                <a:moveTo>
                  <a:pt x="411063" y="139304"/>
                </a:moveTo>
                <a:lnTo>
                  <a:pt x="411063" y="161330"/>
                </a:lnTo>
                <a:lnTo>
                  <a:pt x="471487" y="161330"/>
                </a:lnTo>
                <a:lnTo>
                  <a:pt x="471487" y="139304"/>
                </a:lnTo>
                <a:close/>
                <a:moveTo>
                  <a:pt x="581024" y="82451"/>
                </a:moveTo>
                <a:lnTo>
                  <a:pt x="585787" y="99715"/>
                </a:lnTo>
                <a:cubicBezTo>
                  <a:pt x="559990" y="101104"/>
                  <a:pt x="528339" y="102493"/>
                  <a:pt x="490834" y="103882"/>
                </a:cubicBezTo>
                <a:lnTo>
                  <a:pt x="490834" y="123230"/>
                </a:lnTo>
                <a:lnTo>
                  <a:pt x="572392" y="123230"/>
                </a:lnTo>
                <a:lnTo>
                  <a:pt x="572392" y="183357"/>
                </a:lnTo>
                <a:lnTo>
                  <a:pt x="552747" y="183357"/>
                </a:lnTo>
                <a:lnTo>
                  <a:pt x="552747" y="177404"/>
                </a:lnTo>
                <a:lnTo>
                  <a:pt x="490834" y="177404"/>
                </a:lnTo>
                <a:lnTo>
                  <a:pt x="490834" y="196454"/>
                </a:lnTo>
                <a:lnTo>
                  <a:pt x="591145" y="196454"/>
                </a:lnTo>
                <a:lnTo>
                  <a:pt x="591145" y="261045"/>
                </a:lnTo>
                <a:cubicBezTo>
                  <a:pt x="591145" y="281286"/>
                  <a:pt x="581123" y="291406"/>
                  <a:pt x="561081" y="291406"/>
                </a:cubicBezTo>
                <a:cubicBezTo>
                  <a:pt x="551159" y="291406"/>
                  <a:pt x="538757" y="291208"/>
                  <a:pt x="523874" y="290811"/>
                </a:cubicBezTo>
                <a:cubicBezTo>
                  <a:pt x="522882" y="285254"/>
                  <a:pt x="521394" y="278408"/>
                  <a:pt x="519409" y="270272"/>
                </a:cubicBezTo>
                <a:cubicBezTo>
                  <a:pt x="533300" y="271463"/>
                  <a:pt x="545107" y="272058"/>
                  <a:pt x="554831" y="272058"/>
                </a:cubicBezTo>
                <a:cubicBezTo>
                  <a:pt x="565546" y="272058"/>
                  <a:pt x="570904" y="266998"/>
                  <a:pt x="570904" y="256878"/>
                </a:cubicBezTo>
                <a:lnTo>
                  <a:pt x="570904" y="212527"/>
                </a:lnTo>
                <a:lnTo>
                  <a:pt x="490834" y="212527"/>
                </a:lnTo>
                <a:lnTo>
                  <a:pt x="490834" y="239018"/>
                </a:lnTo>
                <a:cubicBezTo>
                  <a:pt x="502344" y="238423"/>
                  <a:pt x="513754" y="237729"/>
                  <a:pt x="525065" y="236935"/>
                </a:cubicBezTo>
                <a:cubicBezTo>
                  <a:pt x="522882" y="232371"/>
                  <a:pt x="520600" y="227807"/>
                  <a:pt x="518219" y="223243"/>
                </a:cubicBezTo>
                <a:lnTo>
                  <a:pt x="534292" y="215801"/>
                </a:lnTo>
                <a:cubicBezTo>
                  <a:pt x="541436" y="228700"/>
                  <a:pt x="548580" y="242590"/>
                  <a:pt x="555723" y="257473"/>
                </a:cubicBezTo>
                <a:lnTo>
                  <a:pt x="538162" y="265510"/>
                </a:lnTo>
                <a:cubicBezTo>
                  <a:pt x="536376" y="261343"/>
                  <a:pt x="534590" y="257275"/>
                  <a:pt x="532804" y="253306"/>
                </a:cubicBezTo>
                <a:cubicBezTo>
                  <a:pt x="499466" y="254695"/>
                  <a:pt x="462160" y="257374"/>
                  <a:pt x="420885" y="261343"/>
                </a:cubicBezTo>
                <a:lnTo>
                  <a:pt x="417314" y="242293"/>
                </a:lnTo>
                <a:cubicBezTo>
                  <a:pt x="435570" y="241697"/>
                  <a:pt x="453628" y="240904"/>
                  <a:pt x="471487" y="239911"/>
                </a:cubicBezTo>
                <a:lnTo>
                  <a:pt x="471487" y="212527"/>
                </a:lnTo>
                <a:lnTo>
                  <a:pt x="397668" y="212527"/>
                </a:lnTo>
                <a:lnTo>
                  <a:pt x="397668" y="292894"/>
                </a:lnTo>
                <a:lnTo>
                  <a:pt x="377428" y="292894"/>
                </a:lnTo>
                <a:lnTo>
                  <a:pt x="377428" y="196454"/>
                </a:lnTo>
                <a:lnTo>
                  <a:pt x="471487" y="196454"/>
                </a:lnTo>
                <a:lnTo>
                  <a:pt x="471487" y="177404"/>
                </a:lnTo>
                <a:lnTo>
                  <a:pt x="411063" y="177404"/>
                </a:lnTo>
                <a:lnTo>
                  <a:pt x="411063" y="183357"/>
                </a:lnTo>
                <a:lnTo>
                  <a:pt x="391417" y="183357"/>
                </a:lnTo>
                <a:lnTo>
                  <a:pt x="391417" y="123230"/>
                </a:lnTo>
                <a:lnTo>
                  <a:pt x="471487" y="123230"/>
                </a:lnTo>
                <a:lnTo>
                  <a:pt x="471487" y="104478"/>
                </a:lnTo>
                <a:cubicBezTo>
                  <a:pt x="442912" y="105470"/>
                  <a:pt x="411360" y="106462"/>
                  <a:pt x="376832" y="107454"/>
                </a:cubicBezTo>
                <a:cubicBezTo>
                  <a:pt x="375840" y="102097"/>
                  <a:pt x="374451" y="96143"/>
                  <a:pt x="372665" y="89595"/>
                </a:cubicBezTo>
                <a:cubicBezTo>
                  <a:pt x="467121" y="87412"/>
                  <a:pt x="536574" y="85031"/>
                  <a:pt x="581024" y="82451"/>
                </a:cubicBezTo>
                <a:close/>
                <a:moveTo>
                  <a:pt x="361949" y="30361"/>
                </a:moveTo>
                <a:lnTo>
                  <a:pt x="361949" y="53281"/>
                </a:lnTo>
                <a:lnTo>
                  <a:pt x="566141" y="53281"/>
                </a:lnTo>
                <a:lnTo>
                  <a:pt x="566141" y="30361"/>
                </a:lnTo>
                <a:close/>
                <a:moveTo>
                  <a:pt x="150316" y="25301"/>
                </a:moveTo>
                <a:cubicBezTo>
                  <a:pt x="129877" y="51098"/>
                  <a:pt x="100409" y="76399"/>
                  <a:pt x="61912" y="101204"/>
                </a:cubicBezTo>
                <a:lnTo>
                  <a:pt x="236636" y="101204"/>
                </a:lnTo>
                <a:cubicBezTo>
                  <a:pt x="205680" y="81558"/>
                  <a:pt x="176907" y="56257"/>
                  <a:pt x="150316" y="25301"/>
                </a:cubicBezTo>
                <a:close/>
                <a:moveTo>
                  <a:pt x="341411" y="13097"/>
                </a:moveTo>
                <a:lnTo>
                  <a:pt x="586382" y="13097"/>
                </a:lnTo>
                <a:lnTo>
                  <a:pt x="586382" y="76498"/>
                </a:lnTo>
                <a:lnTo>
                  <a:pt x="566141" y="76498"/>
                </a:lnTo>
                <a:lnTo>
                  <a:pt x="566141" y="70545"/>
                </a:lnTo>
                <a:lnTo>
                  <a:pt x="361949" y="70545"/>
                </a:lnTo>
                <a:lnTo>
                  <a:pt x="361949" y="141387"/>
                </a:lnTo>
                <a:cubicBezTo>
                  <a:pt x="361949" y="208856"/>
                  <a:pt x="348059" y="259755"/>
                  <a:pt x="320278" y="294085"/>
                </a:cubicBezTo>
                <a:cubicBezTo>
                  <a:pt x="315714" y="287140"/>
                  <a:pt x="310753" y="280492"/>
                  <a:pt x="305395" y="274142"/>
                </a:cubicBezTo>
                <a:cubicBezTo>
                  <a:pt x="329604" y="246361"/>
                  <a:pt x="341610" y="200720"/>
                  <a:pt x="341411" y="137220"/>
                </a:cubicBezTo>
                <a:close/>
                <a:moveTo>
                  <a:pt x="140196" y="0"/>
                </a:moveTo>
                <a:lnTo>
                  <a:pt x="172640" y="0"/>
                </a:lnTo>
                <a:lnTo>
                  <a:pt x="165794" y="8335"/>
                </a:lnTo>
                <a:cubicBezTo>
                  <a:pt x="197346" y="48618"/>
                  <a:pt x="241994" y="79971"/>
                  <a:pt x="299739" y="102394"/>
                </a:cubicBezTo>
                <a:cubicBezTo>
                  <a:pt x="294382" y="109935"/>
                  <a:pt x="289123" y="117872"/>
                  <a:pt x="283964" y="126207"/>
                </a:cubicBezTo>
                <a:cubicBezTo>
                  <a:pt x="268485" y="119658"/>
                  <a:pt x="253503" y="111820"/>
                  <a:pt x="239017" y="102692"/>
                </a:cubicBezTo>
                <a:lnTo>
                  <a:pt x="239017" y="122932"/>
                </a:lnTo>
                <a:lnTo>
                  <a:pt x="161925" y="122932"/>
                </a:lnTo>
                <a:lnTo>
                  <a:pt x="161925" y="164604"/>
                </a:lnTo>
                <a:lnTo>
                  <a:pt x="267890" y="164604"/>
                </a:lnTo>
                <a:lnTo>
                  <a:pt x="267890" y="186333"/>
                </a:lnTo>
                <a:lnTo>
                  <a:pt x="161925" y="186333"/>
                </a:lnTo>
                <a:lnTo>
                  <a:pt x="161925" y="258961"/>
                </a:lnTo>
                <a:lnTo>
                  <a:pt x="288726" y="258961"/>
                </a:lnTo>
                <a:lnTo>
                  <a:pt x="288726" y="280988"/>
                </a:lnTo>
                <a:lnTo>
                  <a:pt x="11906" y="280988"/>
                </a:lnTo>
                <a:lnTo>
                  <a:pt x="11906" y="258961"/>
                </a:lnTo>
                <a:lnTo>
                  <a:pt x="138112" y="258961"/>
                </a:lnTo>
                <a:lnTo>
                  <a:pt x="138112" y="186333"/>
                </a:lnTo>
                <a:lnTo>
                  <a:pt x="31551" y="186333"/>
                </a:lnTo>
                <a:lnTo>
                  <a:pt x="31551" y="164604"/>
                </a:lnTo>
                <a:lnTo>
                  <a:pt x="138112" y="164604"/>
                </a:lnTo>
                <a:lnTo>
                  <a:pt x="138112" y="122932"/>
                </a:lnTo>
                <a:lnTo>
                  <a:pt x="60721" y="122932"/>
                </a:lnTo>
                <a:lnTo>
                  <a:pt x="60721" y="102097"/>
                </a:lnTo>
                <a:cubicBezTo>
                  <a:pt x="46632" y="111026"/>
                  <a:pt x="31353" y="119956"/>
                  <a:pt x="14882" y="128886"/>
                </a:cubicBezTo>
                <a:cubicBezTo>
                  <a:pt x="10715" y="121345"/>
                  <a:pt x="5754" y="113904"/>
                  <a:pt x="0" y="106561"/>
                </a:cubicBezTo>
                <a:cubicBezTo>
                  <a:pt x="66079" y="75605"/>
                  <a:pt x="112811" y="40085"/>
                  <a:pt x="140196" y="0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8" name="组合 137">
            <a:extLst>
              <a:ext uri="{FF2B5EF4-FFF2-40B4-BE49-F238E27FC236}">
                <a16:creationId xmlns:a16="http://schemas.microsoft.com/office/drawing/2014/main" id="{8A307AC6-F35B-43EA-908B-F92690A7B881}"/>
              </a:ext>
            </a:extLst>
          </p:cNvPr>
          <p:cNvGrpSpPr/>
          <p:nvPr/>
        </p:nvGrpSpPr>
        <p:grpSpPr>
          <a:xfrm>
            <a:off x="6148115" y="3330793"/>
            <a:ext cx="2293185" cy="1294151"/>
            <a:chOff x="1214405" y="4590491"/>
            <a:chExt cx="2970865" cy="1725373"/>
          </a:xfrm>
        </p:grpSpPr>
        <p:grpSp>
          <p:nvGrpSpPr>
            <p:cNvPr id="139" name="组合 138">
              <a:extLst>
                <a:ext uri="{FF2B5EF4-FFF2-40B4-BE49-F238E27FC236}">
                  <a16:creationId xmlns:a16="http://schemas.microsoft.com/office/drawing/2014/main" id="{2D499C76-E519-456D-AE5C-DA3443A9F83A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164" name="椭圆 163">
                <a:extLst>
                  <a:ext uri="{FF2B5EF4-FFF2-40B4-BE49-F238E27FC236}">
                    <a16:creationId xmlns:a16="http://schemas.microsoft.com/office/drawing/2014/main" id="{CA166FCD-CB98-4061-B192-6D22E583ABEE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5" name="椭圆 164">
                <a:extLst>
                  <a:ext uri="{FF2B5EF4-FFF2-40B4-BE49-F238E27FC236}">
                    <a16:creationId xmlns:a16="http://schemas.microsoft.com/office/drawing/2014/main" id="{5005D9FC-1EBE-41A4-8B51-940ED0E19A2F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6" name="椭圆 165">
                <a:extLst>
                  <a:ext uri="{FF2B5EF4-FFF2-40B4-BE49-F238E27FC236}">
                    <a16:creationId xmlns:a16="http://schemas.microsoft.com/office/drawing/2014/main" id="{24878B5B-4083-4462-994D-627D6D37B24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7" name="椭圆 166">
                <a:extLst>
                  <a:ext uri="{FF2B5EF4-FFF2-40B4-BE49-F238E27FC236}">
                    <a16:creationId xmlns:a16="http://schemas.microsoft.com/office/drawing/2014/main" id="{702B547B-8B79-4FFF-8973-FA945F2F9EF6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8" name="椭圆 167">
                <a:extLst>
                  <a:ext uri="{FF2B5EF4-FFF2-40B4-BE49-F238E27FC236}">
                    <a16:creationId xmlns:a16="http://schemas.microsoft.com/office/drawing/2014/main" id="{4EA3BB51-446B-415C-A4C1-6616DACEBED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0" name="组合 139">
              <a:extLst>
                <a:ext uri="{FF2B5EF4-FFF2-40B4-BE49-F238E27FC236}">
                  <a16:creationId xmlns:a16="http://schemas.microsoft.com/office/drawing/2014/main" id="{0D14F357-02E8-424C-AF74-71B8EDA68400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159" name="椭圆 158">
                <a:extLst>
                  <a:ext uri="{FF2B5EF4-FFF2-40B4-BE49-F238E27FC236}">
                    <a16:creationId xmlns:a16="http://schemas.microsoft.com/office/drawing/2014/main" id="{D0EED8C0-8E54-4FC5-8038-A2050D65458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0" name="椭圆 159">
                <a:extLst>
                  <a:ext uri="{FF2B5EF4-FFF2-40B4-BE49-F238E27FC236}">
                    <a16:creationId xmlns:a16="http://schemas.microsoft.com/office/drawing/2014/main" id="{FD2A8C38-27D5-485D-8AC3-44F4F32BACC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1" name="椭圆 160">
                <a:extLst>
                  <a:ext uri="{FF2B5EF4-FFF2-40B4-BE49-F238E27FC236}">
                    <a16:creationId xmlns:a16="http://schemas.microsoft.com/office/drawing/2014/main" id="{5A14A846-0F77-4354-A018-8EF2DA73C71C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2" name="椭圆 161">
                <a:extLst>
                  <a:ext uri="{FF2B5EF4-FFF2-40B4-BE49-F238E27FC236}">
                    <a16:creationId xmlns:a16="http://schemas.microsoft.com/office/drawing/2014/main" id="{E5257521-EC01-4640-B6E7-7BC9ED979A5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63" name="椭圆 162">
                <a:extLst>
                  <a:ext uri="{FF2B5EF4-FFF2-40B4-BE49-F238E27FC236}">
                    <a16:creationId xmlns:a16="http://schemas.microsoft.com/office/drawing/2014/main" id="{E3F8142F-EDFC-4077-AC32-536D324071D3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1" name="组合 140">
              <a:extLst>
                <a:ext uri="{FF2B5EF4-FFF2-40B4-BE49-F238E27FC236}">
                  <a16:creationId xmlns:a16="http://schemas.microsoft.com/office/drawing/2014/main" id="{CC3FE76C-5C1C-4C03-B565-D6BE0F1C8057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154" name="椭圆 153">
                <a:extLst>
                  <a:ext uri="{FF2B5EF4-FFF2-40B4-BE49-F238E27FC236}">
                    <a16:creationId xmlns:a16="http://schemas.microsoft.com/office/drawing/2014/main" id="{ED4B34B1-E469-491A-AA71-18C1D24FCA9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5" name="椭圆 154">
                <a:extLst>
                  <a:ext uri="{FF2B5EF4-FFF2-40B4-BE49-F238E27FC236}">
                    <a16:creationId xmlns:a16="http://schemas.microsoft.com/office/drawing/2014/main" id="{5BE4BBB2-D2EF-42AB-B984-F55FE1A65416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6" name="椭圆 155">
                <a:extLst>
                  <a:ext uri="{FF2B5EF4-FFF2-40B4-BE49-F238E27FC236}">
                    <a16:creationId xmlns:a16="http://schemas.microsoft.com/office/drawing/2014/main" id="{DE91BDD6-4CC3-4FB8-9846-5BBAFB87BF08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7" name="椭圆 156">
                <a:extLst>
                  <a:ext uri="{FF2B5EF4-FFF2-40B4-BE49-F238E27FC236}">
                    <a16:creationId xmlns:a16="http://schemas.microsoft.com/office/drawing/2014/main" id="{0C4C6057-E52B-4C77-8D80-28363578560B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8" name="椭圆 157">
                <a:extLst>
                  <a:ext uri="{FF2B5EF4-FFF2-40B4-BE49-F238E27FC236}">
                    <a16:creationId xmlns:a16="http://schemas.microsoft.com/office/drawing/2014/main" id="{B631BC2B-ED67-4B6D-A025-7CDEAC82D341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31458FF1-31FE-4303-B83A-FE09B8BBCD80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149" name="椭圆 148">
                <a:extLst>
                  <a:ext uri="{FF2B5EF4-FFF2-40B4-BE49-F238E27FC236}">
                    <a16:creationId xmlns:a16="http://schemas.microsoft.com/office/drawing/2014/main" id="{3184AAB0-29A6-4322-9F38-EBD6B9B25479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0" name="椭圆 149">
                <a:extLst>
                  <a:ext uri="{FF2B5EF4-FFF2-40B4-BE49-F238E27FC236}">
                    <a16:creationId xmlns:a16="http://schemas.microsoft.com/office/drawing/2014/main" id="{CD3543A7-3EB8-4692-A534-15025E35AA76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1" name="椭圆 150">
                <a:extLst>
                  <a:ext uri="{FF2B5EF4-FFF2-40B4-BE49-F238E27FC236}">
                    <a16:creationId xmlns:a16="http://schemas.microsoft.com/office/drawing/2014/main" id="{89368CEA-E01D-4BC6-A49C-C0819687A54A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2" name="椭圆 151">
                <a:extLst>
                  <a:ext uri="{FF2B5EF4-FFF2-40B4-BE49-F238E27FC236}">
                    <a16:creationId xmlns:a16="http://schemas.microsoft.com/office/drawing/2014/main" id="{AAB3FB26-C742-4F75-BA14-E7796FB527F4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53" name="椭圆 152">
                <a:extLst>
                  <a:ext uri="{FF2B5EF4-FFF2-40B4-BE49-F238E27FC236}">
                    <a16:creationId xmlns:a16="http://schemas.microsoft.com/office/drawing/2014/main" id="{613238EE-ED4A-4636-B5DF-0115903DA11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43" name="组合 142">
              <a:extLst>
                <a:ext uri="{FF2B5EF4-FFF2-40B4-BE49-F238E27FC236}">
                  <a16:creationId xmlns:a16="http://schemas.microsoft.com/office/drawing/2014/main" id="{3A9B544D-7660-4A4B-B773-A90B51CE3E1E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144" name="椭圆 143">
                <a:extLst>
                  <a:ext uri="{FF2B5EF4-FFF2-40B4-BE49-F238E27FC236}">
                    <a16:creationId xmlns:a16="http://schemas.microsoft.com/office/drawing/2014/main" id="{AD63DC4B-6767-4DEE-9C10-C618108C1FE4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5" name="椭圆 144">
                <a:extLst>
                  <a:ext uri="{FF2B5EF4-FFF2-40B4-BE49-F238E27FC236}">
                    <a16:creationId xmlns:a16="http://schemas.microsoft.com/office/drawing/2014/main" id="{659D9347-3E7A-4644-8A0E-B8B2E40C51D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6" name="椭圆 145">
                <a:extLst>
                  <a:ext uri="{FF2B5EF4-FFF2-40B4-BE49-F238E27FC236}">
                    <a16:creationId xmlns:a16="http://schemas.microsoft.com/office/drawing/2014/main" id="{95F870F3-DB69-4784-AB81-B6A5950E6B19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7" name="椭圆 146">
                <a:extLst>
                  <a:ext uri="{FF2B5EF4-FFF2-40B4-BE49-F238E27FC236}">
                    <a16:creationId xmlns:a16="http://schemas.microsoft.com/office/drawing/2014/main" id="{A8AA35EF-604D-4AFA-8579-C11EBD8E6203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8" name="椭圆 147">
                <a:extLst>
                  <a:ext uri="{FF2B5EF4-FFF2-40B4-BE49-F238E27FC236}">
                    <a16:creationId xmlns:a16="http://schemas.microsoft.com/office/drawing/2014/main" id="{E83AC192-8B79-4BB4-9333-74AEDB9A47FC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30DD57AE-C713-4B6F-8F0E-E91F3F95D974}"/>
              </a:ext>
            </a:extLst>
          </p:cNvPr>
          <p:cNvGrpSpPr/>
          <p:nvPr/>
        </p:nvGrpSpPr>
        <p:grpSpPr>
          <a:xfrm>
            <a:off x="6435881" y="3330793"/>
            <a:ext cx="2293185" cy="1294151"/>
            <a:chOff x="1214405" y="4590491"/>
            <a:chExt cx="2970865" cy="1725373"/>
          </a:xfrm>
        </p:grpSpPr>
        <p:grpSp>
          <p:nvGrpSpPr>
            <p:cNvPr id="170" name="组合 169">
              <a:extLst>
                <a:ext uri="{FF2B5EF4-FFF2-40B4-BE49-F238E27FC236}">
                  <a16:creationId xmlns:a16="http://schemas.microsoft.com/office/drawing/2014/main" id="{E6E52AB3-2AB9-4FE4-AC08-F5AB0C0D1FF4}"/>
                </a:ext>
              </a:extLst>
            </p:cNvPr>
            <p:cNvGrpSpPr/>
            <p:nvPr/>
          </p:nvGrpSpPr>
          <p:grpSpPr>
            <a:xfrm>
              <a:off x="1214405" y="4590491"/>
              <a:ext cx="84501" cy="1725373"/>
              <a:chOff x="1214405" y="4592622"/>
              <a:chExt cx="84501" cy="1725373"/>
            </a:xfrm>
          </p:grpSpPr>
          <p:sp>
            <p:nvSpPr>
              <p:cNvPr id="195" name="椭圆 194">
                <a:extLst>
                  <a:ext uri="{FF2B5EF4-FFF2-40B4-BE49-F238E27FC236}">
                    <a16:creationId xmlns:a16="http://schemas.microsoft.com/office/drawing/2014/main" id="{381A9543-5930-44C6-9963-ABEACD629A3E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6" name="椭圆 195">
                <a:extLst>
                  <a:ext uri="{FF2B5EF4-FFF2-40B4-BE49-F238E27FC236}">
                    <a16:creationId xmlns:a16="http://schemas.microsoft.com/office/drawing/2014/main" id="{5DC70EE7-416C-4D4C-9823-7524728D6F99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7" name="椭圆 196">
                <a:extLst>
                  <a:ext uri="{FF2B5EF4-FFF2-40B4-BE49-F238E27FC236}">
                    <a16:creationId xmlns:a16="http://schemas.microsoft.com/office/drawing/2014/main" id="{7180CF1E-8EFE-4E86-BD16-62D09B2B793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8" name="椭圆 197">
                <a:extLst>
                  <a:ext uri="{FF2B5EF4-FFF2-40B4-BE49-F238E27FC236}">
                    <a16:creationId xmlns:a16="http://schemas.microsoft.com/office/drawing/2014/main" id="{DD16F6CE-BF57-4D36-A1C2-A83A8010095E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9" name="椭圆 198">
                <a:extLst>
                  <a:ext uri="{FF2B5EF4-FFF2-40B4-BE49-F238E27FC236}">
                    <a16:creationId xmlns:a16="http://schemas.microsoft.com/office/drawing/2014/main" id="{A75F8A63-EBED-4BAC-A93A-C9CDD70AB82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1" name="组合 170">
              <a:extLst>
                <a:ext uri="{FF2B5EF4-FFF2-40B4-BE49-F238E27FC236}">
                  <a16:creationId xmlns:a16="http://schemas.microsoft.com/office/drawing/2014/main" id="{1826E3DE-00BF-4627-A88B-77EF436481EE}"/>
                </a:ext>
              </a:extLst>
            </p:cNvPr>
            <p:cNvGrpSpPr/>
            <p:nvPr/>
          </p:nvGrpSpPr>
          <p:grpSpPr>
            <a:xfrm>
              <a:off x="4100769" y="4590491"/>
              <a:ext cx="84501" cy="1725373"/>
              <a:chOff x="1214405" y="4592622"/>
              <a:chExt cx="84501" cy="1725373"/>
            </a:xfrm>
          </p:grpSpPr>
          <p:sp>
            <p:nvSpPr>
              <p:cNvPr id="190" name="椭圆 189">
                <a:extLst>
                  <a:ext uri="{FF2B5EF4-FFF2-40B4-BE49-F238E27FC236}">
                    <a16:creationId xmlns:a16="http://schemas.microsoft.com/office/drawing/2014/main" id="{63B786A1-EF83-49C7-8FBC-1F595F1631FC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1" name="椭圆 190">
                <a:extLst>
                  <a:ext uri="{FF2B5EF4-FFF2-40B4-BE49-F238E27FC236}">
                    <a16:creationId xmlns:a16="http://schemas.microsoft.com/office/drawing/2014/main" id="{793FD76D-B364-4074-8679-A07FA4F41BCD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2" name="椭圆 191">
                <a:extLst>
                  <a:ext uri="{FF2B5EF4-FFF2-40B4-BE49-F238E27FC236}">
                    <a16:creationId xmlns:a16="http://schemas.microsoft.com/office/drawing/2014/main" id="{959DD22A-55D5-4349-9AE9-731B24BFB892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3" name="椭圆 192">
                <a:extLst>
                  <a:ext uri="{FF2B5EF4-FFF2-40B4-BE49-F238E27FC236}">
                    <a16:creationId xmlns:a16="http://schemas.microsoft.com/office/drawing/2014/main" id="{5282A451-C689-45CA-9E4D-9003F89526B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4" name="椭圆 193">
                <a:extLst>
                  <a:ext uri="{FF2B5EF4-FFF2-40B4-BE49-F238E27FC236}">
                    <a16:creationId xmlns:a16="http://schemas.microsoft.com/office/drawing/2014/main" id="{C681974E-0CE0-4BD6-8806-5805C2C75594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2" name="组合 171">
              <a:extLst>
                <a:ext uri="{FF2B5EF4-FFF2-40B4-BE49-F238E27FC236}">
                  <a16:creationId xmlns:a16="http://schemas.microsoft.com/office/drawing/2014/main" id="{541BDC85-5C63-497C-88BD-32A21C1516E7}"/>
                </a:ext>
              </a:extLst>
            </p:cNvPr>
            <p:cNvGrpSpPr/>
            <p:nvPr/>
          </p:nvGrpSpPr>
          <p:grpSpPr>
            <a:xfrm>
              <a:off x="1935996" y="4590491"/>
              <a:ext cx="84501" cy="1725373"/>
              <a:chOff x="1214405" y="4592622"/>
              <a:chExt cx="84501" cy="1725373"/>
            </a:xfrm>
          </p:grpSpPr>
          <p:sp>
            <p:nvSpPr>
              <p:cNvPr id="185" name="椭圆 184">
                <a:extLst>
                  <a:ext uri="{FF2B5EF4-FFF2-40B4-BE49-F238E27FC236}">
                    <a16:creationId xmlns:a16="http://schemas.microsoft.com/office/drawing/2014/main" id="{566A0CDC-2ABE-4DDE-A7C4-C24A8D0911BF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6" name="椭圆 185">
                <a:extLst>
                  <a:ext uri="{FF2B5EF4-FFF2-40B4-BE49-F238E27FC236}">
                    <a16:creationId xmlns:a16="http://schemas.microsoft.com/office/drawing/2014/main" id="{92E2D914-713E-4618-8F51-475FD5CBA25C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7" name="椭圆 186">
                <a:extLst>
                  <a:ext uri="{FF2B5EF4-FFF2-40B4-BE49-F238E27FC236}">
                    <a16:creationId xmlns:a16="http://schemas.microsoft.com/office/drawing/2014/main" id="{1E37EECA-45ED-4A46-8538-8014079EADFD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8" name="椭圆 187">
                <a:extLst>
                  <a:ext uri="{FF2B5EF4-FFF2-40B4-BE49-F238E27FC236}">
                    <a16:creationId xmlns:a16="http://schemas.microsoft.com/office/drawing/2014/main" id="{A0A7A29D-9861-44BE-8587-26D6B805D422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9" name="椭圆 188">
                <a:extLst>
                  <a:ext uri="{FF2B5EF4-FFF2-40B4-BE49-F238E27FC236}">
                    <a16:creationId xmlns:a16="http://schemas.microsoft.com/office/drawing/2014/main" id="{DC1CFCCB-37CB-42EB-9FF1-170DE147150C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85CC60C5-6E36-46D2-8C09-0ADB7896AB71}"/>
                </a:ext>
              </a:extLst>
            </p:cNvPr>
            <p:cNvGrpSpPr/>
            <p:nvPr/>
          </p:nvGrpSpPr>
          <p:grpSpPr>
            <a:xfrm>
              <a:off x="2657587" y="4590491"/>
              <a:ext cx="84501" cy="1725373"/>
              <a:chOff x="1214405" y="4592622"/>
              <a:chExt cx="84501" cy="1725373"/>
            </a:xfrm>
          </p:grpSpPr>
          <p:sp>
            <p:nvSpPr>
              <p:cNvPr id="180" name="椭圆 179">
                <a:extLst>
                  <a:ext uri="{FF2B5EF4-FFF2-40B4-BE49-F238E27FC236}">
                    <a16:creationId xmlns:a16="http://schemas.microsoft.com/office/drawing/2014/main" id="{208BBE42-9585-424C-A20A-365B84D3FB2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1" name="椭圆 180">
                <a:extLst>
                  <a:ext uri="{FF2B5EF4-FFF2-40B4-BE49-F238E27FC236}">
                    <a16:creationId xmlns:a16="http://schemas.microsoft.com/office/drawing/2014/main" id="{0A002E70-E28F-4FE2-B000-0BDFA031DC6A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2" name="椭圆 181">
                <a:extLst>
                  <a:ext uri="{FF2B5EF4-FFF2-40B4-BE49-F238E27FC236}">
                    <a16:creationId xmlns:a16="http://schemas.microsoft.com/office/drawing/2014/main" id="{14BF1288-9518-45FC-AC25-C3951ECEF9FF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3" name="椭圆 182">
                <a:extLst>
                  <a:ext uri="{FF2B5EF4-FFF2-40B4-BE49-F238E27FC236}">
                    <a16:creationId xmlns:a16="http://schemas.microsoft.com/office/drawing/2014/main" id="{462BE400-78D8-455E-84B7-57F752CB0F53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84" name="椭圆 183">
                <a:extLst>
                  <a:ext uri="{FF2B5EF4-FFF2-40B4-BE49-F238E27FC236}">
                    <a16:creationId xmlns:a16="http://schemas.microsoft.com/office/drawing/2014/main" id="{BB40A369-3D5D-4F0A-ADB9-A2DC34F19622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74" name="组合 173">
              <a:extLst>
                <a:ext uri="{FF2B5EF4-FFF2-40B4-BE49-F238E27FC236}">
                  <a16:creationId xmlns:a16="http://schemas.microsoft.com/office/drawing/2014/main" id="{21B770E8-191A-47A1-9FBF-F3187F4103A0}"/>
                </a:ext>
              </a:extLst>
            </p:cNvPr>
            <p:cNvGrpSpPr/>
            <p:nvPr/>
          </p:nvGrpSpPr>
          <p:grpSpPr>
            <a:xfrm>
              <a:off x="3379178" y="4590491"/>
              <a:ext cx="84501" cy="1725373"/>
              <a:chOff x="1214405" y="4592622"/>
              <a:chExt cx="84501" cy="1725373"/>
            </a:xfrm>
          </p:grpSpPr>
          <p:sp>
            <p:nvSpPr>
              <p:cNvPr id="175" name="椭圆 174">
                <a:extLst>
                  <a:ext uri="{FF2B5EF4-FFF2-40B4-BE49-F238E27FC236}">
                    <a16:creationId xmlns:a16="http://schemas.microsoft.com/office/drawing/2014/main" id="{09323E94-46FF-44E5-8FC4-5D6B639DF0E3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6" name="椭圆 175">
                <a:extLst>
                  <a:ext uri="{FF2B5EF4-FFF2-40B4-BE49-F238E27FC236}">
                    <a16:creationId xmlns:a16="http://schemas.microsoft.com/office/drawing/2014/main" id="{6490980F-8332-4BFF-82F3-4986625E945E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7" name="椭圆 176">
                <a:extLst>
                  <a:ext uri="{FF2B5EF4-FFF2-40B4-BE49-F238E27FC236}">
                    <a16:creationId xmlns:a16="http://schemas.microsoft.com/office/drawing/2014/main" id="{8740A2C7-F8C2-4D53-A4EB-780DDD625403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8" name="椭圆 177">
                <a:extLst>
                  <a:ext uri="{FF2B5EF4-FFF2-40B4-BE49-F238E27FC236}">
                    <a16:creationId xmlns:a16="http://schemas.microsoft.com/office/drawing/2014/main" id="{C96AD7BE-52F2-46E0-80A9-077132DE2C80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椭圆 178">
                <a:extLst>
                  <a:ext uri="{FF2B5EF4-FFF2-40B4-BE49-F238E27FC236}">
                    <a16:creationId xmlns:a16="http://schemas.microsoft.com/office/drawing/2014/main" id="{9D1B7132-7163-4324-997F-34F29147106B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00" name="矩形 199">
            <a:extLst>
              <a:ext uri="{FF2B5EF4-FFF2-40B4-BE49-F238E27FC236}">
                <a16:creationId xmlns:a16="http://schemas.microsoft.com/office/drawing/2014/main" id="{8B381F9E-0E47-4205-A5E4-DF115B2A9375}"/>
              </a:ext>
            </a:extLst>
          </p:cNvPr>
          <p:cNvSpPr/>
          <p:nvPr/>
        </p:nvSpPr>
        <p:spPr>
          <a:xfrm>
            <a:off x="5080564" y="3230681"/>
            <a:ext cx="1046882" cy="1447944"/>
          </a:xfrm>
          <a:prstGeom prst="rect">
            <a:avLst/>
          </a:prstGeom>
          <a:solidFill>
            <a:srgbClr val="7030A0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01" name="文本框 200">
            <a:extLst>
              <a:ext uri="{FF2B5EF4-FFF2-40B4-BE49-F238E27FC236}">
                <a16:creationId xmlns:a16="http://schemas.microsoft.com/office/drawing/2014/main" id="{2472E8AE-86DB-4885-9F85-2CCFB51E2584}"/>
              </a:ext>
            </a:extLst>
          </p:cNvPr>
          <p:cNvSpPr txBox="1"/>
          <p:nvPr/>
        </p:nvSpPr>
        <p:spPr>
          <a:xfrm>
            <a:off x="5190380" y="4816018"/>
            <a:ext cx="806025" cy="160398"/>
          </a:xfrm>
          <a:custGeom>
            <a:avLst/>
            <a:gdLst/>
            <a:ahLst/>
            <a:cxnLst/>
            <a:rect l="l" t="t" r="r" b="b"/>
            <a:pathLst>
              <a:path w="1113978" h="221680">
                <a:moveTo>
                  <a:pt x="316111" y="146001"/>
                </a:moveTo>
                <a:cubicBezTo>
                  <a:pt x="326826" y="157758"/>
                  <a:pt x="336054" y="168474"/>
                  <a:pt x="343793" y="178148"/>
                </a:cubicBezTo>
                <a:lnTo>
                  <a:pt x="329505" y="189086"/>
                </a:lnTo>
                <a:cubicBezTo>
                  <a:pt x="321022" y="177627"/>
                  <a:pt x="312241" y="166688"/>
                  <a:pt x="303163" y="156270"/>
                </a:cubicBezTo>
                <a:close/>
                <a:moveTo>
                  <a:pt x="996553" y="132606"/>
                </a:moveTo>
                <a:lnTo>
                  <a:pt x="1013966" y="132606"/>
                </a:lnTo>
                <a:lnTo>
                  <a:pt x="1013966" y="150689"/>
                </a:lnTo>
                <a:lnTo>
                  <a:pt x="1095449" y="150689"/>
                </a:lnTo>
                <a:lnTo>
                  <a:pt x="1095449" y="166539"/>
                </a:lnTo>
                <a:lnTo>
                  <a:pt x="1013966" y="166539"/>
                </a:lnTo>
                <a:lnTo>
                  <a:pt x="1013966" y="196230"/>
                </a:lnTo>
                <a:lnTo>
                  <a:pt x="1113755" y="196230"/>
                </a:lnTo>
                <a:lnTo>
                  <a:pt x="1113755" y="212304"/>
                </a:lnTo>
                <a:lnTo>
                  <a:pt x="896540" y="212304"/>
                </a:lnTo>
                <a:lnTo>
                  <a:pt x="896540" y="196230"/>
                </a:lnTo>
                <a:lnTo>
                  <a:pt x="996553" y="196230"/>
                </a:lnTo>
                <a:lnTo>
                  <a:pt x="996553" y="166539"/>
                </a:lnTo>
                <a:lnTo>
                  <a:pt x="916855" y="166539"/>
                </a:lnTo>
                <a:lnTo>
                  <a:pt x="916855" y="150689"/>
                </a:lnTo>
                <a:lnTo>
                  <a:pt x="996553" y="150689"/>
                </a:lnTo>
                <a:close/>
                <a:moveTo>
                  <a:pt x="516805" y="128588"/>
                </a:moveTo>
                <a:cubicBezTo>
                  <a:pt x="507504" y="139155"/>
                  <a:pt x="497830" y="148754"/>
                  <a:pt x="487784" y="157386"/>
                </a:cubicBezTo>
                <a:lnTo>
                  <a:pt x="539576" y="157386"/>
                </a:lnTo>
                <a:lnTo>
                  <a:pt x="539576" y="135732"/>
                </a:lnTo>
                <a:lnTo>
                  <a:pt x="556319" y="135732"/>
                </a:lnTo>
                <a:lnTo>
                  <a:pt x="556319" y="157386"/>
                </a:lnTo>
                <a:lnTo>
                  <a:pt x="607442" y="157386"/>
                </a:lnTo>
                <a:cubicBezTo>
                  <a:pt x="596800" y="148828"/>
                  <a:pt x="587089" y="139229"/>
                  <a:pt x="578309" y="128588"/>
                </a:cubicBezTo>
                <a:close/>
                <a:moveTo>
                  <a:pt x="23663" y="125239"/>
                </a:moveTo>
                <a:lnTo>
                  <a:pt x="23663" y="152921"/>
                </a:lnTo>
                <a:lnTo>
                  <a:pt x="158055" y="152921"/>
                </a:lnTo>
                <a:lnTo>
                  <a:pt x="158055" y="125239"/>
                </a:lnTo>
                <a:close/>
                <a:moveTo>
                  <a:pt x="753219" y="124793"/>
                </a:moveTo>
                <a:lnTo>
                  <a:pt x="770632" y="124793"/>
                </a:lnTo>
                <a:cubicBezTo>
                  <a:pt x="770483" y="129630"/>
                  <a:pt x="770185" y="134243"/>
                  <a:pt x="769739" y="138634"/>
                </a:cubicBezTo>
                <a:lnTo>
                  <a:pt x="860598" y="138634"/>
                </a:lnTo>
                <a:cubicBezTo>
                  <a:pt x="859556" y="156791"/>
                  <a:pt x="858366" y="172790"/>
                  <a:pt x="857026" y="186631"/>
                </a:cubicBezTo>
                <a:cubicBezTo>
                  <a:pt x="855240" y="205532"/>
                  <a:pt x="843632" y="215057"/>
                  <a:pt x="822201" y="215206"/>
                </a:cubicBezTo>
                <a:cubicBezTo>
                  <a:pt x="811336" y="215355"/>
                  <a:pt x="796974" y="215206"/>
                  <a:pt x="779115" y="214759"/>
                </a:cubicBezTo>
                <a:cubicBezTo>
                  <a:pt x="778222" y="208508"/>
                  <a:pt x="776957" y="202034"/>
                  <a:pt x="775320" y="195337"/>
                </a:cubicBezTo>
                <a:cubicBezTo>
                  <a:pt x="793030" y="196825"/>
                  <a:pt x="808508" y="197570"/>
                  <a:pt x="821754" y="197570"/>
                </a:cubicBezTo>
                <a:cubicBezTo>
                  <a:pt x="832767" y="197570"/>
                  <a:pt x="838795" y="192807"/>
                  <a:pt x="839837" y="183282"/>
                </a:cubicBezTo>
                <a:cubicBezTo>
                  <a:pt x="840730" y="176287"/>
                  <a:pt x="841548" y="166465"/>
                  <a:pt x="842292" y="153814"/>
                </a:cubicBezTo>
                <a:lnTo>
                  <a:pt x="767171" y="153814"/>
                </a:lnTo>
                <a:cubicBezTo>
                  <a:pt x="763600" y="169516"/>
                  <a:pt x="757237" y="181645"/>
                  <a:pt x="748084" y="190203"/>
                </a:cubicBezTo>
                <a:cubicBezTo>
                  <a:pt x="733946" y="203746"/>
                  <a:pt x="710952" y="214238"/>
                  <a:pt x="679102" y="221680"/>
                </a:cubicBezTo>
                <a:cubicBezTo>
                  <a:pt x="676126" y="216768"/>
                  <a:pt x="672554" y="211262"/>
                  <a:pt x="668387" y="205160"/>
                </a:cubicBezTo>
                <a:cubicBezTo>
                  <a:pt x="700534" y="198611"/>
                  <a:pt x="722709" y="189533"/>
                  <a:pt x="734913" y="177924"/>
                </a:cubicBezTo>
                <a:cubicBezTo>
                  <a:pt x="741610" y="171971"/>
                  <a:pt x="746447" y="163934"/>
                  <a:pt x="749424" y="153814"/>
                </a:cubicBezTo>
                <a:lnTo>
                  <a:pt x="681335" y="153814"/>
                </a:lnTo>
                <a:lnTo>
                  <a:pt x="681335" y="138634"/>
                </a:lnTo>
                <a:lnTo>
                  <a:pt x="752437" y="138634"/>
                </a:lnTo>
                <a:cubicBezTo>
                  <a:pt x="752958" y="134318"/>
                  <a:pt x="753219" y="129704"/>
                  <a:pt x="753219" y="124793"/>
                </a:cubicBezTo>
                <a:close/>
                <a:moveTo>
                  <a:pt x="380404" y="102022"/>
                </a:moveTo>
                <a:lnTo>
                  <a:pt x="397817" y="102022"/>
                </a:lnTo>
                <a:lnTo>
                  <a:pt x="397817" y="125686"/>
                </a:lnTo>
                <a:lnTo>
                  <a:pt x="430411" y="125686"/>
                </a:lnTo>
                <a:lnTo>
                  <a:pt x="430411" y="140866"/>
                </a:lnTo>
                <a:lnTo>
                  <a:pt x="397817" y="140866"/>
                </a:lnTo>
                <a:lnTo>
                  <a:pt x="397817" y="189979"/>
                </a:lnTo>
                <a:cubicBezTo>
                  <a:pt x="397817" y="208583"/>
                  <a:pt x="388441" y="217959"/>
                  <a:pt x="369689" y="218108"/>
                </a:cubicBezTo>
                <a:cubicBezTo>
                  <a:pt x="362991" y="218257"/>
                  <a:pt x="352871" y="218182"/>
                  <a:pt x="339328" y="217885"/>
                </a:cubicBezTo>
                <a:cubicBezTo>
                  <a:pt x="338435" y="212080"/>
                  <a:pt x="337319" y="205681"/>
                  <a:pt x="335979" y="198686"/>
                </a:cubicBezTo>
                <a:cubicBezTo>
                  <a:pt x="347737" y="199876"/>
                  <a:pt x="357857" y="200472"/>
                  <a:pt x="366340" y="200472"/>
                </a:cubicBezTo>
                <a:cubicBezTo>
                  <a:pt x="375716" y="200472"/>
                  <a:pt x="380404" y="195263"/>
                  <a:pt x="380404" y="184845"/>
                </a:cubicBezTo>
                <a:lnTo>
                  <a:pt x="380404" y="140866"/>
                </a:lnTo>
                <a:lnTo>
                  <a:pt x="290661" y="140866"/>
                </a:lnTo>
                <a:lnTo>
                  <a:pt x="290661" y="125686"/>
                </a:lnTo>
                <a:lnTo>
                  <a:pt x="380404" y="125686"/>
                </a:lnTo>
                <a:close/>
                <a:moveTo>
                  <a:pt x="500509" y="98227"/>
                </a:moveTo>
                <a:lnTo>
                  <a:pt x="500509" y="114077"/>
                </a:lnTo>
                <a:lnTo>
                  <a:pt x="596280" y="114077"/>
                </a:lnTo>
                <a:lnTo>
                  <a:pt x="596280" y="98227"/>
                </a:lnTo>
                <a:close/>
                <a:moveTo>
                  <a:pt x="23663" y="81707"/>
                </a:moveTo>
                <a:lnTo>
                  <a:pt x="23663" y="109166"/>
                </a:lnTo>
                <a:lnTo>
                  <a:pt x="158055" y="109166"/>
                </a:lnTo>
                <a:lnTo>
                  <a:pt x="158055" y="81707"/>
                </a:lnTo>
                <a:close/>
                <a:moveTo>
                  <a:pt x="500509" y="68759"/>
                </a:moveTo>
                <a:lnTo>
                  <a:pt x="500509" y="84386"/>
                </a:lnTo>
                <a:lnTo>
                  <a:pt x="596280" y="84386"/>
                </a:lnTo>
                <a:lnTo>
                  <a:pt x="596280" y="68759"/>
                </a:lnTo>
                <a:close/>
                <a:moveTo>
                  <a:pt x="946323" y="65187"/>
                </a:moveTo>
                <a:lnTo>
                  <a:pt x="962620" y="72331"/>
                </a:lnTo>
                <a:cubicBezTo>
                  <a:pt x="947291" y="89446"/>
                  <a:pt x="935310" y="102096"/>
                  <a:pt x="926678" y="110282"/>
                </a:cubicBezTo>
                <a:cubicBezTo>
                  <a:pt x="931143" y="110133"/>
                  <a:pt x="947663" y="109612"/>
                  <a:pt x="976238" y="108719"/>
                </a:cubicBezTo>
                <a:cubicBezTo>
                  <a:pt x="971773" y="102915"/>
                  <a:pt x="967010" y="96887"/>
                  <a:pt x="961950" y="90637"/>
                </a:cubicBezTo>
                <a:lnTo>
                  <a:pt x="973559" y="81930"/>
                </a:lnTo>
                <a:cubicBezTo>
                  <a:pt x="985465" y="94581"/>
                  <a:pt x="996627" y="107529"/>
                  <a:pt x="1007045" y="120774"/>
                </a:cubicBezTo>
                <a:lnTo>
                  <a:pt x="993427" y="130597"/>
                </a:lnTo>
                <a:cubicBezTo>
                  <a:pt x="991195" y="127769"/>
                  <a:pt x="988888" y="124867"/>
                  <a:pt x="986507" y="121891"/>
                </a:cubicBezTo>
                <a:cubicBezTo>
                  <a:pt x="976238" y="122337"/>
                  <a:pt x="956220" y="123304"/>
                  <a:pt x="926455" y="124793"/>
                </a:cubicBezTo>
                <a:cubicBezTo>
                  <a:pt x="922436" y="124942"/>
                  <a:pt x="915814" y="125537"/>
                  <a:pt x="906586" y="126579"/>
                </a:cubicBezTo>
                <a:lnTo>
                  <a:pt x="900559" y="111175"/>
                </a:lnTo>
                <a:cubicBezTo>
                  <a:pt x="914400" y="104180"/>
                  <a:pt x="929655" y="88851"/>
                  <a:pt x="946323" y="65187"/>
                </a:cubicBezTo>
                <a:close/>
                <a:moveTo>
                  <a:pt x="1045889" y="64517"/>
                </a:moveTo>
                <a:lnTo>
                  <a:pt x="1062632" y="70768"/>
                </a:lnTo>
                <a:cubicBezTo>
                  <a:pt x="1050577" y="86097"/>
                  <a:pt x="1039862" y="98971"/>
                  <a:pt x="1030486" y="109389"/>
                </a:cubicBezTo>
                <a:cubicBezTo>
                  <a:pt x="1046410" y="109091"/>
                  <a:pt x="1062558" y="108570"/>
                  <a:pt x="1078929" y="107826"/>
                </a:cubicBezTo>
                <a:cubicBezTo>
                  <a:pt x="1073720" y="102022"/>
                  <a:pt x="1068511" y="96143"/>
                  <a:pt x="1063302" y="90190"/>
                </a:cubicBezTo>
                <a:lnTo>
                  <a:pt x="1074911" y="81260"/>
                </a:lnTo>
                <a:cubicBezTo>
                  <a:pt x="1087859" y="94060"/>
                  <a:pt x="1100881" y="108050"/>
                  <a:pt x="1113978" y="123230"/>
                </a:cubicBezTo>
                <a:lnTo>
                  <a:pt x="1100807" y="134169"/>
                </a:lnTo>
                <a:cubicBezTo>
                  <a:pt x="1097235" y="129704"/>
                  <a:pt x="1093589" y="125314"/>
                  <a:pt x="1089868" y="120998"/>
                </a:cubicBezTo>
                <a:cubicBezTo>
                  <a:pt x="1074092" y="121891"/>
                  <a:pt x="1054149" y="122932"/>
                  <a:pt x="1030039" y="124123"/>
                </a:cubicBezTo>
                <a:cubicBezTo>
                  <a:pt x="1026170" y="124272"/>
                  <a:pt x="1020291" y="124867"/>
                  <a:pt x="1012403" y="125909"/>
                </a:cubicBezTo>
                <a:lnTo>
                  <a:pt x="1005929" y="110505"/>
                </a:lnTo>
                <a:cubicBezTo>
                  <a:pt x="1017835" y="102617"/>
                  <a:pt x="1031155" y="87288"/>
                  <a:pt x="1045889" y="64517"/>
                </a:cubicBezTo>
                <a:close/>
                <a:moveTo>
                  <a:pt x="500509" y="39291"/>
                </a:moveTo>
                <a:lnTo>
                  <a:pt x="500509" y="54918"/>
                </a:lnTo>
                <a:lnTo>
                  <a:pt x="596280" y="54918"/>
                </a:lnTo>
                <a:lnTo>
                  <a:pt x="596280" y="39291"/>
                </a:lnTo>
                <a:close/>
                <a:moveTo>
                  <a:pt x="12055" y="9153"/>
                </a:moveTo>
                <a:cubicBezTo>
                  <a:pt x="26789" y="21208"/>
                  <a:pt x="40853" y="33561"/>
                  <a:pt x="54248" y="46211"/>
                </a:cubicBezTo>
                <a:lnTo>
                  <a:pt x="40630" y="59383"/>
                </a:lnTo>
                <a:cubicBezTo>
                  <a:pt x="25300" y="43309"/>
                  <a:pt x="11757" y="30287"/>
                  <a:pt x="0" y="20315"/>
                </a:cubicBezTo>
                <a:close/>
                <a:moveTo>
                  <a:pt x="165869" y="8037"/>
                </a:moveTo>
                <a:lnTo>
                  <a:pt x="179933" y="19869"/>
                </a:lnTo>
                <a:cubicBezTo>
                  <a:pt x="164455" y="34603"/>
                  <a:pt x="149274" y="48221"/>
                  <a:pt x="134391" y="60722"/>
                </a:cubicBezTo>
                <a:lnTo>
                  <a:pt x="122336" y="48667"/>
                </a:lnTo>
                <a:cubicBezTo>
                  <a:pt x="137666" y="36166"/>
                  <a:pt x="152176" y="22622"/>
                  <a:pt x="165869" y="8037"/>
                </a:cubicBezTo>
                <a:close/>
                <a:moveTo>
                  <a:pt x="249361" y="2233"/>
                </a:moveTo>
                <a:lnTo>
                  <a:pt x="266104" y="2233"/>
                </a:lnTo>
                <a:lnTo>
                  <a:pt x="266104" y="52239"/>
                </a:lnTo>
                <a:lnTo>
                  <a:pt x="294010" y="52239"/>
                </a:lnTo>
                <a:lnTo>
                  <a:pt x="294010" y="67196"/>
                </a:lnTo>
                <a:lnTo>
                  <a:pt x="266104" y="67196"/>
                </a:lnTo>
                <a:lnTo>
                  <a:pt x="266104" y="113854"/>
                </a:lnTo>
                <a:cubicBezTo>
                  <a:pt x="274513" y="110877"/>
                  <a:pt x="282848" y="107901"/>
                  <a:pt x="291107" y="104924"/>
                </a:cubicBezTo>
                <a:cubicBezTo>
                  <a:pt x="291852" y="111473"/>
                  <a:pt x="292670" y="117128"/>
                  <a:pt x="293563" y="121891"/>
                </a:cubicBezTo>
                <a:cubicBezTo>
                  <a:pt x="284931" y="124942"/>
                  <a:pt x="275778" y="128253"/>
                  <a:pt x="266104" y="131825"/>
                </a:cubicBezTo>
                <a:lnTo>
                  <a:pt x="266104" y="220787"/>
                </a:lnTo>
                <a:lnTo>
                  <a:pt x="249361" y="220787"/>
                </a:lnTo>
                <a:lnTo>
                  <a:pt x="249361" y="138076"/>
                </a:lnTo>
                <a:cubicBezTo>
                  <a:pt x="237381" y="142615"/>
                  <a:pt x="224730" y="147489"/>
                  <a:pt x="211410" y="152698"/>
                </a:cubicBezTo>
                <a:lnTo>
                  <a:pt x="208061" y="133722"/>
                </a:lnTo>
                <a:cubicBezTo>
                  <a:pt x="221977" y="129034"/>
                  <a:pt x="235743" y="124346"/>
                  <a:pt x="249361" y="119658"/>
                </a:cubicBezTo>
                <a:lnTo>
                  <a:pt x="249361" y="67196"/>
                </a:lnTo>
                <a:lnTo>
                  <a:pt x="231725" y="67196"/>
                </a:lnTo>
                <a:cubicBezTo>
                  <a:pt x="228674" y="81335"/>
                  <a:pt x="224953" y="94283"/>
                  <a:pt x="220563" y="106040"/>
                </a:cubicBezTo>
                <a:cubicBezTo>
                  <a:pt x="215949" y="102766"/>
                  <a:pt x="211038" y="99492"/>
                  <a:pt x="205829" y="96218"/>
                </a:cubicBezTo>
                <a:cubicBezTo>
                  <a:pt x="214163" y="76572"/>
                  <a:pt x="219596" y="52090"/>
                  <a:pt x="222126" y="22771"/>
                </a:cubicBezTo>
                <a:lnTo>
                  <a:pt x="238199" y="25450"/>
                </a:lnTo>
                <a:cubicBezTo>
                  <a:pt x="237232" y="34752"/>
                  <a:pt x="236004" y="43681"/>
                  <a:pt x="234516" y="52239"/>
                </a:cubicBezTo>
                <a:lnTo>
                  <a:pt x="249361" y="52239"/>
                </a:lnTo>
                <a:close/>
                <a:moveTo>
                  <a:pt x="81706" y="1786"/>
                </a:moveTo>
                <a:lnTo>
                  <a:pt x="99119" y="1786"/>
                </a:lnTo>
                <a:lnTo>
                  <a:pt x="99119" y="64964"/>
                </a:lnTo>
                <a:lnTo>
                  <a:pt x="175915" y="64964"/>
                </a:lnTo>
                <a:lnTo>
                  <a:pt x="175915" y="192212"/>
                </a:lnTo>
                <a:cubicBezTo>
                  <a:pt x="175915" y="210220"/>
                  <a:pt x="167655" y="219224"/>
                  <a:pt x="151135" y="219224"/>
                </a:cubicBezTo>
                <a:cubicBezTo>
                  <a:pt x="133573" y="219224"/>
                  <a:pt x="120625" y="219001"/>
                  <a:pt x="112290" y="218554"/>
                </a:cubicBezTo>
                <a:cubicBezTo>
                  <a:pt x="111398" y="213048"/>
                  <a:pt x="110281" y="206946"/>
                  <a:pt x="108942" y="200249"/>
                </a:cubicBezTo>
                <a:cubicBezTo>
                  <a:pt x="117127" y="201142"/>
                  <a:pt x="128959" y="201588"/>
                  <a:pt x="144437" y="201588"/>
                </a:cubicBezTo>
                <a:cubicBezTo>
                  <a:pt x="153516" y="201588"/>
                  <a:pt x="158055" y="197421"/>
                  <a:pt x="158055" y="189086"/>
                </a:cubicBezTo>
                <a:lnTo>
                  <a:pt x="158055" y="168995"/>
                </a:lnTo>
                <a:lnTo>
                  <a:pt x="23663" y="168995"/>
                </a:lnTo>
                <a:lnTo>
                  <a:pt x="23663" y="220564"/>
                </a:lnTo>
                <a:lnTo>
                  <a:pt x="5804" y="220564"/>
                </a:lnTo>
                <a:lnTo>
                  <a:pt x="5804" y="64964"/>
                </a:lnTo>
                <a:lnTo>
                  <a:pt x="81706" y="64964"/>
                </a:lnTo>
                <a:close/>
                <a:moveTo>
                  <a:pt x="347364" y="1117"/>
                </a:moveTo>
                <a:lnTo>
                  <a:pt x="364777" y="1117"/>
                </a:lnTo>
                <a:lnTo>
                  <a:pt x="364777" y="32147"/>
                </a:lnTo>
                <a:lnTo>
                  <a:pt x="419025" y="32147"/>
                </a:lnTo>
                <a:lnTo>
                  <a:pt x="419025" y="47328"/>
                </a:lnTo>
                <a:lnTo>
                  <a:pt x="364777" y="47328"/>
                </a:lnTo>
                <a:lnTo>
                  <a:pt x="364777" y="80367"/>
                </a:lnTo>
                <a:lnTo>
                  <a:pt x="429294" y="80367"/>
                </a:lnTo>
                <a:lnTo>
                  <a:pt x="429294" y="95548"/>
                </a:lnTo>
                <a:lnTo>
                  <a:pt x="285973" y="95548"/>
                </a:lnTo>
                <a:lnTo>
                  <a:pt x="285973" y="80367"/>
                </a:lnTo>
                <a:lnTo>
                  <a:pt x="347364" y="80367"/>
                </a:lnTo>
                <a:lnTo>
                  <a:pt x="347364" y="47328"/>
                </a:lnTo>
                <a:lnTo>
                  <a:pt x="295349" y="47328"/>
                </a:lnTo>
                <a:lnTo>
                  <a:pt x="295349" y="32147"/>
                </a:lnTo>
                <a:lnTo>
                  <a:pt x="347364" y="32147"/>
                </a:lnTo>
                <a:close/>
                <a:moveTo>
                  <a:pt x="990302" y="670"/>
                </a:moveTo>
                <a:lnTo>
                  <a:pt x="1009278" y="8260"/>
                </a:lnTo>
                <a:cubicBezTo>
                  <a:pt x="992460" y="21059"/>
                  <a:pt x="974749" y="33561"/>
                  <a:pt x="956146" y="45765"/>
                </a:cubicBezTo>
                <a:cubicBezTo>
                  <a:pt x="965076" y="45467"/>
                  <a:pt x="996255" y="44351"/>
                  <a:pt x="1049684" y="42416"/>
                </a:cubicBezTo>
                <a:cubicBezTo>
                  <a:pt x="1042094" y="36463"/>
                  <a:pt x="1034132" y="30287"/>
                  <a:pt x="1025797" y="23887"/>
                </a:cubicBezTo>
                <a:lnTo>
                  <a:pt x="1037629" y="13395"/>
                </a:lnTo>
                <a:cubicBezTo>
                  <a:pt x="1060251" y="29766"/>
                  <a:pt x="1080492" y="45318"/>
                  <a:pt x="1098351" y="60052"/>
                </a:cubicBezTo>
                <a:lnTo>
                  <a:pt x="1085626" y="72554"/>
                </a:lnTo>
                <a:cubicBezTo>
                  <a:pt x="1079822" y="67345"/>
                  <a:pt x="1073571" y="61987"/>
                  <a:pt x="1066874" y="56481"/>
                </a:cubicBezTo>
                <a:cubicBezTo>
                  <a:pt x="1025649" y="57969"/>
                  <a:pt x="985763" y="59680"/>
                  <a:pt x="947216" y="61615"/>
                </a:cubicBezTo>
                <a:cubicBezTo>
                  <a:pt x="943198" y="61764"/>
                  <a:pt x="936501" y="62434"/>
                  <a:pt x="927124" y="63624"/>
                </a:cubicBezTo>
                <a:lnTo>
                  <a:pt x="921320" y="46211"/>
                </a:lnTo>
                <a:cubicBezTo>
                  <a:pt x="929655" y="43533"/>
                  <a:pt x="936649" y="40630"/>
                  <a:pt x="942305" y="37505"/>
                </a:cubicBezTo>
                <a:cubicBezTo>
                  <a:pt x="956295" y="29022"/>
                  <a:pt x="972294" y="16743"/>
                  <a:pt x="990302" y="670"/>
                </a:cubicBezTo>
                <a:close/>
                <a:moveTo>
                  <a:pt x="483765" y="670"/>
                </a:moveTo>
                <a:lnTo>
                  <a:pt x="500509" y="670"/>
                </a:lnTo>
                <a:lnTo>
                  <a:pt x="500509" y="24780"/>
                </a:lnTo>
                <a:lnTo>
                  <a:pt x="596280" y="24780"/>
                </a:lnTo>
                <a:lnTo>
                  <a:pt x="596280" y="670"/>
                </a:lnTo>
                <a:lnTo>
                  <a:pt x="613023" y="670"/>
                </a:lnTo>
                <a:lnTo>
                  <a:pt x="613023" y="24780"/>
                </a:lnTo>
                <a:lnTo>
                  <a:pt x="650527" y="24780"/>
                </a:lnTo>
                <a:lnTo>
                  <a:pt x="650527" y="39291"/>
                </a:lnTo>
                <a:lnTo>
                  <a:pt x="613023" y="39291"/>
                </a:lnTo>
                <a:lnTo>
                  <a:pt x="613023" y="114077"/>
                </a:lnTo>
                <a:lnTo>
                  <a:pt x="656778" y="114077"/>
                </a:lnTo>
                <a:lnTo>
                  <a:pt x="656778" y="128588"/>
                </a:lnTo>
                <a:lnTo>
                  <a:pt x="598065" y="128588"/>
                </a:lnTo>
                <a:cubicBezTo>
                  <a:pt x="614809" y="145257"/>
                  <a:pt x="635272" y="157833"/>
                  <a:pt x="659457" y="166316"/>
                </a:cubicBezTo>
                <a:cubicBezTo>
                  <a:pt x="654546" y="172418"/>
                  <a:pt x="650527" y="177775"/>
                  <a:pt x="647402" y="182389"/>
                </a:cubicBezTo>
                <a:cubicBezTo>
                  <a:pt x="633710" y="175915"/>
                  <a:pt x="621134" y="168176"/>
                  <a:pt x="609674" y="159172"/>
                </a:cubicBezTo>
                <a:lnTo>
                  <a:pt x="609674" y="171450"/>
                </a:lnTo>
                <a:lnTo>
                  <a:pt x="556319" y="171450"/>
                </a:lnTo>
                <a:lnTo>
                  <a:pt x="556319" y="194667"/>
                </a:lnTo>
                <a:lnTo>
                  <a:pt x="643607" y="194667"/>
                </a:lnTo>
                <a:lnTo>
                  <a:pt x="643607" y="209178"/>
                </a:lnTo>
                <a:lnTo>
                  <a:pt x="452288" y="209178"/>
                </a:lnTo>
                <a:lnTo>
                  <a:pt x="452288" y="194667"/>
                </a:lnTo>
                <a:lnTo>
                  <a:pt x="539576" y="194667"/>
                </a:lnTo>
                <a:lnTo>
                  <a:pt x="539576" y="171450"/>
                </a:lnTo>
                <a:lnTo>
                  <a:pt x="485551" y="171450"/>
                </a:lnTo>
                <a:lnTo>
                  <a:pt x="485551" y="159284"/>
                </a:lnTo>
                <a:cubicBezTo>
                  <a:pt x="473720" y="169181"/>
                  <a:pt x="461367" y="177775"/>
                  <a:pt x="448493" y="185068"/>
                </a:cubicBezTo>
                <a:cubicBezTo>
                  <a:pt x="445665" y="181050"/>
                  <a:pt x="441796" y="176362"/>
                  <a:pt x="436885" y="171004"/>
                </a:cubicBezTo>
                <a:cubicBezTo>
                  <a:pt x="459804" y="159842"/>
                  <a:pt x="479635" y="145703"/>
                  <a:pt x="496379" y="128588"/>
                </a:cubicBezTo>
                <a:lnTo>
                  <a:pt x="439340" y="128588"/>
                </a:lnTo>
                <a:lnTo>
                  <a:pt x="439340" y="114077"/>
                </a:lnTo>
                <a:lnTo>
                  <a:pt x="483765" y="114077"/>
                </a:lnTo>
                <a:lnTo>
                  <a:pt x="483765" y="39291"/>
                </a:lnTo>
                <a:lnTo>
                  <a:pt x="446261" y="39291"/>
                </a:lnTo>
                <a:lnTo>
                  <a:pt x="446261" y="24780"/>
                </a:lnTo>
                <a:lnTo>
                  <a:pt x="483765" y="24780"/>
                </a:lnTo>
                <a:close/>
                <a:moveTo>
                  <a:pt x="787821" y="224"/>
                </a:moveTo>
                <a:lnTo>
                  <a:pt x="803895" y="224"/>
                </a:lnTo>
                <a:lnTo>
                  <a:pt x="803895" y="29692"/>
                </a:lnTo>
                <a:lnTo>
                  <a:pt x="851222" y="29692"/>
                </a:lnTo>
                <a:cubicBezTo>
                  <a:pt x="851222" y="58713"/>
                  <a:pt x="851966" y="78582"/>
                  <a:pt x="853455" y="89297"/>
                </a:cubicBezTo>
                <a:cubicBezTo>
                  <a:pt x="855092" y="101352"/>
                  <a:pt x="858366" y="107380"/>
                  <a:pt x="863277" y="107380"/>
                </a:cubicBezTo>
                <a:cubicBezTo>
                  <a:pt x="866105" y="107380"/>
                  <a:pt x="868189" y="103882"/>
                  <a:pt x="869528" y="96887"/>
                </a:cubicBezTo>
                <a:cubicBezTo>
                  <a:pt x="870719" y="90041"/>
                  <a:pt x="871537" y="81930"/>
                  <a:pt x="871984" y="72554"/>
                </a:cubicBezTo>
                <a:cubicBezTo>
                  <a:pt x="877193" y="74786"/>
                  <a:pt x="882402" y="76796"/>
                  <a:pt x="887611" y="78582"/>
                </a:cubicBezTo>
                <a:cubicBezTo>
                  <a:pt x="886866" y="87660"/>
                  <a:pt x="885899" y="95325"/>
                  <a:pt x="884708" y="101575"/>
                </a:cubicBezTo>
                <a:cubicBezTo>
                  <a:pt x="881732" y="118095"/>
                  <a:pt x="874439" y="126355"/>
                  <a:pt x="862831" y="126355"/>
                </a:cubicBezTo>
                <a:cubicBezTo>
                  <a:pt x="849585" y="126355"/>
                  <a:pt x="841325" y="117202"/>
                  <a:pt x="838051" y="98897"/>
                </a:cubicBezTo>
                <a:cubicBezTo>
                  <a:pt x="836116" y="87437"/>
                  <a:pt x="835149" y="69429"/>
                  <a:pt x="835149" y="44872"/>
                </a:cubicBezTo>
                <a:lnTo>
                  <a:pt x="803448" y="44872"/>
                </a:lnTo>
                <a:cubicBezTo>
                  <a:pt x="802779" y="57299"/>
                  <a:pt x="801067" y="67792"/>
                  <a:pt x="798314" y="76349"/>
                </a:cubicBezTo>
                <a:cubicBezTo>
                  <a:pt x="808806" y="82228"/>
                  <a:pt x="818331" y="87883"/>
                  <a:pt x="826889" y="93316"/>
                </a:cubicBezTo>
                <a:lnTo>
                  <a:pt x="817289" y="108273"/>
                </a:lnTo>
                <a:cubicBezTo>
                  <a:pt x="809253" y="102617"/>
                  <a:pt x="800621" y="96962"/>
                  <a:pt x="791393" y="91306"/>
                </a:cubicBezTo>
                <a:cubicBezTo>
                  <a:pt x="783729" y="103510"/>
                  <a:pt x="768622" y="115714"/>
                  <a:pt x="746075" y="127918"/>
                </a:cubicBezTo>
                <a:cubicBezTo>
                  <a:pt x="742801" y="123007"/>
                  <a:pt x="738931" y="118244"/>
                  <a:pt x="734466" y="113631"/>
                </a:cubicBezTo>
                <a:cubicBezTo>
                  <a:pt x="755228" y="103436"/>
                  <a:pt x="769218" y="93018"/>
                  <a:pt x="776436" y="82377"/>
                </a:cubicBezTo>
                <a:cubicBezTo>
                  <a:pt x="770334" y="78805"/>
                  <a:pt x="764009" y="75233"/>
                  <a:pt x="757460" y="71661"/>
                </a:cubicBezTo>
                <a:lnTo>
                  <a:pt x="765274" y="59159"/>
                </a:lnTo>
                <a:cubicBezTo>
                  <a:pt x="771525" y="62285"/>
                  <a:pt x="777552" y="65336"/>
                  <a:pt x="783356" y="68312"/>
                </a:cubicBezTo>
                <a:cubicBezTo>
                  <a:pt x="785366" y="61987"/>
                  <a:pt x="786705" y="54174"/>
                  <a:pt x="787375" y="44872"/>
                </a:cubicBezTo>
                <a:lnTo>
                  <a:pt x="763041" y="44872"/>
                </a:lnTo>
                <a:lnTo>
                  <a:pt x="763041" y="29692"/>
                </a:lnTo>
                <a:lnTo>
                  <a:pt x="787821" y="29692"/>
                </a:lnTo>
                <a:close/>
                <a:moveTo>
                  <a:pt x="709240" y="0"/>
                </a:moveTo>
                <a:lnTo>
                  <a:pt x="725314" y="0"/>
                </a:lnTo>
                <a:lnTo>
                  <a:pt x="725314" y="31701"/>
                </a:lnTo>
                <a:lnTo>
                  <a:pt x="752103" y="31701"/>
                </a:lnTo>
                <a:lnTo>
                  <a:pt x="752103" y="46881"/>
                </a:lnTo>
                <a:lnTo>
                  <a:pt x="725314" y="46881"/>
                </a:lnTo>
                <a:lnTo>
                  <a:pt x="725314" y="67308"/>
                </a:lnTo>
                <a:cubicBezTo>
                  <a:pt x="733573" y="65671"/>
                  <a:pt x="742652" y="63848"/>
                  <a:pt x="752549" y="61838"/>
                </a:cubicBezTo>
                <a:cubicBezTo>
                  <a:pt x="752847" y="69875"/>
                  <a:pt x="753070" y="75159"/>
                  <a:pt x="753219" y="77689"/>
                </a:cubicBezTo>
                <a:cubicBezTo>
                  <a:pt x="743768" y="79549"/>
                  <a:pt x="734466" y="81409"/>
                  <a:pt x="725314" y="83270"/>
                </a:cubicBezTo>
                <a:lnTo>
                  <a:pt x="725314" y="106040"/>
                </a:lnTo>
                <a:cubicBezTo>
                  <a:pt x="725314" y="120774"/>
                  <a:pt x="718170" y="128216"/>
                  <a:pt x="703882" y="128365"/>
                </a:cubicBezTo>
                <a:cubicBezTo>
                  <a:pt x="697483" y="128513"/>
                  <a:pt x="689595" y="128439"/>
                  <a:pt x="680219" y="128141"/>
                </a:cubicBezTo>
                <a:cubicBezTo>
                  <a:pt x="679623" y="122188"/>
                  <a:pt x="678730" y="116756"/>
                  <a:pt x="677540" y="111845"/>
                </a:cubicBezTo>
                <a:cubicBezTo>
                  <a:pt x="687214" y="112589"/>
                  <a:pt x="694953" y="112961"/>
                  <a:pt x="700757" y="112961"/>
                </a:cubicBezTo>
                <a:cubicBezTo>
                  <a:pt x="706412" y="112961"/>
                  <a:pt x="709240" y="109984"/>
                  <a:pt x="709240" y="104031"/>
                </a:cubicBezTo>
                <a:lnTo>
                  <a:pt x="709240" y="86730"/>
                </a:lnTo>
                <a:cubicBezTo>
                  <a:pt x="697706" y="89260"/>
                  <a:pt x="686395" y="91827"/>
                  <a:pt x="675307" y="94432"/>
                </a:cubicBezTo>
                <a:lnTo>
                  <a:pt x="671289" y="77465"/>
                </a:lnTo>
                <a:cubicBezTo>
                  <a:pt x="679995" y="76051"/>
                  <a:pt x="692646" y="73745"/>
                  <a:pt x="709240" y="70545"/>
                </a:cubicBezTo>
                <a:lnTo>
                  <a:pt x="709240" y="46881"/>
                </a:lnTo>
                <a:lnTo>
                  <a:pt x="673521" y="46881"/>
                </a:lnTo>
                <a:lnTo>
                  <a:pt x="673521" y="31701"/>
                </a:lnTo>
                <a:lnTo>
                  <a:pt x="709240" y="31701"/>
                </a:lnTo>
                <a:close/>
              </a:path>
            </a:pathLst>
          </a:custGeom>
          <a:solidFill>
            <a:srgbClr val="7030A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2" name="组合 201">
            <a:extLst>
              <a:ext uri="{FF2B5EF4-FFF2-40B4-BE49-F238E27FC236}">
                <a16:creationId xmlns:a16="http://schemas.microsoft.com/office/drawing/2014/main" id="{5B4C1656-A7C2-44FB-AC36-1F47BF630099}"/>
              </a:ext>
            </a:extLst>
          </p:cNvPr>
          <p:cNvGrpSpPr/>
          <p:nvPr/>
        </p:nvGrpSpPr>
        <p:grpSpPr>
          <a:xfrm>
            <a:off x="5516358" y="1548825"/>
            <a:ext cx="1393965" cy="734252"/>
            <a:chOff x="4128293" y="5205575"/>
            <a:chExt cx="801688" cy="422278"/>
          </a:xfrm>
        </p:grpSpPr>
        <p:sp>
          <p:nvSpPr>
            <p:cNvPr id="203" name="椭圆 202">
              <a:extLst>
                <a:ext uri="{FF2B5EF4-FFF2-40B4-BE49-F238E27FC236}">
                  <a16:creationId xmlns:a16="http://schemas.microsoft.com/office/drawing/2014/main" id="{33A06CDE-565D-48E2-90ED-F2FFB762A1F8}"/>
                </a:ext>
              </a:extLst>
            </p:cNvPr>
            <p:cNvSpPr/>
            <p:nvPr/>
          </p:nvSpPr>
          <p:spPr>
            <a:xfrm>
              <a:off x="4128293" y="5205575"/>
              <a:ext cx="148700" cy="422278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4" name="椭圆 203">
              <a:extLst>
                <a:ext uri="{FF2B5EF4-FFF2-40B4-BE49-F238E27FC236}">
                  <a16:creationId xmlns:a16="http://schemas.microsoft.com/office/drawing/2014/main" id="{0E512E4A-12FC-420E-B92B-3027E2901AD5}"/>
                </a:ext>
              </a:extLst>
            </p:cNvPr>
            <p:cNvSpPr/>
            <p:nvPr/>
          </p:nvSpPr>
          <p:spPr>
            <a:xfrm>
              <a:off x="4151659" y="5297589"/>
              <a:ext cx="73025" cy="24134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5" name="椭圆 204">
              <a:extLst>
                <a:ext uri="{FF2B5EF4-FFF2-40B4-BE49-F238E27FC236}">
                  <a16:creationId xmlns:a16="http://schemas.microsoft.com/office/drawing/2014/main" id="{3C1A0B1A-5541-4CCC-8FF3-C1E71B90727A}"/>
                </a:ext>
              </a:extLst>
            </p:cNvPr>
            <p:cNvSpPr/>
            <p:nvPr/>
          </p:nvSpPr>
          <p:spPr>
            <a:xfrm>
              <a:off x="4151978" y="5369183"/>
              <a:ext cx="45719" cy="91060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6" name="任意多边形 211">
              <a:extLst>
                <a:ext uri="{FF2B5EF4-FFF2-40B4-BE49-F238E27FC236}">
                  <a16:creationId xmlns:a16="http://schemas.microsoft.com/office/drawing/2014/main" id="{94A75512-D075-4A5A-9CD4-B290C3799AC4}"/>
                </a:ext>
              </a:extLst>
            </p:cNvPr>
            <p:cNvSpPr/>
            <p:nvPr/>
          </p:nvSpPr>
          <p:spPr>
            <a:xfrm>
              <a:off x="4211393" y="5205575"/>
              <a:ext cx="718588" cy="422278"/>
            </a:xfrm>
            <a:custGeom>
              <a:avLst/>
              <a:gdLst>
                <a:gd name="connsiteX0" fmla="*/ 0 w 751645"/>
                <a:gd name="connsiteY0" fmla="*/ 0 h 422278"/>
                <a:gd name="connsiteX1" fmla="*/ 686044 w 751645"/>
                <a:gd name="connsiteY1" fmla="*/ 0 h 422278"/>
                <a:gd name="connsiteX2" fmla="*/ 751645 w 751645"/>
                <a:gd name="connsiteY2" fmla="*/ 211139 h 422278"/>
                <a:gd name="connsiteX3" fmla="*/ 686044 w 751645"/>
                <a:gd name="connsiteY3" fmla="*/ 422278 h 422278"/>
                <a:gd name="connsiteX4" fmla="*/ 686041 w 751645"/>
                <a:gd name="connsiteY4" fmla="*/ 422277 h 422278"/>
                <a:gd name="connsiteX5" fmla="*/ 0 w 751645"/>
                <a:gd name="connsiteY5" fmla="*/ 422277 h 422278"/>
                <a:gd name="connsiteX6" fmla="*/ 0 w 751645"/>
                <a:gd name="connsiteY6" fmla="*/ 419773 h 422278"/>
                <a:gd name="connsiteX7" fmla="*/ 6235 w 751645"/>
                <a:gd name="connsiteY7" fmla="*/ 417989 h 422278"/>
                <a:gd name="connsiteX8" fmla="*/ 65601 w 751645"/>
                <a:gd name="connsiteY8" fmla="*/ 211139 h 422278"/>
                <a:gd name="connsiteX9" fmla="*/ 6235 w 751645"/>
                <a:gd name="connsiteY9" fmla="*/ 4290 h 422278"/>
                <a:gd name="connsiteX10" fmla="*/ 0 w 751645"/>
                <a:gd name="connsiteY10" fmla="*/ 2505 h 422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51645" h="422278">
                  <a:moveTo>
                    <a:pt x="0" y="0"/>
                  </a:moveTo>
                  <a:lnTo>
                    <a:pt x="686044" y="0"/>
                  </a:lnTo>
                  <a:cubicBezTo>
                    <a:pt x="722274" y="0"/>
                    <a:pt x="751645" y="94530"/>
                    <a:pt x="751645" y="211139"/>
                  </a:cubicBezTo>
                  <a:cubicBezTo>
                    <a:pt x="751645" y="327748"/>
                    <a:pt x="722274" y="422278"/>
                    <a:pt x="686044" y="422278"/>
                  </a:cubicBezTo>
                  <a:lnTo>
                    <a:pt x="686041" y="422277"/>
                  </a:lnTo>
                  <a:lnTo>
                    <a:pt x="0" y="422277"/>
                  </a:lnTo>
                  <a:lnTo>
                    <a:pt x="0" y="419773"/>
                  </a:lnTo>
                  <a:lnTo>
                    <a:pt x="6235" y="417989"/>
                  </a:lnTo>
                  <a:cubicBezTo>
                    <a:pt x="40115" y="398301"/>
                    <a:pt x="65601" y="313172"/>
                    <a:pt x="65601" y="211139"/>
                  </a:cubicBezTo>
                  <a:cubicBezTo>
                    <a:pt x="65601" y="109106"/>
                    <a:pt x="40115" y="23978"/>
                    <a:pt x="6235" y="4290"/>
                  </a:cubicBezTo>
                  <a:lnTo>
                    <a:pt x="0" y="2505"/>
                  </a:lnTo>
                  <a:close/>
                </a:path>
              </a:pathLst>
            </a:custGeom>
            <a:gradFill>
              <a:gsLst>
                <a:gs pos="26000">
                  <a:schemeClr val="accent1">
                    <a:lumMod val="5000"/>
                    <a:lumOff val="95000"/>
                  </a:schemeClr>
                </a:gs>
                <a:gs pos="93000">
                  <a:schemeClr val="tx2">
                    <a:lumMod val="60000"/>
                    <a:lumOff val="40000"/>
                  </a:schemeClr>
                </a:gs>
              </a:gsLst>
              <a:lin ang="5400000" scaled="1"/>
            </a:gra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7" name="椭圆 206">
              <a:extLst>
                <a:ext uri="{FF2B5EF4-FFF2-40B4-BE49-F238E27FC236}">
                  <a16:creationId xmlns:a16="http://schemas.microsoft.com/office/drawing/2014/main" id="{249F0A99-95C6-4720-BEF8-4CD7DE0612C9}"/>
                </a:ext>
              </a:extLst>
            </p:cNvPr>
            <p:cNvSpPr/>
            <p:nvPr/>
          </p:nvSpPr>
          <p:spPr>
            <a:xfrm>
              <a:off x="4719369" y="5321774"/>
              <a:ext cx="168983" cy="16898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8" name="椭圆 207">
              <a:extLst>
                <a:ext uri="{FF2B5EF4-FFF2-40B4-BE49-F238E27FC236}">
                  <a16:creationId xmlns:a16="http://schemas.microsoft.com/office/drawing/2014/main" id="{8836CF01-15D7-4F13-B7CE-B1AF45EAD105}"/>
                </a:ext>
              </a:extLst>
            </p:cNvPr>
            <p:cNvSpPr/>
            <p:nvPr/>
          </p:nvSpPr>
          <p:spPr>
            <a:xfrm>
              <a:off x="4318085" y="5321775"/>
              <a:ext cx="168983" cy="168983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cxnSp>
          <p:nvCxnSpPr>
            <p:cNvPr id="209" name="直接连接符 208">
              <a:extLst>
                <a:ext uri="{FF2B5EF4-FFF2-40B4-BE49-F238E27FC236}">
                  <a16:creationId xmlns:a16="http://schemas.microsoft.com/office/drawing/2014/main" id="{AD3EE37D-7AB5-4D2F-BE5C-1FC2AEEFE1D4}"/>
                </a:ext>
              </a:extLst>
            </p:cNvPr>
            <p:cNvCxnSpPr/>
            <p:nvPr/>
          </p:nvCxnSpPr>
          <p:spPr>
            <a:xfrm>
              <a:off x="4348955" y="5406266"/>
              <a:ext cx="1047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直接连接符 209">
              <a:extLst>
                <a:ext uri="{FF2B5EF4-FFF2-40B4-BE49-F238E27FC236}">
                  <a16:creationId xmlns:a16="http://schemas.microsoft.com/office/drawing/2014/main" id="{EFFEC76A-4D0A-4DF2-90A2-C467667E23BE}"/>
                </a:ext>
              </a:extLst>
            </p:cNvPr>
            <p:cNvCxnSpPr/>
            <p:nvPr/>
          </p:nvCxnSpPr>
          <p:spPr>
            <a:xfrm>
              <a:off x="4751472" y="5402736"/>
              <a:ext cx="104775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>
              <a:extLst>
                <a:ext uri="{FF2B5EF4-FFF2-40B4-BE49-F238E27FC236}">
                  <a16:creationId xmlns:a16="http://schemas.microsoft.com/office/drawing/2014/main" id="{7F1F244F-89D7-4861-A2EB-6FE002676447}"/>
                </a:ext>
              </a:extLst>
            </p:cNvPr>
            <p:cNvCxnSpPr/>
            <p:nvPr/>
          </p:nvCxnSpPr>
          <p:spPr>
            <a:xfrm>
              <a:off x="4401342" y="5348324"/>
              <a:ext cx="0" cy="111919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5C97A455-B0E6-4CE8-8FA2-8F1F5FE2319A}"/>
              </a:ext>
            </a:extLst>
          </p:cNvPr>
          <p:cNvSpPr/>
          <p:nvPr/>
        </p:nvSpPr>
        <p:spPr>
          <a:xfrm flipV="1">
            <a:off x="6896643" y="1907217"/>
            <a:ext cx="2240862" cy="2017342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0 w 3112544"/>
              <a:gd name="connsiteY0" fmla="*/ 2363964 h 2412430"/>
              <a:gd name="connsiteX1" fmla="*/ 1495425 w 3112544"/>
              <a:gd name="connsiteY1" fmla="*/ 2392539 h 2412430"/>
              <a:gd name="connsiteX2" fmla="*/ 2952750 w 3112544"/>
              <a:gd name="connsiteY2" fmla="*/ 2068689 h 2412430"/>
              <a:gd name="connsiteX3" fmla="*/ 3048000 w 3112544"/>
              <a:gd name="connsiteY3" fmla="*/ 268464 h 2412430"/>
              <a:gd name="connsiteX4" fmla="*/ 2714625 w 3112544"/>
              <a:gd name="connsiteY4" fmla="*/ 11289 h 241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12544" h="2412430">
                <a:moveTo>
                  <a:pt x="0" y="2363964"/>
                </a:moveTo>
                <a:cubicBezTo>
                  <a:pt x="457994" y="2386982"/>
                  <a:pt x="1003300" y="2441751"/>
                  <a:pt x="1495425" y="2392539"/>
                </a:cubicBezTo>
                <a:cubicBezTo>
                  <a:pt x="1987550" y="2343327"/>
                  <a:pt x="2693988" y="2422701"/>
                  <a:pt x="2952750" y="2068689"/>
                </a:cubicBezTo>
                <a:cubicBezTo>
                  <a:pt x="3211512" y="1714677"/>
                  <a:pt x="3087688" y="611364"/>
                  <a:pt x="3048000" y="268464"/>
                </a:cubicBezTo>
                <a:cubicBezTo>
                  <a:pt x="3008313" y="-74436"/>
                  <a:pt x="2872185" y="7320"/>
                  <a:pt x="2714625" y="11289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50F71143-EAEF-436D-B673-5F31F9CC7D57}"/>
              </a:ext>
            </a:extLst>
          </p:cNvPr>
          <p:cNvSpPr/>
          <p:nvPr/>
        </p:nvSpPr>
        <p:spPr>
          <a:xfrm rot="10800000" flipV="1">
            <a:off x="2901548" y="1915951"/>
            <a:ext cx="2641647" cy="2027453"/>
          </a:xfrm>
          <a:custGeom>
            <a:avLst/>
            <a:gdLst>
              <a:gd name="connsiteX0" fmla="*/ 0 w 3570457"/>
              <a:gd name="connsiteY0" fmla="*/ 2411017 h 2474128"/>
              <a:gd name="connsiteX1" fmla="*/ 1485900 w 3570457"/>
              <a:gd name="connsiteY1" fmla="*/ 2430067 h 2474128"/>
              <a:gd name="connsiteX2" fmla="*/ 3419475 w 3570457"/>
              <a:gd name="connsiteY2" fmla="*/ 2249092 h 2474128"/>
              <a:gd name="connsiteX3" fmla="*/ 3400425 w 3570457"/>
              <a:gd name="connsiteY3" fmla="*/ 125017 h 2474128"/>
              <a:gd name="connsiteX4" fmla="*/ 3048000 w 3570457"/>
              <a:gd name="connsiteY4" fmla="*/ 248842 h 2474128"/>
              <a:gd name="connsiteX5" fmla="*/ 2724150 w 3570457"/>
              <a:gd name="connsiteY5" fmla="*/ 248842 h 2474128"/>
              <a:gd name="connsiteX0" fmla="*/ 0 w 3516707"/>
              <a:gd name="connsiteY0" fmla="*/ 2164004 h 2195238"/>
              <a:gd name="connsiteX1" fmla="*/ 1485900 w 3516707"/>
              <a:gd name="connsiteY1" fmla="*/ 2183054 h 2195238"/>
              <a:gd name="connsiteX2" fmla="*/ 3419475 w 3516707"/>
              <a:gd name="connsiteY2" fmla="*/ 2002079 h 2195238"/>
              <a:gd name="connsiteX3" fmla="*/ 3209925 w 3516707"/>
              <a:gd name="connsiteY3" fmla="*/ 468554 h 2195238"/>
              <a:gd name="connsiteX4" fmla="*/ 3048000 w 3516707"/>
              <a:gd name="connsiteY4" fmla="*/ 1829 h 2195238"/>
              <a:gd name="connsiteX5" fmla="*/ 2724150 w 3516707"/>
              <a:gd name="connsiteY5" fmla="*/ 1829 h 2195238"/>
              <a:gd name="connsiteX0" fmla="*/ 0 w 3520471"/>
              <a:gd name="connsiteY0" fmla="*/ 2164004 h 2195238"/>
              <a:gd name="connsiteX1" fmla="*/ 1485900 w 3520471"/>
              <a:gd name="connsiteY1" fmla="*/ 2183054 h 2195238"/>
              <a:gd name="connsiteX2" fmla="*/ 3419475 w 3520471"/>
              <a:gd name="connsiteY2" fmla="*/ 2002079 h 2195238"/>
              <a:gd name="connsiteX3" fmla="*/ 3209925 w 3520471"/>
              <a:gd name="connsiteY3" fmla="*/ 468554 h 2195238"/>
              <a:gd name="connsiteX4" fmla="*/ 2886075 w 3520471"/>
              <a:gd name="connsiteY4" fmla="*/ 1829 h 2195238"/>
              <a:gd name="connsiteX5" fmla="*/ 2724150 w 3520471"/>
              <a:gd name="connsiteY5" fmla="*/ 1829 h 2195238"/>
              <a:gd name="connsiteX0" fmla="*/ 0 w 3216045"/>
              <a:gd name="connsiteY0" fmla="*/ 2164034 h 2200422"/>
              <a:gd name="connsiteX1" fmla="*/ 1485900 w 3216045"/>
              <a:gd name="connsiteY1" fmla="*/ 2183084 h 2200422"/>
              <a:gd name="connsiteX2" fmla="*/ 2590800 w 3216045"/>
              <a:gd name="connsiteY2" fmla="*/ 2021159 h 2200422"/>
              <a:gd name="connsiteX3" fmla="*/ 3209925 w 3216045"/>
              <a:gd name="connsiteY3" fmla="*/ 468584 h 2200422"/>
              <a:gd name="connsiteX4" fmla="*/ 2886075 w 3216045"/>
              <a:gd name="connsiteY4" fmla="*/ 1859 h 2200422"/>
              <a:gd name="connsiteX5" fmla="*/ 2724150 w 3216045"/>
              <a:gd name="connsiteY5" fmla="*/ 1859 h 2200422"/>
              <a:gd name="connsiteX0" fmla="*/ 0 w 3216045"/>
              <a:gd name="connsiteY0" fmla="*/ 2164034 h 2175328"/>
              <a:gd name="connsiteX1" fmla="*/ 1485900 w 3216045"/>
              <a:gd name="connsiteY1" fmla="*/ 2135459 h 2175328"/>
              <a:gd name="connsiteX2" fmla="*/ 2590800 w 3216045"/>
              <a:gd name="connsiteY2" fmla="*/ 2021159 h 2175328"/>
              <a:gd name="connsiteX3" fmla="*/ 3209925 w 3216045"/>
              <a:gd name="connsiteY3" fmla="*/ 468584 h 2175328"/>
              <a:gd name="connsiteX4" fmla="*/ 2886075 w 3216045"/>
              <a:gd name="connsiteY4" fmla="*/ 1859 h 2175328"/>
              <a:gd name="connsiteX5" fmla="*/ 2724150 w 3216045"/>
              <a:gd name="connsiteY5" fmla="*/ 1859 h 2175328"/>
              <a:gd name="connsiteX0" fmla="*/ 0 w 3211038"/>
              <a:gd name="connsiteY0" fmla="*/ 2163807 h 2177877"/>
              <a:gd name="connsiteX1" fmla="*/ 1485900 w 3211038"/>
              <a:gd name="connsiteY1" fmla="*/ 2135232 h 2177877"/>
              <a:gd name="connsiteX2" fmla="*/ 2771775 w 3211038"/>
              <a:gd name="connsiteY2" fmla="*/ 1868532 h 2177877"/>
              <a:gd name="connsiteX3" fmla="*/ 3209925 w 3211038"/>
              <a:gd name="connsiteY3" fmla="*/ 468357 h 2177877"/>
              <a:gd name="connsiteX4" fmla="*/ 2886075 w 3211038"/>
              <a:gd name="connsiteY4" fmla="*/ 1632 h 2177877"/>
              <a:gd name="connsiteX5" fmla="*/ 2724150 w 3211038"/>
              <a:gd name="connsiteY5" fmla="*/ 1632 h 2177877"/>
              <a:gd name="connsiteX0" fmla="*/ 0 w 3116486"/>
              <a:gd name="connsiteY0" fmla="*/ 2162989 h 2177059"/>
              <a:gd name="connsiteX1" fmla="*/ 1485900 w 3116486"/>
              <a:gd name="connsiteY1" fmla="*/ 2134414 h 2177059"/>
              <a:gd name="connsiteX2" fmla="*/ 2771775 w 3116486"/>
              <a:gd name="connsiteY2" fmla="*/ 1867714 h 2177059"/>
              <a:gd name="connsiteX3" fmla="*/ 3114675 w 3116486"/>
              <a:gd name="connsiteY3" fmla="*/ 667564 h 2177059"/>
              <a:gd name="connsiteX4" fmla="*/ 2886075 w 3116486"/>
              <a:gd name="connsiteY4" fmla="*/ 814 h 2177059"/>
              <a:gd name="connsiteX5" fmla="*/ 2724150 w 3116486"/>
              <a:gd name="connsiteY5" fmla="*/ 814 h 2177059"/>
              <a:gd name="connsiteX0" fmla="*/ 0 w 3120142"/>
              <a:gd name="connsiteY0" fmla="*/ 2162175 h 2176245"/>
              <a:gd name="connsiteX1" fmla="*/ 1485900 w 3120142"/>
              <a:gd name="connsiteY1" fmla="*/ 2133600 h 2176245"/>
              <a:gd name="connsiteX2" fmla="*/ 2771775 w 3120142"/>
              <a:gd name="connsiteY2" fmla="*/ 1866900 h 2176245"/>
              <a:gd name="connsiteX3" fmla="*/ 3114675 w 3120142"/>
              <a:gd name="connsiteY3" fmla="*/ 666750 h 2176245"/>
              <a:gd name="connsiteX4" fmla="*/ 2943225 w 3120142"/>
              <a:gd name="connsiteY4" fmla="*/ 19050 h 2176245"/>
              <a:gd name="connsiteX5" fmla="*/ 2724150 w 3120142"/>
              <a:gd name="connsiteY5" fmla="*/ 0 h 2176245"/>
              <a:gd name="connsiteX0" fmla="*/ 0 w 3115206"/>
              <a:gd name="connsiteY0" fmla="*/ 2162175 h 2176245"/>
              <a:gd name="connsiteX1" fmla="*/ 1485900 w 3115206"/>
              <a:gd name="connsiteY1" fmla="*/ 2133600 h 2176245"/>
              <a:gd name="connsiteX2" fmla="*/ 2771775 w 3115206"/>
              <a:gd name="connsiteY2" fmla="*/ 1866900 h 2176245"/>
              <a:gd name="connsiteX3" fmla="*/ 3114675 w 3115206"/>
              <a:gd name="connsiteY3" fmla="*/ 666750 h 2176245"/>
              <a:gd name="connsiteX4" fmla="*/ 2724150 w 3115206"/>
              <a:gd name="connsiteY4" fmla="*/ 0 h 2176245"/>
              <a:gd name="connsiteX0" fmla="*/ 0 w 3115412"/>
              <a:gd name="connsiteY0" fmla="*/ 2352675 h 2366745"/>
              <a:gd name="connsiteX1" fmla="*/ 1485900 w 3115412"/>
              <a:gd name="connsiteY1" fmla="*/ 2324100 h 2366745"/>
              <a:gd name="connsiteX2" fmla="*/ 2771775 w 3115412"/>
              <a:gd name="connsiteY2" fmla="*/ 2057400 h 2366745"/>
              <a:gd name="connsiteX3" fmla="*/ 3114675 w 3115412"/>
              <a:gd name="connsiteY3" fmla="*/ 857250 h 2366745"/>
              <a:gd name="connsiteX4" fmla="*/ 2714625 w 3115412"/>
              <a:gd name="connsiteY4" fmla="*/ 0 h 2366745"/>
              <a:gd name="connsiteX0" fmla="*/ 0 w 3134358"/>
              <a:gd name="connsiteY0" fmla="*/ 2352675 h 2366745"/>
              <a:gd name="connsiteX1" fmla="*/ 1485900 w 3134358"/>
              <a:gd name="connsiteY1" fmla="*/ 2324100 h 2366745"/>
              <a:gd name="connsiteX2" fmla="*/ 2771775 w 3134358"/>
              <a:gd name="connsiteY2" fmla="*/ 2057400 h 2366745"/>
              <a:gd name="connsiteX3" fmla="*/ 3133725 w 3134358"/>
              <a:gd name="connsiteY3" fmla="*/ 238125 h 2366745"/>
              <a:gd name="connsiteX4" fmla="*/ 2714625 w 3134358"/>
              <a:gd name="connsiteY4" fmla="*/ 0 h 2366745"/>
              <a:gd name="connsiteX0" fmla="*/ 0 w 3134358"/>
              <a:gd name="connsiteY0" fmla="*/ 2369490 h 2383560"/>
              <a:gd name="connsiteX1" fmla="*/ 1485900 w 3134358"/>
              <a:gd name="connsiteY1" fmla="*/ 2340915 h 2383560"/>
              <a:gd name="connsiteX2" fmla="*/ 2771775 w 3134358"/>
              <a:gd name="connsiteY2" fmla="*/ 2074215 h 2383560"/>
              <a:gd name="connsiteX3" fmla="*/ 3133725 w 3134358"/>
              <a:gd name="connsiteY3" fmla="*/ 254940 h 2383560"/>
              <a:gd name="connsiteX4" fmla="*/ 2714625 w 3134358"/>
              <a:gd name="connsiteY4" fmla="*/ 16815 h 2383560"/>
              <a:gd name="connsiteX0" fmla="*/ 0 w 3049613"/>
              <a:gd name="connsiteY0" fmla="*/ 2363964 h 2378034"/>
              <a:gd name="connsiteX1" fmla="*/ 1485900 w 3049613"/>
              <a:gd name="connsiteY1" fmla="*/ 2335389 h 2378034"/>
              <a:gd name="connsiteX2" fmla="*/ 2771775 w 3049613"/>
              <a:gd name="connsiteY2" fmla="*/ 2068689 h 2378034"/>
              <a:gd name="connsiteX3" fmla="*/ 3048000 w 3049613"/>
              <a:gd name="connsiteY3" fmla="*/ 268464 h 2378034"/>
              <a:gd name="connsiteX4" fmla="*/ 2714625 w 3049613"/>
              <a:gd name="connsiteY4" fmla="*/ 11289 h 2378034"/>
              <a:gd name="connsiteX0" fmla="*/ 0 w 3107581"/>
              <a:gd name="connsiteY0" fmla="*/ 2371001 h 2423593"/>
              <a:gd name="connsiteX1" fmla="*/ 1485900 w 3107581"/>
              <a:gd name="connsiteY1" fmla="*/ 2342426 h 2423593"/>
              <a:gd name="connsiteX2" fmla="*/ 2943225 w 3107581"/>
              <a:gd name="connsiteY2" fmla="*/ 2247176 h 2423593"/>
              <a:gd name="connsiteX3" fmla="*/ 3048000 w 3107581"/>
              <a:gd name="connsiteY3" fmla="*/ 275501 h 2423593"/>
              <a:gd name="connsiteX4" fmla="*/ 2714625 w 3107581"/>
              <a:gd name="connsiteY4" fmla="*/ 18326 h 2423593"/>
              <a:gd name="connsiteX0" fmla="*/ 0 w 3106974"/>
              <a:gd name="connsiteY0" fmla="*/ 2371001 h 2449664"/>
              <a:gd name="connsiteX1" fmla="*/ 1495425 w 3106974"/>
              <a:gd name="connsiteY1" fmla="*/ 2399576 h 2449664"/>
              <a:gd name="connsiteX2" fmla="*/ 2943225 w 3106974"/>
              <a:gd name="connsiteY2" fmla="*/ 2247176 h 2449664"/>
              <a:gd name="connsiteX3" fmla="*/ 3048000 w 3106974"/>
              <a:gd name="connsiteY3" fmla="*/ 275501 h 2449664"/>
              <a:gd name="connsiteX4" fmla="*/ 2714625 w 3106974"/>
              <a:gd name="connsiteY4" fmla="*/ 18326 h 2449664"/>
              <a:gd name="connsiteX0" fmla="*/ 0 w 3106974"/>
              <a:gd name="connsiteY0" fmla="*/ 2369741 h 2431143"/>
              <a:gd name="connsiteX1" fmla="*/ 1495425 w 3106974"/>
              <a:gd name="connsiteY1" fmla="*/ 2398316 h 2431143"/>
              <a:gd name="connsiteX2" fmla="*/ 2943225 w 3106974"/>
              <a:gd name="connsiteY2" fmla="*/ 2217341 h 2431143"/>
              <a:gd name="connsiteX3" fmla="*/ 3048000 w 3106974"/>
              <a:gd name="connsiteY3" fmla="*/ 274241 h 2431143"/>
              <a:gd name="connsiteX4" fmla="*/ 2714625 w 3106974"/>
              <a:gd name="connsiteY4" fmla="*/ 17066 h 2431143"/>
              <a:gd name="connsiteX0" fmla="*/ 20387464 w 25194307"/>
              <a:gd name="connsiteY0" fmla="*/ 2581405 h 2642807"/>
              <a:gd name="connsiteX1" fmla="*/ 21882889 w 25194307"/>
              <a:gd name="connsiteY1" fmla="*/ 2609980 h 2642807"/>
              <a:gd name="connsiteX2" fmla="*/ 23330689 w 25194307"/>
              <a:gd name="connsiteY2" fmla="*/ 2429005 h 2642807"/>
              <a:gd name="connsiteX3" fmla="*/ 23435464 w 25194307"/>
              <a:gd name="connsiteY3" fmla="*/ 485905 h 2642807"/>
              <a:gd name="connsiteX4" fmla="*/ 0 w 25194307"/>
              <a:gd name="connsiteY4" fmla="*/ 130 h 2642807"/>
              <a:gd name="connsiteX0" fmla="*/ 20387464 w 27512420"/>
              <a:gd name="connsiteY0" fmla="*/ 2629870 h 2709399"/>
              <a:gd name="connsiteX1" fmla="*/ 21882889 w 27512420"/>
              <a:gd name="connsiteY1" fmla="*/ 2658445 h 2709399"/>
              <a:gd name="connsiteX2" fmla="*/ 23330689 w 27512420"/>
              <a:gd name="connsiteY2" fmla="*/ 2477470 h 2709399"/>
              <a:gd name="connsiteX3" fmla="*/ 26219752 w 27512420"/>
              <a:gd name="connsiteY3" fmla="*/ 258145 h 2709399"/>
              <a:gd name="connsiteX4" fmla="*/ 0 w 27512420"/>
              <a:gd name="connsiteY4" fmla="*/ 48595 h 2709399"/>
              <a:gd name="connsiteX0" fmla="*/ 20387464 w 27512420"/>
              <a:gd name="connsiteY0" fmla="*/ 2629870 h 2693407"/>
              <a:gd name="connsiteX1" fmla="*/ 23330689 w 27512420"/>
              <a:gd name="connsiteY1" fmla="*/ 2477470 h 2693407"/>
              <a:gd name="connsiteX2" fmla="*/ 26219752 w 27512420"/>
              <a:gd name="connsiteY2" fmla="*/ 258145 h 2693407"/>
              <a:gd name="connsiteX3" fmla="*/ 0 w 27512420"/>
              <a:gd name="connsiteY3" fmla="*/ 48595 h 2693407"/>
              <a:gd name="connsiteX0" fmla="*/ 20387464 w 27722404"/>
              <a:gd name="connsiteY0" fmla="*/ 2629870 h 2693407"/>
              <a:gd name="connsiteX1" fmla="*/ 24233700 w 27722404"/>
              <a:gd name="connsiteY1" fmla="*/ 2477470 h 2693407"/>
              <a:gd name="connsiteX2" fmla="*/ 26219752 w 27722404"/>
              <a:gd name="connsiteY2" fmla="*/ 258145 h 2693407"/>
              <a:gd name="connsiteX3" fmla="*/ 0 w 27722404"/>
              <a:gd name="connsiteY3" fmla="*/ 48595 h 2693407"/>
              <a:gd name="connsiteX0" fmla="*/ 20387464 w 27690510"/>
              <a:gd name="connsiteY0" fmla="*/ 2629870 h 2643563"/>
              <a:gd name="connsiteX1" fmla="*/ 24233700 w 27690510"/>
              <a:gd name="connsiteY1" fmla="*/ 2477470 h 2643563"/>
              <a:gd name="connsiteX2" fmla="*/ 26219752 w 27690510"/>
              <a:gd name="connsiteY2" fmla="*/ 258145 h 2643563"/>
              <a:gd name="connsiteX3" fmla="*/ 0 w 27690510"/>
              <a:gd name="connsiteY3" fmla="*/ 48595 h 2643563"/>
              <a:gd name="connsiteX0" fmla="*/ 20387464 w 27766401"/>
              <a:gd name="connsiteY0" fmla="*/ 2617440 h 2617440"/>
              <a:gd name="connsiteX1" fmla="*/ 24534704 w 27766401"/>
              <a:gd name="connsiteY1" fmla="*/ 2255490 h 2617440"/>
              <a:gd name="connsiteX2" fmla="*/ 26219752 w 27766401"/>
              <a:gd name="connsiteY2" fmla="*/ 245715 h 2617440"/>
              <a:gd name="connsiteX3" fmla="*/ 0 w 27766401"/>
              <a:gd name="connsiteY3" fmla="*/ 36165 h 2617440"/>
              <a:gd name="connsiteX0" fmla="*/ 20387463 w 27844283"/>
              <a:gd name="connsiteY0" fmla="*/ 2426940 h 2466365"/>
              <a:gd name="connsiteX1" fmla="*/ 24534704 w 27844283"/>
              <a:gd name="connsiteY1" fmla="*/ 2255490 h 2466365"/>
              <a:gd name="connsiteX2" fmla="*/ 26219752 w 27844283"/>
              <a:gd name="connsiteY2" fmla="*/ 245715 h 2466365"/>
              <a:gd name="connsiteX3" fmla="*/ 0 w 27844283"/>
              <a:gd name="connsiteY3" fmla="*/ 36165 h 2466365"/>
              <a:gd name="connsiteX0" fmla="*/ 20387463 w 25371962"/>
              <a:gd name="connsiteY0" fmla="*/ 2440487 h 2481821"/>
              <a:gd name="connsiteX1" fmla="*/ 24534704 w 25371962"/>
              <a:gd name="connsiteY1" fmla="*/ 2269037 h 2481821"/>
              <a:gd name="connsiteX2" fmla="*/ 22833452 w 25371962"/>
              <a:gd name="connsiteY2" fmla="*/ 230687 h 2481821"/>
              <a:gd name="connsiteX3" fmla="*/ 0 w 25371962"/>
              <a:gd name="connsiteY3" fmla="*/ 49712 h 2481821"/>
              <a:gd name="connsiteX0" fmla="*/ 21064723 w 26093006"/>
              <a:gd name="connsiteY0" fmla="*/ 2457162 h 2498496"/>
              <a:gd name="connsiteX1" fmla="*/ 25211964 w 26093006"/>
              <a:gd name="connsiteY1" fmla="*/ 2285712 h 2498496"/>
              <a:gd name="connsiteX2" fmla="*/ 23510712 w 26093006"/>
              <a:gd name="connsiteY2" fmla="*/ 247362 h 2498496"/>
              <a:gd name="connsiteX3" fmla="*/ 0 w 26093006"/>
              <a:gd name="connsiteY3" fmla="*/ 37812 h 2498496"/>
              <a:gd name="connsiteX0" fmla="*/ 20914221 w 25932739"/>
              <a:gd name="connsiteY0" fmla="*/ 2435240 h 2476574"/>
              <a:gd name="connsiteX1" fmla="*/ 25061462 w 25932739"/>
              <a:gd name="connsiteY1" fmla="*/ 2263790 h 2476574"/>
              <a:gd name="connsiteX2" fmla="*/ 23360210 w 25932739"/>
              <a:gd name="connsiteY2" fmla="*/ 225440 h 2476574"/>
              <a:gd name="connsiteX3" fmla="*/ 0 w 25932739"/>
              <a:gd name="connsiteY3" fmla="*/ 53990 h 2476574"/>
              <a:gd name="connsiteX0" fmla="*/ 20914221 w 25853561"/>
              <a:gd name="connsiteY0" fmla="*/ 2429982 h 2432928"/>
              <a:gd name="connsiteX1" fmla="*/ 24910959 w 25853561"/>
              <a:gd name="connsiteY1" fmla="*/ 2175982 h 2432928"/>
              <a:gd name="connsiteX2" fmla="*/ 23360210 w 25853561"/>
              <a:gd name="connsiteY2" fmla="*/ 220182 h 2432928"/>
              <a:gd name="connsiteX3" fmla="*/ 0 w 25853561"/>
              <a:gd name="connsiteY3" fmla="*/ 48732 h 2432928"/>
              <a:gd name="connsiteX0" fmla="*/ 20914221 w 25853561"/>
              <a:gd name="connsiteY0" fmla="*/ 2429982 h 2429982"/>
              <a:gd name="connsiteX1" fmla="*/ 24910959 w 25853561"/>
              <a:gd name="connsiteY1" fmla="*/ 2175982 h 2429982"/>
              <a:gd name="connsiteX2" fmla="*/ 23360210 w 25853561"/>
              <a:gd name="connsiteY2" fmla="*/ 220182 h 2429982"/>
              <a:gd name="connsiteX3" fmla="*/ 0 w 25853561"/>
              <a:gd name="connsiteY3" fmla="*/ 48732 h 2429982"/>
              <a:gd name="connsiteX0" fmla="*/ 20914221 w 26074061"/>
              <a:gd name="connsiteY0" fmla="*/ 2462033 h 2467778"/>
              <a:gd name="connsiteX1" fmla="*/ 24910959 w 26074061"/>
              <a:gd name="connsiteY1" fmla="*/ 2208033 h 2467778"/>
              <a:gd name="connsiteX2" fmla="*/ 23711381 w 26074061"/>
              <a:gd name="connsiteY2" fmla="*/ 195083 h 2467778"/>
              <a:gd name="connsiteX3" fmla="*/ 0 w 26074061"/>
              <a:gd name="connsiteY3" fmla="*/ 80783 h 2467778"/>
              <a:gd name="connsiteX0" fmla="*/ 20914221 w 26074061"/>
              <a:gd name="connsiteY0" fmla="*/ 2462033 h 2467778"/>
              <a:gd name="connsiteX1" fmla="*/ 24910959 w 26074061"/>
              <a:gd name="connsiteY1" fmla="*/ 2208033 h 2467778"/>
              <a:gd name="connsiteX2" fmla="*/ 23711381 w 26074061"/>
              <a:gd name="connsiteY2" fmla="*/ 195083 h 2467778"/>
              <a:gd name="connsiteX3" fmla="*/ 0 w 26074061"/>
              <a:gd name="connsiteY3" fmla="*/ 80783 h 2467778"/>
              <a:gd name="connsiteX0" fmla="*/ 20914221 w 26074061"/>
              <a:gd name="connsiteY0" fmla="*/ 2382124 h 2387869"/>
              <a:gd name="connsiteX1" fmla="*/ 24910959 w 26074061"/>
              <a:gd name="connsiteY1" fmla="*/ 2128124 h 2387869"/>
              <a:gd name="connsiteX2" fmla="*/ 23711381 w 26074061"/>
              <a:gd name="connsiteY2" fmla="*/ 115174 h 2387869"/>
              <a:gd name="connsiteX3" fmla="*/ 0 w 26074061"/>
              <a:gd name="connsiteY3" fmla="*/ 874 h 2387869"/>
              <a:gd name="connsiteX0" fmla="*/ 20914221 w 27573095"/>
              <a:gd name="connsiteY0" fmla="*/ 2381894 h 2387322"/>
              <a:gd name="connsiteX1" fmla="*/ 24910959 w 27573095"/>
              <a:gd name="connsiteY1" fmla="*/ 2127894 h 2387322"/>
              <a:gd name="connsiteX2" fmla="*/ 25768245 w 27573095"/>
              <a:gd name="connsiteY2" fmla="*/ 121294 h 2387322"/>
              <a:gd name="connsiteX3" fmla="*/ 0 w 27573095"/>
              <a:gd name="connsiteY3" fmla="*/ 644 h 2387322"/>
              <a:gd name="connsiteX0" fmla="*/ 20914221 w 25998320"/>
              <a:gd name="connsiteY0" fmla="*/ 2381894 h 2387322"/>
              <a:gd name="connsiteX1" fmla="*/ 24910959 w 25998320"/>
              <a:gd name="connsiteY1" fmla="*/ 2127894 h 2387322"/>
              <a:gd name="connsiteX2" fmla="*/ 25768245 w 25998320"/>
              <a:gd name="connsiteY2" fmla="*/ 121294 h 2387322"/>
              <a:gd name="connsiteX3" fmla="*/ 0 w 25998320"/>
              <a:gd name="connsiteY3" fmla="*/ 644 h 2387322"/>
              <a:gd name="connsiteX0" fmla="*/ 20914221 w 25998320"/>
              <a:gd name="connsiteY0" fmla="*/ 2383604 h 2389032"/>
              <a:gd name="connsiteX1" fmla="*/ 24910959 w 25998320"/>
              <a:gd name="connsiteY1" fmla="*/ 2129604 h 2389032"/>
              <a:gd name="connsiteX2" fmla="*/ 25768245 w 25998320"/>
              <a:gd name="connsiteY2" fmla="*/ 123004 h 2389032"/>
              <a:gd name="connsiteX3" fmla="*/ 0 w 25998320"/>
              <a:gd name="connsiteY3" fmla="*/ 2354 h 2389032"/>
              <a:gd name="connsiteX0" fmla="*/ 20914221 w 26039781"/>
              <a:gd name="connsiteY0" fmla="*/ 2383604 h 2389032"/>
              <a:gd name="connsiteX1" fmla="*/ 24910959 w 26039781"/>
              <a:gd name="connsiteY1" fmla="*/ 2129604 h 2389032"/>
              <a:gd name="connsiteX2" fmla="*/ 25768245 w 26039781"/>
              <a:gd name="connsiteY2" fmla="*/ 123004 h 2389032"/>
              <a:gd name="connsiteX3" fmla="*/ 0 w 26039781"/>
              <a:gd name="connsiteY3" fmla="*/ 2354 h 2389032"/>
              <a:gd name="connsiteX0" fmla="*/ 20914221 w 26204401"/>
              <a:gd name="connsiteY0" fmla="*/ 2420349 h 2425777"/>
              <a:gd name="connsiteX1" fmla="*/ 24910959 w 26204401"/>
              <a:gd name="connsiteY1" fmla="*/ 2166349 h 2425777"/>
              <a:gd name="connsiteX2" fmla="*/ 25768245 w 26204401"/>
              <a:gd name="connsiteY2" fmla="*/ 159749 h 2425777"/>
              <a:gd name="connsiteX3" fmla="*/ 0 w 26204401"/>
              <a:gd name="connsiteY3" fmla="*/ 39099 h 2425777"/>
              <a:gd name="connsiteX0" fmla="*/ 20914221 w 25586165"/>
              <a:gd name="connsiteY0" fmla="*/ 2420349 h 2425777"/>
              <a:gd name="connsiteX1" fmla="*/ 24910959 w 25586165"/>
              <a:gd name="connsiteY1" fmla="*/ 2166349 h 2425777"/>
              <a:gd name="connsiteX2" fmla="*/ 24940483 w 25586165"/>
              <a:gd name="connsiteY2" fmla="*/ 159749 h 2425777"/>
              <a:gd name="connsiteX3" fmla="*/ 0 w 25586165"/>
              <a:gd name="connsiteY3" fmla="*/ 39099 h 2425777"/>
              <a:gd name="connsiteX0" fmla="*/ 20914221 w 25329742"/>
              <a:gd name="connsiteY0" fmla="*/ 2384472 h 2384906"/>
              <a:gd name="connsiteX1" fmla="*/ 24910959 w 25329742"/>
              <a:gd name="connsiteY1" fmla="*/ 2130472 h 2384906"/>
              <a:gd name="connsiteX2" fmla="*/ 24488976 w 25329742"/>
              <a:gd name="connsiteY2" fmla="*/ 228647 h 2384906"/>
              <a:gd name="connsiteX3" fmla="*/ 0 w 25329742"/>
              <a:gd name="connsiteY3" fmla="*/ 3222 h 2384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29742" h="2384906">
                <a:moveTo>
                  <a:pt x="20914221" y="2384472"/>
                </a:moveTo>
                <a:cubicBezTo>
                  <a:pt x="21527393" y="2352722"/>
                  <a:pt x="24315167" y="2489776"/>
                  <a:pt x="24910959" y="2130472"/>
                </a:cubicBezTo>
                <a:cubicBezTo>
                  <a:pt x="25506751" y="1771168"/>
                  <a:pt x="25550763" y="500883"/>
                  <a:pt x="24488976" y="228647"/>
                </a:cubicBezTo>
                <a:cubicBezTo>
                  <a:pt x="23471264" y="-32288"/>
                  <a:pt x="157560" y="-747"/>
                  <a:pt x="0" y="3222"/>
                </a:cubicBezTo>
              </a:path>
            </a:pathLst>
          </a:custGeom>
          <a:noFill/>
          <a:ln w="508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4" name="文本框 213">
            <a:extLst>
              <a:ext uri="{FF2B5EF4-FFF2-40B4-BE49-F238E27FC236}">
                <a16:creationId xmlns:a16="http://schemas.microsoft.com/office/drawing/2014/main" id="{1D991CFC-9078-4B38-A60B-75E3C6119353}"/>
              </a:ext>
            </a:extLst>
          </p:cNvPr>
          <p:cNvSpPr txBox="1"/>
          <p:nvPr/>
        </p:nvSpPr>
        <p:spPr>
          <a:xfrm>
            <a:off x="5163945" y="2868708"/>
            <a:ext cx="905247" cy="222349"/>
          </a:xfrm>
          <a:custGeom>
            <a:avLst/>
            <a:gdLst/>
            <a:ahLst/>
            <a:cxnLst/>
            <a:rect l="l" t="t" r="r" b="b"/>
            <a:pathLst>
              <a:path w="905247" h="222349">
                <a:moveTo>
                  <a:pt x="526740" y="133052"/>
                </a:moveTo>
                <a:cubicBezTo>
                  <a:pt x="537679" y="149275"/>
                  <a:pt x="550552" y="161925"/>
                  <a:pt x="565361" y="171003"/>
                </a:cubicBezTo>
                <a:cubicBezTo>
                  <a:pt x="583220" y="160437"/>
                  <a:pt x="598438" y="147786"/>
                  <a:pt x="611014" y="133052"/>
                </a:cubicBezTo>
                <a:close/>
                <a:moveTo>
                  <a:pt x="328166" y="132829"/>
                </a:moveTo>
                <a:lnTo>
                  <a:pt x="345579" y="132829"/>
                </a:lnTo>
                <a:lnTo>
                  <a:pt x="345579" y="150912"/>
                </a:lnTo>
                <a:lnTo>
                  <a:pt x="427062" y="150912"/>
                </a:lnTo>
                <a:lnTo>
                  <a:pt x="427062" y="166762"/>
                </a:lnTo>
                <a:lnTo>
                  <a:pt x="345579" y="166762"/>
                </a:lnTo>
                <a:lnTo>
                  <a:pt x="345579" y="196453"/>
                </a:lnTo>
                <a:lnTo>
                  <a:pt x="445368" y="196453"/>
                </a:lnTo>
                <a:lnTo>
                  <a:pt x="445368" y="212527"/>
                </a:lnTo>
                <a:lnTo>
                  <a:pt x="228153" y="212527"/>
                </a:lnTo>
                <a:lnTo>
                  <a:pt x="228153" y="196453"/>
                </a:lnTo>
                <a:lnTo>
                  <a:pt x="328166" y="196453"/>
                </a:lnTo>
                <a:lnTo>
                  <a:pt x="328166" y="166762"/>
                </a:lnTo>
                <a:lnTo>
                  <a:pt x="248468" y="166762"/>
                </a:lnTo>
                <a:lnTo>
                  <a:pt x="248468" y="150912"/>
                </a:lnTo>
                <a:lnTo>
                  <a:pt x="328166" y="150912"/>
                </a:lnTo>
                <a:close/>
                <a:moveTo>
                  <a:pt x="782240" y="127248"/>
                </a:moveTo>
                <a:lnTo>
                  <a:pt x="799653" y="127248"/>
                </a:lnTo>
                <a:cubicBezTo>
                  <a:pt x="799356" y="136847"/>
                  <a:pt x="798314" y="145554"/>
                  <a:pt x="796528" y="153367"/>
                </a:cubicBezTo>
                <a:lnTo>
                  <a:pt x="811708" y="153367"/>
                </a:lnTo>
                <a:lnTo>
                  <a:pt x="811708" y="186630"/>
                </a:lnTo>
                <a:cubicBezTo>
                  <a:pt x="811708" y="196751"/>
                  <a:pt x="816992" y="201811"/>
                  <a:pt x="827559" y="201811"/>
                </a:cubicBezTo>
                <a:lnTo>
                  <a:pt x="863724" y="201811"/>
                </a:lnTo>
                <a:cubicBezTo>
                  <a:pt x="874886" y="201811"/>
                  <a:pt x="881583" y="198388"/>
                  <a:pt x="883816" y="191542"/>
                </a:cubicBezTo>
                <a:cubicBezTo>
                  <a:pt x="885453" y="186035"/>
                  <a:pt x="886792" y="177180"/>
                  <a:pt x="887834" y="164976"/>
                </a:cubicBezTo>
                <a:cubicBezTo>
                  <a:pt x="893192" y="167357"/>
                  <a:pt x="898996" y="169515"/>
                  <a:pt x="905247" y="171450"/>
                </a:cubicBezTo>
                <a:cubicBezTo>
                  <a:pt x="903461" y="182463"/>
                  <a:pt x="901675" y="191170"/>
                  <a:pt x="899889" y="197569"/>
                </a:cubicBezTo>
                <a:cubicBezTo>
                  <a:pt x="896317" y="210666"/>
                  <a:pt x="886420" y="217215"/>
                  <a:pt x="870198" y="217215"/>
                </a:cubicBezTo>
                <a:lnTo>
                  <a:pt x="822647" y="217215"/>
                </a:lnTo>
                <a:cubicBezTo>
                  <a:pt x="803895" y="217215"/>
                  <a:pt x="794519" y="207764"/>
                  <a:pt x="794519" y="188863"/>
                </a:cubicBezTo>
                <a:lnTo>
                  <a:pt x="794519" y="161069"/>
                </a:lnTo>
                <a:cubicBezTo>
                  <a:pt x="787375" y="191058"/>
                  <a:pt x="753963" y="211336"/>
                  <a:pt x="694283" y="221903"/>
                </a:cubicBezTo>
                <a:cubicBezTo>
                  <a:pt x="691455" y="216098"/>
                  <a:pt x="688330" y="210592"/>
                  <a:pt x="684907" y="205383"/>
                </a:cubicBezTo>
                <a:cubicBezTo>
                  <a:pt x="720923" y="199132"/>
                  <a:pt x="746447" y="190277"/>
                  <a:pt x="761479" y="178817"/>
                </a:cubicBezTo>
                <a:cubicBezTo>
                  <a:pt x="775022" y="168250"/>
                  <a:pt x="781943" y="151060"/>
                  <a:pt x="782240" y="127248"/>
                </a:cubicBezTo>
                <a:close/>
                <a:moveTo>
                  <a:pt x="84832" y="125016"/>
                </a:moveTo>
                <a:lnTo>
                  <a:pt x="102245" y="125016"/>
                </a:lnTo>
                <a:cubicBezTo>
                  <a:pt x="102096" y="129852"/>
                  <a:pt x="101798" y="134466"/>
                  <a:pt x="101352" y="138857"/>
                </a:cubicBezTo>
                <a:lnTo>
                  <a:pt x="192211" y="138857"/>
                </a:lnTo>
                <a:cubicBezTo>
                  <a:pt x="191170" y="157014"/>
                  <a:pt x="189979" y="173013"/>
                  <a:pt x="188639" y="186854"/>
                </a:cubicBezTo>
                <a:cubicBezTo>
                  <a:pt x="186854" y="205755"/>
                  <a:pt x="175245" y="215280"/>
                  <a:pt x="153814" y="215429"/>
                </a:cubicBezTo>
                <a:cubicBezTo>
                  <a:pt x="142949" y="215578"/>
                  <a:pt x="128587" y="215429"/>
                  <a:pt x="110728" y="214982"/>
                </a:cubicBezTo>
                <a:cubicBezTo>
                  <a:pt x="109835" y="208731"/>
                  <a:pt x="108570" y="202257"/>
                  <a:pt x="106933" y="195560"/>
                </a:cubicBezTo>
                <a:cubicBezTo>
                  <a:pt x="124643" y="197048"/>
                  <a:pt x="140121" y="197793"/>
                  <a:pt x="153367" y="197793"/>
                </a:cubicBezTo>
                <a:cubicBezTo>
                  <a:pt x="164380" y="197793"/>
                  <a:pt x="170408" y="193030"/>
                  <a:pt x="171450" y="183505"/>
                </a:cubicBezTo>
                <a:cubicBezTo>
                  <a:pt x="172343" y="176510"/>
                  <a:pt x="173161" y="166687"/>
                  <a:pt x="173905" y="154037"/>
                </a:cubicBezTo>
                <a:lnTo>
                  <a:pt x="98784" y="154037"/>
                </a:lnTo>
                <a:cubicBezTo>
                  <a:pt x="95213" y="169738"/>
                  <a:pt x="88850" y="181868"/>
                  <a:pt x="79697" y="190426"/>
                </a:cubicBezTo>
                <a:cubicBezTo>
                  <a:pt x="65559" y="203969"/>
                  <a:pt x="42565" y="214461"/>
                  <a:pt x="10715" y="221903"/>
                </a:cubicBezTo>
                <a:cubicBezTo>
                  <a:pt x="7739" y="216991"/>
                  <a:pt x="4167" y="211485"/>
                  <a:pt x="0" y="205383"/>
                </a:cubicBezTo>
                <a:cubicBezTo>
                  <a:pt x="32147" y="198834"/>
                  <a:pt x="54322" y="189756"/>
                  <a:pt x="66526" y="178147"/>
                </a:cubicBezTo>
                <a:cubicBezTo>
                  <a:pt x="73223" y="172194"/>
                  <a:pt x="78060" y="164157"/>
                  <a:pt x="81037" y="154037"/>
                </a:cubicBezTo>
                <a:lnTo>
                  <a:pt x="12948" y="154037"/>
                </a:lnTo>
                <a:lnTo>
                  <a:pt x="12948" y="138857"/>
                </a:lnTo>
                <a:lnTo>
                  <a:pt x="84050" y="138857"/>
                </a:lnTo>
                <a:cubicBezTo>
                  <a:pt x="84571" y="134541"/>
                  <a:pt x="84832" y="129927"/>
                  <a:pt x="84832" y="125016"/>
                </a:cubicBezTo>
                <a:close/>
                <a:moveTo>
                  <a:pt x="481087" y="117649"/>
                </a:moveTo>
                <a:lnTo>
                  <a:pt x="632891" y="117649"/>
                </a:lnTo>
                <a:lnTo>
                  <a:pt x="632891" y="133052"/>
                </a:lnTo>
                <a:cubicBezTo>
                  <a:pt x="618753" y="151656"/>
                  <a:pt x="601749" y="167432"/>
                  <a:pt x="581881" y="180380"/>
                </a:cubicBezTo>
                <a:cubicBezTo>
                  <a:pt x="606065" y="191988"/>
                  <a:pt x="637654" y="199206"/>
                  <a:pt x="676647" y="202034"/>
                </a:cubicBezTo>
                <a:cubicBezTo>
                  <a:pt x="671289" y="209476"/>
                  <a:pt x="666973" y="215726"/>
                  <a:pt x="663699" y="220786"/>
                </a:cubicBezTo>
                <a:cubicBezTo>
                  <a:pt x="623813" y="215354"/>
                  <a:pt x="590810" y="205160"/>
                  <a:pt x="564691" y="190202"/>
                </a:cubicBezTo>
                <a:cubicBezTo>
                  <a:pt x="539539" y="203150"/>
                  <a:pt x="506760" y="213866"/>
                  <a:pt x="466353" y="222349"/>
                </a:cubicBezTo>
                <a:cubicBezTo>
                  <a:pt x="462632" y="216545"/>
                  <a:pt x="458837" y="211038"/>
                  <a:pt x="454967" y="205829"/>
                </a:cubicBezTo>
                <a:cubicBezTo>
                  <a:pt x="493886" y="199132"/>
                  <a:pt x="525103" y="190426"/>
                  <a:pt x="548617" y="179710"/>
                </a:cubicBezTo>
                <a:cubicBezTo>
                  <a:pt x="532395" y="167580"/>
                  <a:pt x="518405" y="152028"/>
                  <a:pt x="506648" y="133052"/>
                </a:cubicBezTo>
                <a:lnTo>
                  <a:pt x="481087" y="133052"/>
                </a:lnTo>
                <a:close/>
                <a:moveTo>
                  <a:pt x="711026" y="104477"/>
                </a:moveTo>
                <a:lnTo>
                  <a:pt x="870421" y="104477"/>
                </a:lnTo>
                <a:lnTo>
                  <a:pt x="870421" y="177254"/>
                </a:lnTo>
                <a:lnTo>
                  <a:pt x="853008" y="177254"/>
                </a:lnTo>
                <a:lnTo>
                  <a:pt x="853008" y="119881"/>
                </a:lnTo>
                <a:lnTo>
                  <a:pt x="728439" y="119881"/>
                </a:lnTo>
                <a:lnTo>
                  <a:pt x="728439" y="179040"/>
                </a:lnTo>
                <a:lnTo>
                  <a:pt x="711026" y="179040"/>
                </a:lnTo>
                <a:close/>
                <a:moveTo>
                  <a:pt x="277936" y="65410"/>
                </a:moveTo>
                <a:lnTo>
                  <a:pt x="294233" y="72554"/>
                </a:lnTo>
                <a:cubicBezTo>
                  <a:pt x="278904" y="89669"/>
                  <a:pt x="266923" y="102319"/>
                  <a:pt x="258291" y="110505"/>
                </a:cubicBezTo>
                <a:cubicBezTo>
                  <a:pt x="262756" y="110356"/>
                  <a:pt x="279276" y="109835"/>
                  <a:pt x="307851" y="108942"/>
                </a:cubicBezTo>
                <a:cubicBezTo>
                  <a:pt x="303386" y="103138"/>
                  <a:pt x="298623" y="97110"/>
                  <a:pt x="293563" y="90860"/>
                </a:cubicBezTo>
                <a:lnTo>
                  <a:pt x="305172" y="82153"/>
                </a:lnTo>
                <a:cubicBezTo>
                  <a:pt x="317078" y="94803"/>
                  <a:pt x="328240" y="107752"/>
                  <a:pt x="338658" y="120997"/>
                </a:cubicBezTo>
                <a:lnTo>
                  <a:pt x="325040" y="130820"/>
                </a:lnTo>
                <a:cubicBezTo>
                  <a:pt x="322808" y="127992"/>
                  <a:pt x="320501" y="125090"/>
                  <a:pt x="318120" y="122113"/>
                </a:cubicBezTo>
                <a:cubicBezTo>
                  <a:pt x="307851" y="122560"/>
                  <a:pt x="287833" y="123527"/>
                  <a:pt x="258068" y="125016"/>
                </a:cubicBezTo>
                <a:cubicBezTo>
                  <a:pt x="254049" y="125164"/>
                  <a:pt x="247427" y="125760"/>
                  <a:pt x="238199" y="126802"/>
                </a:cubicBezTo>
                <a:lnTo>
                  <a:pt x="232172" y="111398"/>
                </a:lnTo>
                <a:cubicBezTo>
                  <a:pt x="246013" y="104403"/>
                  <a:pt x="261268" y="89074"/>
                  <a:pt x="277936" y="65410"/>
                </a:cubicBezTo>
                <a:close/>
                <a:moveTo>
                  <a:pt x="377502" y="64740"/>
                </a:moveTo>
                <a:lnTo>
                  <a:pt x="394245" y="70991"/>
                </a:lnTo>
                <a:cubicBezTo>
                  <a:pt x="382190" y="86320"/>
                  <a:pt x="371475" y="99194"/>
                  <a:pt x="362099" y="109612"/>
                </a:cubicBezTo>
                <a:cubicBezTo>
                  <a:pt x="378023" y="109314"/>
                  <a:pt x="394171" y="108793"/>
                  <a:pt x="410542" y="108049"/>
                </a:cubicBezTo>
                <a:cubicBezTo>
                  <a:pt x="405333" y="102245"/>
                  <a:pt x="400124" y="96366"/>
                  <a:pt x="394915" y="90413"/>
                </a:cubicBezTo>
                <a:lnTo>
                  <a:pt x="406524" y="81483"/>
                </a:lnTo>
                <a:cubicBezTo>
                  <a:pt x="419472" y="94283"/>
                  <a:pt x="432494" y="108272"/>
                  <a:pt x="445591" y="123453"/>
                </a:cubicBezTo>
                <a:lnTo>
                  <a:pt x="432420" y="134392"/>
                </a:lnTo>
                <a:cubicBezTo>
                  <a:pt x="428848" y="129927"/>
                  <a:pt x="425202" y="125536"/>
                  <a:pt x="421481" y="121220"/>
                </a:cubicBezTo>
                <a:cubicBezTo>
                  <a:pt x="405705" y="122113"/>
                  <a:pt x="385762" y="123155"/>
                  <a:pt x="361652" y="124346"/>
                </a:cubicBezTo>
                <a:cubicBezTo>
                  <a:pt x="357783" y="124495"/>
                  <a:pt x="351904" y="125090"/>
                  <a:pt x="344016" y="126132"/>
                </a:cubicBezTo>
                <a:lnTo>
                  <a:pt x="337542" y="110728"/>
                </a:lnTo>
                <a:cubicBezTo>
                  <a:pt x="349448" y="102840"/>
                  <a:pt x="362768" y="87511"/>
                  <a:pt x="377502" y="64740"/>
                </a:cubicBezTo>
                <a:close/>
                <a:moveTo>
                  <a:pt x="626194" y="58266"/>
                </a:moveTo>
                <a:cubicBezTo>
                  <a:pt x="645244" y="75381"/>
                  <a:pt x="660871" y="90487"/>
                  <a:pt x="673075" y="103584"/>
                </a:cubicBezTo>
                <a:lnTo>
                  <a:pt x="659234" y="115863"/>
                </a:lnTo>
                <a:cubicBezTo>
                  <a:pt x="644798" y="99640"/>
                  <a:pt x="629692" y="83939"/>
                  <a:pt x="613916" y="68759"/>
                </a:cubicBezTo>
                <a:close/>
                <a:moveTo>
                  <a:pt x="500509" y="57820"/>
                </a:moveTo>
                <a:lnTo>
                  <a:pt x="513903" y="69205"/>
                </a:lnTo>
                <a:cubicBezTo>
                  <a:pt x="498723" y="86618"/>
                  <a:pt x="483766" y="102394"/>
                  <a:pt x="469032" y="116532"/>
                </a:cubicBezTo>
                <a:cubicBezTo>
                  <a:pt x="465311" y="112365"/>
                  <a:pt x="460995" y="108198"/>
                  <a:pt x="456084" y="104031"/>
                </a:cubicBezTo>
                <a:cubicBezTo>
                  <a:pt x="471710" y="90636"/>
                  <a:pt x="486519" y="75233"/>
                  <a:pt x="500509" y="57820"/>
                </a:cubicBezTo>
                <a:close/>
                <a:moveTo>
                  <a:pt x="748531" y="47774"/>
                </a:moveTo>
                <a:lnTo>
                  <a:pt x="765944" y="47774"/>
                </a:lnTo>
                <a:lnTo>
                  <a:pt x="765944" y="65410"/>
                </a:lnTo>
                <a:lnTo>
                  <a:pt x="822201" y="65410"/>
                </a:lnTo>
                <a:lnTo>
                  <a:pt x="822201" y="47774"/>
                </a:lnTo>
                <a:lnTo>
                  <a:pt x="839614" y="47774"/>
                </a:lnTo>
                <a:lnTo>
                  <a:pt x="839614" y="65410"/>
                </a:lnTo>
                <a:lnTo>
                  <a:pt x="901228" y="65410"/>
                </a:lnTo>
                <a:lnTo>
                  <a:pt x="901228" y="81037"/>
                </a:lnTo>
                <a:lnTo>
                  <a:pt x="839614" y="81037"/>
                </a:lnTo>
                <a:lnTo>
                  <a:pt x="839614" y="97780"/>
                </a:lnTo>
                <a:lnTo>
                  <a:pt x="822201" y="97780"/>
                </a:lnTo>
                <a:lnTo>
                  <a:pt x="822201" y="81037"/>
                </a:lnTo>
                <a:lnTo>
                  <a:pt x="765944" y="81037"/>
                </a:lnTo>
                <a:lnTo>
                  <a:pt x="765944" y="97780"/>
                </a:lnTo>
                <a:lnTo>
                  <a:pt x="748531" y="97780"/>
                </a:lnTo>
                <a:lnTo>
                  <a:pt x="748531" y="81037"/>
                </a:lnTo>
                <a:lnTo>
                  <a:pt x="687809" y="81037"/>
                </a:lnTo>
                <a:lnTo>
                  <a:pt x="687809" y="65410"/>
                </a:lnTo>
                <a:lnTo>
                  <a:pt x="748531" y="65410"/>
                </a:lnTo>
                <a:close/>
                <a:moveTo>
                  <a:pt x="321915" y="893"/>
                </a:moveTo>
                <a:lnTo>
                  <a:pt x="340891" y="8483"/>
                </a:lnTo>
                <a:cubicBezTo>
                  <a:pt x="324073" y="21282"/>
                  <a:pt x="306362" y="33784"/>
                  <a:pt x="287759" y="45988"/>
                </a:cubicBezTo>
                <a:cubicBezTo>
                  <a:pt x="296689" y="45690"/>
                  <a:pt x="327868" y="44574"/>
                  <a:pt x="381297" y="42639"/>
                </a:cubicBezTo>
                <a:cubicBezTo>
                  <a:pt x="373707" y="36686"/>
                  <a:pt x="365745" y="30510"/>
                  <a:pt x="357411" y="24110"/>
                </a:cubicBezTo>
                <a:lnTo>
                  <a:pt x="369242" y="13618"/>
                </a:lnTo>
                <a:cubicBezTo>
                  <a:pt x="391864" y="29989"/>
                  <a:pt x="412105" y="45541"/>
                  <a:pt x="429964" y="60275"/>
                </a:cubicBezTo>
                <a:lnTo>
                  <a:pt x="417239" y="72777"/>
                </a:lnTo>
                <a:cubicBezTo>
                  <a:pt x="411435" y="67568"/>
                  <a:pt x="405184" y="62210"/>
                  <a:pt x="398487" y="56703"/>
                </a:cubicBezTo>
                <a:cubicBezTo>
                  <a:pt x="357262" y="58192"/>
                  <a:pt x="317376" y="59903"/>
                  <a:pt x="278829" y="61838"/>
                </a:cubicBezTo>
                <a:cubicBezTo>
                  <a:pt x="274811" y="61987"/>
                  <a:pt x="268114" y="62657"/>
                  <a:pt x="258737" y="63847"/>
                </a:cubicBezTo>
                <a:lnTo>
                  <a:pt x="252933" y="46434"/>
                </a:lnTo>
                <a:cubicBezTo>
                  <a:pt x="261268" y="43755"/>
                  <a:pt x="268262" y="40853"/>
                  <a:pt x="273918" y="37728"/>
                </a:cubicBezTo>
                <a:cubicBezTo>
                  <a:pt x="287908" y="29245"/>
                  <a:pt x="303907" y="16966"/>
                  <a:pt x="321915" y="893"/>
                </a:cubicBezTo>
                <a:close/>
                <a:moveTo>
                  <a:pt x="793849" y="446"/>
                </a:moveTo>
                <a:cubicBezTo>
                  <a:pt x="799430" y="8930"/>
                  <a:pt x="804304" y="17041"/>
                  <a:pt x="808471" y="24780"/>
                </a:cubicBezTo>
                <a:lnTo>
                  <a:pt x="895201" y="24780"/>
                </a:lnTo>
                <a:lnTo>
                  <a:pt x="895201" y="60275"/>
                </a:lnTo>
                <a:lnTo>
                  <a:pt x="877342" y="60275"/>
                </a:lnTo>
                <a:lnTo>
                  <a:pt x="877342" y="40407"/>
                </a:lnTo>
                <a:lnTo>
                  <a:pt x="710580" y="40407"/>
                </a:lnTo>
                <a:lnTo>
                  <a:pt x="710580" y="60275"/>
                </a:lnTo>
                <a:lnTo>
                  <a:pt x="692720" y="60275"/>
                </a:lnTo>
                <a:lnTo>
                  <a:pt x="692720" y="24780"/>
                </a:lnTo>
                <a:lnTo>
                  <a:pt x="787040" y="24780"/>
                </a:lnTo>
                <a:cubicBezTo>
                  <a:pt x="783840" y="18976"/>
                  <a:pt x="780454" y="13394"/>
                  <a:pt x="776883" y="8037"/>
                </a:cubicBezTo>
                <a:close/>
                <a:moveTo>
                  <a:pt x="119434" y="446"/>
                </a:moveTo>
                <a:lnTo>
                  <a:pt x="135508" y="446"/>
                </a:lnTo>
                <a:lnTo>
                  <a:pt x="135508" y="29914"/>
                </a:lnTo>
                <a:lnTo>
                  <a:pt x="182835" y="29914"/>
                </a:lnTo>
                <a:cubicBezTo>
                  <a:pt x="182835" y="58936"/>
                  <a:pt x="183579" y="78804"/>
                  <a:pt x="185068" y="89520"/>
                </a:cubicBezTo>
                <a:cubicBezTo>
                  <a:pt x="186705" y="101575"/>
                  <a:pt x="189979" y="107603"/>
                  <a:pt x="194890" y="107603"/>
                </a:cubicBezTo>
                <a:cubicBezTo>
                  <a:pt x="197718" y="107603"/>
                  <a:pt x="199802" y="104105"/>
                  <a:pt x="201141" y="97110"/>
                </a:cubicBezTo>
                <a:cubicBezTo>
                  <a:pt x="202332" y="90264"/>
                  <a:pt x="203150" y="82153"/>
                  <a:pt x="203597" y="72777"/>
                </a:cubicBezTo>
                <a:cubicBezTo>
                  <a:pt x="208806" y="75009"/>
                  <a:pt x="214015" y="77019"/>
                  <a:pt x="219224" y="78804"/>
                </a:cubicBezTo>
                <a:cubicBezTo>
                  <a:pt x="218479" y="87883"/>
                  <a:pt x="217512" y="95548"/>
                  <a:pt x="216321" y="101798"/>
                </a:cubicBezTo>
                <a:cubicBezTo>
                  <a:pt x="213345" y="118318"/>
                  <a:pt x="206052" y="126578"/>
                  <a:pt x="194444" y="126578"/>
                </a:cubicBezTo>
                <a:cubicBezTo>
                  <a:pt x="181198" y="126578"/>
                  <a:pt x="172938" y="117425"/>
                  <a:pt x="169664" y="99119"/>
                </a:cubicBezTo>
                <a:cubicBezTo>
                  <a:pt x="167729" y="87660"/>
                  <a:pt x="166762" y="69652"/>
                  <a:pt x="166762" y="45095"/>
                </a:cubicBezTo>
                <a:lnTo>
                  <a:pt x="135061" y="45095"/>
                </a:lnTo>
                <a:cubicBezTo>
                  <a:pt x="134392" y="57522"/>
                  <a:pt x="132680" y="68014"/>
                  <a:pt x="129927" y="76572"/>
                </a:cubicBezTo>
                <a:cubicBezTo>
                  <a:pt x="140419" y="82451"/>
                  <a:pt x="149944" y="88106"/>
                  <a:pt x="158502" y="93538"/>
                </a:cubicBezTo>
                <a:lnTo>
                  <a:pt x="148902" y="108496"/>
                </a:lnTo>
                <a:cubicBezTo>
                  <a:pt x="140866" y="102840"/>
                  <a:pt x="132234" y="97185"/>
                  <a:pt x="123006" y="91529"/>
                </a:cubicBezTo>
                <a:cubicBezTo>
                  <a:pt x="115342" y="103733"/>
                  <a:pt x="100236" y="115937"/>
                  <a:pt x="77688" y="128141"/>
                </a:cubicBezTo>
                <a:cubicBezTo>
                  <a:pt x="74414" y="123230"/>
                  <a:pt x="70544" y="118467"/>
                  <a:pt x="66079" y="113853"/>
                </a:cubicBezTo>
                <a:cubicBezTo>
                  <a:pt x="86841" y="103659"/>
                  <a:pt x="100831" y="93241"/>
                  <a:pt x="108049" y="82600"/>
                </a:cubicBezTo>
                <a:cubicBezTo>
                  <a:pt x="101947" y="79028"/>
                  <a:pt x="95622" y="75456"/>
                  <a:pt x="89073" y="71884"/>
                </a:cubicBezTo>
                <a:lnTo>
                  <a:pt x="96887" y="59382"/>
                </a:lnTo>
                <a:cubicBezTo>
                  <a:pt x="103138" y="62508"/>
                  <a:pt x="109165" y="65559"/>
                  <a:pt x="114970" y="68535"/>
                </a:cubicBezTo>
                <a:cubicBezTo>
                  <a:pt x="116979" y="62210"/>
                  <a:pt x="118318" y="54397"/>
                  <a:pt x="118988" y="45095"/>
                </a:cubicBezTo>
                <a:lnTo>
                  <a:pt x="94654" y="45095"/>
                </a:lnTo>
                <a:lnTo>
                  <a:pt x="94654" y="29914"/>
                </a:lnTo>
                <a:lnTo>
                  <a:pt x="119434" y="29914"/>
                </a:lnTo>
                <a:close/>
                <a:moveTo>
                  <a:pt x="40853" y="223"/>
                </a:moveTo>
                <a:lnTo>
                  <a:pt x="56927" y="223"/>
                </a:lnTo>
                <a:lnTo>
                  <a:pt x="56927" y="31924"/>
                </a:lnTo>
                <a:lnTo>
                  <a:pt x="83716" y="31924"/>
                </a:lnTo>
                <a:lnTo>
                  <a:pt x="83716" y="47104"/>
                </a:lnTo>
                <a:lnTo>
                  <a:pt x="56927" y="47104"/>
                </a:lnTo>
                <a:lnTo>
                  <a:pt x="56927" y="67531"/>
                </a:lnTo>
                <a:cubicBezTo>
                  <a:pt x="65187" y="65894"/>
                  <a:pt x="74265" y="64070"/>
                  <a:pt x="84162" y="62061"/>
                </a:cubicBezTo>
                <a:cubicBezTo>
                  <a:pt x="84460" y="70098"/>
                  <a:pt x="84683" y="75381"/>
                  <a:pt x="84832" y="77911"/>
                </a:cubicBezTo>
                <a:cubicBezTo>
                  <a:pt x="75381" y="79772"/>
                  <a:pt x="66079" y="81632"/>
                  <a:pt x="56927" y="83493"/>
                </a:cubicBezTo>
                <a:lnTo>
                  <a:pt x="56927" y="106263"/>
                </a:lnTo>
                <a:cubicBezTo>
                  <a:pt x="56927" y="120997"/>
                  <a:pt x="49783" y="128439"/>
                  <a:pt x="35495" y="128587"/>
                </a:cubicBezTo>
                <a:cubicBezTo>
                  <a:pt x="29096" y="128736"/>
                  <a:pt x="21208" y="128662"/>
                  <a:pt x="11832" y="128364"/>
                </a:cubicBezTo>
                <a:cubicBezTo>
                  <a:pt x="11236" y="122411"/>
                  <a:pt x="10343" y="116979"/>
                  <a:pt x="9153" y="112068"/>
                </a:cubicBezTo>
                <a:cubicBezTo>
                  <a:pt x="18827" y="112812"/>
                  <a:pt x="26566" y="113184"/>
                  <a:pt x="32370" y="113184"/>
                </a:cubicBezTo>
                <a:cubicBezTo>
                  <a:pt x="38025" y="113184"/>
                  <a:pt x="40853" y="110207"/>
                  <a:pt x="40853" y="104254"/>
                </a:cubicBezTo>
                <a:lnTo>
                  <a:pt x="40853" y="86953"/>
                </a:lnTo>
                <a:cubicBezTo>
                  <a:pt x="29319" y="89483"/>
                  <a:pt x="18008" y="92050"/>
                  <a:pt x="6920" y="94655"/>
                </a:cubicBezTo>
                <a:lnTo>
                  <a:pt x="2902" y="77688"/>
                </a:lnTo>
                <a:cubicBezTo>
                  <a:pt x="11608" y="76274"/>
                  <a:pt x="24259" y="73968"/>
                  <a:pt x="40853" y="70768"/>
                </a:cubicBezTo>
                <a:lnTo>
                  <a:pt x="40853" y="47104"/>
                </a:lnTo>
                <a:lnTo>
                  <a:pt x="5134" y="47104"/>
                </a:lnTo>
                <a:lnTo>
                  <a:pt x="5134" y="31924"/>
                </a:lnTo>
                <a:lnTo>
                  <a:pt x="40853" y="31924"/>
                </a:lnTo>
                <a:close/>
                <a:moveTo>
                  <a:pt x="564579" y="0"/>
                </a:moveTo>
                <a:cubicBezTo>
                  <a:pt x="571872" y="11311"/>
                  <a:pt x="576932" y="19645"/>
                  <a:pt x="579760" y="25003"/>
                </a:cubicBezTo>
                <a:lnTo>
                  <a:pt x="571165" y="29468"/>
                </a:lnTo>
                <a:lnTo>
                  <a:pt x="672628" y="29468"/>
                </a:lnTo>
                <a:lnTo>
                  <a:pt x="672628" y="45318"/>
                </a:lnTo>
                <a:lnTo>
                  <a:pt x="600521" y="45318"/>
                </a:lnTo>
                <a:lnTo>
                  <a:pt x="600521" y="107379"/>
                </a:lnTo>
                <a:lnTo>
                  <a:pt x="583332" y="107379"/>
                </a:lnTo>
                <a:lnTo>
                  <a:pt x="583332" y="45318"/>
                </a:lnTo>
                <a:lnTo>
                  <a:pt x="547390" y="45318"/>
                </a:lnTo>
                <a:lnTo>
                  <a:pt x="547390" y="107826"/>
                </a:lnTo>
                <a:lnTo>
                  <a:pt x="530200" y="107826"/>
                </a:lnTo>
                <a:lnTo>
                  <a:pt x="530200" y="45318"/>
                </a:lnTo>
                <a:lnTo>
                  <a:pt x="459432" y="45318"/>
                </a:lnTo>
                <a:lnTo>
                  <a:pt x="459432" y="29468"/>
                </a:lnTo>
                <a:lnTo>
                  <a:pt x="561231" y="29468"/>
                </a:lnTo>
                <a:cubicBezTo>
                  <a:pt x="556617" y="21134"/>
                  <a:pt x="552375" y="13915"/>
                  <a:pt x="548506" y="7813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5" name="箭头: 右 214">
            <a:extLst>
              <a:ext uri="{FF2B5EF4-FFF2-40B4-BE49-F238E27FC236}">
                <a16:creationId xmlns:a16="http://schemas.microsoft.com/office/drawing/2014/main" id="{6A7FE946-39F9-45DD-93C2-25B2C0334DF4}"/>
              </a:ext>
            </a:extLst>
          </p:cNvPr>
          <p:cNvSpPr/>
          <p:nvPr/>
        </p:nvSpPr>
        <p:spPr>
          <a:xfrm flipH="1">
            <a:off x="4206027" y="1670631"/>
            <a:ext cx="984353" cy="211391"/>
          </a:xfrm>
          <a:prstGeom prst="rightArrow">
            <a:avLst/>
          </a:prstGeom>
          <a:solidFill>
            <a:srgbClr val="00B050"/>
          </a:solidFill>
          <a:ln w="0">
            <a:noFill/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7" name="文本框 216">
            <a:extLst>
              <a:ext uri="{FF2B5EF4-FFF2-40B4-BE49-F238E27FC236}">
                <a16:creationId xmlns:a16="http://schemas.microsoft.com/office/drawing/2014/main" id="{96E895CA-3833-47E6-8D89-CD24E2E6B6A9}"/>
              </a:ext>
            </a:extLst>
          </p:cNvPr>
          <p:cNvSpPr txBox="1"/>
          <p:nvPr/>
        </p:nvSpPr>
        <p:spPr>
          <a:xfrm>
            <a:off x="4542566" y="1605283"/>
            <a:ext cx="351611" cy="351270"/>
          </a:xfrm>
          <a:custGeom>
            <a:avLst/>
            <a:gdLst/>
            <a:ahLst/>
            <a:cxnLst/>
            <a:rect l="l" t="t" r="r" b="b"/>
            <a:pathLst>
              <a:path w="115416" h="115304">
                <a:moveTo>
                  <a:pt x="16520" y="0"/>
                </a:moveTo>
                <a:lnTo>
                  <a:pt x="57819" y="41076"/>
                </a:lnTo>
                <a:lnTo>
                  <a:pt x="99008" y="0"/>
                </a:lnTo>
                <a:lnTo>
                  <a:pt x="115193" y="17412"/>
                </a:lnTo>
                <a:lnTo>
                  <a:pt x="74451" y="57819"/>
                </a:lnTo>
                <a:lnTo>
                  <a:pt x="115416" y="98561"/>
                </a:lnTo>
                <a:lnTo>
                  <a:pt x="98561" y="115304"/>
                </a:lnTo>
                <a:lnTo>
                  <a:pt x="57819" y="74228"/>
                </a:lnTo>
                <a:lnTo>
                  <a:pt x="16854" y="115304"/>
                </a:lnTo>
                <a:lnTo>
                  <a:pt x="0" y="98338"/>
                </a:lnTo>
                <a:lnTo>
                  <a:pt x="41076" y="57819"/>
                </a:lnTo>
                <a:lnTo>
                  <a:pt x="0" y="1685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068689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 animBg="1"/>
      <p:bldP spid="215" grpId="0" animBg="1"/>
      <p:bldP spid="217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9D121B6B-37E2-4F30-ACAD-CF85EC41F460}"/>
              </a:ext>
            </a:extLst>
          </p:cNvPr>
          <p:cNvGrpSpPr/>
          <p:nvPr/>
        </p:nvGrpSpPr>
        <p:grpSpPr>
          <a:xfrm>
            <a:off x="2901548" y="1548825"/>
            <a:ext cx="6235957" cy="3427591"/>
            <a:chOff x="2901548" y="1548825"/>
            <a:chExt cx="6235957" cy="3427591"/>
          </a:xfrm>
        </p:grpSpPr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48350B65-32B3-413D-974B-84DA9A863A29}"/>
                </a:ext>
              </a:extLst>
            </p:cNvPr>
            <p:cNvSpPr/>
            <p:nvPr/>
          </p:nvSpPr>
          <p:spPr>
            <a:xfrm>
              <a:off x="5528616" y="3232432"/>
              <a:ext cx="617218" cy="1447944"/>
            </a:xfrm>
            <a:prstGeom prst="rect">
              <a:avLst/>
            </a:prstGeom>
            <a:solidFill>
              <a:srgbClr val="7030A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BA2406BB-2807-4255-8DDB-B1BB558DA556}"/>
                </a:ext>
              </a:extLst>
            </p:cNvPr>
            <p:cNvSpPr/>
            <p:nvPr/>
          </p:nvSpPr>
          <p:spPr>
            <a:xfrm>
              <a:off x="3343085" y="3230681"/>
              <a:ext cx="2684506" cy="144969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11" name="文本框 110">
              <a:extLst>
                <a:ext uri="{FF2B5EF4-FFF2-40B4-BE49-F238E27FC236}">
                  <a16:creationId xmlns:a16="http://schemas.microsoft.com/office/drawing/2014/main" id="{C2997271-EF86-4D5F-91E9-F55E92BCDD18}"/>
                </a:ext>
              </a:extLst>
            </p:cNvPr>
            <p:cNvSpPr txBox="1"/>
            <p:nvPr/>
          </p:nvSpPr>
          <p:spPr>
            <a:xfrm>
              <a:off x="4334833" y="2795342"/>
              <a:ext cx="561380" cy="299697"/>
            </a:xfrm>
            <a:custGeom>
              <a:avLst/>
              <a:gdLst/>
              <a:ahLst/>
              <a:cxnLst/>
              <a:rect l="l" t="t" r="r" b="b"/>
              <a:pathLst>
                <a:path w="281026" h="150028">
                  <a:moveTo>
                    <a:pt x="251527" y="24070"/>
                  </a:moveTo>
                  <a:cubicBezTo>
                    <a:pt x="255146" y="27810"/>
                    <a:pt x="258705" y="30283"/>
                    <a:pt x="262204" y="31490"/>
                  </a:cubicBezTo>
                  <a:cubicBezTo>
                    <a:pt x="263652" y="32093"/>
                    <a:pt x="264376" y="32696"/>
                    <a:pt x="264376" y="33299"/>
                  </a:cubicBezTo>
                  <a:cubicBezTo>
                    <a:pt x="264376" y="33903"/>
                    <a:pt x="263199" y="34747"/>
                    <a:pt x="260847" y="35833"/>
                  </a:cubicBezTo>
                  <a:cubicBezTo>
                    <a:pt x="258494" y="36919"/>
                    <a:pt x="254905" y="40719"/>
                    <a:pt x="250079" y="47235"/>
                  </a:cubicBezTo>
                  <a:cubicBezTo>
                    <a:pt x="241392" y="58938"/>
                    <a:pt x="232947" y="69313"/>
                    <a:pt x="224742" y="78362"/>
                  </a:cubicBezTo>
                  <a:lnTo>
                    <a:pt x="264376" y="120348"/>
                  </a:lnTo>
                  <a:lnTo>
                    <a:pt x="255146" y="128130"/>
                  </a:lnTo>
                  <a:cubicBezTo>
                    <a:pt x="241995" y="112566"/>
                    <a:pt x="229568" y="98511"/>
                    <a:pt x="217865" y="85963"/>
                  </a:cubicBezTo>
                  <a:cubicBezTo>
                    <a:pt x="203508" y="101165"/>
                    <a:pt x="187703" y="115160"/>
                    <a:pt x="170450" y="127949"/>
                  </a:cubicBezTo>
                  <a:cubicBezTo>
                    <a:pt x="169605" y="123847"/>
                    <a:pt x="166589" y="120590"/>
                    <a:pt x="161401" y="118177"/>
                  </a:cubicBezTo>
                  <a:cubicBezTo>
                    <a:pt x="177689" y="109007"/>
                    <a:pt x="194218" y="95856"/>
                    <a:pt x="210988" y="78724"/>
                  </a:cubicBezTo>
                  <a:cubicBezTo>
                    <a:pt x="196390" y="63281"/>
                    <a:pt x="182394" y="49406"/>
                    <a:pt x="169002" y="37100"/>
                  </a:cubicBezTo>
                  <a:lnTo>
                    <a:pt x="176422" y="30766"/>
                  </a:lnTo>
                  <a:cubicBezTo>
                    <a:pt x="193675" y="47174"/>
                    <a:pt x="207550" y="60687"/>
                    <a:pt x="218046" y="71304"/>
                  </a:cubicBezTo>
                  <a:cubicBezTo>
                    <a:pt x="233127" y="54413"/>
                    <a:pt x="244288" y="38668"/>
                    <a:pt x="251527" y="24070"/>
                  </a:cubicBezTo>
                  <a:close/>
                  <a:moveTo>
                    <a:pt x="141132" y="6877"/>
                  </a:moveTo>
                  <a:cubicBezTo>
                    <a:pt x="147647" y="8084"/>
                    <a:pt x="170269" y="8687"/>
                    <a:pt x="208997" y="8687"/>
                  </a:cubicBezTo>
                  <a:cubicBezTo>
                    <a:pt x="247726" y="8687"/>
                    <a:pt x="269624" y="8084"/>
                    <a:pt x="274692" y="6877"/>
                  </a:cubicBezTo>
                  <a:lnTo>
                    <a:pt x="274692" y="20088"/>
                  </a:lnTo>
                  <a:cubicBezTo>
                    <a:pt x="266005" y="18761"/>
                    <a:pt x="244589" y="18098"/>
                    <a:pt x="210445" y="18098"/>
                  </a:cubicBezTo>
                  <a:lnTo>
                    <a:pt x="152895" y="18098"/>
                  </a:lnTo>
                  <a:lnTo>
                    <a:pt x="152895" y="138808"/>
                  </a:lnTo>
                  <a:lnTo>
                    <a:pt x="218227" y="138808"/>
                  </a:lnTo>
                  <a:cubicBezTo>
                    <a:pt x="251165" y="138808"/>
                    <a:pt x="272098" y="138144"/>
                    <a:pt x="281026" y="136817"/>
                  </a:cubicBezTo>
                  <a:lnTo>
                    <a:pt x="281026" y="150028"/>
                  </a:lnTo>
                  <a:cubicBezTo>
                    <a:pt x="274390" y="148701"/>
                    <a:pt x="251044" y="148038"/>
                    <a:pt x="210988" y="148038"/>
                  </a:cubicBezTo>
                  <a:cubicBezTo>
                    <a:pt x="170932" y="148038"/>
                    <a:pt x="147647" y="148701"/>
                    <a:pt x="141132" y="150028"/>
                  </a:cubicBezTo>
                  <a:cubicBezTo>
                    <a:pt x="141735" y="140497"/>
                    <a:pt x="142037" y="130785"/>
                    <a:pt x="142037" y="120891"/>
                  </a:cubicBezTo>
                  <a:lnTo>
                    <a:pt x="142037" y="36195"/>
                  </a:lnTo>
                  <a:cubicBezTo>
                    <a:pt x="142037" y="24492"/>
                    <a:pt x="141735" y="14719"/>
                    <a:pt x="141132" y="6877"/>
                  </a:cubicBezTo>
                  <a:close/>
                  <a:moveTo>
                    <a:pt x="0" y="0"/>
                  </a:moveTo>
                  <a:lnTo>
                    <a:pt x="2896" y="0"/>
                  </a:lnTo>
                  <a:lnTo>
                    <a:pt x="89221" y="99536"/>
                  </a:lnTo>
                  <a:lnTo>
                    <a:pt x="89221" y="0"/>
                  </a:lnTo>
                  <a:lnTo>
                    <a:pt x="102070" y="0"/>
                  </a:lnTo>
                  <a:lnTo>
                    <a:pt x="102070" y="129940"/>
                  </a:lnTo>
                  <a:lnTo>
                    <a:pt x="99174" y="129940"/>
                  </a:lnTo>
                  <a:lnTo>
                    <a:pt x="13392" y="31671"/>
                  </a:lnTo>
                  <a:lnTo>
                    <a:pt x="13392" y="129940"/>
                  </a:lnTo>
                  <a:lnTo>
                    <a:pt x="0" y="12994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</a:endParaRPr>
            </a:p>
          </p:txBody>
        </p:sp>
        <p:grpSp>
          <p:nvGrpSpPr>
            <p:cNvPr id="112" name="组合 111">
              <a:extLst>
                <a:ext uri="{FF2B5EF4-FFF2-40B4-BE49-F238E27FC236}">
                  <a16:creationId xmlns:a16="http://schemas.microsoft.com/office/drawing/2014/main" id="{530426D2-5488-4543-9986-503A1B5686B1}"/>
                </a:ext>
              </a:extLst>
            </p:cNvPr>
            <p:cNvGrpSpPr/>
            <p:nvPr/>
          </p:nvGrpSpPr>
          <p:grpSpPr>
            <a:xfrm>
              <a:off x="3416961" y="3291273"/>
              <a:ext cx="65226" cy="1331801"/>
              <a:chOff x="1214405" y="4592622"/>
              <a:chExt cx="84501" cy="1725373"/>
            </a:xfrm>
          </p:grpSpPr>
          <p:sp>
            <p:nvSpPr>
              <p:cNvPr id="113" name="椭圆 112">
                <a:extLst>
                  <a:ext uri="{FF2B5EF4-FFF2-40B4-BE49-F238E27FC236}">
                    <a16:creationId xmlns:a16="http://schemas.microsoft.com/office/drawing/2014/main" id="{873C9488-8195-41C4-B090-E95AD7BB9AD8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4" name="椭圆 113">
                <a:extLst>
                  <a:ext uri="{FF2B5EF4-FFF2-40B4-BE49-F238E27FC236}">
                    <a16:creationId xmlns:a16="http://schemas.microsoft.com/office/drawing/2014/main" id="{76AF446A-B691-4A4A-AF48-EEE597D69DAF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5" name="椭圆 114">
                <a:extLst>
                  <a:ext uri="{FF2B5EF4-FFF2-40B4-BE49-F238E27FC236}">
                    <a16:creationId xmlns:a16="http://schemas.microsoft.com/office/drawing/2014/main" id="{3AC4D624-ECB1-433C-A3A9-7AF9E1318A87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6" name="椭圆 115">
                <a:extLst>
                  <a:ext uri="{FF2B5EF4-FFF2-40B4-BE49-F238E27FC236}">
                    <a16:creationId xmlns:a16="http://schemas.microsoft.com/office/drawing/2014/main" id="{378826C4-CA00-41A6-A17A-F03AD7938574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17" name="椭圆 116">
                <a:extLst>
                  <a:ext uri="{FF2B5EF4-FFF2-40B4-BE49-F238E27FC236}">
                    <a16:creationId xmlns:a16="http://schemas.microsoft.com/office/drawing/2014/main" id="{289FAAD0-11D5-4501-92BC-89934C36A32F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18" name="组合 117">
              <a:extLst>
                <a:ext uri="{FF2B5EF4-FFF2-40B4-BE49-F238E27FC236}">
                  <a16:creationId xmlns:a16="http://schemas.microsoft.com/office/drawing/2014/main" id="{65DA9D4B-3C8A-4BB3-ADE4-9C87D32BB303}"/>
                </a:ext>
              </a:extLst>
            </p:cNvPr>
            <p:cNvGrpSpPr/>
            <p:nvPr/>
          </p:nvGrpSpPr>
          <p:grpSpPr>
            <a:xfrm>
              <a:off x="3973951" y="3291273"/>
              <a:ext cx="65226" cy="1331801"/>
              <a:chOff x="1214405" y="4592622"/>
              <a:chExt cx="84501" cy="1725373"/>
            </a:xfrm>
          </p:grpSpPr>
          <p:sp>
            <p:nvSpPr>
              <p:cNvPr id="119" name="椭圆 118">
                <a:extLst>
                  <a:ext uri="{FF2B5EF4-FFF2-40B4-BE49-F238E27FC236}">
                    <a16:creationId xmlns:a16="http://schemas.microsoft.com/office/drawing/2014/main" id="{312AD2FB-5797-4AF2-81B5-7534AB4A1FA8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0" name="椭圆 119">
                <a:extLst>
                  <a:ext uri="{FF2B5EF4-FFF2-40B4-BE49-F238E27FC236}">
                    <a16:creationId xmlns:a16="http://schemas.microsoft.com/office/drawing/2014/main" id="{82F690E2-1800-424E-8954-24E1451D7F20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1" name="椭圆 120">
                <a:extLst>
                  <a:ext uri="{FF2B5EF4-FFF2-40B4-BE49-F238E27FC236}">
                    <a16:creationId xmlns:a16="http://schemas.microsoft.com/office/drawing/2014/main" id="{B1173A8C-79AF-4840-B0B7-F3B7E0783C8E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2" name="椭圆 121">
                <a:extLst>
                  <a:ext uri="{FF2B5EF4-FFF2-40B4-BE49-F238E27FC236}">
                    <a16:creationId xmlns:a16="http://schemas.microsoft.com/office/drawing/2014/main" id="{31C8BDD9-3874-44B6-82D5-6E0E711B3481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3" name="椭圆 122">
                <a:extLst>
                  <a:ext uri="{FF2B5EF4-FFF2-40B4-BE49-F238E27FC236}">
                    <a16:creationId xmlns:a16="http://schemas.microsoft.com/office/drawing/2014/main" id="{4584F266-12A5-4886-80AD-50233E8E3867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8DD72B63-3199-4900-A852-D01A71CA3DC1}"/>
                </a:ext>
              </a:extLst>
            </p:cNvPr>
            <p:cNvGrpSpPr/>
            <p:nvPr/>
          </p:nvGrpSpPr>
          <p:grpSpPr>
            <a:xfrm>
              <a:off x="4530941" y="3291273"/>
              <a:ext cx="65226" cy="1331801"/>
              <a:chOff x="1214405" y="4592622"/>
              <a:chExt cx="84501" cy="1725373"/>
            </a:xfrm>
          </p:grpSpPr>
          <p:sp>
            <p:nvSpPr>
              <p:cNvPr id="125" name="椭圆 124">
                <a:extLst>
                  <a:ext uri="{FF2B5EF4-FFF2-40B4-BE49-F238E27FC236}">
                    <a16:creationId xmlns:a16="http://schemas.microsoft.com/office/drawing/2014/main" id="{31EEEEB9-C69D-4D85-8B07-9F4B0CCEAF34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6" name="椭圆 125">
                <a:extLst>
                  <a:ext uri="{FF2B5EF4-FFF2-40B4-BE49-F238E27FC236}">
                    <a16:creationId xmlns:a16="http://schemas.microsoft.com/office/drawing/2014/main" id="{6934A019-338B-4C7C-B19D-73D222A49558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7" name="椭圆 126">
                <a:extLst>
                  <a:ext uri="{FF2B5EF4-FFF2-40B4-BE49-F238E27FC236}">
                    <a16:creationId xmlns:a16="http://schemas.microsoft.com/office/drawing/2014/main" id="{2F92BBB0-B2CF-489A-93E0-F2B3A6E561FF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8" name="椭圆 127">
                <a:extLst>
                  <a:ext uri="{FF2B5EF4-FFF2-40B4-BE49-F238E27FC236}">
                    <a16:creationId xmlns:a16="http://schemas.microsoft.com/office/drawing/2014/main" id="{772D1107-8EC9-46FD-A6C3-4110DC327B93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29" name="椭圆 128">
                <a:extLst>
                  <a:ext uri="{FF2B5EF4-FFF2-40B4-BE49-F238E27FC236}">
                    <a16:creationId xmlns:a16="http://schemas.microsoft.com/office/drawing/2014/main" id="{ABEF0639-845F-4C69-BC44-565AE9D3F1F6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0615F074-6BC6-4738-B457-E1ECDF7B524D}"/>
                </a:ext>
              </a:extLst>
            </p:cNvPr>
            <p:cNvGrpSpPr/>
            <p:nvPr/>
          </p:nvGrpSpPr>
          <p:grpSpPr>
            <a:xfrm>
              <a:off x="5087931" y="3291273"/>
              <a:ext cx="65226" cy="1331801"/>
              <a:chOff x="1214405" y="4592622"/>
              <a:chExt cx="84501" cy="1725373"/>
            </a:xfrm>
          </p:grpSpPr>
          <p:sp>
            <p:nvSpPr>
              <p:cNvPr id="131" name="椭圆 130">
                <a:extLst>
                  <a:ext uri="{FF2B5EF4-FFF2-40B4-BE49-F238E27FC236}">
                    <a16:creationId xmlns:a16="http://schemas.microsoft.com/office/drawing/2014/main" id="{955FD6C9-E3AE-4871-95D0-F1A329921A0D}"/>
                  </a:ext>
                </a:extLst>
              </p:cNvPr>
              <p:cNvSpPr/>
              <p:nvPr/>
            </p:nvSpPr>
            <p:spPr>
              <a:xfrm>
                <a:off x="1214405" y="4592622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2" name="椭圆 131">
                <a:extLst>
                  <a:ext uri="{FF2B5EF4-FFF2-40B4-BE49-F238E27FC236}">
                    <a16:creationId xmlns:a16="http://schemas.microsoft.com/office/drawing/2014/main" id="{D225CF3B-AC77-4435-BACE-9C168DF7DCAB}"/>
                  </a:ext>
                </a:extLst>
              </p:cNvPr>
              <p:cNvSpPr/>
              <p:nvPr/>
            </p:nvSpPr>
            <p:spPr>
              <a:xfrm>
                <a:off x="1214405" y="5823276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3" name="椭圆 132">
                <a:extLst>
                  <a:ext uri="{FF2B5EF4-FFF2-40B4-BE49-F238E27FC236}">
                    <a16:creationId xmlns:a16="http://schemas.microsoft.com/office/drawing/2014/main" id="{73161254-8143-483D-B591-2D60E1504ECA}"/>
                  </a:ext>
                </a:extLst>
              </p:cNvPr>
              <p:cNvSpPr/>
              <p:nvPr/>
            </p:nvSpPr>
            <p:spPr>
              <a:xfrm>
                <a:off x="1214405" y="6233494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4" name="椭圆 133">
                <a:extLst>
                  <a:ext uri="{FF2B5EF4-FFF2-40B4-BE49-F238E27FC236}">
                    <a16:creationId xmlns:a16="http://schemas.microsoft.com/office/drawing/2014/main" id="{D6D77E98-41F7-4AD7-A9A4-C7455D76B280}"/>
                  </a:ext>
                </a:extLst>
              </p:cNvPr>
              <p:cNvSpPr/>
              <p:nvPr/>
            </p:nvSpPr>
            <p:spPr>
              <a:xfrm>
                <a:off x="1214405" y="5002840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5" name="椭圆 134">
                <a:extLst>
                  <a:ext uri="{FF2B5EF4-FFF2-40B4-BE49-F238E27FC236}">
                    <a16:creationId xmlns:a16="http://schemas.microsoft.com/office/drawing/2014/main" id="{D9785832-4F22-4813-85BF-FD3550371E98}"/>
                  </a:ext>
                </a:extLst>
              </p:cNvPr>
              <p:cNvSpPr/>
              <p:nvPr/>
            </p:nvSpPr>
            <p:spPr>
              <a:xfrm>
                <a:off x="1214405" y="5413058"/>
                <a:ext cx="84501" cy="84501"/>
              </a:xfrm>
              <a:prstGeom prst="ellipse">
                <a:avLst/>
              </a:prstGeom>
              <a:solidFill>
                <a:schemeClr val="tx1"/>
              </a:solidFill>
              <a:ln w="19050">
                <a:noFill/>
                <a:prstDash val="soli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042AA555-E4A3-441C-A675-749CA2AD627C}"/>
                </a:ext>
              </a:extLst>
            </p:cNvPr>
            <p:cNvSpPr/>
            <p:nvPr/>
          </p:nvSpPr>
          <p:spPr>
            <a:xfrm>
              <a:off x="6027591" y="3230681"/>
              <a:ext cx="2821325" cy="1449695"/>
            </a:xfrm>
            <a:prstGeom prst="rect">
              <a:avLst/>
            </a:prstGeom>
            <a:solidFill>
              <a:srgbClr val="00B0F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52E46D91-7890-4701-90B9-9FE48EB12F34}"/>
                </a:ext>
              </a:extLst>
            </p:cNvPr>
            <p:cNvSpPr txBox="1"/>
            <p:nvPr/>
          </p:nvSpPr>
          <p:spPr>
            <a:xfrm>
              <a:off x="7212816" y="2769014"/>
              <a:ext cx="606269" cy="293083"/>
            </a:xfrm>
            <a:custGeom>
              <a:avLst/>
              <a:gdLst/>
              <a:ahLst/>
              <a:cxnLst/>
              <a:rect l="l" t="t" r="r" b="b"/>
              <a:pathLst>
                <a:path w="591145" h="294085">
                  <a:moveTo>
                    <a:pt x="62805" y="190500"/>
                  </a:moveTo>
                  <a:cubicBezTo>
                    <a:pt x="77291" y="205185"/>
                    <a:pt x="91479" y="220465"/>
                    <a:pt x="105370" y="236340"/>
                  </a:cubicBezTo>
                  <a:lnTo>
                    <a:pt x="85129" y="252413"/>
                  </a:lnTo>
                  <a:cubicBezTo>
                    <a:pt x="73223" y="236736"/>
                    <a:pt x="59928" y="220762"/>
                    <a:pt x="45243" y="204490"/>
                  </a:cubicBezTo>
                  <a:close/>
                  <a:moveTo>
                    <a:pt x="233362" y="189905"/>
                  </a:moveTo>
                  <a:lnTo>
                    <a:pt x="254198" y="203300"/>
                  </a:lnTo>
                  <a:cubicBezTo>
                    <a:pt x="240307" y="220564"/>
                    <a:pt x="225722" y="237133"/>
                    <a:pt x="210442" y="253008"/>
                  </a:cubicBezTo>
                  <a:lnTo>
                    <a:pt x="192583" y="238721"/>
                  </a:lnTo>
                  <a:cubicBezTo>
                    <a:pt x="208657" y="222052"/>
                    <a:pt x="222249" y="205780"/>
                    <a:pt x="233362" y="189905"/>
                  </a:cubicBezTo>
                  <a:close/>
                  <a:moveTo>
                    <a:pt x="490834" y="139304"/>
                  </a:moveTo>
                  <a:lnTo>
                    <a:pt x="490834" y="161330"/>
                  </a:lnTo>
                  <a:lnTo>
                    <a:pt x="552747" y="161330"/>
                  </a:lnTo>
                  <a:lnTo>
                    <a:pt x="552747" y="139304"/>
                  </a:lnTo>
                  <a:close/>
                  <a:moveTo>
                    <a:pt x="411063" y="139304"/>
                  </a:moveTo>
                  <a:lnTo>
                    <a:pt x="411063" y="161330"/>
                  </a:lnTo>
                  <a:lnTo>
                    <a:pt x="471487" y="161330"/>
                  </a:lnTo>
                  <a:lnTo>
                    <a:pt x="471487" y="139304"/>
                  </a:lnTo>
                  <a:close/>
                  <a:moveTo>
                    <a:pt x="581024" y="82451"/>
                  </a:moveTo>
                  <a:lnTo>
                    <a:pt x="585787" y="99715"/>
                  </a:lnTo>
                  <a:cubicBezTo>
                    <a:pt x="559990" y="101104"/>
                    <a:pt x="528339" y="102493"/>
                    <a:pt x="490834" y="103882"/>
                  </a:cubicBezTo>
                  <a:lnTo>
                    <a:pt x="490834" y="123230"/>
                  </a:lnTo>
                  <a:lnTo>
                    <a:pt x="572392" y="123230"/>
                  </a:lnTo>
                  <a:lnTo>
                    <a:pt x="572392" y="183357"/>
                  </a:lnTo>
                  <a:lnTo>
                    <a:pt x="552747" y="183357"/>
                  </a:lnTo>
                  <a:lnTo>
                    <a:pt x="552747" y="177404"/>
                  </a:lnTo>
                  <a:lnTo>
                    <a:pt x="490834" y="177404"/>
                  </a:lnTo>
                  <a:lnTo>
                    <a:pt x="490834" y="196454"/>
                  </a:lnTo>
                  <a:lnTo>
                    <a:pt x="591145" y="196454"/>
                  </a:lnTo>
                  <a:lnTo>
                    <a:pt x="591145" y="261045"/>
                  </a:lnTo>
                  <a:cubicBezTo>
                    <a:pt x="591145" y="281286"/>
                    <a:pt x="581123" y="291406"/>
                    <a:pt x="561081" y="291406"/>
                  </a:cubicBezTo>
                  <a:cubicBezTo>
                    <a:pt x="551159" y="291406"/>
                    <a:pt x="538757" y="291208"/>
                    <a:pt x="523874" y="290811"/>
                  </a:cubicBezTo>
                  <a:cubicBezTo>
                    <a:pt x="522882" y="285254"/>
                    <a:pt x="521394" y="278408"/>
                    <a:pt x="519409" y="270272"/>
                  </a:cubicBezTo>
                  <a:cubicBezTo>
                    <a:pt x="533300" y="271463"/>
                    <a:pt x="545107" y="272058"/>
                    <a:pt x="554831" y="272058"/>
                  </a:cubicBezTo>
                  <a:cubicBezTo>
                    <a:pt x="565546" y="272058"/>
                    <a:pt x="570904" y="266998"/>
                    <a:pt x="570904" y="256878"/>
                  </a:cubicBezTo>
                  <a:lnTo>
                    <a:pt x="570904" y="212527"/>
                  </a:lnTo>
                  <a:lnTo>
                    <a:pt x="490834" y="212527"/>
                  </a:lnTo>
                  <a:lnTo>
                    <a:pt x="490834" y="239018"/>
                  </a:lnTo>
                  <a:cubicBezTo>
                    <a:pt x="502344" y="238423"/>
                    <a:pt x="513754" y="237729"/>
                    <a:pt x="525065" y="236935"/>
                  </a:cubicBezTo>
                  <a:cubicBezTo>
                    <a:pt x="522882" y="232371"/>
                    <a:pt x="520600" y="227807"/>
                    <a:pt x="518219" y="223243"/>
                  </a:cubicBezTo>
                  <a:lnTo>
                    <a:pt x="534292" y="215801"/>
                  </a:lnTo>
                  <a:cubicBezTo>
                    <a:pt x="541436" y="228700"/>
                    <a:pt x="548580" y="242590"/>
                    <a:pt x="555723" y="257473"/>
                  </a:cubicBezTo>
                  <a:lnTo>
                    <a:pt x="538162" y="265510"/>
                  </a:lnTo>
                  <a:cubicBezTo>
                    <a:pt x="536376" y="261343"/>
                    <a:pt x="534590" y="257275"/>
                    <a:pt x="532804" y="253306"/>
                  </a:cubicBezTo>
                  <a:cubicBezTo>
                    <a:pt x="499466" y="254695"/>
                    <a:pt x="462160" y="257374"/>
                    <a:pt x="420885" y="261343"/>
                  </a:cubicBezTo>
                  <a:lnTo>
                    <a:pt x="417314" y="242293"/>
                  </a:lnTo>
                  <a:cubicBezTo>
                    <a:pt x="435570" y="241697"/>
                    <a:pt x="453628" y="240904"/>
                    <a:pt x="471487" y="239911"/>
                  </a:cubicBezTo>
                  <a:lnTo>
                    <a:pt x="471487" y="212527"/>
                  </a:lnTo>
                  <a:lnTo>
                    <a:pt x="397668" y="212527"/>
                  </a:lnTo>
                  <a:lnTo>
                    <a:pt x="397668" y="292894"/>
                  </a:lnTo>
                  <a:lnTo>
                    <a:pt x="377428" y="292894"/>
                  </a:lnTo>
                  <a:lnTo>
                    <a:pt x="377428" y="196454"/>
                  </a:lnTo>
                  <a:lnTo>
                    <a:pt x="471487" y="196454"/>
                  </a:lnTo>
                  <a:lnTo>
                    <a:pt x="471487" y="177404"/>
                  </a:lnTo>
                  <a:lnTo>
                    <a:pt x="411063" y="177404"/>
                  </a:lnTo>
                  <a:lnTo>
                    <a:pt x="411063" y="183357"/>
                  </a:lnTo>
                  <a:lnTo>
                    <a:pt x="391417" y="183357"/>
                  </a:lnTo>
                  <a:lnTo>
                    <a:pt x="391417" y="123230"/>
                  </a:lnTo>
                  <a:lnTo>
                    <a:pt x="471487" y="123230"/>
                  </a:lnTo>
                  <a:lnTo>
                    <a:pt x="471487" y="104478"/>
                  </a:lnTo>
                  <a:cubicBezTo>
                    <a:pt x="442912" y="105470"/>
                    <a:pt x="411360" y="106462"/>
                    <a:pt x="376832" y="107454"/>
                  </a:cubicBezTo>
                  <a:cubicBezTo>
                    <a:pt x="375840" y="102097"/>
                    <a:pt x="374451" y="96143"/>
                    <a:pt x="372665" y="89595"/>
                  </a:cubicBezTo>
                  <a:cubicBezTo>
                    <a:pt x="467121" y="87412"/>
                    <a:pt x="536574" y="85031"/>
                    <a:pt x="581024" y="82451"/>
                  </a:cubicBezTo>
                  <a:close/>
                  <a:moveTo>
                    <a:pt x="361949" y="30361"/>
                  </a:moveTo>
                  <a:lnTo>
                    <a:pt x="361949" y="53281"/>
                  </a:lnTo>
                  <a:lnTo>
                    <a:pt x="566141" y="53281"/>
                  </a:lnTo>
                  <a:lnTo>
                    <a:pt x="566141" y="30361"/>
                  </a:lnTo>
                  <a:close/>
                  <a:moveTo>
                    <a:pt x="150316" y="25301"/>
                  </a:moveTo>
                  <a:cubicBezTo>
                    <a:pt x="129877" y="51098"/>
                    <a:pt x="100409" y="76399"/>
                    <a:pt x="61912" y="101204"/>
                  </a:cubicBezTo>
                  <a:lnTo>
                    <a:pt x="236636" y="101204"/>
                  </a:lnTo>
                  <a:cubicBezTo>
                    <a:pt x="205680" y="81558"/>
                    <a:pt x="176907" y="56257"/>
                    <a:pt x="150316" y="25301"/>
                  </a:cubicBezTo>
                  <a:close/>
                  <a:moveTo>
                    <a:pt x="341411" y="13097"/>
                  </a:moveTo>
                  <a:lnTo>
                    <a:pt x="586382" y="13097"/>
                  </a:lnTo>
                  <a:lnTo>
                    <a:pt x="586382" y="76498"/>
                  </a:lnTo>
                  <a:lnTo>
                    <a:pt x="566141" y="76498"/>
                  </a:lnTo>
                  <a:lnTo>
                    <a:pt x="566141" y="70545"/>
                  </a:lnTo>
                  <a:lnTo>
                    <a:pt x="361949" y="70545"/>
                  </a:lnTo>
                  <a:lnTo>
                    <a:pt x="361949" y="141387"/>
                  </a:lnTo>
                  <a:cubicBezTo>
                    <a:pt x="361949" y="208856"/>
                    <a:pt x="348059" y="259755"/>
                    <a:pt x="320278" y="294085"/>
                  </a:cubicBezTo>
                  <a:cubicBezTo>
                    <a:pt x="315714" y="287140"/>
                    <a:pt x="310753" y="280492"/>
                    <a:pt x="305395" y="274142"/>
                  </a:cubicBezTo>
                  <a:cubicBezTo>
                    <a:pt x="329604" y="246361"/>
                    <a:pt x="341610" y="200720"/>
                    <a:pt x="341411" y="137220"/>
                  </a:cubicBezTo>
                  <a:close/>
                  <a:moveTo>
                    <a:pt x="140196" y="0"/>
                  </a:moveTo>
                  <a:lnTo>
                    <a:pt x="172640" y="0"/>
                  </a:lnTo>
                  <a:lnTo>
                    <a:pt x="165794" y="8335"/>
                  </a:lnTo>
                  <a:cubicBezTo>
                    <a:pt x="197346" y="48618"/>
                    <a:pt x="241994" y="79971"/>
                    <a:pt x="299739" y="102394"/>
                  </a:cubicBezTo>
                  <a:cubicBezTo>
                    <a:pt x="294382" y="109935"/>
                    <a:pt x="289123" y="117872"/>
                    <a:pt x="283964" y="126207"/>
                  </a:cubicBezTo>
                  <a:cubicBezTo>
                    <a:pt x="268485" y="119658"/>
                    <a:pt x="253503" y="111820"/>
                    <a:pt x="239017" y="102692"/>
                  </a:cubicBezTo>
                  <a:lnTo>
                    <a:pt x="239017" y="122932"/>
                  </a:lnTo>
                  <a:lnTo>
                    <a:pt x="161925" y="122932"/>
                  </a:lnTo>
                  <a:lnTo>
                    <a:pt x="161925" y="164604"/>
                  </a:lnTo>
                  <a:lnTo>
                    <a:pt x="267890" y="164604"/>
                  </a:lnTo>
                  <a:lnTo>
                    <a:pt x="267890" y="186333"/>
                  </a:lnTo>
                  <a:lnTo>
                    <a:pt x="161925" y="186333"/>
                  </a:lnTo>
                  <a:lnTo>
                    <a:pt x="161925" y="258961"/>
                  </a:lnTo>
                  <a:lnTo>
                    <a:pt x="288726" y="258961"/>
                  </a:lnTo>
                  <a:lnTo>
                    <a:pt x="288726" y="280988"/>
                  </a:lnTo>
                  <a:lnTo>
                    <a:pt x="11906" y="280988"/>
                  </a:lnTo>
                  <a:lnTo>
                    <a:pt x="11906" y="258961"/>
                  </a:lnTo>
                  <a:lnTo>
                    <a:pt x="138112" y="258961"/>
                  </a:lnTo>
                  <a:lnTo>
                    <a:pt x="138112" y="186333"/>
                  </a:lnTo>
                  <a:lnTo>
                    <a:pt x="31551" y="186333"/>
                  </a:lnTo>
                  <a:lnTo>
                    <a:pt x="31551" y="164604"/>
                  </a:lnTo>
                  <a:lnTo>
                    <a:pt x="138112" y="164604"/>
                  </a:lnTo>
                  <a:lnTo>
                    <a:pt x="138112" y="122932"/>
                  </a:lnTo>
                  <a:lnTo>
                    <a:pt x="60721" y="122932"/>
                  </a:lnTo>
                  <a:lnTo>
                    <a:pt x="60721" y="102097"/>
                  </a:lnTo>
                  <a:cubicBezTo>
                    <a:pt x="46632" y="111026"/>
                    <a:pt x="31353" y="119956"/>
                    <a:pt x="14882" y="128886"/>
                  </a:cubicBezTo>
                  <a:cubicBezTo>
                    <a:pt x="10715" y="121345"/>
                    <a:pt x="5754" y="113904"/>
                    <a:pt x="0" y="106561"/>
                  </a:cubicBezTo>
                  <a:cubicBezTo>
                    <a:pt x="66079" y="75605"/>
                    <a:pt x="112811" y="40085"/>
                    <a:pt x="140196" y="0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8A307AC6-F35B-43EA-908B-F92690A7B881}"/>
                </a:ext>
              </a:extLst>
            </p:cNvPr>
            <p:cNvGrpSpPr/>
            <p:nvPr/>
          </p:nvGrpSpPr>
          <p:grpSpPr>
            <a:xfrm>
              <a:off x="6148115" y="3330793"/>
              <a:ext cx="2293185" cy="1294151"/>
              <a:chOff x="1214405" y="4590491"/>
              <a:chExt cx="2970865" cy="1725373"/>
            </a:xfrm>
          </p:grpSpPr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2D499C76-E519-456D-AE5C-DA3443A9F83A}"/>
                  </a:ext>
                </a:extLst>
              </p:cNvPr>
              <p:cNvGrpSpPr/>
              <p:nvPr/>
            </p:nvGrpSpPr>
            <p:grpSpPr>
              <a:xfrm>
                <a:off x="1214405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64" name="椭圆 163">
                  <a:extLst>
                    <a:ext uri="{FF2B5EF4-FFF2-40B4-BE49-F238E27FC236}">
                      <a16:creationId xmlns:a16="http://schemas.microsoft.com/office/drawing/2014/main" id="{CA166FCD-CB98-4061-B192-6D22E583ABEE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5" name="椭圆 164">
                  <a:extLst>
                    <a:ext uri="{FF2B5EF4-FFF2-40B4-BE49-F238E27FC236}">
                      <a16:creationId xmlns:a16="http://schemas.microsoft.com/office/drawing/2014/main" id="{5005D9FC-1EBE-41A4-8B51-940ED0E19A2F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6" name="椭圆 165">
                  <a:extLst>
                    <a:ext uri="{FF2B5EF4-FFF2-40B4-BE49-F238E27FC236}">
                      <a16:creationId xmlns:a16="http://schemas.microsoft.com/office/drawing/2014/main" id="{24878B5B-4083-4462-994D-627D6D37B248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7" name="椭圆 166">
                  <a:extLst>
                    <a:ext uri="{FF2B5EF4-FFF2-40B4-BE49-F238E27FC236}">
                      <a16:creationId xmlns:a16="http://schemas.microsoft.com/office/drawing/2014/main" id="{702B547B-8B79-4FFF-8973-FA945F2F9EF6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8" name="椭圆 167">
                  <a:extLst>
                    <a:ext uri="{FF2B5EF4-FFF2-40B4-BE49-F238E27FC236}">
                      <a16:creationId xmlns:a16="http://schemas.microsoft.com/office/drawing/2014/main" id="{4EA3BB51-446B-415C-A4C1-6616DACEBED3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40" name="组合 139">
                <a:extLst>
                  <a:ext uri="{FF2B5EF4-FFF2-40B4-BE49-F238E27FC236}">
                    <a16:creationId xmlns:a16="http://schemas.microsoft.com/office/drawing/2014/main" id="{0D14F357-02E8-424C-AF74-71B8EDA68400}"/>
                  </a:ext>
                </a:extLst>
              </p:cNvPr>
              <p:cNvGrpSpPr/>
              <p:nvPr/>
            </p:nvGrpSpPr>
            <p:grpSpPr>
              <a:xfrm>
                <a:off x="4100769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59" name="椭圆 158">
                  <a:extLst>
                    <a:ext uri="{FF2B5EF4-FFF2-40B4-BE49-F238E27FC236}">
                      <a16:creationId xmlns:a16="http://schemas.microsoft.com/office/drawing/2014/main" id="{D0EED8C0-8E54-4FC5-8038-A2050D654589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0" name="椭圆 159">
                  <a:extLst>
                    <a:ext uri="{FF2B5EF4-FFF2-40B4-BE49-F238E27FC236}">
                      <a16:creationId xmlns:a16="http://schemas.microsoft.com/office/drawing/2014/main" id="{FD2A8C38-27D5-485D-8AC3-44F4F32BACC9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1" name="椭圆 160">
                  <a:extLst>
                    <a:ext uri="{FF2B5EF4-FFF2-40B4-BE49-F238E27FC236}">
                      <a16:creationId xmlns:a16="http://schemas.microsoft.com/office/drawing/2014/main" id="{5A14A846-0F77-4354-A018-8EF2DA73C71C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2" name="椭圆 161">
                  <a:extLst>
                    <a:ext uri="{FF2B5EF4-FFF2-40B4-BE49-F238E27FC236}">
                      <a16:creationId xmlns:a16="http://schemas.microsoft.com/office/drawing/2014/main" id="{E5257521-EC01-4640-B6E7-7BC9ED979A5E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3" name="椭圆 162">
                  <a:extLst>
                    <a:ext uri="{FF2B5EF4-FFF2-40B4-BE49-F238E27FC236}">
                      <a16:creationId xmlns:a16="http://schemas.microsoft.com/office/drawing/2014/main" id="{E3F8142F-EDFC-4077-AC32-536D324071D3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CC3FE76C-5C1C-4C03-B565-D6BE0F1C8057}"/>
                  </a:ext>
                </a:extLst>
              </p:cNvPr>
              <p:cNvGrpSpPr/>
              <p:nvPr/>
            </p:nvGrpSpPr>
            <p:grpSpPr>
              <a:xfrm>
                <a:off x="1935996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54" name="椭圆 153">
                  <a:extLst>
                    <a:ext uri="{FF2B5EF4-FFF2-40B4-BE49-F238E27FC236}">
                      <a16:creationId xmlns:a16="http://schemas.microsoft.com/office/drawing/2014/main" id="{ED4B34B1-E469-491A-AA71-18C1D24FCA9D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5" name="椭圆 154">
                  <a:extLst>
                    <a:ext uri="{FF2B5EF4-FFF2-40B4-BE49-F238E27FC236}">
                      <a16:creationId xmlns:a16="http://schemas.microsoft.com/office/drawing/2014/main" id="{5BE4BBB2-D2EF-42AB-B984-F55FE1A65416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6" name="椭圆 155">
                  <a:extLst>
                    <a:ext uri="{FF2B5EF4-FFF2-40B4-BE49-F238E27FC236}">
                      <a16:creationId xmlns:a16="http://schemas.microsoft.com/office/drawing/2014/main" id="{DE91BDD6-4CC3-4FB8-9846-5BBAFB87BF08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7" name="椭圆 156">
                  <a:extLst>
                    <a:ext uri="{FF2B5EF4-FFF2-40B4-BE49-F238E27FC236}">
                      <a16:creationId xmlns:a16="http://schemas.microsoft.com/office/drawing/2014/main" id="{0C4C6057-E52B-4C77-8D80-28363578560B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8" name="椭圆 157">
                  <a:extLst>
                    <a:ext uri="{FF2B5EF4-FFF2-40B4-BE49-F238E27FC236}">
                      <a16:creationId xmlns:a16="http://schemas.microsoft.com/office/drawing/2014/main" id="{B631BC2B-ED67-4B6D-A025-7CDEAC82D341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42" name="组合 141">
                <a:extLst>
                  <a:ext uri="{FF2B5EF4-FFF2-40B4-BE49-F238E27FC236}">
                    <a16:creationId xmlns:a16="http://schemas.microsoft.com/office/drawing/2014/main" id="{31458FF1-31FE-4303-B83A-FE09B8BBCD80}"/>
                  </a:ext>
                </a:extLst>
              </p:cNvPr>
              <p:cNvGrpSpPr/>
              <p:nvPr/>
            </p:nvGrpSpPr>
            <p:grpSpPr>
              <a:xfrm>
                <a:off x="2657587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49" name="椭圆 148">
                  <a:extLst>
                    <a:ext uri="{FF2B5EF4-FFF2-40B4-BE49-F238E27FC236}">
                      <a16:creationId xmlns:a16="http://schemas.microsoft.com/office/drawing/2014/main" id="{3184AAB0-29A6-4322-9F38-EBD6B9B25479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0" name="椭圆 149">
                  <a:extLst>
                    <a:ext uri="{FF2B5EF4-FFF2-40B4-BE49-F238E27FC236}">
                      <a16:creationId xmlns:a16="http://schemas.microsoft.com/office/drawing/2014/main" id="{CD3543A7-3EB8-4692-A534-15025E35AA76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1" name="椭圆 150">
                  <a:extLst>
                    <a:ext uri="{FF2B5EF4-FFF2-40B4-BE49-F238E27FC236}">
                      <a16:creationId xmlns:a16="http://schemas.microsoft.com/office/drawing/2014/main" id="{89368CEA-E01D-4BC6-A49C-C0819687A54A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2" name="椭圆 151">
                  <a:extLst>
                    <a:ext uri="{FF2B5EF4-FFF2-40B4-BE49-F238E27FC236}">
                      <a16:creationId xmlns:a16="http://schemas.microsoft.com/office/drawing/2014/main" id="{AAB3FB26-C742-4F75-BA14-E7796FB527F4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3" name="椭圆 152">
                  <a:extLst>
                    <a:ext uri="{FF2B5EF4-FFF2-40B4-BE49-F238E27FC236}">
                      <a16:creationId xmlns:a16="http://schemas.microsoft.com/office/drawing/2014/main" id="{613238EE-ED4A-4636-B5DF-0115903DA117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43" name="组合 142">
                <a:extLst>
                  <a:ext uri="{FF2B5EF4-FFF2-40B4-BE49-F238E27FC236}">
                    <a16:creationId xmlns:a16="http://schemas.microsoft.com/office/drawing/2014/main" id="{3A9B544D-7660-4A4B-B773-A90B51CE3E1E}"/>
                  </a:ext>
                </a:extLst>
              </p:cNvPr>
              <p:cNvGrpSpPr/>
              <p:nvPr/>
            </p:nvGrpSpPr>
            <p:grpSpPr>
              <a:xfrm>
                <a:off x="3379178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44" name="椭圆 143">
                  <a:extLst>
                    <a:ext uri="{FF2B5EF4-FFF2-40B4-BE49-F238E27FC236}">
                      <a16:creationId xmlns:a16="http://schemas.microsoft.com/office/drawing/2014/main" id="{AD63DC4B-6767-4DEE-9C10-C618108C1FE4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5" name="椭圆 144">
                  <a:extLst>
                    <a:ext uri="{FF2B5EF4-FFF2-40B4-BE49-F238E27FC236}">
                      <a16:creationId xmlns:a16="http://schemas.microsoft.com/office/drawing/2014/main" id="{659D9347-3E7A-4644-8A0E-B8B2E40C51DA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6" name="椭圆 145">
                  <a:extLst>
                    <a:ext uri="{FF2B5EF4-FFF2-40B4-BE49-F238E27FC236}">
                      <a16:creationId xmlns:a16="http://schemas.microsoft.com/office/drawing/2014/main" id="{95F870F3-DB69-4784-AB81-B6A5950E6B19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7" name="椭圆 146">
                  <a:extLst>
                    <a:ext uri="{FF2B5EF4-FFF2-40B4-BE49-F238E27FC236}">
                      <a16:creationId xmlns:a16="http://schemas.microsoft.com/office/drawing/2014/main" id="{A8AA35EF-604D-4AFA-8579-C11EBD8E6203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8" name="椭圆 147">
                  <a:extLst>
                    <a:ext uri="{FF2B5EF4-FFF2-40B4-BE49-F238E27FC236}">
                      <a16:creationId xmlns:a16="http://schemas.microsoft.com/office/drawing/2014/main" id="{E83AC192-8B79-4BB4-9333-74AEDB9A47FC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169" name="组合 168">
              <a:extLst>
                <a:ext uri="{FF2B5EF4-FFF2-40B4-BE49-F238E27FC236}">
                  <a16:creationId xmlns:a16="http://schemas.microsoft.com/office/drawing/2014/main" id="{30DD57AE-C713-4B6F-8F0E-E91F3F95D974}"/>
                </a:ext>
              </a:extLst>
            </p:cNvPr>
            <p:cNvGrpSpPr/>
            <p:nvPr/>
          </p:nvGrpSpPr>
          <p:grpSpPr>
            <a:xfrm>
              <a:off x="6435881" y="3330793"/>
              <a:ext cx="2293185" cy="1294151"/>
              <a:chOff x="1214405" y="4590491"/>
              <a:chExt cx="2970865" cy="1725373"/>
            </a:xfrm>
          </p:grpSpPr>
          <p:grpSp>
            <p:nvGrpSpPr>
              <p:cNvPr id="170" name="组合 169">
                <a:extLst>
                  <a:ext uri="{FF2B5EF4-FFF2-40B4-BE49-F238E27FC236}">
                    <a16:creationId xmlns:a16="http://schemas.microsoft.com/office/drawing/2014/main" id="{E6E52AB3-2AB9-4FE4-AC08-F5AB0C0D1FF4}"/>
                  </a:ext>
                </a:extLst>
              </p:cNvPr>
              <p:cNvGrpSpPr/>
              <p:nvPr/>
            </p:nvGrpSpPr>
            <p:grpSpPr>
              <a:xfrm>
                <a:off x="1214405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95" name="椭圆 194">
                  <a:extLst>
                    <a:ext uri="{FF2B5EF4-FFF2-40B4-BE49-F238E27FC236}">
                      <a16:creationId xmlns:a16="http://schemas.microsoft.com/office/drawing/2014/main" id="{381A9543-5930-44C6-9963-ABEACD629A3E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6" name="椭圆 195">
                  <a:extLst>
                    <a:ext uri="{FF2B5EF4-FFF2-40B4-BE49-F238E27FC236}">
                      <a16:creationId xmlns:a16="http://schemas.microsoft.com/office/drawing/2014/main" id="{5DC70EE7-416C-4D4C-9823-7524728D6F99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7" name="椭圆 196">
                  <a:extLst>
                    <a:ext uri="{FF2B5EF4-FFF2-40B4-BE49-F238E27FC236}">
                      <a16:creationId xmlns:a16="http://schemas.microsoft.com/office/drawing/2014/main" id="{7180CF1E-8EFE-4E86-BD16-62D09B2B7933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8" name="椭圆 197">
                  <a:extLst>
                    <a:ext uri="{FF2B5EF4-FFF2-40B4-BE49-F238E27FC236}">
                      <a16:creationId xmlns:a16="http://schemas.microsoft.com/office/drawing/2014/main" id="{DD16F6CE-BF57-4D36-A1C2-A83A8010095E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9" name="椭圆 198">
                  <a:extLst>
                    <a:ext uri="{FF2B5EF4-FFF2-40B4-BE49-F238E27FC236}">
                      <a16:creationId xmlns:a16="http://schemas.microsoft.com/office/drawing/2014/main" id="{A75F8A63-EBED-4BAC-A93A-C9CDD70AB827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71" name="组合 170">
                <a:extLst>
                  <a:ext uri="{FF2B5EF4-FFF2-40B4-BE49-F238E27FC236}">
                    <a16:creationId xmlns:a16="http://schemas.microsoft.com/office/drawing/2014/main" id="{1826E3DE-00BF-4627-A88B-77EF436481EE}"/>
                  </a:ext>
                </a:extLst>
              </p:cNvPr>
              <p:cNvGrpSpPr/>
              <p:nvPr/>
            </p:nvGrpSpPr>
            <p:grpSpPr>
              <a:xfrm>
                <a:off x="4100769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90" name="椭圆 189">
                  <a:extLst>
                    <a:ext uri="{FF2B5EF4-FFF2-40B4-BE49-F238E27FC236}">
                      <a16:creationId xmlns:a16="http://schemas.microsoft.com/office/drawing/2014/main" id="{63B786A1-EF83-49C7-8FBC-1F595F1631FC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1" name="椭圆 190">
                  <a:extLst>
                    <a:ext uri="{FF2B5EF4-FFF2-40B4-BE49-F238E27FC236}">
                      <a16:creationId xmlns:a16="http://schemas.microsoft.com/office/drawing/2014/main" id="{793FD76D-B364-4074-8679-A07FA4F41BCD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2" name="椭圆 191">
                  <a:extLst>
                    <a:ext uri="{FF2B5EF4-FFF2-40B4-BE49-F238E27FC236}">
                      <a16:creationId xmlns:a16="http://schemas.microsoft.com/office/drawing/2014/main" id="{959DD22A-55D5-4349-9AE9-731B24BFB892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3" name="椭圆 192">
                  <a:extLst>
                    <a:ext uri="{FF2B5EF4-FFF2-40B4-BE49-F238E27FC236}">
                      <a16:creationId xmlns:a16="http://schemas.microsoft.com/office/drawing/2014/main" id="{5282A451-C689-45CA-9E4D-9003F89526B2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94" name="椭圆 193">
                  <a:extLst>
                    <a:ext uri="{FF2B5EF4-FFF2-40B4-BE49-F238E27FC236}">
                      <a16:creationId xmlns:a16="http://schemas.microsoft.com/office/drawing/2014/main" id="{C681974E-0CE0-4BD6-8806-5805C2C75594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72" name="组合 171">
                <a:extLst>
                  <a:ext uri="{FF2B5EF4-FFF2-40B4-BE49-F238E27FC236}">
                    <a16:creationId xmlns:a16="http://schemas.microsoft.com/office/drawing/2014/main" id="{541BDC85-5C63-497C-88BD-32A21C1516E7}"/>
                  </a:ext>
                </a:extLst>
              </p:cNvPr>
              <p:cNvGrpSpPr/>
              <p:nvPr/>
            </p:nvGrpSpPr>
            <p:grpSpPr>
              <a:xfrm>
                <a:off x="1935996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85" name="椭圆 184">
                  <a:extLst>
                    <a:ext uri="{FF2B5EF4-FFF2-40B4-BE49-F238E27FC236}">
                      <a16:creationId xmlns:a16="http://schemas.microsoft.com/office/drawing/2014/main" id="{566A0CDC-2ABE-4DDE-A7C4-C24A8D0911BF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6" name="椭圆 185">
                  <a:extLst>
                    <a:ext uri="{FF2B5EF4-FFF2-40B4-BE49-F238E27FC236}">
                      <a16:creationId xmlns:a16="http://schemas.microsoft.com/office/drawing/2014/main" id="{92E2D914-713E-4618-8F51-475FD5CBA25C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7" name="椭圆 186">
                  <a:extLst>
                    <a:ext uri="{FF2B5EF4-FFF2-40B4-BE49-F238E27FC236}">
                      <a16:creationId xmlns:a16="http://schemas.microsoft.com/office/drawing/2014/main" id="{1E37EECA-45ED-4A46-8538-8014079EADFD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8" name="椭圆 187">
                  <a:extLst>
                    <a:ext uri="{FF2B5EF4-FFF2-40B4-BE49-F238E27FC236}">
                      <a16:creationId xmlns:a16="http://schemas.microsoft.com/office/drawing/2014/main" id="{A0A7A29D-9861-44BE-8587-26D6B805D422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9" name="椭圆 188">
                  <a:extLst>
                    <a:ext uri="{FF2B5EF4-FFF2-40B4-BE49-F238E27FC236}">
                      <a16:creationId xmlns:a16="http://schemas.microsoft.com/office/drawing/2014/main" id="{DC1CFCCB-37CB-42EB-9FF1-170DE147150C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73" name="组合 172">
                <a:extLst>
                  <a:ext uri="{FF2B5EF4-FFF2-40B4-BE49-F238E27FC236}">
                    <a16:creationId xmlns:a16="http://schemas.microsoft.com/office/drawing/2014/main" id="{85CC60C5-6E36-46D2-8C09-0ADB7896AB71}"/>
                  </a:ext>
                </a:extLst>
              </p:cNvPr>
              <p:cNvGrpSpPr/>
              <p:nvPr/>
            </p:nvGrpSpPr>
            <p:grpSpPr>
              <a:xfrm>
                <a:off x="2657587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80" name="椭圆 179">
                  <a:extLst>
                    <a:ext uri="{FF2B5EF4-FFF2-40B4-BE49-F238E27FC236}">
                      <a16:creationId xmlns:a16="http://schemas.microsoft.com/office/drawing/2014/main" id="{208BBE42-9585-424C-A20A-365B84D3FB2D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1" name="椭圆 180">
                  <a:extLst>
                    <a:ext uri="{FF2B5EF4-FFF2-40B4-BE49-F238E27FC236}">
                      <a16:creationId xmlns:a16="http://schemas.microsoft.com/office/drawing/2014/main" id="{0A002E70-E28F-4FE2-B000-0BDFA031DC6A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2" name="椭圆 181">
                  <a:extLst>
                    <a:ext uri="{FF2B5EF4-FFF2-40B4-BE49-F238E27FC236}">
                      <a16:creationId xmlns:a16="http://schemas.microsoft.com/office/drawing/2014/main" id="{14BF1288-9518-45FC-AC25-C3951ECEF9FF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3" name="椭圆 182">
                  <a:extLst>
                    <a:ext uri="{FF2B5EF4-FFF2-40B4-BE49-F238E27FC236}">
                      <a16:creationId xmlns:a16="http://schemas.microsoft.com/office/drawing/2014/main" id="{462BE400-78D8-455E-84B7-57F752CB0F53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84" name="椭圆 183">
                  <a:extLst>
                    <a:ext uri="{FF2B5EF4-FFF2-40B4-BE49-F238E27FC236}">
                      <a16:creationId xmlns:a16="http://schemas.microsoft.com/office/drawing/2014/main" id="{BB40A369-3D5D-4F0A-ADB9-A2DC34F19622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74" name="组合 173">
                <a:extLst>
                  <a:ext uri="{FF2B5EF4-FFF2-40B4-BE49-F238E27FC236}">
                    <a16:creationId xmlns:a16="http://schemas.microsoft.com/office/drawing/2014/main" id="{21B770E8-191A-47A1-9FBF-F3187F4103A0}"/>
                  </a:ext>
                </a:extLst>
              </p:cNvPr>
              <p:cNvGrpSpPr/>
              <p:nvPr/>
            </p:nvGrpSpPr>
            <p:grpSpPr>
              <a:xfrm>
                <a:off x="3379178" y="4590491"/>
                <a:ext cx="84501" cy="1725373"/>
                <a:chOff x="1214405" y="4592622"/>
                <a:chExt cx="84501" cy="1725373"/>
              </a:xfrm>
            </p:grpSpPr>
            <p:sp>
              <p:nvSpPr>
                <p:cNvPr id="175" name="椭圆 174">
                  <a:extLst>
                    <a:ext uri="{FF2B5EF4-FFF2-40B4-BE49-F238E27FC236}">
                      <a16:creationId xmlns:a16="http://schemas.microsoft.com/office/drawing/2014/main" id="{09323E94-46FF-44E5-8FC4-5D6B639DF0E3}"/>
                    </a:ext>
                  </a:extLst>
                </p:cNvPr>
                <p:cNvSpPr/>
                <p:nvPr/>
              </p:nvSpPr>
              <p:spPr>
                <a:xfrm>
                  <a:off x="1214405" y="4592622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6" name="椭圆 175">
                  <a:extLst>
                    <a:ext uri="{FF2B5EF4-FFF2-40B4-BE49-F238E27FC236}">
                      <a16:creationId xmlns:a16="http://schemas.microsoft.com/office/drawing/2014/main" id="{6490980F-8332-4BFF-82F3-4986625E945E}"/>
                    </a:ext>
                  </a:extLst>
                </p:cNvPr>
                <p:cNvSpPr/>
                <p:nvPr/>
              </p:nvSpPr>
              <p:spPr>
                <a:xfrm>
                  <a:off x="1214405" y="5823276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7" name="椭圆 176">
                  <a:extLst>
                    <a:ext uri="{FF2B5EF4-FFF2-40B4-BE49-F238E27FC236}">
                      <a16:creationId xmlns:a16="http://schemas.microsoft.com/office/drawing/2014/main" id="{8740A2C7-F8C2-4D53-A4EB-780DDD625403}"/>
                    </a:ext>
                  </a:extLst>
                </p:cNvPr>
                <p:cNvSpPr/>
                <p:nvPr/>
              </p:nvSpPr>
              <p:spPr>
                <a:xfrm>
                  <a:off x="1214405" y="6233494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8" name="椭圆 177">
                  <a:extLst>
                    <a:ext uri="{FF2B5EF4-FFF2-40B4-BE49-F238E27FC236}">
                      <a16:creationId xmlns:a16="http://schemas.microsoft.com/office/drawing/2014/main" id="{C96AD7BE-52F2-46E0-80A9-077132DE2C80}"/>
                    </a:ext>
                  </a:extLst>
                </p:cNvPr>
                <p:cNvSpPr/>
                <p:nvPr/>
              </p:nvSpPr>
              <p:spPr>
                <a:xfrm>
                  <a:off x="1214405" y="5002840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79" name="椭圆 178">
                  <a:extLst>
                    <a:ext uri="{FF2B5EF4-FFF2-40B4-BE49-F238E27FC236}">
                      <a16:creationId xmlns:a16="http://schemas.microsoft.com/office/drawing/2014/main" id="{9D1B7132-7163-4324-997F-34F29147106B}"/>
                    </a:ext>
                  </a:extLst>
                </p:cNvPr>
                <p:cNvSpPr/>
                <p:nvPr/>
              </p:nvSpPr>
              <p:spPr>
                <a:xfrm>
                  <a:off x="1214405" y="5413058"/>
                  <a:ext cx="84501" cy="84501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noFill/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sp>
          <p:nvSpPr>
            <p:cNvPr id="200" name="矩形 199">
              <a:extLst>
                <a:ext uri="{FF2B5EF4-FFF2-40B4-BE49-F238E27FC236}">
                  <a16:creationId xmlns:a16="http://schemas.microsoft.com/office/drawing/2014/main" id="{8B381F9E-0E47-4205-A5E4-DF115B2A9375}"/>
                </a:ext>
              </a:extLst>
            </p:cNvPr>
            <p:cNvSpPr/>
            <p:nvPr/>
          </p:nvSpPr>
          <p:spPr>
            <a:xfrm>
              <a:off x="5080564" y="3230681"/>
              <a:ext cx="1046882" cy="1447944"/>
            </a:xfrm>
            <a:prstGeom prst="rect">
              <a:avLst/>
            </a:prstGeom>
            <a:solidFill>
              <a:srgbClr val="7030A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1" name="文本框 200">
              <a:extLst>
                <a:ext uri="{FF2B5EF4-FFF2-40B4-BE49-F238E27FC236}">
                  <a16:creationId xmlns:a16="http://schemas.microsoft.com/office/drawing/2014/main" id="{2472E8AE-86DB-4885-9F85-2CCFB51E2584}"/>
                </a:ext>
              </a:extLst>
            </p:cNvPr>
            <p:cNvSpPr txBox="1"/>
            <p:nvPr/>
          </p:nvSpPr>
          <p:spPr>
            <a:xfrm>
              <a:off x="5190380" y="4816018"/>
              <a:ext cx="806025" cy="160398"/>
            </a:xfrm>
            <a:custGeom>
              <a:avLst/>
              <a:gdLst/>
              <a:ahLst/>
              <a:cxnLst/>
              <a:rect l="l" t="t" r="r" b="b"/>
              <a:pathLst>
                <a:path w="1113978" h="221680">
                  <a:moveTo>
                    <a:pt x="316111" y="146001"/>
                  </a:moveTo>
                  <a:cubicBezTo>
                    <a:pt x="326826" y="157758"/>
                    <a:pt x="336054" y="168474"/>
                    <a:pt x="343793" y="178148"/>
                  </a:cubicBezTo>
                  <a:lnTo>
                    <a:pt x="329505" y="189086"/>
                  </a:lnTo>
                  <a:cubicBezTo>
                    <a:pt x="321022" y="177627"/>
                    <a:pt x="312241" y="166688"/>
                    <a:pt x="303163" y="156270"/>
                  </a:cubicBezTo>
                  <a:close/>
                  <a:moveTo>
                    <a:pt x="996553" y="132606"/>
                  </a:moveTo>
                  <a:lnTo>
                    <a:pt x="1013966" y="132606"/>
                  </a:lnTo>
                  <a:lnTo>
                    <a:pt x="1013966" y="150689"/>
                  </a:lnTo>
                  <a:lnTo>
                    <a:pt x="1095449" y="150689"/>
                  </a:lnTo>
                  <a:lnTo>
                    <a:pt x="1095449" y="166539"/>
                  </a:lnTo>
                  <a:lnTo>
                    <a:pt x="1013966" y="166539"/>
                  </a:lnTo>
                  <a:lnTo>
                    <a:pt x="1013966" y="196230"/>
                  </a:lnTo>
                  <a:lnTo>
                    <a:pt x="1113755" y="196230"/>
                  </a:lnTo>
                  <a:lnTo>
                    <a:pt x="1113755" y="212304"/>
                  </a:lnTo>
                  <a:lnTo>
                    <a:pt x="896540" y="212304"/>
                  </a:lnTo>
                  <a:lnTo>
                    <a:pt x="896540" y="196230"/>
                  </a:lnTo>
                  <a:lnTo>
                    <a:pt x="996553" y="196230"/>
                  </a:lnTo>
                  <a:lnTo>
                    <a:pt x="996553" y="166539"/>
                  </a:lnTo>
                  <a:lnTo>
                    <a:pt x="916855" y="166539"/>
                  </a:lnTo>
                  <a:lnTo>
                    <a:pt x="916855" y="150689"/>
                  </a:lnTo>
                  <a:lnTo>
                    <a:pt x="996553" y="150689"/>
                  </a:lnTo>
                  <a:close/>
                  <a:moveTo>
                    <a:pt x="516805" y="128588"/>
                  </a:moveTo>
                  <a:cubicBezTo>
                    <a:pt x="507504" y="139155"/>
                    <a:pt x="497830" y="148754"/>
                    <a:pt x="487784" y="157386"/>
                  </a:cubicBezTo>
                  <a:lnTo>
                    <a:pt x="539576" y="157386"/>
                  </a:lnTo>
                  <a:lnTo>
                    <a:pt x="539576" y="135732"/>
                  </a:lnTo>
                  <a:lnTo>
                    <a:pt x="556319" y="135732"/>
                  </a:lnTo>
                  <a:lnTo>
                    <a:pt x="556319" y="157386"/>
                  </a:lnTo>
                  <a:lnTo>
                    <a:pt x="607442" y="157386"/>
                  </a:lnTo>
                  <a:cubicBezTo>
                    <a:pt x="596800" y="148828"/>
                    <a:pt x="587089" y="139229"/>
                    <a:pt x="578309" y="128588"/>
                  </a:cubicBezTo>
                  <a:close/>
                  <a:moveTo>
                    <a:pt x="23663" y="125239"/>
                  </a:moveTo>
                  <a:lnTo>
                    <a:pt x="23663" y="152921"/>
                  </a:lnTo>
                  <a:lnTo>
                    <a:pt x="158055" y="152921"/>
                  </a:lnTo>
                  <a:lnTo>
                    <a:pt x="158055" y="125239"/>
                  </a:lnTo>
                  <a:close/>
                  <a:moveTo>
                    <a:pt x="753219" y="124793"/>
                  </a:moveTo>
                  <a:lnTo>
                    <a:pt x="770632" y="124793"/>
                  </a:lnTo>
                  <a:cubicBezTo>
                    <a:pt x="770483" y="129630"/>
                    <a:pt x="770185" y="134243"/>
                    <a:pt x="769739" y="138634"/>
                  </a:cubicBezTo>
                  <a:lnTo>
                    <a:pt x="860598" y="138634"/>
                  </a:lnTo>
                  <a:cubicBezTo>
                    <a:pt x="859556" y="156791"/>
                    <a:pt x="858366" y="172790"/>
                    <a:pt x="857026" y="186631"/>
                  </a:cubicBezTo>
                  <a:cubicBezTo>
                    <a:pt x="855240" y="205532"/>
                    <a:pt x="843632" y="215057"/>
                    <a:pt x="822201" y="215206"/>
                  </a:cubicBezTo>
                  <a:cubicBezTo>
                    <a:pt x="811336" y="215355"/>
                    <a:pt x="796974" y="215206"/>
                    <a:pt x="779115" y="214759"/>
                  </a:cubicBezTo>
                  <a:cubicBezTo>
                    <a:pt x="778222" y="208508"/>
                    <a:pt x="776957" y="202034"/>
                    <a:pt x="775320" y="195337"/>
                  </a:cubicBezTo>
                  <a:cubicBezTo>
                    <a:pt x="793030" y="196825"/>
                    <a:pt x="808508" y="197570"/>
                    <a:pt x="821754" y="197570"/>
                  </a:cubicBezTo>
                  <a:cubicBezTo>
                    <a:pt x="832767" y="197570"/>
                    <a:pt x="838795" y="192807"/>
                    <a:pt x="839837" y="183282"/>
                  </a:cubicBezTo>
                  <a:cubicBezTo>
                    <a:pt x="840730" y="176287"/>
                    <a:pt x="841548" y="166465"/>
                    <a:pt x="842292" y="153814"/>
                  </a:cubicBezTo>
                  <a:lnTo>
                    <a:pt x="767171" y="153814"/>
                  </a:lnTo>
                  <a:cubicBezTo>
                    <a:pt x="763600" y="169516"/>
                    <a:pt x="757237" y="181645"/>
                    <a:pt x="748084" y="190203"/>
                  </a:cubicBezTo>
                  <a:cubicBezTo>
                    <a:pt x="733946" y="203746"/>
                    <a:pt x="710952" y="214238"/>
                    <a:pt x="679102" y="221680"/>
                  </a:cubicBezTo>
                  <a:cubicBezTo>
                    <a:pt x="676126" y="216768"/>
                    <a:pt x="672554" y="211262"/>
                    <a:pt x="668387" y="205160"/>
                  </a:cubicBezTo>
                  <a:cubicBezTo>
                    <a:pt x="700534" y="198611"/>
                    <a:pt x="722709" y="189533"/>
                    <a:pt x="734913" y="177924"/>
                  </a:cubicBezTo>
                  <a:cubicBezTo>
                    <a:pt x="741610" y="171971"/>
                    <a:pt x="746447" y="163934"/>
                    <a:pt x="749424" y="153814"/>
                  </a:cubicBezTo>
                  <a:lnTo>
                    <a:pt x="681335" y="153814"/>
                  </a:lnTo>
                  <a:lnTo>
                    <a:pt x="681335" y="138634"/>
                  </a:lnTo>
                  <a:lnTo>
                    <a:pt x="752437" y="138634"/>
                  </a:lnTo>
                  <a:cubicBezTo>
                    <a:pt x="752958" y="134318"/>
                    <a:pt x="753219" y="129704"/>
                    <a:pt x="753219" y="124793"/>
                  </a:cubicBezTo>
                  <a:close/>
                  <a:moveTo>
                    <a:pt x="380404" y="102022"/>
                  </a:moveTo>
                  <a:lnTo>
                    <a:pt x="397817" y="102022"/>
                  </a:lnTo>
                  <a:lnTo>
                    <a:pt x="397817" y="125686"/>
                  </a:lnTo>
                  <a:lnTo>
                    <a:pt x="430411" y="125686"/>
                  </a:lnTo>
                  <a:lnTo>
                    <a:pt x="430411" y="140866"/>
                  </a:lnTo>
                  <a:lnTo>
                    <a:pt x="397817" y="140866"/>
                  </a:lnTo>
                  <a:lnTo>
                    <a:pt x="397817" y="189979"/>
                  </a:lnTo>
                  <a:cubicBezTo>
                    <a:pt x="397817" y="208583"/>
                    <a:pt x="388441" y="217959"/>
                    <a:pt x="369689" y="218108"/>
                  </a:cubicBezTo>
                  <a:cubicBezTo>
                    <a:pt x="362991" y="218257"/>
                    <a:pt x="352871" y="218182"/>
                    <a:pt x="339328" y="217885"/>
                  </a:cubicBezTo>
                  <a:cubicBezTo>
                    <a:pt x="338435" y="212080"/>
                    <a:pt x="337319" y="205681"/>
                    <a:pt x="335979" y="198686"/>
                  </a:cubicBezTo>
                  <a:cubicBezTo>
                    <a:pt x="347737" y="199876"/>
                    <a:pt x="357857" y="200472"/>
                    <a:pt x="366340" y="200472"/>
                  </a:cubicBezTo>
                  <a:cubicBezTo>
                    <a:pt x="375716" y="200472"/>
                    <a:pt x="380404" y="195263"/>
                    <a:pt x="380404" y="184845"/>
                  </a:cubicBezTo>
                  <a:lnTo>
                    <a:pt x="380404" y="140866"/>
                  </a:lnTo>
                  <a:lnTo>
                    <a:pt x="290661" y="140866"/>
                  </a:lnTo>
                  <a:lnTo>
                    <a:pt x="290661" y="125686"/>
                  </a:lnTo>
                  <a:lnTo>
                    <a:pt x="380404" y="125686"/>
                  </a:lnTo>
                  <a:close/>
                  <a:moveTo>
                    <a:pt x="500509" y="98227"/>
                  </a:moveTo>
                  <a:lnTo>
                    <a:pt x="500509" y="114077"/>
                  </a:lnTo>
                  <a:lnTo>
                    <a:pt x="596280" y="114077"/>
                  </a:lnTo>
                  <a:lnTo>
                    <a:pt x="596280" y="98227"/>
                  </a:lnTo>
                  <a:close/>
                  <a:moveTo>
                    <a:pt x="23663" y="81707"/>
                  </a:moveTo>
                  <a:lnTo>
                    <a:pt x="23663" y="109166"/>
                  </a:lnTo>
                  <a:lnTo>
                    <a:pt x="158055" y="109166"/>
                  </a:lnTo>
                  <a:lnTo>
                    <a:pt x="158055" y="81707"/>
                  </a:lnTo>
                  <a:close/>
                  <a:moveTo>
                    <a:pt x="500509" y="68759"/>
                  </a:moveTo>
                  <a:lnTo>
                    <a:pt x="500509" y="84386"/>
                  </a:lnTo>
                  <a:lnTo>
                    <a:pt x="596280" y="84386"/>
                  </a:lnTo>
                  <a:lnTo>
                    <a:pt x="596280" y="68759"/>
                  </a:lnTo>
                  <a:close/>
                  <a:moveTo>
                    <a:pt x="946323" y="65187"/>
                  </a:moveTo>
                  <a:lnTo>
                    <a:pt x="962620" y="72331"/>
                  </a:lnTo>
                  <a:cubicBezTo>
                    <a:pt x="947291" y="89446"/>
                    <a:pt x="935310" y="102096"/>
                    <a:pt x="926678" y="110282"/>
                  </a:cubicBezTo>
                  <a:cubicBezTo>
                    <a:pt x="931143" y="110133"/>
                    <a:pt x="947663" y="109612"/>
                    <a:pt x="976238" y="108719"/>
                  </a:cubicBezTo>
                  <a:cubicBezTo>
                    <a:pt x="971773" y="102915"/>
                    <a:pt x="967010" y="96887"/>
                    <a:pt x="961950" y="90637"/>
                  </a:cubicBezTo>
                  <a:lnTo>
                    <a:pt x="973559" y="81930"/>
                  </a:lnTo>
                  <a:cubicBezTo>
                    <a:pt x="985465" y="94581"/>
                    <a:pt x="996627" y="107529"/>
                    <a:pt x="1007045" y="120774"/>
                  </a:cubicBezTo>
                  <a:lnTo>
                    <a:pt x="993427" y="130597"/>
                  </a:lnTo>
                  <a:cubicBezTo>
                    <a:pt x="991195" y="127769"/>
                    <a:pt x="988888" y="124867"/>
                    <a:pt x="986507" y="121891"/>
                  </a:cubicBezTo>
                  <a:cubicBezTo>
                    <a:pt x="976238" y="122337"/>
                    <a:pt x="956220" y="123304"/>
                    <a:pt x="926455" y="124793"/>
                  </a:cubicBezTo>
                  <a:cubicBezTo>
                    <a:pt x="922436" y="124942"/>
                    <a:pt x="915814" y="125537"/>
                    <a:pt x="906586" y="126579"/>
                  </a:cubicBezTo>
                  <a:lnTo>
                    <a:pt x="900559" y="111175"/>
                  </a:lnTo>
                  <a:cubicBezTo>
                    <a:pt x="914400" y="104180"/>
                    <a:pt x="929655" y="88851"/>
                    <a:pt x="946323" y="65187"/>
                  </a:cubicBezTo>
                  <a:close/>
                  <a:moveTo>
                    <a:pt x="1045889" y="64517"/>
                  </a:moveTo>
                  <a:lnTo>
                    <a:pt x="1062632" y="70768"/>
                  </a:lnTo>
                  <a:cubicBezTo>
                    <a:pt x="1050577" y="86097"/>
                    <a:pt x="1039862" y="98971"/>
                    <a:pt x="1030486" y="109389"/>
                  </a:cubicBezTo>
                  <a:cubicBezTo>
                    <a:pt x="1046410" y="109091"/>
                    <a:pt x="1062558" y="108570"/>
                    <a:pt x="1078929" y="107826"/>
                  </a:cubicBezTo>
                  <a:cubicBezTo>
                    <a:pt x="1073720" y="102022"/>
                    <a:pt x="1068511" y="96143"/>
                    <a:pt x="1063302" y="90190"/>
                  </a:cubicBezTo>
                  <a:lnTo>
                    <a:pt x="1074911" y="81260"/>
                  </a:lnTo>
                  <a:cubicBezTo>
                    <a:pt x="1087859" y="94060"/>
                    <a:pt x="1100881" y="108050"/>
                    <a:pt x="1113978" y="123230"/>
                  </a:cubicBezTo>
                  <a:lnTo>
                    <a:pt x="1100807" y="134169"/>
                  </a:lnTo>
                  <a:cubicBezTo>
                    <a:pt x="1097235" y="129704"/>
                    <a:pt x="1093589" y="125314"/>
                    <a:pt x="1089868" y="120998"/>
                  </a:cubicBezTo>
                  <a:cubicBezTo>
                    <a:pt x="1074092" y="121891"/>
                    <a:pt x="1054149" y="122932"/>
                    <a:pt x="1030039" y="124123"/>
                  </a:cubicBezTo>
                  <a:cubicBezTo>
                    <a:pt x="1026170" y="124272"/>
                    <a:pt x="1020291" y="124867"/>
                    <a:pt x="1012403" y="125909"/>
                  </a:cubicBezTo>
                  <a:lnTo>
                    <a:pt x="1005929" y="110505"/>
                  </a:lnTo>
                  <a:cubicBezTo>
                    <a:pt x="1017835" y="102617"/>
                    <a:pt x="1031155" y="87288"/>
                    <a:pt x="1045889" y="64517"/>
                  </a:cubicBezTo>
                  <a:close/>
                  <a:moveTo>
                    <a:pt x="500509" y="39291"/>
                  </a:moveTo>
                  <a:lnTo>
                    <a:pt x="500509" y="54918"/>
                  </a:lnTo>
                  <a:lnTo>
                    <a:pt x="596280" y="54918"/>
                  </a:lnTo>
                  <a:lnTo>
                    <a:pt x="596280" y="39291"/>
                  </a:lnTo>
                  <a:close/>
                  <a:moveTo>
                    <a:pt x="12055" y="9153"/>
                  </a:moveTo>
                  <a:cubicBezTo>
                    <a:pt x="26789" y="21208"/>
                    <a:pt x="40853" y="33561"/>
                    <a:pt x="54248" y="46211"/>
                  </a:cubicBezTo>
                  <a:lnTo>
                    <a:pt x="40630" y="59383"/>
                  </a:lnTo>
                  <a:cubicBezTo>
                    <a:pt x="25300" y="43309"/>
                    <a:pt x="11757" y="30287"/>
                    <a:pt x="0" y="20315"/>
                  </a:cubicBezTo>
                  <a:close/>
                  <a:moveTo>
                    <a:pt x="165869" y="8037"/>
                  </a:moveTo>
                  <a:lnTo>
                    <a:pt x="179933" y="19869"/>
                  </a:lnTo>
                  <a:cubicBezTo>
                    <a:pt x="164455" y="34603"/>
                    <a:pt x="149274" y="48221"/>
                    <a:pt x="134391" y="60722"/>
                  </a:cubicBezTo>
                  <a:lnTo>
                    <a:pt x="122336" y="48667"/>
                  </a:lnTo>
                  <a:cubicBezTo>
                    <a:pt x="137666" y="36166"/>
                    <a:pt x="152176" y="22622"/>
                    <a:pt x="165869" y="8037"/>
                  </a:cubicBezTo>
                  <a:close/>
                  <a:moveTo>
                    <a:pt x="249361" y="2233"/>
                  </a:moveTo>
                  <a:lnTo>
                    <a:pt x="266104" y="2233"/>
                  </a:lnTo>
                  <a:lnTo>
                    <a:pt x="266104" y="52239"/>
                  </a:lnTo>
                  <a:lnTo>
                    <a:pt x="294010" y="52239"/>
                  </a:lnTo>
                  <a:lnTo>
                    <a:pt x="294010" y="67196"/>
                  </a:lnTo>
                  <a:lnTo>
                    <a:pt x="266104" y="67196"/>
                  </a:lnTo>
                  <a:lnTo>
                    <a:pt x="266104" y="113854"/>
                  </a:lnTo>
                  <a:cubicBezTo>
                    <a:pt x="274513" y="110877"/>
                    <a:pt x="282848" y="107901"/>
                    <a:pt x="291107" y="104924"/>
                  </a:cubicBezTo>
                  <a:cubicBezTo>
                    <a:pt x="291852" y="111473"/>
                    <a:pt x="292670" y="117128"/>
                    <a:pt x="293563" y="121891"/>
                  </a:cubicBezTo>
                  <a:cubicBezTo>
                    <a:pt x="284931" y="124942"/>
                    <a:pt x="275778" y="128253"/>
                    <a:pt x="266104" y="131825"/>
                  </a:cubicBezTo>
                  <a:lnTo>
                    <a:pt x="266104" y="220787"/>
                  </a:lnTo>
                  <a:lnTo>
                    <a:pt x="249361" y="220787"/>
                  </a:lnTo>
                  <a:lnTo>
                    <a:pt x="249361" y="138076"/>
                  </a:lnTo>
                  <a:cubicBezTo>
                    <a:pt x="237381" y="142615"/>
                    <a:pt x="224730" y="147489"/>
                    <a:pt x="211410" y="152698"/>
                  </a:cubicBezTo>
                  <a:lnTo>
                    <a:pt x="208061" y="133722"/>
                  </a:lnTo>
                  <a:cubicBezTo>
                    <a:pt x="221977" y="129034"/>
                    <a:pt x="235743" y="124346"/>
                    <a:pt x="249361" y="119658"/>
                  </a:cubicBezTo>
                  <a:lnTo>
                    <a:pt x="249361" y="67196"/>
                  </a:lnTo>
                  <a:lnTo>
                    <a:pt x="231725" y="67196"/>
                  </a:lnTo>
                  <a:cubicBezTo>
                    <a:pt x="228674" y="81335"/>
                    <a:pt x="224953" y="94283"/>
                    <a:pt x="220563" y="106040"/>
                  </a:cubicBezTo>
                  <a:cubicBezTo>
                    <a:pt x="215949" y="102766"/>
                    <a:pt x="211038" y="99492"/>
                    <a:pt x="205829" y="96218"/>
                  </a:cubicBezTo>
                  <a:cubicBezTo>
                    <a:pt x="214163" y="76572"/>
                    <a:pt x="219596" y="52090"/>
                    <a:pt x="222126" y="22771"/>
                  </a:cubicBezTo>
                  <a:lnTo>
                    <a:pt x="238199" y="25450"/>
                  </a:lnTo>
                  <a:cubicBezTo>
                    <a:pt x="237232" y="34752"/>
                    <a:pt x="236004" y="43681"/>
                    <a:pt x="234516" y="52239"/>
                  </a:cubicBezTo>
                  <a:lnTo>
                    <a:pt x="249361" y="52239"/>
                  </a:lnTo>
                  <a:close/>
                  <a:moveTo>
                    <a:pt x="81706" y="1786"/>
                  </a:moveTo>
                  <a:lnTo>
                    <a:pt x="99119" y="1786"/>
                  </a:lnTo>
                  <a:lnTo>
                    <a:pt x="99119" y="64964"/>
                  </a:lnTo>
                  <a:lnTo>
                    <a:pt x="175915" y="64964"/>
                  </a:lnTo>
                  <a:lnTo>
                    <a:pt x="175915" y="192212"/>
                  </a:lnTo>
                  <a:cubicBezTo>
                    <a:pt x="175915" y="210220"/>
                    <a:pt x="167655" y="219224"/>
                    <a:pt x="151135" y="219224"/>
                  </a:cubicBezTo>
                  <a:cubicBezTo>
                    <a:pt x="133573" y="219224"/>
                    <a:pt x="120625" y="219001"/>
                    <a:pt x="112290" y="218554"/>
                  </a:cubicBezTo>
                  <a:cubicBezTo>
                    <a:pt x="111398" y="213048"/>
                    <a:pt x="110281" y="206946"/>
                    <a:pt x="108942" y="200249"/>
                  </a:cubicBezTo>
                  <a:cubicBezTo>
                    <a:pt x="117127" y="201142"/>
                    <a:pt x="128959" y="201588"/>
                    <a:pt x="144437" y="201588"/>
                  </a:cubicBezTo>
                  <a:cubicBezTo>
                    <a:pt x="153516" y="201588"/>
                    <a:pt x="158055" y="197421"/>
                    <a:pt x="158055" y="189086"/>
                  </a:cubicBezTo>
                  <a:lnTo>
                    <a:pt x="158055" y="168995"/>
                  </a:lnTo>
                  <a:lnTo>
                    <a:pt x="23663" y="168995"/>
                  </a:lnTo>
                  <a:lnTo>
                    <a:pt x="23663" y="220564"/>
                  </a:lnTo>
                  <a:lnTo>
                    <a:pt x="5804" y="220564"/>
                  </a:lnTo>
                  <a:lnTo>
                    <a:pt x="5804" y="64964"/>
                  </a:lnTo>
                  <a:lnTo>
                    <a:pt x="81706" y="64964"/>
                  </a:lnTo>
                  <a:close/>
                  <a:moveTo>
                    <a:pt x="347364" y="1117"/>
                  </a:moveTo>
                  <a:lnTo>
                    <a:pt x="364777" y="1117"/>
                  </a:lnTo>
                  <a:lnTo>
                    <a:pt x="364777" y="32147"/>
                  </a:lnTo>
                  <a:lnTo>
                    <a:pt x="419025" y="32147"/>
                  </a:lnTo>
                  <a:lnTo>
                    <a:pt x="419025" y="47328"/>
                  </a:lnTo>
                  <a:lnTo>
                    <a:pt x="364777" y="47328"/>
                  </a:lnTo>
                  <a:lnTo>
                    <a:pt x="364777" y="80367"/>
                  </a:lnTo>
                  <a:lnTo>
                    <a:pt x="429294" y="80367"/>
                  </a:lnTo>
                  <a:lnTo>
                    <a:pt x="429294" y="95548"/>
                  </a:lnTo>
                  <a:lnTo>
                    <a:pt x="285973" y="95548"/>
                  </a:lnTo>
                  <a:lnTo>
                    <a:pt x="285973" y="80367"/>
                  </a:lnTo>
                  <a:lnTo>
                    <a:pt x="347364" y="80367"/>
                  </a:lnTo>
                  <a:lnTo>
                    <a:pt x="347364" y="47328"/>
                  </a:lnTo>
                  <a:lnTo>
                    <a:pt x="295349" y="47328"/>
                  </a:lnTo>
                  <a:lnTo>
                    <a:pt x="295349" y="32147"/>
                  </a:lnTo>
                  <a:lnTo>
                    <a:pt x="347364" y="32147"/>
                  </a:lnTo>
                  <a:close/>
                  <a:moveTo>
                    <a:pt x="990302" y="670"/>
                  </a:moveTo>
                  <a:lnTo>
                    <a:pt x="1009278" y="8260"/>
                  </a:lnTo>
                  <a:cubicBezTo>
                    <a:pt x="992460" y="21059"/>
                    <a:pt x="974749" y="33561"/>
                    <a:pt x="956146" y="45765"/>
                  </a:cubicBezTo>
                  <a:cubicBezTo>
                    <a:pt x="965076" y="45467"/>
                    <a:pt x="996255" y="44351"/>
                    <a:pt x="1049684" y="42416"/>
                  </a:cubicBezTo>
                  <a:cubicBezTo>
                    <a:pt x="1042094" y="36463"/>
                    <a:pt x="1034132" y="30287"/>
                    <a:pt x="1025797" y="23887"/>
                  </a:cubicBezTo>
                  <a:lnTo>
                    <a:pt x="1037629" y="13395"/>
                  </a:lnTo>
                  <a:cubicBezTo>
                    <a:pt x="1060251" y="29766"/>
                    <a:pt x="1080492" y="45318"/>
                    <a:pt x="1098351" y="60052"/>
                  </a:cubicBezTo>
                  <a:lnTo>
                    <a:pt x="1085626" y="72554"/>
                  </a:lnTo>
                  <a:cubicBezTo>
                    <a:pt x="1079822" y="67345"/>
                    <a:pt x="1073571" y="61987"/>
                    <a:pt x="1066874" y="56481"/>
                  </a:cubicBezTo>
                  <a:cubicBezTo>
                    <a:pt x="1025649" y="57969"/>
                    <a:pt x="985763" y="59680"/>
                    <a:pt x="947216" y="61615"/>
                  </a:cubicBezTo>
                  <a:cubicBezTo>
                    <a:pt x="943198" y="61764"/>
                    <a:pt x="936501" y="62434"/>
                    <a:pt x="927124" y="63624"/>
                  </a:cubicBezTo>
                  <a:lnTo>
                    <a:pt x="921320" y="46211"/>
                  </a:lnTo>
                  <a:cubicBezTo>
                    <a:pt x="929655" y="43533"/>
                    <a:pt x="936649" y="40630"/>
                    <a:pt x="942305" y="37505"/>
                  </a:cubicBezTo>
                  <a:cubicBezTo>
                    <a:pt x="956295" y="29022"/>
                    <a:pt x="972294" y="16743"/>
                    <a:pt x="990302" y="670"/>
                  </a:cubicBezTo>
                  <a:close/>
                  <a:moveTo>
                    <a:pt x="483765" y="670"/>
                  </a:moveTo>
                  <a:lnTo>
                    <a:pt x="500509" y="670"/>
                  </a:lnTo>
                  <a:lnTo>
                    <a:pt x="500509" y="24780"/>
                  </a:lnTo>
                  <a:lnTo>
                    <a:pt x="596280" y="24780"/>
                  </a:lnTo>
                  <a:lnTo>
                    <a:pt x="596280" y="670"/>
                  </a:lnTo>
                  <a:lnTo>
                    <a:pt x="613023" y="670"/>
                  </a:lnTo>
                  <a:lnTo>
                    <a:pt x="613023" y="24780"/>
                  </a:lnTo>
                  <a:lnTo>
                    <a:pt x="650527" y="24780"/>
                  </a:lnTo>
                  <a:lnTo>
                    <a:pt x="650527" y="39291"/>
                  </a:lnTo>
                  <a:lnTo>
                    <a:pt x="613023" y="39291"/>
                  </a:lnTo>
                  <a:lnTo>
                    <a:pt x="613023" y="114077"/>
                  </a:lnTo>
                  <a:lnTo>
                    <a:pt x="656778" y="114077"/>
                  </a:lnTo>
                  <a:lnTo>
                    <a:pt x="656778" y="128588"/>
                  </a:lnTo>
                  <a:lnTo>
                    <a:pt x="598065" y="128588"/>
                  </a:lnTo>
                  <a:cubicBezTo>
                    <a:pt x="614809" y="145257"/>
                    <a:pt x="635272" y="157833"/>
                    <a:pt x="659457" y="166316"/>
                  </a:cubicBezTo>
                  <a:cubicBezTo>
                    <a:pt x="654546" y="172418"/>
                    <a:pt x="650527" y="177775"/>
                    <a:pt x="647402" y="182389"/>
                  </a:cubicBezTo>
                  <a:cubicBezTo>
                    <a:pt x="633710" y="175915"/>
                    <a:pt x="621134" y="168176"/>
                    <a:pt x="609674" y="159172"/>
                  </a:cubicBezTo>
                  <a:lnTo>
                    <a:pt x="609674" y="171450"/>
                  </a:lnTo>
                  <a:lnTo>
                    <a:pt x="556319" y="171450"/>
                  </a:lnTo>
                  <a:lnTo>
                    <a:pt x="556319" y="194667"/>
                  </a:lnTo>
                  <a:lnTo>
                    <a:pt x="643607" y="194667"/>
                  </a:lnTo>
                  <a:lnTo>
                    <a:pt x="643607" y="209178"/>
                  </a:lnTo>
                  <a:lnTo>
                    <a:pt x="452288" y="209178"/>
                  </a:lnTo>
                  <a:lnTo>
                    <a:pt x="452288" y="194667"/>
                  </a:lnTo>
                  <a:lnTo>
                    <a:pt x="539576" y="194667"/>
                  </a:lnTo>
                  <a:lnTo>
                    <a:pt x="539576" y="171450"/>
                  </a:lnTo>
                  <a:lnTo>
                    <a:pt x="485551" y="171450"/>
                  </a:lnTo>
                  <a:lnTo>
                    <a:pt x="485551" y="159284"/>
                  </a:lnTo>
                  <a:cubicBezTo>
                    <a:pt x="473720" y="169181"/>
                    <a:pt x="461367" y="177775"/>
                    <a:pt x="448493" y="185068"/>
                  </a:cubicBezTo>
                  <a:cubicBezTo>
                    <a:pt x="445665" y="181050"/>
                    <a:pt x="441796" y="176362"/>
                    <a:pt x="436885" y="171004"/>
                  </a:cubicBezTo>
                  <a:cubicBezTo>
                    <a:pt x="459804" y="159842"/>
                    <a:pt x="479635" y="145703"/>
                    <a:pt x="496379" y="128588"/>
                  </a:cubicBezTo>
                  <a:lnTo>
                    <a:pt x="439340" y="128588"/>
                  </a:lnTo>
                  <a:lnTo>
                    <a:pt x="439340" y="114077"/>
                  </a:lnTo>
                  <a:lnTo>
                    <a:pt x="483765" y="114077"/>
                  </a:lnTo>
                  <a:lnTo>
                    <a:pt x="483765" y="39291"/>
                  </a:lnTo>
                  <a:lnTo>
                    <a:pt x="446261" y="39291"/>
                  </a:lnTo>
                  <a:lnTo>
                    <a:pt x="446261" y="24780"/>
                  </a:lnTo>
                  <a:lnTo>
                    <a:pt x="483765" y="24780"/>
                  </a:lnTo>
                  <a:close/>
                  <a:moveTo>
                    <a:pt x="787821" y="224"/>
                  </a:moveTo>
                  <a:lnTo>
                    <a:pt x="803895" y="224"/>
                  </a:lnTo>
                  <a:lnTo>
                    <a:pt x="803895" y="29692"/>
                  </a:lnTo>
                  <a:lnTo>
                    <a:pt x="851222" y="29692"/>
                  </a:lnTo>
                  <a:cubicBezTo>
                    <a:pt x="851222" y="58713"/>
                    <a:pt x="851966" y="78582"/>
                    <a:pt x="853455" y="89297"/>
                  </a:cubicBezTo>
                  <a:cubicBezTo>
                    <a:pt x="855092" y="101352"/>
                    <a:pt x="858366" y="107380"/>
                    <a:pt x="863277" y="107380"/>
                  </a:cubicBezTo>
                  <a:cubicBezTo>
                    <a:pt x="866105" y="107380"/>
                    <a:pt x="868189" y="103882"/>
                    <a:pt x="869528" y="96887"/>
                  </a:cubicBezTo>
                  <a:cubicBezTo>
                    <a:pt x="870719" y="90041"/>
                    <a:pt x="871537" y="81930"/>
                    <a:pt x="871984" y="72554"/>
                  </a:cubicBezTo>
                  <a:cubicBezTo>
                    <a:pt x="877193" y="74786"/>
                    <a:pt x="882402" y="76796"/>
                    <a:pt x="887611" y="78582"/>
                  </a:cubicBezTo>
                  <a:cubicBezTo>
                    <a:pt x="886866" y="87660"/>
                    <a:pt x="885899" y="95325"/>
                    <a:pt x="884708" y="101575"/>
                  </a:cubicBezTo>
                  <a:cubicBezTo>
                    <a:pt x="881732" y="118095"/>
                    <a:pt x="874439" y="126355"/>
                    <a:pt x="862831" y="126355"/>
                  </a:cubicBezTo>
                  <a:cubicBezTo>
                    <a:pt x="849585" y="126355"/>
                    <a:pt x="841325" y="117202"/>
                    <a:pt x="838051" y="98897"/>
                  </a:cubicBezTo>
                  <a:cubicBezTo>
                    <a:pt x="836116" y="87437"/>
                    <a:pt x="835149" y="69429"/>
                    <a:pt x="835149" y="44872"/>
                  </a:cubicBezTo>
                  <a:lnTo>
                    <a:pt x="803448" y="44872"/>
                  </a:lnTo>
                  <a:cubicBezTo>
                    <a:pt x="802779" y="57299"/>
                    <a:pt x="801067" y="67792"/>
                    <a:pt x="798314" y="76349"/>
                  </a:cubicBezTo>
                  <a:cubicBezTo>
                    <a:pt x="808806" y="82228"/>
                    <a:pt x="818331" y="87883"/>
                    <a:pt x="826889" y="93316"/>
                  </a:cubicBezTo>
                  <a:lnTo>
                    <a:pt x="817289" y="108273"/>
                  </a:lnTo>
                  <a:cubicBezTo>
                    <a:pt x="809253" y="102617"/>
                    <a:pt x="800621" y="96962"/>
                    <a:pt x="791393" y="91306"/>
                  </a:cubicBezTo>
                  <a:cubicBezTo>
                    <a:pt x="783729" y="103510"/>
                    <a:pt x="768622" y="115714"/>
                    <a:pt x="746075" y="127918"/>
                  </a:cubicBezTo>
                  <a:cubicBezTo>
                    <a:pt x="742801" y="123007"/>
                    <a:pt x="738931" y="118244"/>
                    <a:pt x="734466" y="113631"/>
                  </a:cubicBezTo>
                  <a:cubicBezTo>
                    <a:pt x="755228" y="103436"/>
                    <a:pt x="769218" y="93018"/>
                    <a:pt x="776436" y="82377"/>
                  </a:cubicBezTo>
                  <a:cubicBezTo>
                    <a:pt x="770334" y="78805"/>
                    <a:pt x="764009" y="75233"/>
                    <a:pt x="757460" y="71661"/>
                  </a:cubicBezTo>
                  <a:lnTo>
                    <a:pt x="765274" y="59159"/>
                  </a:lnTo>
                  <a:cubicBezTo>
                    <a:pt x="771525" y="62285"/>
                    <a:pt x="777552" y="65336"/>
                    <a:pt x="783356" y="68312"/>
                  </a:cubicBezTo>
                  <a:cubicBezTo>
                    <a:pt x="785366" y="61987"/>
                    <a:pt x="786705" y="54174"/>
                    <a:pt x="787375" y="44872"/>
                  </a:cubicBezTo>
                  <a:lnTo>
                    <a:pt x="763041" y="44872"/>
                  </a:lnTo>
                  <a:lnTo>
                    <a:pt x="763041" y="29692"/>
                  </a:lnTo>
                  <a:lnTo>
                    <a:pt x="787821" y="29692"/>
                  </a:lnTo>
                  <a:close/>
                  <a:moveTo>
                    <a:pt x="709240" y="0"/>
                  </a:moveTo>
                  <a:lnTo>
                    <a:pt x="725314" y="0"/>
                  </a:lnTo>
                  <a:lnTo>
                    <a:pt x="725314" y="31701"/>
                  </a:lnTo>
                  <a:lnTo>
                    <a:pt x="752103" y="31701"/>
                  </a:lnTo>
                  <a:lnTo>
                    <a:pt x="752103" y="46881"/>
                  </a:lnTo>
                  <a:lnTo>
                    <a:pt x="725314" y="46881"/>
                  </a:lnTo>
                  <a:lnTo>
                    <a:pt x="725314" y="67308"/>
                  </a:lnTo>
                  <a:cubicBezTo>
                    <a:pt x="733573" y="65671"/>
                    <a:pt x="742652" y="63848"/>
                    <a:pt x="752549" y="61838"/>
                  </a:cubicBezTo>
                  <a:cubicBezTo>
                    <a:pt x="752847" y="69875"/>
                    <a:pt x="753070" y="75159"/>
                    <a:pt x="753219" y="77689"/>
                  </a:cubicBezTo>
                  <a:cubicBezTo>
                    <a:pt x="743768" y="79549"/>
                    <a:pt x="734466" y="81409"/>
                    <a:pt x="725314" y="83270"/>
                  </a:cubicBezTo>
                  <a:lnTo>
                    <a:pt x="725314" y="106040"/>
                  </a:lnTo>
                  <a:cubicBezTo>
                    <a:pt x="725314" y="120774"/>
                    <a:pt x="718170" y="128216"/>
                    <a:pt x="703882" y="128365"/>
                  </a:cubicBezTo>
                  <a:cubicBezTo>
                    <a:pt x="697483" y="128513"/>
                    <a:pt x="689595" y="128439"/>
                    <a:pt x="680219" y="128141"/>
                  </a:cubicBezTo>
                  <a:cubicBezTo>
                    <a:pt x="679623" y="122188"/>
                    <a:pt x="678730" y="116756"/>
                    <a:pt x="677540" y="111845"/>
                  </a:cubicBezTo>
                  <a:cubicBezTo>
                    <a:pt x="687214" y="112589"/>
                    <a:pt x="694953" y="112961"/>
                    <a:pt x="700757" y="112961"/>
                  </a:cubicBezTo>
                  <a:cubicBezTo>
                    <a:pt x="706412" y="112961"/>
                    <a:pt x="709240" y="109984"/>
                    <a:pt x="709240" y="104031"/>
                  </a:cubicBezTo>
                  <a:lnTo>
                    <a:pt x="709240" y="86730"/>
                  </a:lnTo>
                  <a:cubicBezTo>
                    <a:pt x="697706" y="89260"/>
                    <a:pt x="686395" y="91827"/>
                    <a:pt x="675307" y="94432"/>
                  </a:cubicBezTo>
                  <a:lnTo>
                    <a:pt x="671289" y="77465"/>
                  </a:lnTo>
                  <a:cubicBezTo>
                    <a:pt x="679995" y="76051"/>
                    <a:pt x="692646" y="73745"/>
                    <a:pt x="709240" y="70545"/>
                  </a:cubicBezTo>
                  <a:lnTo>
                    <a:pt x="709240" y="46881"/>
                  </a:lnTo>
                  <a:lnTo>
                    <a:pt x="673521" y="46881"/>
                  </a:lnTo>
                  <a:lnTo>
                    <a:pt x="673521" y="31701"/>
                  </a:lnTo>
                  <a:lnTo>
                    <a:pt x="709240" y="31701"/>
                  </a:ln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02" name="组合 201">
              <a:extLst>
                <a:ext uri="{FF2B5EF4-FFF2-40B4-BE49-F238E27FC236}">
                  <a16:creationId xmlns:a16="http://schemas.microsoft.com/office/drawing/2014/main" id="{5B4C1656-A7C2-44FB-AC36-1F47BF630099}"/>
                </a:ext>
              </a:extLst>
            </p:cNvPr>
            <p:cNvGrpSpPr/>
            <p:nvPr/>
          </p:nvGrpSpPr>
          <p:grpSpPr>
            <a:xfrm>
              <a:off x="5516358" y="1548825"/>
              <a:ext cx="1393965" cy="734252"/>
              <a:chOff x="4128293" y="5205575"/>
              <a:chExt cx="801688" cy="422278"/>
            </a:xfrm>
          </p:grpSpPr>
          <p:sp>
            <p:nvSpPr>
              <p:cNvPr id="203" name="椭圆 202">
                <a:extLst>
                  <a:ext uri="{FF2B5EF4-FFF2-40B4-BE49-F238E27FC236}">
                    <a16:creationId xmlns:a16="http://schemas.microsoft.com/office/drawing/2014/main" id="{33A06CDE-565D-48E2-90ED-F2FFB762A1F8}"/>
                  </a:ext>
                </a:extLst>
              </p:cNvPr>
              <p:cNvSpPr/>
              <p:nvPr/>
            </p:nvSpPr>
            <p:spPr>
              <a:xfrm>
                <a:off x="4128293" y="5205575"/>
                <a:ext cx="148700" cy="422278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椭圆 203">
                <a:extLst>
                  <a:ext uri="{FF2B5EF4-FFF2-40B4-BE49-F238E27FC236}">
                    <a16:creationId xmlns:a16="http://schemas.microsoft.com/office/drawing/2014/main" id="{0E512E4A-12FC-420E-B92B-3027E2901AD5}"/>
                  </a:ext>
                </a:extLst>
              </p:cNvPr>
              <p:cNvSpPr/>
              <p:nvPr/>
            </p:nvSpPr>
            <p:spPr>
              <a:xfrm>
                <a:off x="4151659" y="5297589"/>
                <a:ext cx="73025" cy="241346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椭圆 204">
                <a:extLst>
                  <a:ext uri="{FF2B5EF4-FFF2-40B4-BE49-F238E27FC236}">
                    <a16:creationId xmlns:a16="http://schemas.microsoft.com/office/drawing/2014/main" id="{3C1A0B1A-5541-4CCC-8FF3-C1E71B90727A}"/>
                  </a:ext>
                </a:extLst>
              </p:cNvPr>
              <p:cNvSpPr/>
              <p:nvPr/>
            </p:nvSpPr>
            <p:spPr>
              <a:xfrm>
                <a:off x="4151978" y="5369183"/>
                <a:ext cx="45719" cy="91060"/>
              </a:xfrm>
              <a:prstGeom prst="ellipse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任意多边形 211">
                <a:extLst>
                  <a:ext uri="{FF2B5EF4-FFF2-40B4-BE49-F238E27FC236}">
                    <a16:creationId xmlns:a16="http://schemas.microsoft.com/office/drawing/2014/main" id="{94A75512-D075-4A5A-9CD4-B290C3799AC4}"/>
                  </a:ext>
                </a:extLst>
              </p:cNvPr>
              <p:cNvSpPr/>
              <p:nvPr/>
            </p:nvSpPr>
            <p:spPr>
              <a:xfrm>
                <a:off x="4211393" y="5205575"/>
                <a:ext cx="718588" cy="422278"/>
              </a:xfrm>
              <a:custGeom>
                <a:avLst/>
                <a:gdLst>
                  <a:gd name="connsiteX0" fmla="*/ 0 w 751645"/>
                  <a:gd name="connsiteY0" fmla="*/ 0 h 422278"/>
                  <a:gd name="connsiteX1" fmla="*/ 686044 w 751645"/>
                  <a:gd name="connsiteY1" fmla="*/ 0 h 422278"/>
                  <a:gd name="connsiteX2" fmla="*/ 751645 w 751645"/>
                  <a:gd name="connsiteY2" fmla="*/ 211139 h 422278"/>
                  <a:gd name="connsiteX3" fmla="*/ 686044 w 751645"/>
                  <a:gd name="connsiteY3" fmla="*/ 422278 h 422278"/>
                  <a:gd name="connsiteX4" fmla="*/ 686041 w 751645"/>
                  <a:gd name="connsiteY4" fmla="*/ 422277 h 422278"/>
                  <a:gd name="connsiteX5" fmla="*/ 0 w 751645"/>
                  <a:gd name="connsiteY5" fmla="*/ 422277 h 422278"/>
                  <a:gd name="connsiteX6" fmla="*/ 0 w 751645"/>
                  <a:gd name="connsiteY6" fmla="*/ 419773 h 422278"/>
                  <a:gd name="connsiteX7" fmla="*/ 6235 w 751645"/>
                  <a:gd name="connsiteY7" fmla="*/ 417989 h 422278"/>
                  <a:gd name="connsiteX8" fmla="*/ 65601 w 751645"/>
                  <a:gd name="connsiteY8" fmla="*/ 211139 h 422278"/>
                  <a:gd name="connsiteX9" fmla="*/ 6235 w 751645"/>
                  <a:gd name="connsiteY9" fmla="*/ 4290 h 422278"/>
                  <a:gd name="connsiteX10" fmla="*/ 0 w 751645"/>
                  <a:gd name="connsiteY10" fmla="*/ 2505 h 4222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751645" h="422278">
                    <a:moveTo>
                      <a:pt x="0" y="0"/>
                    </a:moveTo>
                    <a:lnTo>
                      <a:pt x="686044" y="0"/>
                    </a:lnTo>
                    <a:cubicBezTo>
                      <a:pt x="722274" y="0"/>
                      <a:pt x="751645" y="94530"/>
                      <a:pt x="751645" y="211139"/>
                    </a:cubicBezTo>
                    <a:cubicBezTo>
                      <a:pt x="751645" y="327748"/>
                      <a:pt x="722274" y="422278"/>
                      <a:pt x="686044" y="422278"/>
                    </a:cubicBezTo>
                    <a:lnTo>
                      <a:pt x="686041" y="422277"/>
                    </a:lnTo>
                    <a:lnTo>
                      <a:pt x="0" y="422277"/>
                    </a:lnTo>
                    <a:lnTo>
                      <a:pt x="0" y="419773"/>
                    </a:lnTo>
                    <a:lnTo>
                      <a:pt x="6235" y="417989"/>
                    </a:lnTo>
                    <a:cubicBezTo>
                      <a:pt x="40115" y="398301"/>
                      <a:pt x="65601" y="313172"/>
                      <a:pt x="65601" y="211139"/>
                    </a:cubicBezTo>
                    <a:cubicBezTo>
                      <a:pt x="65601" y="109106"/>
                      <a:pt x="40115" y="23978"/>
                      <a:pt x="6235" y="4290"/>
                    </a:cubicBezTo>
                    <a:lnTo>
                      <a:pt x="0" y="2505"/>
                    </a:lnTo>
                    <a:close/>
                  </a:path>
                </a:pathLst>
              </a:custGeom>
              <a:gradFill>
                <a:gsLst>
                  <a:gs pos="26000">
                    <a:schemeClr val="accent1">
                      <a:lumMod val="5000"/>
                      <a:lumOff val="95000"/>
                    </a:schemeClr>
                  </a:gs>
                  <a:gs pos="93000">
                    <a:schemeClr val="tx2">
                      <a:lumMod val="60000"/>
                      <a:lumOff val="40000"/>
                    </a:schemeClr>
                  </a:gs>
                </a:gsLst>
                <a:lin ang="5400000" scaled="1"/>
              </a:gra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椭圆 206">
                <a:extLst>
                  <a:ext uri="{FF2B5EF4-FFF2-40B4-BE49-F238E27FC236}">
                    <a16:creationId xmlns:a16="http://schemas.microsoft.com/office/drawing/2014/main" id="{249F0A99-95C6-4720-BEF8-4CD7DE0612C9}"/>
                  </a:ext>
                </a:extLst>
              </p:cNvPr>
              <p:cNvSpPr/>
              <p:nvPr/>
            </p:nvSpPr>
            <p:spPr>
              <a:xfrm>
                <a:off x="4719369" y="5321774"/>
                <a:ext cx="168983" cy="16898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椭圆 207">
                <a:extLst>
                  <a:ext uri="{FF2B5EF4-FFF2-40B4-BE49-F238E27FC236}">
                    <a16:creationId xmlns:a16="http://schemas.microsoft.com/office/drawing/2014/main" id="{8836CF01-15D7-4F13-B7CE-B1AF45EAD105}"/>
                  </a:ext>
                </a:extLst>
              </p:cNvPr>
              <p:cNvSpPr/>
              <p:nvPr/>
            </p:nvSpPr>
            <p:spPr>
              <a:xfrm>
                <a:off x="4318085" y="5321775"/>
                <a:ext cx="168983" cy="168983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09" name="直接连接符 208">
                <a:extLst>
                  <a:ext uri="{FF2B5EF4-FFF2-40B4-BE49-F238E27FC236}">
                    <a16:creationId xmlns:a16="http://schemas.microsoft.com/office/drawing/2014/main" id="{AD3EE37D-7AB5-4D2F-BE5C-1FC2AEEFE1D4}"/>
                  </a:ext>
                </a:extLst>
              </p:cNvPr>
              <p:cNvCxnSpPr/>
              <p:nvPr/>
            </p:nvCxnSpPr>
            <p:spPr>
              <a:xfrm>
                <a:off x="4348955" y="5406266"/>
                <a:ext cx="1047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0" name="直接连接符 209">
                <a:extLst>
                  <a:ext uri="{FF2B5EF4-FFF2-40B4-BE49-F238E27FC236}">
                    <a16:creationId xmlns:a16="http://schemas.microsoft.com/office/drawing/2014/main" id="{EFFEC76A-4D0A-4DF2-90A2-C467667E23BE}"/>
                  </a:ext>
                </a:extLst>
              </p:cNvPr>
              <p:cNvCxnSpPr/>
              <p:nvPr/>
            </p:nvCxnSpPr>
            <p:spPr>
              <a:xfrm>
                <a:off x="4751472" y="5402736"/>
                <a:ext cx="1047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1" name="直接连接符 210">
                <a:extLst>
                  <a:ext uri="{FF2B5EF4-FFF2-40B4-BE49-F238E27FC236}">
                    <a16:creationId xmlns:a16="http://schemas.microsoft.com/office/drawing/2014/main" id="{7F1F244F-89D7-4861-A2EB-6FE002676447}"/>
                  </a:ext>
                </a:extLst>
              </p:cNvPr>
              <p:cNvCxnSpPr/>
              <p:nvPr/>
            </p:nvCxnSpPr>
            <p:spPr>
              <a:xfrm>
                <a:off x="4401342" y="5348324"/>
                <a:ext cx="0" cy="1119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2" name="任意多边形: 形状 211">
              <a:extLst>
                <a:ext uri="{FF2B5EF4-FFF2-40B4-BE49-F238E27FC236}">
                  <a16:creationId xmlns:a16="http://schemas.microsoft.com/office/drawing/2014/main" id="{5C97A455-B0E6-4CE8-8FA2-8F1F5FE2319A}"/>
                </a:ext>
              </a:extLst>
            </p:cNvPr>
            <p:cNvSpPr/>
            <p:nvPr/>
          </p:nvSpPr>
          <p:spPr>
            <a:xfrm flipV="1">
              <a:off x="6896643" y="1907217"/>
              <a:ext cx="2240862" cy="2017342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0 w 3112544"/>
                <a:gd name="connsiteY0" fmla="*/ 2363964 h 2412430"/>
                <a:gd name="connsiteX1" fmla="*/ 1495425 w 3112544"/>
                <a:gd name="connsiteY1" fmla="*/ 2392539 h 2412430"/>
                <a:gd name="connsiteX2" fmla="*/ 2952750 w 3112544"/>
                <a:gd name="connsiteY2" fmla="*/ 2068689 h 2412430"/>
                <a:gd name="connsiteX3" fmla="*/ 3048000 w 3112544"/>
                <a:gd name="connsiteY3" fmla="*/ 268464 h 2412430"/>
                <a:gd name="connsiteX4" fmla="*/ 2714625 w 3112544"/>
                <a:gd name="connsiteY4" fmla="*/ 11289 h 2412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12544" h="2412430">
                  <a:moveTo>
                    <a:pt x="0" y="2363964"/>
                  </a:moveTo>
                  <a:cubicBezTo>
                    <a:pt x="457994" y="2386982"/>
                    <a:pt x="1003300" y="2441751"/>
                    <a:pt x="1495425" y="2392539"/>
                  </a:cubicBezTo>
                  <a:cubicBezTo>
                    <a:pt x="1987550" y="2343327"/>
                    <a:pt x="2693988" y="2422701"/>
                    <a:pt x="2952750" y="2068689"/>
                  </a:cubicBezTo>
                  <a:cubicBezTo>
                    <a:pt x="3211512" y="1714677"/>
                    <a:pt x="3087688" y="611364"/>
                    <a:pt x="3048000" y="268464"/>
                  </a:cubicBezTo>
                  <a:cubicBezTo>
                    <a:pt x="3008313" y="-74436"/>
                    <a:pt x="2872185" y="7320"/>
                    <a:pt x="2714625" y="11289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3" name="任意多边形: 形状 212">
              <a:extLst>
                <a:ext uri="{FF2B5EF4-FFF2-40B4-BE49-F238E27FC236}">
                  <a16:creationId xmlns:a16="http://schemas.microsoft.com/office/drawing/2014/main" id="{50F71143-EAEF-436D-B673-5F31F9CC7D57}"/>
                </a:ext>
              </a:extLst>
            </p:cNvPr>
            <p:cNvSpPr/>
            <p:nvPr/>
          </p:nvSpPr>
          <p:spPr>
            <a:xfrm rot="10800000" flipV="1">
              <a:off x="2901548" y="1915951"/>
              <a:ext cx="2641647" cy="2027453"/>
            </a:xfrm>
            <a:custGeom>
              <a:avLst/>
              <a:gdLst>
                <a:gd name="connsiteX0" fmla="*/ 0 w 3570457"/>
                <a:gd name="connsiteY0" fmla="*/ 2411017 h 2474128"/>
                <a:gd name="connsiteX1" fmla="*/ 1485900 w 3570457"/>
                <a:gd name="connsiteY1" fmla="*/ 2430067 h 2474128"/>
                <a:gd name="connsiteX2" fmla="*/ 3419475 w 3570457"/>
                <a:gd name="connsiteY2" fmla="*/ 2249092 h 2474128"/>
                <a:gd name="connsiteX3" fmla="*/ 3400425 w 3570457"/>
                <a:gd name="connsiteY3" fmla="*/ 125017 h 2474128"/>
                <a:gd name="connsiteX4" fmla="*/ 3048000 w 3570457"/>
                <a:gd name="connsiteY4" fmla="*/ 248842 h 2474128"/>
                <a:gd name="connsiteX5" fmla="*/ 2724150 w 3570457"/>
                <a:gd name="connsiteY5" fmla="*/ 248842 h 2474128"/>
                <a:gd name="connsiteX0" fmla="*/ 0 w 3516707"/>
                <a:gd name="connsiteY0" fmla="*/ 2164004 h 2195238"/>
                <a:gd name="connsiteX1" fmla="*/ 1485900 w 3516707"/>
                <a:gd name="connsiteY1" fmla="*/ 2183054 h 2195238"/>
                <a:gd name="connsiteX2" fmla="*/ 3419475 w 3516707"/>
                <a:gd name="connsiteY2" fmla="*/ 2002079 h 2195238"/>
                <a:gd name="connsiteX3" fmla="*/ 3209925 w 3516707"/>
                <a:gd name="connsiteY3" fmla="*/ 468554 h 2195238"/>
                <a:gd name="connsiteX4" fmla="*/ 3048000 w 3516707"/>
                <a:gd name="connsiteY4" fmla="*/ 1829 h 2195238"/>
                <a:gd name="connsiteX5" fmla="*/ 2724150 w 3516707"/>
                <a:gd name="connsiteY5" fmla="*/ 1829 h 2195238"/>
                <a:gd name="connsiteX0" fmla="*/ 0 w 3520471"/>
                <a:gd name="connsiteY0" fmla="*/ 2164004 h 2195238"/>
                <a:gd name="connsiteX1" fmla="*/ 1485900 w 3520471"/>
                <a:gd name="connsiteY1" fmla="*/ 2183054 h 2195238"/>
                <a:gd name="connsiteX2" fmla="*/ 3419475 w 3520471"/>
                <a:gd name="connsiteY2" fmla="*/ 2002079 h 2195238"/>
                <a:gd name="connsiteX3" fmla="*/ 3209925 w 3520471"/>
                <a:gd name="connsiteY3" fmla="*/ 468554 h 2195238"/>
                <a:gd name="connsiteX4" fmla="*/ 2886075 w 3520471"/>
                <a:gd name="connsiteY4" fmla="*/ 1829 h 2195238"/>
                <a:gd name="connsiteX5" fmla="*/ 2724150 w 3520471"/>
                <a:gd name="connsiteY5" fmla="*/ 1829 h 2195238"/>
                <a:gd name="connsiteX0" fmla="*/ 0 w 3216045"/>
                <a:gd name="connsiteY0" fmla="*/ 2164034 h 2200422"/>
                <a:gd name="connsiteX1" fmla="*/ 1485900 w 3216045"/>
                <a:gd name="connsiteY1" fmla="*/ 2183084 h 2200422"/>
                <a:gd name="connsiteX2" fmla="*/ 2590800 w 3216045"/>
                <a:gd name="connsiteY2" fmla="*/ 2021159 h 2200422"/>
                <a:gd name="connsiteX3" fmla="*/ 3209925 w 3216045"/>
                <a:gd name="connsiteY3" fmla="*/ 468584 h 2200422"/>
                <a:gd name="connsiteX4" fmla="*/ 2886075 w 3216045"/>
                <a:gd name="connsiteY4" fmla="*/ 1859 h 2200422"/>
                <a:gd name="connsiteX5" fmla="*/ 2724150 w 3216045"/>
                <a:gd name="connsiteY5" fmla="*/ 1859 h 2200422"/>
                <a:gd name="connsiteX0" fmla="*/ 0 w 3216045"/>
                <a:gd name="connsiteY0" fmla="*/ 2164034 h 2175328"/>
                <a:gd name="connsiteX1" fmla="*/ 1485900 w 3216045"/>
                <a:gd name="connsiteY1" fmla="*/ 2135459 h 2175328"/>
                <a:gd name="connsiteX2" fmla="*/ 2590800 w 3216045"/>
                <a:gd name="connsiteY2" fmla="*/ 2021159 h 2175328"/>
                <a:gd name="connsiteX3" fmla="*/ 3209925 w 3216045"/>
                <a:gd name="connsiteY3" fmla="*/ 468584 h 2175328"/>
                <a:gd name="connsiteX4" fmla="*/ 2886075 w 3216045"/>
                <a:gd name="connsiteY4" fmla="*/ 1859 h 2175328"/>
                <a:gd name="connsiteX5" fmla="*/ 2724150 w 3216045"/>
                <a:gd name="connsiteY5" fmla="*/ 1859 h 2175328"/>
                <a:gd name="connsiteX0" fmla="*/ 0 w 3211038"/>
                <a:gd name="connsiteY0" fmla="*/ 2163807 h 2177877"/>
                <a:gd name="connsiteX1" fmla="*/ 1485900 w 3211038"/>
                <a:gd name="connsiteY1" fmla="*/ 2135232 h 2177877"/>
                <a:gd name="connsiteX2" fmla="*/ 2771775 w 3211038"/>
                <a:gd name="connsiteY2" fmla="*/ 1868532 h 2177877"/>
                <a:gd name="connsiteX3" fmla="*/ 3209925 w 3211038"/>
                <a:gd name="connsiteY3" fmla="*/ 468357 h 2177877"/>
                <a:gd name="connsiteX4" fmla="*/ 2886075 w 3211038"/>
                <a:gd name="connsiteY4" fmla="*/ 1632 h 2177877"/>
                <a:gd name="connsiteX5" fmla="*/ 2724150 w 3211038"/>
                <a:gd name="connsiteY5" fmla="*/ 1632 h 2177877"/>
                <a:gd name="connsiteX0" fmla="*/ 0 w 3116486"/>
                <a:gd name="connsiteY0" fmla="*/ 2162989 h 2177059"/>
                <a:gd name="connsiteX1" fmla="*/ 1485900 w 3116486"/>
                <a:gd name="connsiteY1" fmla="*/ 2134414 h 2177059"/>
                <a:gd name="connsiteX2" fmla="*/ 2771775 w 3116486"/>
                <a:gd name="connsiteY2" fmla="*/ 1867714 h 2177059"/>
                <a:gd name="connsiteX3" fmla="*/ 3114675 w 3116486"/>
                <a:gd name="connsiteY3" fmla="*/ 667564 h 2177059"/>
                <a:gd name="connsiteX4" fmla="*/ 2886075 w 3116486"/>
                <a:gd name="connsiteY4" fmla="*/ 814 h 2177059"/>
                <a:gd name="connsiteX5" fmla="*/ 2724150 w 3116486"/>
                <a:gd name="connsiteY5" fmla="*/ 814 h 2177059"/>
                <a:gd name="connsiteX0" fmla="*/ 0 w 3120142"/>
                <a:gd name="connsiteY0" fmla="*/ 2162175 h 2176245"/>
                <a:gd name="connsiteX1" fmla="*/ 1485900 w 3120142"/>
                <a:gd name="connsiteY1" fmla="*/ 2133600 h 2176245"/>
                <a:gd name="connsiteX2" fmla="*/ 2771775 w 3120142"/>
                <a:gd name="connsiteY2" fmla="*/ 1866900 h 2176245"/>
                <a:gd name="connsiteX3" fmla="*/ 3114675 w 3120142"/>
                <a:gd name="connsiteY3" fmla="*/ 666750 h 2176245"/>
                <a:gd name="connsiteX4" fmla="*/ 2943225 w 3120142"/>
                <a:gd name="connsiteY4" fmla="*/ 19050 h 2176245"/>
                <a:gd name="connsiteX5" fmla="*/ 2724150 w 3120142"/>
                <a:gd name="connsiteY5" fmla="*/ 0 h 2176245"/>
                <a:gd name="connsiteX0" fmla="*/ 0 w 3115206"/>
                <a:gd name="connsiteY0" fmla="*/ 2162175 h 2176245"/>
                <a:gd name="connsiteX1" fmla="*/ 1485900 w 3115206"/>
                <a:gd name="connsiteY1" fmla="*/ 2133600 h 2176245"/>
                <a:gd name="connsiteX2" fmla="*/ 2771775 w 3115206"/>
                <a:gd name="connsiteY2" fmla="*/ 1866900 h 2176245"/>
                <a:gd name="connsiteX3" fmla="*/ 3114675 w 3115206"/>
                <a:gd name="connsiteY3" fmla="*/ 666750 h 2176245"/>
                <a:gd name="connsiteX4" fmla="*/ 2724150 w 3115206"/>
                <a:gd name="connsiteY4" fmla="*/ 0 h 2176245"/>
                <a:gd name="connsiteX0" fmla="*/ 0 w 3115412"/>
                <a:gd name="connsiteY0" fmla="*/ 2352675 h 2366745"/>
                <a:gd name="connsiteX1" fmla="*/ 1485900 w 3115412"/>
                <a:gd name="connsiteY1" fmla="*/ 2324100 h 2366745"/>
                <a:gd name="connsiteX2" fmla="*/ 2771775 w 3115412"/>
                <a:gd name="connsiteY2" fmla="*/ 2057400 h 2366745"/>
                <a:gd name="connsiteX3" fmla="*/ 3114675 w 3115412"/>
                <a:gd name="connsiteY3" fmla="*/ 857250 h 2366745"/>
                <a:gd name="connsiteX4" fmla="*/ 2714625 w 3115412"/>
                <a:gd name="connsiteY4" fmla="*/ 0 h 2366745"/>
                <a:gd name="connsiteX0" fmla="*/ 0 w 3134358"/>
                <a:gd name="connsiteY0" fmla="*/ 2352675 h 2366745"/>
                <a:gd name="connsiteX1" fmla="*/ 1485900 w 3134358"/>
                <a:gd name="connsiteY1" fmla="*/ 2324100 h 2366745"/>
                <a:gd name="connsiteX2" fmla="*/ 2771775 w 3134358"/>
                <a:gd name="connsiteY2" fmla="*/ 2057400 h 2366745"/>
                <a:gd name="connsiteX3" fmla="*/ 3133725 w 3134358"/>
                <a:gd name="connsiteY3" fmla="*/ 238125 h 2366745"/>
                <a:gd name="connsiteX4" fmla="*/ 2714625 w 3134358"/>
                <a:gd name="connsiteY4" fmla="*/ 0 h 2366745"/>
                <a:gd name="connsiteX0" fmla="*/ 0 w 3134358"/>
                <a:gd name="connsiteY0" fmla="*/ 2369490 h 2383560"/>
                <a:gd name="connsiteX1" fmla="*/ 1485900 w 3134358"/>
                <a:gd name="connsiteY1" fmla="*/ 2340915 h 2383560"/>
                <a:gd name="connsiteX2" fmla="*/ 2771775 w 3134358"/>
                <a:gd name="connsiteY2" fmla="*/ 2074215 h 2383560"/>
                <a:gd name="connsiteX3" fmla="*/ 3133725 w 3134358"/>
                <a:gd name="connsiteY3" fmla="*/ 254940 h 2383560"/>
                <a:gd name="connsiteX4" fmla="*/ 2714625 w 3134358"/>
                <a:gd name="connsiteY4" fmla="*/ 16815 h 2383560"/>
                <a:gd name="connsiteX0" fmla="*/ 0 w 3049613"/>
                <a:gd name="connsiteY0" fmla="*/ 2363964 h 2378034"/>
                <a:gd name="connsiteX1" fmla="*/ 1485900 w 3049613"/>
                <a:gd name="connsiteY1" fmla="*/ 2335389 h 2378034"/>
                <a:gd name="connsiteX2" fmla="*/ 2771775 w 3049613"/>
                <a:gd name="connsiteY2" fmla="*/ 2068689 h 2378034"/>
                <a:gd name="connsiteX3" fmla="*/ 3048000 w 3049613"/>
                <a:gd name="connsiteY3" fmla="*/ 268464 h 2378034"/>
                <a:gd name="connsiteX4" fmla="*/ 2714625 w 3049613"/>
                <a:gd name="connsiteY4" fmla="*/ 11289 h 2378034"/>
                <a:gd name="connsiteX0" fmla="*/ 0 w 3107581"/>
                <a:gd name="connsiteY0" fmla="*/ 2371001 h 2423593"/>
                <a:gd name="connsiteX1" fmla="*/ 1485900 w 3107581"/>
                <a:gd name="connsiteY1" fmla="*/ 2342426 h 2423593"/>
                <a:gd name="connsiteX2" fmla="*/ 2943225 w 3107581"/>
                <a:gd name="connsiteY2" fmla="*/ 2247176 h 2423593"/>
                <a:gd name="connsiteX3" fmla="*/ 3048000 w 3107581"/>
                <a:gd name="connsiteY3" fmla="*/ 275501 h 2423593"/>
                <a:gd name="connsiteX4" fmla="*/ 2714625 w 3107581"/>
                <a:gd name="connsiteY4" fmla="*/ 18326 h 2423593"/>
                <a:gd name="connsiteX0" fmla="*/ 0 w 3106974"/>
                <a:gd name="connsiteY0" fmla="*/ 2371001 h 2449664"/>
                <a:gd name="connsiteX1" fmla="*/ 1495425 w 3106974"/>
                <a:gd name="connsiteY1" fmla="*/ 2399576 h 2449664"/>
                <a:gd name="connsiteX2" fmla="*/ 2943225 w 3106974"/>
                <a:gd name="connsiteY2" fmla="*/ 2247176 h 2449664"/>
                <a:gd name="connsiteX3" fmla="*/ 3048000 w 3106974"/>
                <a:gd name="connsiteY3" fmla="*/ 275501 h 2449664"/>
                <a:gd name="connsiteX4" fmla="*/ 2714625 w 3106974"/>
                <a:gd name="connsiteY4" fmla="*/ 18326 h 2449664"/>
                <a:gd name="connsiteX0" fmla="*/ 0 w 3106974"/>
                <a:gd name="connsiteY0" fmla="*/ 2369741 h 2431143"/>
                <a:gd name="connsiteX1" fmla="*/ 1495425 w 3106974"/>
                <a:gd name="connsiteY1" fmla="*/ 2398316 h 2431143"/>
                <a:gd name="connsiteX2" fmla="*/ 2943225 w 3106974"/>
                <a:gd name="connsiteY2" fmla="*/ 2217341 h 2431143"/>
                <a:gd name="connsiteX3" fmla="*/ 3048000 w 3106974"/>
                <a:gd name="connsiteY3" fmla="*/ 274241 h 2431143"/>
                <a:gd name="connsiteX4" fmla="*/ 2714625 w 3106974"/>
                <a:gd name="connsiteY4" fmla="*/ 17066 h 2431143"/>
                <a:gd name="connsiteX0" fmla="*/ 20387464 w 25194307"/>
                <a:gd name="connsiteY0" fmla="*/ 2581405 h 2642807"/>
                <a:gd name="connsiteX1" fmla="*/ 21882889 w 25194307"/>
                <a:gd name="connsiteY1" fmla="*/ 2609980 h 2642807"/>
                <a:gd name="connsiteX2" fmla="*/ 23330689 w 25194307"/>
                <a:gd name="connsiteY2" fmla="*/ 2429005 h 2642807"/>
                <a:gd name="connsiteX3" fmla="*/ 23435464 w 25194307"/>
                <a:gd name="connsiteY3" fmla="*/ 485905 h 2642807"/>
                <a:gd name="connsiteX4" fmla="*/ 0 w 25194307"/>
                <a:gd name="connsiteY4" fmla="*/ 130 h 2642807"/>
                <a:gd name="connsiteX0" fmla="*/ 20387464 w 27512420"/>
                <a:gd name="connsiteY0" fmla="*/ 2629870 h 2709399"/>
                <a:gd name="connsiteX1" fmla="*/ 21882889 w 27512420"/>
                <a:gd name="connsiteY1" fmla="*/ 2658445 h 2709399"/>
                <a:gd name="connsiteX2" fmla="*/ 23330689 w 27512420"/>
                <a:gd name="connsiteY2" fmla="*/ 2477470 h 2709399"/>
                <a:gd name="connsiteX3" fmla="*/ 26219752 w 27512420"/>
                <a:gd name="connsiteY3" fmla="*/ 258145 h 2709399"/>
                <a:gd name="connsiteX4" fmla="*/ 0 w 27512420"/>
                <a:gd name="connsiteY4" fmla="*/ 48595 h 2709399"/>
                <a:gd name="connsiteX0" fmla="*/ 20387464 w 27512420"/>
                <a:gd name="connsiteY0" fmla="*/ 2629870 h 2693407"/>
                <a:gd name="connsiteX1" fmla="*/ 23330689 w 27512420"/>
                <a:gd name="connsiteY1" fmla="*/ 2477470 h 2693407"/>
                <a:gd name="connsiteX2" fmla="*/ 26219752 w 27512420"/>
                <a:gd name="connsiteY2" fmla="*/ 258145 h 2693407"/>
                <a:gd name="connsiteX3" fmla="*/ 0 w 27512420"/>
                <a:gd name="connsiteY3" fmla="*/ 48595 h 2693407"/>
                <a:gd name="connsiteX0" fmla="*/ 20387464 w 27722404"/>
                <a:gd name="connsiteY0" fmla="*/ 2629870 h 2693407"/>
                <a:gd name="connsiteX1" fmla="*/ 24233700 w 27722404"/>
                <a:gd name="connsiteY1" fmla="*/ 2477470 h 2693407"/>
                <a:gd name="connsiteX2" fmla="*/ 26219752 w 27722404"/>
                <a:gd name="connsiteY2" fmla="*/ 258145 h 2693407"/>
                <a:gd name="connsiteX3" fmla="*/ 0 w 27722404"/>
                <a:gd name="connsiteY3" fmla="*/ 48595 h 2693407"/>
                <a:gd name="connsiteX0" fmla="*/ 20387464 w 27690510"/>
                <a:gd name="connsiteY0" fmla="*/ 2629870 h 2643563"/>
                <a:gd name="connsiteX1" fmla="*/ 24233700 w 27690510"/>
                <a:gd name="connsiteY1" fmla="*/ 2477470 h 2643563"/>
                <a:gd name="connsiteX2" fmla="*/ 26219752 w 27690510"/>
                <a:gd name="connsiteY2" fmla="*/ 258145 h 2643563"/>
                <a:gd name="connsiteX3" fmla="*/ 0 w 27690510"/>
                <a:gd name="connsiteY3" fmla="*/ 48595 h 2643563"/>
                <a:gd name="connsiteX0" fmla="*/ 20387464 w 27766401"/>
                <a:gd name="connsiteY0" fmla="*/ 2617440 h 2617440"/>
                <a:gd name="connsiteX1" fmla="*/ 24534704 w 27766401"/>
                <a:gd name="connsiteY1" fmla="*/ 2255490 h 2617440"/>
                <a:gd name="connsiteX2" fmla="*/ 26219752 w 27766401"/>
                <a:gd name="connsiteY2" fmla="*/ 245715 h 2617440"/>
                <a:gd name="connsiteX3" fmla="*/ 0 w 27766401"/>
                <a:gd name="connsiteY3" fmla="*/ 36165 h 2617440"/>
                <a:gd name="connsiteX0" fmla="*/ 20387463 w 27844283"/>
                <a:gd name="connsiteY0" fmla="*/ 2426940 h 2466365"/>
                <a:gd name="connsiteX1" fmla="*/ 24534704 w 27844283"/>
                <a:gd name="connsiteY1" fmla="*/ 2255490 h 2466365"/>
                <a:gd name="connsiteX2" fmla="*/ 26219752 w 27844283"/>
                <a:gd name="connsiteY2" fmla="*/ 245715 h 2466365"/>
                <a:gd name="connsiteX3" fmla="*/ 0 w 27844283"/>
                <a:gd name="connsiteY3" fmla="*/ 36165 h 2466365"/>
                <a:gd name="connsiteX0" fmla="*/ 20387463 w 25371962"/>
                <a:gd name="connsiteY0" fmla="*/ 2440487 h 2481821"/>
                <a:gd name="connsiteX1" fmla="*/ 24534704 w 25371962"/>
                <a:gd name="connsiteY1" fmla="*/ 2269037 h 2481821"/>
                <a:gd name="connsiteX2" fmla="*/ 22833452 w 25371962"/>
                <a:gd name="connsiteY2" fmla="*/ 230687 h 2481821"/>
                <a:gd name="connsiteX3" fmla="*/ 0 w 25371962"/>
                <a:gd name="connsiteY3" fmla="*/ 49712 h 2481821"/>
                <a:gd name="connsiteX0" fmla="*/ 21064723 w 26093006"/>
                <a:gd name="connsiteY0" fmla="*/ 2457162 h 2498496"/>
                <a:gd name="connsiteX1" fmla="*/ 25211964 w 26093006"/>
                <a:gd name="connsiteY1" fmla="*/ 2285712 h 2498496"/>
                <a:gd name="connsiteX2" fmla="*/ 23510712 w 26093006"/>
                <a:gd name="connsiteY2" fmla="*/ 247362 h 2498496"/>
                <a:gd name="connsiteX3" fmla="*/ 0 w 26093006"/>
                <a:gd name="connsiteY3" fmla="*/ 37812 h 2498496"/>
                <a:gd name="connsiteX0" fmla="*/ 20914221 w 25932739"/>
                <a:gd name="connsiteY0" fmla="*/ 2435240 h 2476574"/>
                <a:gd name="connsiteX1" fmla="*/ 25061462 w 25932739"/>
                <a:gd name="connsiteY1" fmla="*/ 2263790 h 2476574"/>
                <a:gd name="connsiteX2" fmla="*/ 23360210 w 25932739"/>
                <a:gd name="connsiteY2" fmla="*/ 225440 h 2476574"/>
                <a:gd name="connsiteX3" fmla="*/ 0 w 25932739"/>
                <a:gd name="connsiteY3" fmla="*/ 53990 h 2476574"/>
                <a:gd name="connsiteX0" fmla="*/ 20914221 w 25853561"/>
                <a:gd name="connsiteY0" fmla="*/ 2429982 h 2432928"/>
                <a:gd name="connsiteX1" fmla="*/ 24910959 w 25853561"/>
                <a:gd name="connsiteY1" fmla="*/ 2175982 h 2432928"/>
                <a:gd name="connsiteX2" fmla="*/ 23360210 w 25853561"/>
                <a:gd name="connsiteY2" fmla="*/ 220182 h 2432928"/>
                <a:gd name="connsiteX3" fmla="*/ 0 w 25853561"/>
                <a:gd name="connsiteY3" fmla="*/ 48732 h 2432928"/>
                <a:gd name="connsiteX0" fmla="*/ 20914221 w 25853561"/>
                <a:gd name="connsiteY0" fmla="*/ 2429982 h 2429982"/>
                <a:gd name="connsiteX1" fmla="*/ 24910959 w 25853561"/>
                <a:gd name="connsiteY1" fmla="*/ 2175982 h 2429982"/>
                <a:gd name="connsiteX2" fmla="*/ 23360210 w 25853561"/>
                <a:gd name="connsiteY2" fmla="*/ 220182 h 2429982"/>
                <a:gd name="connsiteX3" fmla="*/ 0 w 25853561"/>
                <a:gd name="connsiteY3" fmla="*/ 48732 h 2429982"/>
                <a:gd name="connsiteX0" fmla="*/ 20914221 w 26074061"/>
                <a:gd name="connsiteY0" fmla="*/ 2462033 h 2467778"/>
                <a:gd name="connsiteX1" fmla="*/ 24910959 w 26074061"/>
                <a:gd name="connsiteY1" fmla="*/ 2208033 h 2467778"/>
                <a:gd name="connsiteX2" fmla="*/ 23711381 w 26074061"/>
                <a:gd name="connsiteY2" fmla="*/ 195083 h 2467778"/>
                <a:gd name="connsiteX3" fmla="*/ 0 w 26074061"/>
                <a:gd name="connsiteY3" fmla="*/ 80783 h 2467778"/>
                <a:gd name="connsiteX0" fmla="*/ 20914221 w 26074061"/>
                <a:gd name="connsiteY0" fmla="*/ 2462033 h 2467778"/>
                <a:gd name="connsiteX1" fmla="*/ 24910959 w 26074061"/>
                <a:gd name="connsiteY1" fmla="*/ 2208033 h 2467778"/>
                <a:gd name="connsiteX2" fmla="*/ 23711381 w 26074061"/>
                <a:gd name="connsiteY2" fmla="*/ 195083 h 2467778"/>
                <a:gd name="connsiteX3" fmla="*/ 0 w 26074061"/>
                <a:gd name="connsiteY3" fmla="*/ 80783 h 2467778"/>
                <a:gd name="connsiteX0" fmla="*/ 20914221 w 26074061"/>
                <a:gd name="connsiteY0" fmla="*/ 2382124 h 2387869"/>
                <a:gd name="connsiteX1" fmla="*/ 24910959 w 26074061"/>
                <a:gd name="connsiteY1" fmla="*/ 2128124 h 2387869"/>
                <a:gd name="connsiteX2" fmla="*/ 23711381 w 26074061"/>
                <a:gd name="connsiteY2" fmla="*/ 115174 h 2387869"/>
                <a:gd name="connsiteX3" fmla="*/ 0 w 26074061"/>
                <a:gd name="connsiteY3" fmla="*/ 874 h 2387869"/>
                <a:gd name="connsiteX0" fmla="*/ 20914221 w 27573095"/>
                <a:gd name="connsiteY0" fmla="*/ 2381894 h 2387322"/>
                <a:gd name="connsiteX1" fmla="*/ 24910959 w 27573095"/>
                <a:gd name="connsiteY1" fmla="*/ 2127894 h 2387322"/>
                <a:gd name="connsiteX2" fmla="*/ 25768245 w 27573095"/>
                <a:gd name="connsiteY2" fmla="*/ 121294 h 2387322"/>
                <a:gd name="connsiteX3" fmla="*/ 0 w 27573095"/>
                <a:gd name="connsiteY3" fmla="*/ 644 h 2387322"/>
                <a:gd name="connsiteX0" fmla="*/ 20914221 w 25998320"/>
                <a:gd name="connsiteY0" fmla="*/ 2381894 h 2387322"/>
                <a:gd name="connsiteX1" fmla="*/ 24910959 w 25998320"/>
                <a:gd name="connsiteY1" fmla="*/ 2127894 h 2387322"/>
                <a:gd name="connsiteX2" fmla="*/ 25768245 w 25998320"/>
                <a:gd name="connsiteY2" fmla="*/ 121294 h 2387322"/>
                <a:gd name="connsiteX3" fmla="*/ 0 w 25998320"/>
                <a:gd name="connsiteY3" fmla="*/ 644 h 2387322"/>
                <a:gd name="connsiteX0" fmla="*/ 20914221 w 25998320"/>
                <a:gd name="connsiteY0" fmla="*/ 2383604 h 2389032"/>
                <a:gd name="connsiteX1" fmla="*/ 24910959 w 25998320"/>
                <a:gd name="connsiteY1" fmla="*/ 2129604 h 2389032"/>
                <a:gd name="connsiteX2" fmla="*/ 25768245 w 25998320"/>
                <a:gd name="connsiteY2" fmla="*/ 123004 h 2389032"/>
                <a:gd name="connsiteX3" fmla="*/ 0 w 25998320"/>
                <a:gd name="connsiteY3" fmla="*/ 2354 h 2389032"/>
                <a:gd name="connsiteX0" fmla="*/ 20914221 w 26039781"/>
                <a:gd name="connsiteY0" fmla="*/ 2383604 h 2389032"/>
                <a:gd name="connsiteX1" fmla="*/ 24910959 w 26039781"/>
                <a:gd name="connsiteY1" fmla="*/ 2129604 h 2389032"/>
                <a:gd name="connsiteX2" fmla="*/ 25768245 w 26039781"/>
                <a:gd name="connsiteY2" fmla="*/ 123004 h 2389032"/>
                <a:gd name="connsiteX3" fmla="*/ 0 w 26039781"/>
                <a:gd name="connsiteY3" fmla="*/ 2354 h 2389032"/>
                <a:gd name="connsiteX0" fmla="*/ 20914221 w 26204401"/>
                <a:gd name="connsiteY0" fmla="*/ 2420349 h 2425777"/>
                <a:gd name="connsiteX1" fmla="*/ 24910959 w 26204401"/>
                <a:gd name="connsiteY1" fmla="*/ 2166349 h 2425777"/>
                <a:gd name="connsiteX2" fmla="*/ 25768245 w 26204401"/>
                <a:gd name="connsiteY2" fmla="*/ 159749 h 2425777"/>
                <a:gd name="connsiteX3" fmla="*/ 0 w 26204401"/>
                <a:gd name="connsiteY3" fmla="*/ 39099 h 2425777"/>
                <a:gd name="connsiteX0" fmla="*/ 20914221 w 25586165"/>
                <a:gd name="connsiteY0" fmla="*/ 2420349 h 2425777"/>
                <a:gd name="connsiteX1" fmla="*/ 24910959 w 25586165"/>
                <a:gd name="connsiteY1" fmla="*/ 2166349 h 2425777"/>
                <a:gd name="connsiteX2" fmla="*/ 24940483 w 25586165"/>
                <a:gd name="connsiteY2" fmla="*/ 159749 h 2425777"/>
                <a:gd name="connsiteX3" fmla="*/ 0 w 25586165"/>
                <a:gd name="connsiteY3" fmla="*/ 39099 h 2425777"/>
                <a:gd name="connsiteX0" fmla="*/ 20914221 w 25329742"/>
                <a:gd name="connsiteY0" fmla="*/ 2384472 h 2384906"/>
                <a:gd name="connsiteX1" fmla="*/ 24910959 w 25329742"/>
                <a:gd name="connsiteY1" fmla="*/ 2130472 h 2384906"/>
                <a:gd name="connsiteX2" fmla="*/ 24488976 w 25329742"/>
                <a:gd name="connsiteY2" fmla="*/ 228647 h 2384906"/>
                <a:gd name="connsiteX3" fmla="*/ 0 w 25329742"/>
                <a:gd name="connsiteY3" fmla="*/ 3222 h 2384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329742" h="2384906">
                  <a:moveTo>
                    <a:pt x="20914221" y="2384472"/>
                  </a:moveTo>
                  <a:cubicBezTo>
                    <a:pt x="21527393" y="2352722"/>
                    <a:pt x="24315167" y="2489776"/>
                    <a:pt x="24910959" y="2130472"/>
                  </a:cubicBezTo>
                  <a:cubicBezTo>
                    <a:pt x="25506751" y="1771168"/>
                    <a:pt x="25550763" y="500883"/>
                    <a:pt x="24488976" y="228647"/>
                  </a:cubicBezTo>
                  <a:cubicBezTo>
                    <a:pt x="23471264" y="-32288"/>
                    <a:pt x="157560" y="-747"/>
                    <a:pt x="0" y="3222"/>
                  </a:cubicBezTo>
                </a:path>
              </a:pathLst>
            </a:cu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4" name="文本框 213">
              <a:extLst>
                <a:ext uri="{FF2B5EF4-FFF2-40B4-BE49-F238E27FC236}">
                  <a16:creationId xmlns:a16="http://schemas.microsoft.com/office/drawing/2014/main" id="{1D991CFC-9078-4B38-A60B-75E3C6119353}"/>
                </a:ext>
              </a:extLst>
            </p:cNvPr>
            <p:cNvSpPr txBox="1"/>
            <p:nvPr/>
          </p:nvSpPr>
          <p:spPr>
            <a:xfrm>
              <a:off x="5163945" y="2868708"/>
              <a:ext cx="905247" cy="222349"/>
            </a:xfrm>
            <a:custGeom>
              <a:avLst/>
              <a:gdLst/>
              <a:ahLst/>
              <a:cxnLst/>
              <a:rect l="l" t="t" r="r" b="b"/>
              <a:pathLst>
                <a:path w="905247" h="222349">
                  <a:moveTo>
                    <a:pt x="526740" y="133052"/>
                  </a:moveTo>
                  <a:cubicBezTo>
                    <a:pt x="537679" y="149275"/>
                    <a:pt x="550552" y="161925"/>
                    <a:pt x="565361" y="171003"/>
                  </a:cubicBezTo>
                  <a:cubicBezTo>
                    <a:pt x="583220" y="160437"/>
                    <a:pt x="598438" y="147786"/>
                    <a:pt x="611014" y="133052"/>
                  </a:cubicBezTo>
                  <a:close/>
                  <a:moveTo>
                    <a:pt x="328166" y="132829"/>
                  </a:moveTo>
                  <a:lnTo>
                    <a:pt x="345579" y="132829"/>
                  </a:lnTo>
                  <a:lnTo>
                    <a:pt x="345579" y="150912"/>
                  </a:lnTo>
                  <a:lnTo>
                    <a:pt x="427062" y="150912"/>
                  </a:lnTo>
                  <a:lnTo>
                    <a:pt x="427062" y="166762"/>
                  </a:lnTo>
                  <a:lnTo>
                    <a:pt x="345579" y="166762"/>
                  </a:lnTo>
                  <a:lnTo>
                    <a:pt x="345579" y="196453"/>
                  </a:lnTo>
                  <a:lnTo>
                    <a:pt x="445368" y="196453"/>
                  </a:lnTo>
                  <a:lnTo>
                    <a:pt x="445368" y="212527"/>
                  </a:lnTo>
                  <a:lnTo>
                    <a:pt x="228153" y="212527"/>
                  </a:lnTo>
                  <a:lnTo>
                    <a:pt x="228153" y="196453"/>
                  </a:lnTo>
                  <a:lnTo>
                    <a:pt x="328166" y="196453"/>
                  </a:lnTo>
                  <a:lnTo>
                    <a:pt x="328166" y="166762"/>
                  </a:lnTo>
                  <a:lnTo>
                    <a:pt x="248468" y="166762"/>
                  </a:lnTo>
                  <a:lnTo>
                    <a:pt x="248468" y="150912"/>
                  </a:lnTo>
                  <a:lnTo>
                    <a:pt x="328166" y="150912"/>
                  </a:lnTo>
                  <a:close/>
                  <a:moveTo>
                    <a:pt x="782240" y="127248"/>
                  </a:moveTo>
                  <a:lnTo>
                    <a:pt x="799653" y="127248"/>
                  </a:lnTo>
                  <a:cubicBezTo>
                    <a:pt x="799356" y="136847"/>
                    <a:pt x="798314" y="145554"/>
                    <a:pt x="796528" y="153367"/>
                  </a:cubicBezTo>
                  <a:lnTo>
                    <a:pt x="811708" y="153367"/>
                  </a:lnTo>
                  <a:lnTo>
                    <a:pt x="811708" y="186630"/>
                  </a:lnTo>
                  <a:cubicBezTo>
                    <a:pt x="811708" y="196751"/>
                    <a:pt x="816992" y="201811"/>
                    <a:pt x="827559" y="201811"/>
                  </a:cubicBezTo>
                  <a:lnTo>
                    <a:pt x="863724" y="201811"/>
                  </a:lnTo>
                  <a:cubicBezTo>
                    <a:pt x="874886" y="201811"/>
                    <a:pt x="881583" y="198388"/>
                    <a:pt x="883816" y="191542"/>
                  </a:cubicBezTo>
                  <a:cubicBezTo>
                    <a:pt x="885453" y="186035"/>
                    <a:pt x="886792" y="177180"/>
                    <a:pt x="887834" y="164976"/>
                  </a:cubicBezTo>
                  <a:cubicBezTo>
                    <a:pt x="893192" y="167357"/>
                    <a:pt x="898996" y="169515"/>
                    <a:pt x="905247" y="171450"/>
                  </a:cubicBezTo>
                  <a:cubicBezTo>
                    <a:pt x="903461" y="182463"/>
                    <a:pt x="901675" y="191170"/>
                    <a:pt x="899889" y="197569"/>
                  </a:cubicBezTo>
                  <a:cubicBezTo>
                    <a:pt x="896317" y="210666"/>
                    <a:pt x="886420" y="217215"/>
                    <a:pt x="870198" y="217215"/>
                  </a:cubicBezTo>
                  <a:lnTo>
                    <a:pt x="822647" y="217215"/>
                  </a:lnTo>
                  <a:cubicBezTo>
                    <a:pt x="803895" y="217215"/>
                    <a:pt x="794519" y="207764"/>
                    <a:pt x="794519" y="188863"/>
                  </a:cubicBezTo>
                  <a:lnTo>
                    <a:pt x="794519" y="161069"/>
                  </a:lnTo>
                  <a:cubicBezTo>
                    <a:pt x="787375" y="191058"/>
                    <a:pt x="753963" y="211336"/>
                    <a:pt x="694283" y="221903"/>
                  </a:cubicBezTo>
                  <a:cubicBezTo>
                    <a:pt x="691455" y="216098"/>
                    <a:pt x="688330" y="210592"/>
                    <a:pt x="684907" y="205383"/>
                  </a:cubicBezTo>
                  <a:cubicBezTo>
                    <a:pt x="720923" y="199132"/>
                    <a:pt x="746447" y="190277"/>
                    <a:pt x="761479" y="178817"/>
                  </a:cubicBezTo>
                  <a:cubicBezTo>
                    <a:pt x="775022" y="168250"/>
                    <a:pt x="781943" y="151060"/>
                    <a:pt x="782240" y="127248"/>
                  </a:cubicBezTo>
                  <a:close/>
                  <a:moveTo>
                    <a:pt x="84832" y="125016"/>
                  </a:moveTo>
                  <a:lnTo>
                    <a:pt x="102245" y="125016"/>
                  </a:lnTo>
                  <a:cubicBezTo>
                    <a:pt x="102096" y="129852"/>
                    <a:pt x="101798" y="134466"/>
                    <a:pt x="101352" y="138857"/>
                  </a:cubicBezTo>
                  <a:lnTo>
                    <a:pt x="192211" y="138857"/>
                  </a:lnTo>
                  <a:cubicBezTo>
                    <a:pt x="191170" y="157014"/>
                    <a:pt x="189979" y="173013"/>
                    <a:pt x="188639" y="186854"/>
                  </a:cubicBezTo>
                  <a:cubicBezTo>
                    <a:pt x="186854" y="205755"/>
                    <a:pt x="175245" y="215280"/>
                    <a:pt x="153814" y="215429"/>
                  </a:cubicBezTo>
                  <a:cubicBezTo>
                    <a:pt x="142949" y="215578"/>
                    <a:pt x="128587" y="215429"/>
                    <a:pt x="110728" y="214982"/>
                  </a:cubicBezTo>
                  <a:cubicBezTo>
                    <a:pt x="109835" y="208731"/>
                    <a:pt x="108570" y="202257"/>
                    <a:pt x="106933" y="195560"/>
                  </a:cubicBezTo>
                  <a:cubicBezTo>
                    <a:pt x="124643" y="197048"/>
                    <a:pt x="140121" y="197793"/>
                    <a:pt x="153367" y="197793"/>
                  </a:cubicBezTo>
                  <a:cubicBezTo>
                    <a:pt x="164380" y="197793"/>
                    <a:pt x="170408" y="193030"/>
                    <a:pt x="171450" y="183505"/>
                  </a:cubicBezTo>
                  <a:cubicBezTo>
                    <a:pt x="172343" y="176510"/>
                    <a:pt x="173161" y="166687"/>
                    <a:pt x="173905" y="154037"/>
                  </a:cubicBezTo>
                  <a:lnTo>
                    <a:pt x="98784" y="154037"/>
                  </a:lnTo>
                  <a:cubicBezTo>
                    <a:pt x="95213" y="169738"/>
                    <a:pt x="88850" y="181868"/>
                    <a:pt x="79697" y="190426"/>
                  </a:cubicBezTo>
                  <a:cubicBezTo>
                    <a:pt x="65559" y="203969"/>
                    <a:pt x="42565" y="214461"/>
                    <a:pt x="10715" y="221903"/>
                  </a:cubicBezTo>
                  <a:cubicBezTo>
                    <a:pt x="7739" y="216991"/>
                    <a:pt x="4167" y="211485"/>
                    <a:pt x="0" y="205383"/>
                  </a:cubicBezTo>
                  <a:cubicBezTo>
                    <a:pt x="32147" y="198834"/>
                    <a:pt x="54322" y="189756"/>
                    <a:pt x="66526" y="178147"/>
                  </a:cubicBezTo>
                  <a:cubicBezTo>
                    <a:pt x="73223" y="172194"/>
                    <a:pt x="78060" y="164157"/>
                    <a:pt x="81037" y="154037"/>
                  </a:cubicBezTo>
                  <a:lnTo>
                    <a:pt x="12948" y="154037"/>
                  </a:lnTo>
                  <a:lnTo>
                    <a:pt x="12948" y="138857"/>
                  </a:lnTo>
                  <a:lnTo>
                    <a:pt x="84050" y="138857"/>
                  </a:lnTo>
                  <a:cubicBezTo>
                    <a:pt x="84571" y="134541"/>
                    <a:pt x="84832" y="129927"/>
                    <a:pt x="84832" y="125016"/>
                  </a:cubicBezTo>
                  <a:close/>
                  <a:moveTo>
                    <a:pt x="481087" y="117649"/>
                  </a:moveTo>
                  <a:lnTo>
                    <a:pt x="632891" y="117649"/>
                  </a:lnTo>
                  <a:lnTo>
                    <a:pt x="632891" y="133052"/>
                  </a:lnTo>
                  <a:cubicBezTo>
                    <a:pt x="618753" y="151656"/>
                    <a:pt x="601749" y="167432"/>
                    <a:pt x="581881" y="180380"/>
                  </a:cubicBezTo>
                  <a:cubicBezTo>
                    <a:pt x="606065" y="191988"/>
                    <a:pt x="637654" y="199206"/>
                    <a:pt x="676647" y="202034"/>
                  </a:cubicBezTo>
                  <a:cubicBezTo>
                    <a:pt x="671289" y="209476"/>
                    <a:pt x="666973" y="215726"/>
                    <a:pt x="663699" y="220786"/>
                  </a:cubicBezTo>
                  <a:cubicBezTo>
                    <a:pt x="623813" y="215354"/>
                    <a:pt x="590810" y="205160"/>
                    <a:pt x="564691" y="190202"/>
                  </a:cubicBezTo>
                  <a:cubicBezTo>
                    <a:pt x="539539" y="203150"/>
                    <a:pt x="506760" y="213866"/>
                    <a:pt x="466353" y="222349"/>
                  </a:cubicBezTo>
                  <a:cubicBezTo>
                    <a:pt x="462632" y="216545"/>
                    <a:pt x="458837" y="211038"/>
                    <a:pt x="454967" y="205829"/>
                  </a:cubicBezTo>
                  <a:cubicBezTo>
                    <a:pt x="493886" y="199132"/>
                    <a:pt x="525103" y="190426"/>
                    <a:pt x="548617" y="179710"/>
                  </a:cubicBezTo>
                  <a:cubicBezTo>
                    <a:pt x="532395" y="167580"/>
                    <a:pt x="518405" y="152028"/>
                    <a:pt x="506648" y="133052"/>
                  </a:cubicBezTo>
                  <a:lnTo>
                    <a:pt x="481087" y="133052"/>
                  </a:lnTo>
                  <a:close/>
                  <a:moveTo>
                    <a:pt x="711026" y="104477"/>
                  </a:moveTo>
                  <a:lnTo>
                    <a:pt x="870421" y="104477"/>
                  </a:lnTo>
                  <a:lnTo>
                    <a:pt x="870421" y="177254"/>
                  </a:lnTo>
                  <a:lnTo>
                    <a:pt x="853008" y="177254"/>
                  </a:lnTo>
                  <a:lnTo>
                    <a:pt x="853008" y="119881"/>
                  </a:lnTo>
                  <a:lnTo>
                    <a:pt x="728439" y="119881"/>
                  </a:lnTo>
                  <a:lnTo>
                    <a:pt x="728439" y="179040"/>
                  </a:lnTo>
                  <a:lnTo>
                    <a:pt x="711026" y="179040"/>
                  </a:lnTo>
                  <a:close/>
                  <a:moveTo>
                    <a:pt x="277936" y="65410"/>
                  </a:moveTo>
                  <a:lnTo>
                    <a:pt x="294233" y="72554"/>
                  </a:lnTo>
                  <a:cubicBezTo>
                    <a:pt x="278904" y="89669"/>
                    <a:pt x="266923" y="102319"/>
                    <a:pt x="258291" y="110505"/>
                  </a:cubicBezTo>
                  <a:cubicBezTo>
                    <a:pt x="262756" y="110356"/>
                    <a:pt x="279276" y="109835"/>
                    <a:pt x="307851" y="108942"/>
                  </a:cubicBezTo>
                  <a:cubicBezTo>
                    <a:pt x="303386" y="103138"/>
                    <a:pt x="298623" y="97110"/>
                    <a:pt x="293563" y="90860"/>
                  </a:cubicBezTo>
                  <a:lnTo>
                    <a:pt x="305172" y="82153"/>
                  </a:lnTo>
                  <a:cubicBezTo>
                    <a:pt x="317078" y="94803"/>
                    <a:pt x="328240" y="107752"/>
                    <a:pt x="338658" y="120997"/>
                  </a:cubicBezTo>
                  <a:lnTo>
                    <a:pt x="325040" y="130820"/>
                  </a:lnTo>
                  <a:cubicBezTo>
                    <a:pt x="322808" y="127992"/>
                    <a:pt x="320501" y="125090"/>
                    <a:pt x="318120" y="122113"/>
                  </a:cubicBezTo>
                  <a:cubicBezTo>
                    <a:pt x="307851" y="122560"/>
                    <a:pt x="287833" y="123527"/>
                    <a:pt x="258068" y="125016"/>
                  </a:cubicBezTo>
                  <a:cubicBezTo>
                    <a:pt x="254049" y="125164"/>
                    <a:pt x="247427" y="125760"/>
                    <a:pt x="238199" y="126802"/>
                  </a:cubicBezTo>
                  <a:lnTo>
                    <a:pt x="232172" y="111398"/>
                  </a:lnTo>
                  <a:cubicBezTo>
                    <a:pt x="246013" y="104403"/>
                    <a:pt x="261268" y="89074"/>
                    <a:pt x="277936" y="65410"/>
                  </a:cubicBezTo>
                  <a:close/>
                  <a:moveTo>
                    <a:pt x="377502" y="64740"/>
                  </a:moveTo>
                  <a:lnTo>
                    <a:pt x="394245" y="70991"/>
                  </a:lnTo>
                  <a:cubicBezTo>
                    <a:pt x="382190" y="86320"/>
                    <a:pt x="371475" y="99194"/>
                    <a:pt x="362099" y="109612"/>
                  </a:cubicBezTo>
                  <a:cubicBezTo>
                    <a:pt x="378023" y="109314"/>
                    <a:pt x="394171" y="108793"/>
                    <a:pt x="410542" y="108049"/>
                  </a:cubicBezTo>
                  <a:cubicBezTo>
                    <a:pt x="405333" y="102245"/>
                    <a:pt x="400124" y="96366"/>
                    <a:pt x="394915" y="90413"/>
                  </a:cubicBezTo>
                  <a:lnTo>
                    <a:pt x="406524" y="81483"/>
                  </a:lnTo>
                  <a:cubicBezTo>
                    <a:pt x="419472" y="94283"/>
                    <a:pt x="432494" y="108272"/>
                    <a:pt x="445591" y="123453"/>
                  </a:cubicBezTo>
                  <a:lnTo>
                    <a:pt x="432420" y="134392"/>
                  </a:lnTo>
                  <a:cubicBezTo>
                    <a:pt x="428848" y="129927"/>
                    <a:pt x="425202" y="125536"/>
                    <a:pt x="421481" y="121220"/>
                  </a:cubicBezTo>
                  <a:cubicBezTo>
                    <a:pt x="405705" y="122113"/>
                    <a:pt x="385762" y="123155"/>
                    <a:pt x="361652" y="124346"/>
                  </a:cubicBezTo>
                  <a:cubicBezTo>
                    <a:pt x="357783" y="124495"/>
                    <a:pt x="351904" y="125090"/>
                    <a:pt x="344016" y="126132"/>
                  </a:cubicBezTo>
                  <a:lnTo>
                    <a:pt x="337542" y="110728"/>
                  </a:lnTo>
                  <a:cubicBezTo>
                    <a:pt x="349448" y="102840"/>
                    <a:pt x="362768" y="87511"/>
                    <a:pt x="377502" y="64740"/>
                  </a:cubicBezTo>
                  <a:close/>
                  <a:moveTo>
                    <a:pt x="626194" y="58266"/>
                  </a:moveTo>
                  <a:cubicBezTo>
                    <a:pt x="645244" y="75381"/>
                    <a:pt x="660871" y="90487"/>
                    <a:pt x="673075" y="103584"/>
                  </a:cubicBezTo>
                  <a:lnTo>
                    <a:pt x="659234" y="115863"/>
                  </a:lnTo>
                  <a:cubicBezTo>
                    <a:pt x="644798" y="99640"/>
                    <a:pt x="629692" y="83939"/>
                    <a:pt x="613916" y="68759"/>
                  </a:cubicBezTo>
                  <a:close/>
                  <a:moveTo>
                    <a:pt x="500509" y="57820"/>
                  </a:moveTo>
                  <a:lnTo>
                    <a:pt x="513903" y="69205"/>
                  </a:lnTo>
                  <a:cubicBezTo>
                    <a:pt x="498723" y="86618"/>
                    <a:pt x="483766" y="102394"/>
                    <a:pt x="469032" y="116532"/>
                  </a:cubicBezTo>
                  <a:cubicBezTo>
                    <a:pt x="465311" y="112365"/>
                    <a:pt x="460995" y="108198"/>
                    <a:pt x="456084" y="104031"/>
                  </a:cubicBezTo>
                  <a:cubicBezTo>
                    <a:pt x="471710" y="90636"/>
                    <a:pt x="486519" y="75233"/>
                    <a:pt x="500509" y="57820"/>
                  </a:cubicBezTo>
                  <a:close/>
                  <a:moveTo>
                    <a:pt x="748531" y="47774"/>
                  </a:moveTo>
                  <a:lnTo>
                    <a:pt x="765944" y="47774"/>
                  </a:lnTo>
                  <a:lnTo>
                    <a:pt x="765944" y="65410"/>
                  </a:lnTo>
                  <a:lnTo>
                    <a:pt x="822201" y="65410"/>
                  </a:lnTo>
                  <a:lnTo>
                    <a:pt x="822201" y="47774"/>
                  </a:lnTo>
                  <a:lnTo>
                    <a:pt x="839614" y="47774"/>
                  </a:lnTo>
                  <a:lnTo>
                    <a:pt x="839614" y="65410"/>
                  </a:lnTo>
                  <a:lnTo>
                    <a:pt x="901228" y="65410"/>
                  </a:lnTo>
                  <a:lnTo>
                    <a:pt x="901228" y="81037"/>
                  </a:lnTo>
                  <a:lnTo>
                    <a:pt x="839614" y="81037"/>
                  </a:lnTo>
                  <a:lnTo>
                    <a:pt x="839614" y="97780"/>
                  </a:lnTo>
                  <a:lnTo>
                    <a:pt x="822201" y="97780"/>
                  </a:lnTo>
                  <a:lnTo>
                    <a:pt x="822201" y="81037"/>
                  </a:lnTo>
                  <a:lnTo>
                    <a:pt x="765944" y="81037"/>
                  </a:lnTo>
                  <a:lnTo>
                    <a:pt x="765944" y="97780"/>
                  </a:lnTo>
                  <a:lnTo>
                    <a:pt x="748531" y="97780"/>
                  </a:lnTo>
                  <a:lnTo>
                    <a:pt x="748531" y="81037"/>
                  </a:lnTo>
                  <a:lnTo>
                    <a:pt x="687809" y="81037"/>
                  </a:lnTo>
                  <a:lnTo>
                    <a:pt x="687809" y="65410"/>
                  </a:lnTo>
                  <a:lnTo>
                    <a:pt x="748531" y="65410"/>
                  </a:lnTo>
                  <a:close/>
                  <a:moveTo>
                    <a:pt x="321915" y="893"/>
                  </a:moveTo>
                  <a:lnTo>
                    <a:pt x="340891" y="8483"/>
                  </a:lnTo>
                  <a:cubicBezTo>
                    <a:pt x="324073" y="21282"/>
                    <a:pt x="306362" y="33784"/>
                    <a:pt x="287759" y="45988"/>
                  </a:cubicBezTo>
                  <a:cubicBezTo>
                    <a:pt x="296689" y="45690"/>
                    <a:pt x="327868" y="44574"/>
                    <a:pt x="381297" y="42639"/>
                  </a:cubicBezTo>
                  <a:cubicBezTo>
                    <a:pt x="373707" y="36686"/>
                    <a:pt x="365745" y="30510"/>
                    <a:pt x="357411" y="24110"/>
                  </a:cubicBezTo>
                  <a:lnTo>
                    <a:pt x="369242" y="13618"/>
                  </a:lnTo>
                  <a:cubicBezTo>
                    <a:pt x="391864" y="29989"/>
                    <a:pt x="412105" y="45541"/>
                    <a:pt x="429964" y="60275"/>
                  </a:cubicBezTo>
                  <a:lnTo>
                    <a:pt x="417239" y="72777"/>
                  </a:lnTo>
                  <a:cubicBezTo>
                    <a:pt x="411435" y="67568"/>
                    <a:pt x="405184" y="62210"/>
                    <a:pt x="398487" y="56703"/>
                  </a:cubicBezTo>
                  <a:cubicBezTo>
                    <a:pt x="357262" y="58192"/>
                    <a:pt x="317376" y="59903"/>
                    <a:pt x="278829" y="61838"/>
                  </a:cubicBezTo>
                  <a:cubicBezTo>
                    <a:pt x="274811" y="61987"/>
                    <a:pt x="268114" y="62657"/>
                    <a:pt x="258737" y="63847"/>
                  </a:cubicBezTo>
                  <a:lnTo>
                    <a:pt x="252933" y="46434"/>
                  </a:lnTo>
                  <a:cubicBezTo>
                    <a:pt x="261268" y="43755"/>
                    <a:pt x="268262" y="40853"/>
                    <a:pt x="273918" y="37728"/>
                  </a:cubicBezTo>
                  <a:cubicBezTo>
                    <a:pt x="287908" y="29245"/>
                    <a:pt x="303907" y="16966"/>
                    <a:pt x="321915" y="893"/>
                  </a:cubicBezTo>
                  <a:close/>
                  <a:moveTo>
                    <a:pt x="793849" y="446"/>
                  </a:moveTo>
                  <a:cubicBezTo>
                    <a:pt x="799430" y="8930"/>
                    <a:pt x="804304" y="17041"/>
                    <a:pt x="808471" y="24780"/>
                  </a:cubicBezTo>
                  <a:lnTo>
                    <a:pt x="895201" y="24780"/>
                  </a:lnTo>
                  <a:lnTo>
                    <a:pt x="895201" y="60275"/>
                  </a:lnTo>
                  <a:lnTo>
                    <a:pt x="877342" y="60275"/>
                  </a:lnTo>
                  <a:lnTo>
                    <a:pt x="877342" y="40407"/>
                  </a:lnTo>
                  <a:lnTo>
                    <a:pt x="710580" y="40407"/>
                  </a:lnTo>
                  <a:lnTo>
                    <a:pt x="710580" y="60275"/>
                  </a:lnTo>
                  <a:lnTo>
                    <a:pt x="692720" y="60275"/>
                  </a:lnTo>
                  <a:lnTo>
                    <a:pt x="692720" y="24780"/>
                  </a:lnTo>
                  <a:lnTo>
                    <a:pt x="787040" y="24780"/>
                  </a:lnTo>
                  <a:cubicBezTo>
                    <a:pt x="783840" y="18976"/>
                    <a:pt x="780454" y="13394"/>
                    <a:pt x="776883" y="8037"/>
                  </a:cubicBezTo>
                  <a:close/>
                  <a:moveTo>
                    <a:pt x="119434" y="446"/>
                  </a:moveTo>
                  <a:lnTo>
                    <a:pt x="135508" y="446"/>
                  </a:lnTo>
                  <a:lnTo>
                    <a:pt x="135508" y="29914"/>
                  </a:lnTo>
                  <a:lnTo>
                    <a:pt x="182835" y="29914"/>
                  </a:lnTo>
                  <a:cubicBezTo>
                    <a:pt x="182835" y="58936"/>
                    <a:pt x="183579" y="78804"/>
                    <a:pt x="185068" y="89520"/>
                  </a:cubicBezTo>
                  <a:cubicBezTo>
                    <a:pt x="186705" y="101575"/>
                    <a:pt x="189979" y="107603"/>
                    <a:pt x="194890" y="107603"/>
                  </a:cubicBezTo>
                  <a:cubicBezTo>
                    <a:pt x="197718" y="107603"/>
                    <a:pt x="199802" y="104105"/>
                    <a:pt x="201141" y="97110"/>
                  </a:cubicBezTo>
                  <a:cubicBezTo>
                    <a:pt x="202332" y="90264"/>
                    <a:pt x="203150" y="82153"/>
                    <a:pt x="203597" y="72777"/>
                  </a:cubicBezTo>
                  <a:cubicBezTo>
                    <a:pt x="208806" y="75009"/>
                    <a:pt x="214015" y="77019"/>
                    <a:pt x="219224" y="78804"/>
                  </a:cubicBezTo>
                  <a:cubicBezTo>
                    <a:pt x="218479" y="87883"/>
                    <a:pt x="217512" y="95548"/>
                    <a:pt x="216321" y="101798"/>
                  </a:cubicBezTo>
                  <a:cubicBezTo>
                    <a:pt x="213345" y="118318"/>
                    <a:pt x="206052" y="126578"/>
                    <a:pt x="194444" y="126578"/>
                  </a:cubicBezTo>
                  <a:cubicBezTo>
                    <a:pt x="181198" y="126578"/>
                    <a:pt x="172938" y="117425"/>
                    <a:pt x="169664" y="99119"/>
                  </a:cubicBezTo>
                  <a:cubicBezTo>
                    <a:pt x="167729" y="87660"/>
                    <a:pt x="166762" y="69652"/>
                    <a:pt x="166762" y="45095"/>
                  </a:cubicBezTo>
                  <a:lnTo>
                    <a:pt x="135061" y="45095"/>
                  </a:lnTo>
                  <a:cubicBezTo>
                    <a:pt x="134392" y="57522"/>
                    <a:pt x="132680" y="68014"/>
                    <a:pt x="129927" y="76572"/>
                  </a:cubicBezTo>
                  <a:cubicBezTo>
                    <a:pt x="140419" y="82451"/>
                    <a:pt x="149944" y="88106"/>
                    <a:pt x="158502" y="93538"/>
                  </a:cubicBezTo>
                  <a:lnTo>
                    <a:pt x="148902" y="108496"/>
                  </a:lnTo>
                  <a:cubicBezTo>
                    <a:pt x="140866" y="102840"/>
                    <a:pt x="132234" y="97185"/>
                    <a:pt x="123006" y="91529"/>
                  </a:cubicBezTo>
                  <a:cubicBezTo>
                    <a:pt x="115342" y="103733"/>
                    <a:pt x="100236" y="115937"/>
                    <a:pt x="77688" y="128141"/>
                  </a:cubicBezTo>
                  <a:cubicBezTo>
                    <a:pt x="74414" y="123230"/>
                    <a:pt x="70544" y="118467"/>
                    <a:pt x="66079" y="113853"/>
                  </a:cubicBezTo>
                  <a:cubicBezTo>
                    <a:pt x="86841" y="103659"/>
                    <a:pt x="100831" y="93241"/>
                    <a:pt x="108049" y="82600"/>
                  </a:cubicBezTo>
                  <a:cubicBezTo>
                    <a:pt x="101947" y="79028"/>
                    <a:pt x="95622" y="75456"/>
                    <a:pt x="89073" y="71884"/>
                  </a:cubicBezTo>
                  <a:lnTo>
                    <a:pt x="96887" y="59382"/>
                  </a:lnTo>
                  <a:cubicBezTo>
                    <a:pt x="103138" y="62508"/>
                    <a:pt x="109165" y="65559"/>
                    <a:pt x="114970" y="68535"/>
                  </a:cubicBezTo>
                  <a:cubicBezTo>
                    <a:pt x="116979" y="62210"/>
                    <a:pt x="118318" y="54397"/>
                    <a:pt x="118988" y="45095"/>
                  </a:cubicBezTo>
                  <a:lnTo>
                    <a:pt x="94654" y="45095"/>
                  </a:lnTo>
                  <a:lnTo>
                    <a:pt x="94654" y="29914"/>
                  </a:lnTo>
                  <a:lnTo>
                    <a:pt x="119434" y="29914"/>
                  </a:lnTo>
                  <a:close/>
                  <a:moveTo>
                    <a:pt x="40853" y="223"/>
                  </a:moveTo>
                  <a:lnTo>
                    <a:pt x="56927" y="223"/>
                  </a:lnTo>
                  <a:lnTo>
                    <a:pt x="56927" y="31924"/>
                  </a:lnTo>
                  <a:lnTo>
                    <a:pt x="83716" y="31924"/>
                  </a:lnTo>
                  <a:lnTo>
                    <a:pt x="83716" y="47104"/>
                  </a:lnTo>
                  <a:lnTo>
                    <a:pt x="56927" y="47104"/>
                  </a:lnTo>
                  <a:lnTo>
                    <a:pt x="56927" y="67531"/>
                  </a:lnTo>
                  <a:cubicBezTo>
                    <a:pt x="65187" y="65894"/>
                    <a:pt x="74265" y="64070"/>
                    <a:pt x="84162" y="62061"/>
                  </a:cubicBezTo>
                  <a:cubicBezTo>
                    <a:pt x="84460" y="70098"/>
                    <a:pt x="84683" y="75381"/>
                    <a:pt x="84832" y="77911"/>
                  </a:cubicBezTo>
                  <a:cubicBezTo>
                    <a:pt x="75381" y="79772"/>
                    <a:pt x="66079" y="81632"/>
                    <a:pt x="56927" y="83493"/>
                  </a:cubicBezTo>
                  <a:lnTo>
                    <a:pt x="56927" y="106263"/>
                  </a:lnTo>
                  <a:cubicBezTo>
                    <a:pt x="56927" y="120997"/>
                    <a:pt x="49783" y="128439"/>
                    <a:pt x="35495" y="128587"/>
                  </a:cubicBezTo>
                  <a:cubicBezTo>
                    <a:pt x="29096" y="128736"/>
                    <a:pt x="21208" y="128662"/>
                    <a:pt x="11832" y="128364"/>
                  </a:cubicBezTo>
                  <a:cubicBezTo>
                    <a:pt x="11236" y="122411"/>
                    <a:pt x="10343" y="116979"/>
                    <a:pt x="9153" y="112068"/>
                  </a:cubicBezTo>
                  <a:cubicBezTo>
                    <a:pt x="18827" y="112812"/>
                    <a:pt x="26566" y="113184"/>
                    <a:pt x="32370" y="113184"/>
                  </a:cubicBezTo>
                  <a:cubicBezTo>
                    <a:pt x="38025" y="113184"/>
                    <a:pt x="40853" y="110207"/>
                    <a:pt x="40853" y="104254"/>
                  </a:cubicBezTo>
                  <a:lnTo>
                    <a:pt x="40853" y="86953"/>
                  </a:lnTo>
                  <a:cubicBezTo>
                    <a:pt x="29319" y="89483"/>
                    <a:pt x="18008" y="92050"/>
                    <a:pt x="6920" y="94655"/>
                  </a:cubicBezTo>
                  <a:lnTo>
                    <a:pt x="2902" y="77688"/>
                  </a:lnTo>
                  <a:cubicBezTo>
                    <a:pt x="11608" y="76274"/>
                    <a:pt x="24259" y="73968"/>
                    <a:pt x="40853" y="70768"/>
                  </a:cubicBezTo>
                  <a:lnTo>
                    <a:pt x="40853" y="47104"/>
                  </a:lnTo>
                  <a:lnTo>
                    <a:pt x="5134" y="47104"/>
                  </a:lnTo>
                  <a:lnTo>
                    <a:pt x="5134" y="31924"/>
                  </a:lnTo>
                  <a:lnTo>
                    <a:pt x="40853" y="31924"/>
                  </a:lnTo>
                  <a:close/>
                  <a:moveTo>
                    <a:pt x="564579" y="0"/>
                  </a:moveTo>
                  <a:cubicBezTo>
                    <a:pt x="571872" y="11311"/>
                    <a:pt x="576932" y="19645"/>
                    <a:pt x="579760" y="25003"/>
                  </a:cubicBezTo>
                  <a:lnTo>
                    <a:pt x="571165" y="29468"/>
                  </a:lnTo>
                  <a:lnTo>
                    <a:pt x="672628" y="29468"/>
                  </a:lnTo>
                  <a:lnTo>
                    <a:pt x="672628" y="45318"/>
                  </a:lnTo>
                  <a:lnTo>
                    <a:pt x="600521" y="45318"/>
                  </a:lnTo>
                  <a:lnTo>
                    <a:pt x="600521" y="107379"/>
                  </a:lnTo>
                  <a:lnTo>
                    <a:pt x="583332" y="107379"/>
                  </a:lnTo>
                  <a:lnTo>
                    <a:pt x="583332" y="45318"/>
                  </a:lnTo>
                  <a:lnTo>
                    <a:pt x="547390" y="45318"/>
                  </a:lnTo>
                  <a:lnTo>
                    <a:pt x="547390" y="107826"/>
                  </a:lnTo>
                  <a:lnTo>
                    <a:pt x="530200" y="107826"/>
                  </a:lnTo>
                  <a:lnTo>
                    <a:pt x="530200" y="45318"/>
                  </a:lnTo>
                  <a:lnTo>
                    <a:pt x="459432" y="45318"/>
                  </a:lnTo>
                  <a:lnTo>
                    <a:pt x="459432" y="29468"/>
                  </a:lnTo>
                  <a:lnTo>
                    <a:pt x="561231" y="29468"/>
                  </a:lnTo>
                  <a:cubicBezTo>
                    <a:pt x="556617" y="21134"/>
                    <a:pt x="552375" y="13915"/>
                    <a:pt x="548506" y="7813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箭头: 右 214">
              <a:extLst>
                <a:ext uri="{FF2B5EF4-FFF2-40B4-BE49-F238E27FC236}">
                  <a16:creationId xmlns:a16="http://schemas.microsoft.com/office/drawing/2014/main" id="{6A7FE946-39F9-45DD-93C2-25B2C0334DF4}"/>
                </a:ext>
              </a:extLst>
            </p:cNvPr>
            <p:cNvSpPr/>
            <p:nvPr/>
          </p:nvSpPr>
          <p:spPr>
            <a:xfrm flipH="1">
              <a:off x="4206027" y="1670631"/>
              <a:ext cx="984353" cy="211391"/>
            </a:xfrm>
            <a:prstGeom prst="rightArrow">
              <a:avLst/>
            </a:prstGeom>
            <a:solidFill>
              <a:srgbClr val="00B050"/>
            </a:solidFill>
            <a:ln w="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7" name="文本框 216">
              <a:extLst>
                <a:ext uri="{FF2B5EF4-FFF2-40B4-BE49-F238E27FC236}">
                  <a16:creationId xmlns:a16="http://schemas.microsoft.com/office/drawing/2014/main" id="{96E895CA-3833-47E6-8D89-CD24E2E6B6A9}"/>
                </a:ext>
              </a:extLst>
            </p:cNvPr>
            <p:cNvSpPr txBox="1"/>
            <p:nvPr/>
          </p:nvSpPr>
          <p:spPr>
            <a:xfrm>
              <a:off x="4542566" y="1605283"/>
              <a:ext cx="351611" cy="351270"/>
            </a:xfrm>
            <a:custGeom>
              <a:avLst/>
              <a:gdLst/>
              <a:ahLst/>
              <a:cxnLst/>
              <a:rect l="l" t="t" r="r" b="b"/>
              <a:pathLst>
                <a:path w="115416" h="115304">
                  <a:moveTo>
                    <a:pt x="16520" y="0"/>
                  </a:moveTo>
                  <a:lnTo>
                    <a:pt x="57819" y="41076"/>
                  </a:lnTo>
                  <a:lnTo>
                    <a:pt x="99008" y="0"/>
                  </a:lnTo>
                  <a:lnTo>
                    <a:pt x="115193" y="17412"/>
                  </a:lnTo>
                  <a:lnTo>
                    <a:pt x="74451" y="57819"/>
                  </a:lnTo>
                  <a:lnTo>
                    <a:pt x="115416" y="98561"/>
                  </a:lnTo>
                  <a:lnTo>
                    <a:pt x="98561" y="115304"/>
                  </a:lnTo>
                  <a:lnTo>
                    <a:pt x="57819" y="74228"/>
                  </a:lnTo>
                  <a:lnTo>
                    <a:pt x="16854" y="115304"/>
                  </a:lnTo>
                  <a:lnTo>
                    <a:pt x="0" y="98338"/>
                  </a:lnTo>
                  <a:lnTo>
                    <a:pt x="41076" y="57819"/>
                  </a:lnTo>
                  <a:lnTo>
                    <a:pt x="0" y="16854"/>
                  </a:ln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7866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Click="0" advTm="0"/>
    </mc:Choice>
    <mc:Fallback xmlns="">
      <p:transition advClick="0" advTm="0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文本框 226">
            <a:extLst>
              <a:ext uri="{FF2B5EF4-FFF2-40B4-BE49-F238E27FC236}">
                <a16:creationId xmlns:a16="http://schemas.microsoft.com/office/drawing/2014/main" id="{4B6132A0-BC05-4AF1-8D20-A1701B0626A8}"/>
              </a:ext>
            </a:extLst>
          </p:cNvPr>
          <p:cNvSpPr txBox="1"/>
          <p:nvPr/>
        </p:nvSpPr>
        <p:spPr>
          <a:xfrm>
            <a:off x="4964105" y="660096"/>
            <a:ext cx="2190219" cy="489543"/>
          </a:xfrm>
          <a:custGeom>
            <a:avLst/>
            <a:gdLst/>
            <a:ahLst/>
            <a:cxnLst/>
            <a:rect l="l" t="t" r="r" b="b"/>
            <a:pathLst>
              <a:path w="2190219" h="489543">
                <a:moveTo>
                  <a:pt x="1884071" y="369252"/>
                </a:moveTo>
                <a:cubicBezTo>
                  <a:pt x="1882099" y="396860"/>
                  <a:pt x="1881277" y="419702"/>
                  <a:pt x="1881606" y="437778"/>
                </a:cubicBezTo>
                <a:cubicBezTo>
                  <a:pt x="1823104" y="445995"/>
                  <a:pt x="1766738" y="454704"/>
                  <a:pt x="1712509" y="463907"/>
                </a:cubicBezTo>
                <a:lnTo>
                  <a:pt x="1701663" y="394888"/>
                </a:lnTo>
                <a:cubicBezTo>
                  <a:pt x="1758522" y="387657"/>
                  <a:pt x="1819324" y="379112"/>
                  <a:pt x="1884071" y="369252"/>
                </a:cubicBezTo>
                <a:close/>
                <a:moveTo>
                  <a:pt x="1964921" y="337701"/>
                </a:moveTo>
                <a:lnTo>
                  <a:pt x="1964921" y="400311"/>
                </a:lnTo>
                <a:lnTo>
                  <a:pt x="2103453" y="400311"/>
                </a:lnTo>
                <a:lnTo>
                  <a:pt x="2103453" y="337701"/>
                </a:lnTo>
                <a:close/>
                <a:moveTo>
                  <a:pt x="1296144" y="298261"/>
                </a:moveTo>
                <a:cubicBezTo>
                  <a:pt x="1282011" y="314037"/>
                  <a:pt x="1267304" y="328663"/>
                  <a:pt x="1252021" y="342138"/>
                </a:cubicBezTo>
                <a:lnTo>
                  <a:pt x="1332132" y="342138"/>
                </a:lnTo>
                <a:lnTo>
                  <a:pt x="1332132" y="307628"/>
                </a:lnTo>
                <a:lnTo>
                  <a:pt x="1399672" y="307628"/>
                </a:lnTo>
                <a:lnTo>
                  <a:pt x="1399672" y="342138"/>
                </a:lnTo>
                <a:lnTo>
                  <a:pt x="1479784" y="342138"/>
                </a:lnTo>
                <a:cubicBezTo>
                  <a:pt x="1464665" y="328663"/>
                  <a:pt x="1450040" y="314037"/>
                  <a:pt x="1435907" y="298261"/>
                </a:cubicBezTo>
                <a:close/>
                <a:moveTo>
                  <a:pt x="84301" y="291852"/>
                </a:moveTo>
                <a:lnTo>
                  <a:pt x="84301" y="331785"/>
                </a:lnTo>
                <a:lnTo>
                  <a:pt x="326854" y="331785"/>
                </a:lnTo>
                <a:lnTo>
                  <a:pt x="326854" y="291852"/>
                </a:lnTo>
                <a:close/>
                <a:moveTo>
                  <a:pt x="1898860" y="277556"/>
                </a:moveTo>
                <a:lnTo>
                  <a:pt x="2169514" y="277556"/>
                </a:lnTo>
                <a:lnTo>
                  <a:pt x="2169514" y="489543"/>
                </a:lnTo>
                <a:lnTo>
                  <a:pt x="2103453" y="489543"/>
                </a:lnTo>
                <a:lnTo>
                  <a:pt x="2103453" y="460456"/>
                </a:lnTo>
                <a:lnTo>
                  <a:pt x="1964921" y="460456"/>
                </a:lnTo>
                <a:lnTo>
                  <a:pt x="1964921" y="489543"/>
                </a:lnTo>
                <a:lnTo>
                  <a:pt x="1898860" y="489543"/>
                </a:lnTo>
                <a:close/>
                <a:moveTo>
                  <a:pt x="905907" y="231707"/>
                </a:moveTo>
                <a:lnTo>
                  <a:pt x="973940" y="231707"/>
                </a:lnTo>
                <a:lnTo>
                  <a:pt x="973940" y="263259"/>
                </a:lnTo>
                <a:lnTo>
                  <a:pt x="1023239" y="263259"/>
                </a:lnTo>
                <a:lnTo>
                  <a:pt x="1023239" y="322418"/>
                </a:lnTo>
                <a:lnTo>
                  <a:pt x="973940" y="322418"/>
                </a:lnTo>
                <a:lnTo>
                  <a:pt x="973940" y="395874"/>
                </a:lnTo>
                <a:cubicBezTo>
                  <a:pt x="973940" y="421017"/>
                  <a:pt x="969051" y="440736"/>
                  <a:pt x="959274" y="455033"/>
                </a:cubicBezTo>
                <a:cubicBezTo>
                  <a:pt x="949496" y="469330"/>
                  <a:pt x="936473" y="478491"/>
                  <a:pt x="920204" y="482518"/>
                </a:cubicBezTo>
                <a:cubicBezTo>
                  <a:pt x="903935" y="486544"/>
                  <a:pt x="871398" y="488557"/>
                  <a:pt x="822591" y="488557"/>
                </a:cubicBezTo>
                <a:cubicBezTo>
                  <a:pt x="817333" y="459963"/>
                  <a:pt x="812731" y="438271"/>
                  <a:pt x="808787" y="423482"/>
                </a:cubicBezTo>
                <a:cubicBezTo>
                  <a:pt x="832451" y="425454"/>
                  <a:pt x="852828" y="426440"/>
                  <a:pt x="869919" y="426440"/>
                </a:cubicBezTo>
                <a:cubicBezTo>
                  <a:pt x="893911" y="426440"/>
                  <a:pt x="905907" y="412471"/>
                  <a:pt x="905907" y="384535"/>
                </a:cubicBezTo>
                <a:lnTo>
                  <a:pt x="905907" y="322418"/>
                </a:lnTo>
                <a:lnTo>
                  <a:pt x="790793" y="322418"/>
                </a:lnTo>
                <a:cubicBezTo>
                  <a:pt x="809198" y="341645"/>
                  <a:pt x="827685" y="362186"/>
                  <a:pt x="846255" y="384042"/>
                </a:cubicBezTo>
                <a:lnTo>
                  <a:pt x="795970" y="422989"/>
                </a:lnTo>
                <a:cubicBezTo>
                  <a:pt x="775921" y="395710"/>
                  <a:pt x="755215" y="370403"/>
                  <a:pt x="733852" y="347068"/>
                </a:cubicBezTo>
                <a:lnTo>
                  <a:pt x="767622" y="322418"/>
                </a:lnTo>
                <a:lnTo>
                  <a:pt x="726951" y="322418"/>
                </a:lnTo>
                <a:lnTo>
                  <a:pt x="726951" y="263259"/>
                </a:lnTo>
                <a:lnTo>
                  <a:pt x="905907" y="263259"/>
                </a:lnTo>
                <a:close/>
                <a:moveTo>
                  <a:pt x="1278889" y="221847"/>
                </a:moveTo>
                <a:lnTo>
                  <a:pt x="1278889" y="246497"/>
                </a:lnTo>
                <a:lnTo>
                  <a:pt x="1453409" y="246497"/>
                </a:lnTo>
                <a:lnTo>
                  <a:pt x="1453409" y="221847"/>
                </a:lnTo>
                <a:close/>
                <a:moveTo>
                  <a:pt x="84301" y="197691"/>
                </a:moveTo>
                <a:lnTo>
                  <a:pt x="84301" y="237623"/>
                </a:lnTo>
                <a:lnTo>
                  <a:pt x="326854" y="237623"/>
                </a:lnTo>
                <a:lnTo>
                  <a:pt x="326854" y="197691"/>
                </a:lnTo>
                <a:close/>
                <a:moveTo>
                  <a:pt x="1278889" y="159730"/>
                </a:moveTo>
                <a:lnTo>
                  <a:pt x="1278889" y="184380"/>
                </a:lnTo>
                <a:lnTo>
                  <a:pt x="1453409" y="184380"/>
                </a:lnTo>
                <a:lnTo>
                  <a:pt x="1453409" y="159730"/>
                </a:lnTo>
                <a:close/>
                <a:moveTo>
                  <a:pt x="1278889" y="96627"/>
                </a:moveTo>
                <a:lnTo>
                  <a:pt x="1278889" y="121277"/>
                </a:lnTo>
                <a:lnTo>
                  <a:pt x="1453409" y="121277"/>
                </a:lnTo>
                <a:lnTo>
                  <a:pt x="1453409" y="96627"/>
                </a:lnTo>
                <a:close/>
                <a:moveTo>
                  <a:pt x="353969" y="9367"/>
                </a:moveTo>
                <a:lnTo>
                  <a:pt x="409677" y="50286"/>
                </a:lnTo>
                <a:cubicBezTo>
                  <a:pt x="376811" y="84467"/>
                  <a:pt x="348874" y="112239"/>
                  <a:pt x="325868" y="133602"/>
                </a:cubicBezTo>
                <a:lnTo>
                  <a:pt x="279034" y="89232"/>
                </a:lnTo>
                <a:cubicBezTo>
                  <a:pt x="298096" y="71813"/>
                  <a:pt x="323074" y="45191"/>
                  <a:pt x="353969" y="9367"/>
                </a:cubicBezTo>
                <a:close/>
                <a:moveTo>
                  <a:pt x="836888" y="5916"/>
                </a:moveTo>
                <a:lnTo>
                  <a:pt x="904921" y="5916"/>
                </a:lnTo>
                <a:lnTo>
                  <a:pt x="904921" y="62118"/>
                </a:lnTo>
                <a:lnTo>
                  <a:pt x="1006478" y="62118"/>
                </a:lnTo>
                <a:lnTo>
                  <a:pt x="1006478" y="121277"/>
                </a:lnTo>
                <a:lnTo>
                  <a:pt x="904921" y="121277"/>
                </a:lnTo>
                <a:lnTo>
                  <a:pt x="904921" y="162195"/>
                </a:lnTo>
                <a:lnTo>
                  <a:pt x="1029648" y="162195"/>
                </a:lnTo>
                <a:lnTo>
                  <a:pt x="1029648" y="221354"/>
                </a:lnTo>
                <a:lnTo>
                  <a:pt x="718570" y="221354"/>
                </a:lnTo>
                <a:lnTo>
                  <a:pt x="718570" y="162195"/>
                </a:lnTo>
                <a:lnTo>
                  <a:pt x="836888" y="162195"/>
                </a:lnTo>
                <a:lnTo>
                  <a:pt x="836888" y="121277"/>
                </a:lnTo>
                <a:lnTo>
                  <a:pt x="738289" y="121277"/>
                </a:lnTo>
                <a:lnTo>
                  <a:pt x="738289" y="62118"/>
                </a:lnTo>
                <a:lnTo>
                  <a:pt x="836888" y="62118"/>
                </a:lnTo>
                <a:close/>
                <a:moveTo>
                  <a:pt x="624901" y="5916"/>
                </a:moveTo>
                <a:lnTo>
                  <a:pt x="685046" y="5916"/>
                </a:lnTo>
                <a:lnTo>
                  <a:pt x="685046" y="106487"/>
                </a:lnTo>
                <a:lnTo>
                  <a:pt x="713640" y="106487"/>
                </a:lnTo>
                <a:lnTo>
                  <a:pt x="713640" y="170083"/>
                </a:lnTo>
                <a:lnTo>
                  <a:pt x="685046" y="170083"/>
                </a:lnTo>
                <a:lnTo>
                  <a:pt x="685046" y="255371"/>
                </a:lnTo>
                <a:lnTo>
                  <a:pt x="717091" y="248962"/>
                </a:lnTo>
                <a:cubicBezTo>
                  <a:pt x="715776" y="267367"/>
                  <a:pt x="715447" y="289387"/>
                  <a:pt x="716105" y="315023"/>
                </a:cubicBezTo>
                <a:lnTo>
                  <a:pt x="685046" y="320939"/>
                </a:lnTo>
                <a:lnTo>
                  <a:pt x="685046" y="489050"/>
                </a:lnTo>
                <a:lnTo>
                  <a:pt x="624901" y="489050"/>
                </a:lnTo>
                <a:lnTo>
                  <a:pt x="624901" y="333017"/>
                </a:lnTo>
                <a:cubicBezTo>
                  <a:pt x="597951" y="338769"/>
                  <a:pt x="572479" y="344603"/>
                  <a:pt x="548487" y="350519"/>
                </a:cubicBezTo>
                <a:lnTo>
                  <a:pt x="539613" y="280514"/>
                </a:lnTo>
                <a:lnTo>
                  <a:pt x="624901" y="266463"/>
                </a:lnTo>
                <a:lnTo>
                  <a:pt x="624901" y="170083"/>
                </a:lnTo>
                <a:lnTo>
                  <a:pt x="592363" y="170083"/>
                </a:lnTo>
                <a:cubicBezTo>
                  <a:pt x="588912" y="194404"/>
                  <a:pt x="584804" y="217903"/>
                  <a:pt x="580039" y="240581"/>
                </a:cubicBezTo>
                <a:cubicBezTo>
                  <a:pt x="567549" y="232693"/>
                  <a:pt x="553910" y="225298"/>
                  <a:pt x="539120" y="218396"/>
                </a:cubicBezTo>
                <a:cubicBezTo>
                  <a:pt x="549309" y="165482"/>
                  <a:pt x="556211" y="108130"/>
                  <a:pt x="559826" y="46342"/>
                </a:cubicBezTo>
                <a:lnTo>
                  <a:pt x="604688" y="50779"/>
                </a:lnTo>
                <a:cubicBezTo>
                  <a:pt x="603538" y="69841"/>
                  <a:pt x="602059" y="88410"/>
                  <a:pt x="600251" y="106487"/>
                </a:cubicBezTo>
                <a:lnTo>
                  <a:pt x="624901" y="106487"/>
                </a:lnTo>
                <a:close/>
                <a:moveTo>
                  <a:pt x="48806" y="5916"/>
                </a:moveTo>
                <a:cubicBezTo>
                  <a:pt x="74113" y="31881"/>
                  <a:pt x="100242" y="58502"/>
                  <a:pt x="127192" y="85781"/>
                </a:cubicBezTo>
                <a:lnTo>
                  <a:pt x="77893" y="130644"/>
                </a:lnTo>
                <a:cubicBezTo>
                  <a:pt x="50942" y="100407"/>
                  <a:pt x="24978" y="72306"/>
                  <a:pt x="0" y="46342"/>
                </a:cubicBezTo>
                <a:close/>
                <a:moveTo>
                  <a:pt x="1211349" y="1972"/>
                </a:moveTo>
                <a:lnTo>
                  <a:pt x="1278889" y="1972"/>
                </a:lnTo>
                <a:lnTo>
                  <a:pt x="1278889" y="44863"/>
                </a:lnTo>
                <a:lnTo>
                  <a:pt x="1453409" y="44863"/>
                </a:lnTo>
                <a:lnTo>
                  <a:pt x="1453409" y="1972"/>
                </a:lnTo>
                <a:lnTo>
                  <a:pt x="1520456" y="1972"/>
                </a:lnTo>
                <a:lnTo>
                  <a:pt x="1520456" y="44863"/>
                </a:lnTo>
                <a:lnTo>
                  <a:pt x="1591940" y="44863"/>
                </a:lnTo>
                <a:lnTo>
                  <a:pt x="1591940" y="96627"/>
                </a:lnTo>
                <a:lnTo>
                  <a:pt x="1520456" y="96627"/>
                </a:lnTo>
                <a:lnTo>
                  <a:pt x="1520456" y="246497"/>
                </a:lnTo>
                <a:lnTo>
                  <a:pt x="1605743" y="246497"/>
                </a:lnTo>
                <a:lnTo>
                  <a:pt x="1605743" y="298261"/>
                </a:lnTo>
                <a:lnTo>
                  <a:pt x="1508624" y="298261"/>
                </a:lnTo>
                <a:cubicBezTo>
                  <a:pt x="1543462" y="324226"/>
                  <a:pt x="1577807" y="343452"/>
                  <a:pt x="1611659" y="355941"/>
                </a:cubicBezTo>
                <a:cubicBezTo>
                  <a:pt x="1598184" y="375333"/>
                  <a:pt x="1586024" y="393573"/>
                  <a:pt x="1575178" y="410664"/>
                </a:cubicBezTo>
                <a:cubicBezTo>
                  <a:pt x="1549542" y="396531"/>
                  <a:pt x="1525057" y="379934"/>
                  <a:pt x="1501722" y="360871"/>
                </a:cubicBezTo>
                <a:lnTo>
                  <a:pt x="1501722" y="392916"/>
                </a:lnTo>
                <a:lnTo>
                  <a:pt x="1399672" y="392916"/>
                </a:lnTo>
                <a:lnTo>
                  <a:pt x="1399672" y="422989"/>
                </a:lnTo>
                <a:lnTo>
                  <a:pt x="1576657" y="422989"/>
                </a:lnTo>
                <a:lnTo>
                  <a:pt x="1576657" y="474753"/>
                </a:lnTo>
                <a:lnTo>
                  <a:pt x="1154655" y="474753"/>
                </a:lnTo>
                <a:lnTo>
                  <a:pt x="1154655" y="422989"/>
                </a:lnTo>
                <a:lnTo>
                  <a:pt x="1332132" y="422989"/>
                </a:lnTo>
                <a:lnTo>
                  <a:pt x="1332132" y="392916"/>
                </a:lnTo>
                <a:lnTo>
                  <a:pt x="1227618" y="392916"/>
                </a:lnTo>
                <a:lnTo>
                  <a:pt x="1227618" y="362843"/>
                </a:lnTo>
                <a:cubicBezTo>
                  <a:pt x="1204776" y="380920"/>
                  <a:pt x="1180948" y="396860"/>
                  <a:pt x="1156134" y="410664"/>
                </a:cubicBezTo>
                <a:cubicBezTo>
                  <a:pt x="1146602" y="395545"/>
                  <a:pt x="1134278" y="377469"/>
                  <a:pt x="1119159" y="356434"/>
                </a:cubicBezTo>
                <a:cubicBezTo>
                  <a:pt x="1160242" y="340987"/>
                  <a:pt x="1194998" y="321596"/>
                  <a:pt x="1223427" y="298261"/>
                </a:cubicBezTo>
                <a:lnTo>
                  <a:pt x="1125568" y="298261"/>
                </a:lnTo>
                <a:lnTo>
                  <a:pt x="1125568" y="246497"/>
                </a:lnTo>
                <a:lnTo>
                  <a:pt x="1211349" y="246497"/>
                </a:lnTo>
                <a:lnTo>
                  <a:pt x="1211349" y="96627"/>
                </a:lnTo>
                <a:lnTo>
                  <a:pt x="1139865" y="96627"/>
                </a:lnTo>
                <a:lnTo>
                  <a:pt x="1139865" y="44863"/>
                </a:lnTo>
                <a:lnTo>
                  <a:pt x="1211349" y="44863"/>
                </a:lnTo>
                <a:close/>
                <a:moveTo>
                  <a:pt x="166138" y="1972"/>
                </a:moveTo>
                <a:lnTo>
                  <a:pt x="239101" y="1972"/>
                </a:lnTo>
                <a:lnTo>
                  <a:pt x="239101" y="138531"/>
                </a:lnTo>
                <a:lnTo>
                  <a:pt x="397845" y="138531"/>
                </a:lnTo>
                <a:lnTo>
                  <a:pt x="397845" y="414608"/>
                </a:lnTo>
                <a:cubicBezTo>
                  <a:pt x="398174" y="460292"/>
                  <a:pt x="375660" y="484448"/>
                  <a:pt x="330305" y="487078"/>
                </a:cubicBezTo>
                <a:cubicBezTo>
                  <a:pt x="314858" y="488392"/>
                  <a:pt x="284457" y="489214"/>
                  <a:pt x="239101" y="489543"/>
                </a:cubicBezTo>
                <a:cubicBezTo>
                  <a:pt x="235815" y="470809"/>
                  <a:pt x="229406" y="447638"/>
                  <a:pt x="219875" y="420031"/>
                </a:cubicBezTo>
                <a:cubicBezTo>
                  <a:pt x="246168" y="421345"/>
                  <a:pt x="270160" y="422167"/>
                  <a:pt x="291852" y="422496"/>
                </a:cubicBezTo>
                <a:cubicBezTo>
                  <a:pt x="315187" y="422824"/>
                  <a:pt x="326854" y="413622"/>
                  <a:pt x="326854" y="394888"/>
                </a:cubicBezTo>
                <a:lnTo>
                  <a:pt x="326854" y="386014"/>
                </a:lnTo>
                <a:lnTo>
                  <a:pt x="84301" y="386014"/>
                </a:lnTo>
                <a:lnTo>
                  <a:pt x="84301" y="489543"/>
                </a:lnTo>
                <a:lnTo>
                  <a:pt x="13310" y="489543"/>
                </a:lnTo>
                <a:lnTo>
                  <a:pt x="13310" y="138531"/>
                </a:lnTo>
                <a:lnTo>
                  <a:pt x="166138" y="138531"/>
                </a:lnTo>
                <a:close/>
                <a:moveTo>
                  <a:pt x="1783993" y="0"/>
                </a:moveTo>
                <a:lnTo>
                  <a:pt x="1849068" y="24157"/>
                </a:lnTo>
                <a:cubicBezTo>
                  <a:pt x="1823104" y="72799"/>
                  <a:pt x="1797468" y="116511"/>
                  <a:pt x="1772161" y="155293"/>
                </a:cubicBezTo>
                <a:lnTo>
                  <a:pt x="1817517" y="153075"/>
                </a:lnTo>
                <a:lnTo>
                  <a:pt x="1847096" y="102543"/>
                </a:lnTo>
                <a:lnTo>
                  <a:pt x="1879634" y="118072"/>
                </a:lnTo>
                <a:lnTo>
                  <a:pt x="1879634" y="64090"/>
                </a:lnTo>
                <a:lnTo>
                  <a:pt x="1997952" y="64090"/>
                </a:lnTo>
                <a:lnTo>
                  <a:pt x="1997952" y="1972"/>
                </a:lnTo>
                <a:lnTo>
                  <a:pt x="2066971" y="1972"/>
                </a:lnTo>
                <a:lnTo>
                  <a:pt x="2066971" y="64090"/>
                </a:lnTo>
                <a:lnTo>
                  <a:pt x="2190219" y="64090"/>
                </a:lnTo>
                <a:lnTo>
                  <a:pt x="2190219" y="122756"/>
                </a:lnTo>
                <a:lnTo>
                  <a:pt x="2066971" y="122756"/>
                </a:lnTo>
                <a:lnTo>
                  <a:pt x="2066971" y="176492"/>
                </a:lnTo>
                <a:lnTo>
                  <a:pt x="2175430" y="176492"/>
                </a:lnTo>
                <a:lnTo>
                  <a:pt x="2175430" y="235158"/>
                </a:lnTo>
                <a:lnTo>
                  <a:pt x="1894423" y="235158"/>
                </a:lnTo>
                <a:lnTo>
                  <a:pt x="1894423" y="176492"/>
                </a:lnTo>
                <a:lnTo>
                  <a:pt x="1997952" y="176492"/>
                </a:lnTo>
                <a:lnTo>
                  <a:pt x="1997952" y="122756"/>
                </a:lnTo>
                <a:lnTo>
                  <a:pt x="1889247" y="122756"/>
                </a:lnTo>
                <a:lnTo>
                  <a:pt x="1905762" y="130644"/>
                </a:lnTo>
                <a:cubicBezTo>
                  <a:pt x="1865008" y="192761"/>
                  <a:pt x="1830006" y="243375"/>
                  <a:pt x="1800755" y="282485"/>
                </a:cubicBezTo>
                <a:cubicBezTo>
                  <a:pt x="1824418" y="279528"/>
                  <a:pt x="1849725" y="276734"/>
                  <a:pt x="1876676" y="274105"/>
                </a:cubicBezTo>
                <a:cubicBezTo>
                  <a:pt x="1874704" y="296454"/>
                  <a:pt x="1873389" y="316831"/>
                  <a:pt x="1872732" y="335236"/>
                </a:cubicBezTo>
                <a:cubicBezTo>
                  <a:pt x="1800755" y="343124"/>
                  <a:pt x="1751784" y="350519"/>
                  <a:pt x="1725820" y="357420"/>
                </a:cubicBezTo>
                <a:lnTo>
                  <a:pt x="1706593" y="302205"/>
                </a:lnTo>
                <a:cubicBezTo>
                  <a:pt x="1727463" y="283800"/>
                  <a:pt x="1752277" y="253235"/>
                  <a:pt x="1781035" y="210508"/>
                </a:cubicBezTo>
                <a:cubicBezTo>
                  <a:pt x="1756385" y="212316"/>
                  <a:pt x="1735022" y="214452"/>
                  <a:pt x="1716946" y="216917"/>
                </a:cubicBezTo>
                <a:lnTo>
                  <a:pt x="1698705" y="160716"/>
                </a:lnTo>
                <a:cubicBezTo>
                  <a:pt x="1724669" y="128836"/>
                  <a:pt x="1753099" y="75264"/>
                  <a:pt x="178399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0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091BCEA-80FF-4C3D-9428-6901F683D740}"/>
              </a:ext>
            </a:extLst>
          </p:cNvPr>
          <p:cNvGrpSpPr/>
          <p:nvPr/>
        </p:nvGrpSpPr>
        <p:grpSpPr>
          <a:xfrm>
            <a:off x="2640224" y="7372789"/>
            <a:ext cx="6911552" cy="3738122"/>
            <a:chOff x="2246982" y="2000689"/>
            <a:chExt cx="6311258" cy="3413452"/>
          </a:xfrm>
        </p:grpSpPr>
        <p:sp>
          <p:nvSpPr>
            <p:cNvPr id="218" name="任意多边形: 形状 217">
              <a:extLst>
                <a:ext uri="{FF2B5EF4-FFF2-40B4-BE49-F238E27FC236}">
                  <a16:creationId xmlns:a16="http://schemas.microsoft.com/office/drawing/2014/main" id="{F0CDF6D7-BCD9-4333-8EA0-1CD624B263DE}"/>
                </a:ext>
              </a:extLst>
            </p:cNvPr>
            <p:cNvSpPr/>
            <p:nvPr/>
          </p:nvSpPr>
          <p:spPr>
            <a:xfrm>
              <a:off x="2666709" y="2173339"/>
              <a:ext cx="3436620" cy="3017520"/>
            </a:xfrm>
            <a:custGeom>
              <a:avLst/>
              <a:gdLst>
                <a:gd name="connsiteX0" fmla="*/ 0 w 3436620"/>
                <a:gd name="connsiteY0" fmla="*/ 3002280 h 3017520"/>
                <a:gd name="connsiteX1" fmla="*/ 1493520 w 3436620"/>
                <a:gd name="connsiteY1" fmla="*/ 3017520 h 3017520"/>
                <a:gd name="connsiteX2" fmla="*/ 2080260 w 3436620"/>
                <a:gd name="connsiteY2" fmla="*/ 2956560 h 3017520"/>
                <a:gd name="connsiteX3" fmla="*/ 2514600 w 3436620"/>
                <a:gd name="connsiteY3" fmla="*/ 2674620 h 3017520"/>
                <a:gd name="connsiteX4" fmla="*/ 2880360 w 3436620"/>
                <a:gd name="connsiteY4" fmla="*/ 2080260 h 3017520"/>
                <a:gd name="connsiteX5" fmla="*/ 3185160 w 3436620"/>
                <a:gd name="connsiteY5" fmla="*/ 1082040 h 3017520"/>
                <a:gd name="connsiteX6" fmla="*/ 3436620 w 3436620"/>
                <a:gd name="connsiteY6" fmla="*/ 0 h 301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36620" h="3017520">
                  <a:moveTo>
                    <a:pt x="0" y="3002280"/>
                  </a:moveTo>
                  <a:lnTo>
                    <a:pt x="1493520" y="3017520"/>
                  </a:lnTo>
                  <a:cubicBezTo>
                    <a:pt x="1840230" y="3009900"/>
                    <a:pt x="1910080" y="3013710"/>
                    <a:pt x="2080260" y="2956560"/>
                  </a:cubicBezTo>
                  <a:cubicBezTo>
                    <a:pt x="2250440" y="2899410"/>
                    <a:pt x="2381250" y="2820670"/>
                    <a:pt x="2514600" y="2674620"/>
                  </a:cubicBezTo>
                  <a:cubicBezTo>
                    <a:pt x="2647950" y="2528570"/>
                    <a:pt x="2768600" y="2345690"/>
                    <a:pt x="2880360" y="2080260"/>
                  </a:cubicBezTo>
                  <a:cubicBezTo>
                    <a:pt x="2992120" y="1814830"/>
                    <a:pt x="3092450" y="1428750"/>
                    <a:pt x="3185160" y="1082040"/>
                  </a:cubicBezTo>
                  <a:cubicBezTo>
                    <a:pt x="3277870" y="735330"/>
                    <a:pt x="3357245" y="367665"/>
                    <a:pt x="3436620" y="0"/>
                  </a:cubicBezTo>
                </a:path>
              </a:pathLst>
            </a:custGeom>
            <a:noFill/>
            <a:ln w="22225">
              <a:solidFill>
                <a:srgbClr val="5B9B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189EB403-2DA4-4313-829B-5FB6704E2175}"/>
                </a:ext>
              </a:extLst>
            </p:cNvPr>
            <p:cNvCxnSpPr>
              <a:cxnSpLocks/>
            </p:cNvCxnSpPr>
            <p:nvPr/>
          </p:nvCxnSpPr>
          <p:spPr>
            <a:xfrm>
              <a:off x="2556422" y="5044809"/>
              <a:ext cx="5562721" cy="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7196EA00-D69C-4205-830F-9C13FE343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3505" y="2103489"/>
              <a:ext cx="0" cy="325755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文本框 220">
              <a:extLst>
                <a:ext uri="{FF2B5EF4-FFF2-40B4-BE49-F238E27FC236}">
                  <a16:creationId xmlns:a16="http://schemas.microsoft.com/office/drawing/2014/main" id="{9F5F3FD4-23D1-48BF-8DBF-77804F1EB7C0}"/>
                </a:ext>
              </a:extLst>
            </p:cNvPr>
            <p:cNvSpPr txBox="1"/>
            <p:nvPr/>
          </p:nvSpPr>
          <p:spPr>
            <a:xfrm>
              <a:off x="7200302" y="5044809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电压</a:t>
              </a:r>
              <a:r>
                <a: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/A</a:t>
              </a:r>
              <a:endPara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22" name="文本框 221">
              <a:extLst>
                <a:ext uri="{FF2B5EF4-FFF2-40B4-BE49-F238E27FC236}">
                  <a16:creationId xmlns:a16="http://schemas.microsoft.com/office/drawing/2014/main" id="{1AB97C53-C808-4AB5-B7A0-F5803A8330FD}"/>
                </a:ext>
              </a:extLst>
            </p:cNvPr>
            <p:cNvSpPr txBox="1"/>
            <p:nvPr/>
          </p:nvSpPr>
          <p:spPr>
            <a:xfrm>
              <a:off x="3959520" y="2003159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电流</a:t>
              </a:r>
              <a:r>
                <a: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/A</a:t>
              </a:r>
              <a:endPara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A2E8FFB1-4259-4C2D-AEFC-7021AA743B8C}"/>
                </a:ext>
              </a:extLst>
            </p:cNvPr>
            <p:cNvSpPr/>
            <p:nvPr/>
          </p:nvSpPr>
          <p:spPr>
            <a:xfrm>
              <a:off x="2246982" y="2000689"/>
              <a:ext cx="6311258" cy="3413451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1663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0">
        <p:push dir="u"/>
      </p:transition>
    </mc:Choice>
    <mc:Fallback xmlns="">
      <p:transition spd="slow" advClick="0" advTm="0">
        <p:push dir="u"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4B98A134-181C-4C09-9AEA-1AFD7B817A71}"/>
              </a:ext>
            </a:extLst>
          </p:cNvPr>
          <p:cNvSpPr txBox="1"/>
          <p:nvPr/>
        </p:nvSpPr>
        <p:spPr>
          <a:xfrm>
            <a:off x="4964105" y="660096"/>
            <a:ext cx="2190219" cy="489543"/>
          </a:xfrm>
          <a:custGeom>
            <a:avLst/>
            <a:gdLst/>
            <a:ahLst/>
            <a:cxnLst/>
            <a:rect l="l" t="t" r="r" b="b"/>
            <a:pathLst>
              <a:path w="2190219" h="489543">
                <a:moveTo>
                  <a:pt x="1884071" y="369252"/>
                </a:moveTo>
                <a:cubicBezTo>
                  <a:pt x="1882099" y="396860"/>
                  <a:pt x="1881277" y="419702"/>
                  <a:pt x="1881606" y="437778"/>
                </a:cubicBezTo>
                <a:cubicBezTo>
                  <a:pt x="1823104" y="445995"/>
                  <a:pt x="1766738" y="454704"/>
                  <a:pt x="1712509" y="463907"/>
                </a:cubicBezTo>
                <a:lnTo>
                  <a:pt x="1701663" y="394888"/>
                </a:lnTo>
                <a:cubicBezTo>
                  <a:pt x="1758522" y="387657"/>
                  <a:pt x="1819324" y="379112"/>
                  <a:pt x="1884071" y="369252"/>
                </a:cubicBezTo>
                <a:close/>
                <a:moveTo>
                  <a:pt x="1964921" y="337701"/>
                </a:moveTo>
                <a:lnTo>
                  <a:pt x="1964921" y="400311"/>
                </a:lnTo>
                <a:lnTo>
                  <a:pt x="2103453" y="400311"/>
                </a:lnTo>
                <a:lnTo>
                  <a:pt x="2103453" y="337701"/>
                </a:lnTo>
                <a:close/>
                <a:moveTo>
                  <a:pt x="1296144" y="298261"/>
                </a:moveTo>
                <a:cubicBezTo>
                  <a:pt x="1282011" y="314037"/>
                  <a:pt x="1267304" y="328663"/>
                  <a:pt x="1252021" y="342138"/>
                </a:cubicBezTo>
                <a:lnTo>
                  <a:pt x="1332132" y="342138"/>
                </a:lnTo>
                <a:lnTo>
                  <a:pt x="1332132" y="307628"/>
                </a:lnTo>
                <a:lnTo>
                  <a:pt x="1399672" y="307628"/>
                </a:lnTo>
                <a:lnTo>
                  <a:pt x="1399672" y="342138"/>
                </a:lnTo>
                <a:lnTo>
                  <a:pt x="1479784" y="342138"/>
                </a:lnTo>
                <a:cubicBezTo>
                  <a:pt x="1464665" y="328663"/>
                  <a:pt x="1450040" y="314037"/>
                  <a:pt x="1435907" y="298261"/>
                </a:cubicBezTo>
                <a:close/>
                <a:moveTo>
                  <a:pt x="84301" y="291852"/>
                </a:moveTo>
                <a:lnTo>
                  <a:pt x="84301" y="331785"/>
                </a:lnTo>
                <a:lnTo>
                  <a:pt x="326854" y="331785"/>
                </a:lnTo>
                <a:lnTo>
                  <a:pt x="326854" y="291852"/>
                </a:lnTo>
                <a:close/>
                <a:moveTo>
                  <a:pt x="1898860" y="277556"/>
                </a:moveTo>
                <a:lnTo>
                  <a:pt x="2169514" y="277556"/>
                </a:lnTo>
                <a:lnTo>
                  <a:pt x="2169514" y="489543"/>
                </a:lnTo>
                <a:lnTo>
                  <a:pt x="2103453" y="489543"/>
                </a:lnTo>
                <a:lnTo>
                  <a:pt x="2103453" y="460456"/>
                </a:lnTo>
                <a:lnTo>
                  <a:pt x="1964921" y="460456"/>
                </a:lnTo>
                <a:lnTo>
                  <a:pt x="1964921" y="489543"/>
                </a:lnTo>
                <a:lnTo>
                  <a:pt x="1898860" y="489543"/>
                </a:lnTo>
                <a:close/>
                <a:moveTo>
                  <a:pt x="905907" y="231707"/>
                </a:moveTo>
                <a:lnTo>
                  <a:pt x="973940" y="231707"/>
                </a:lnTo>
                <a:lnTo>
                  <a:pt x="973940" y="263259"/>
                </a:lnTo>
                <a:lnTo>
                  <a:pt x="1023239" y="263259"/>
                </a:lnTo>
                <a:lnTo>
                  <a:pt x="1023239" y="322418"/>
                </a:lnTo>
                <a:lnTo>
                  <a:pt x="973940" y="322418"/>
                </a:lnTo>
                <a:lnTo>
                  <a:pt x="973940" y="395874"/>
                </a:lnTo>
                <a:cubicBezTo>
                  <a:pt x="973940" y="421017"/>
                  <a:pt x="969051" y="440736"/>
                  <a:pt x="959274" y="455033"/>
                </a:cubicBezTo>
                <a:cubicBezTo>
                  <a:pt x="949496" y="469330"/>
                  <a:pt x="936473" y="478491"/>
                  <a:pt x="920204" y="482518"/>
                </a:cubicBezTo>
                <a:cubicBezTo>
                  <a:pt x="903935" y="486544"/>
                  <a:pt x="871398" y="488557"/>
                  <a:pt x="822591" y="488557"/>
                </a:cubicBezTo>
                <a:cubicBezTo>
                  <a:pt x="817333" y="459963"/>
                  <a:pt x="812731" y="438271"/>
                  <a:pt x="808787" y="423482"/>
                </a:cubicBezTo>
                <a:cubicBezTo>
                  <a:pt x="832451" y="425454"/>
                  <a:pt x="852828" y="426440"/>
                  <a:pt x="869919" y="426440"/>
                </a:cubicBezTo>
                <a:cubicBezTo>
                  <a:pt x="893911" y="426440"/>
                  <a:pt x="905907" y="412471"/>
                  <a:pt x="905907" y="384535"/>
                </a:cubicBezTo>
                <a:lnTo>
                  <a:pt x="905907" y="322418"/>
                </a:lnTo>
                <a:lnTo>
                  <a:pt x="790793" y="322418"/>
                </a:lnTo>
                <a:cubicBezTo>
                  <a:pt x="809198" y="341645"/>
                  <a:pt x="827685" y="362186"/>
                  <a:pt x="846255" y="384042"/>
                </a:cubicBezTo>
                <a:lnTo>
                  <a:pt x="795970" y="422989"/>
                </a:lnTo>
                <a:cubicBezTo>
                  <a:pt x="775921" y="395710"/>
                  <a:pt x="755215" y="370403"/>
                  <a:pt x="733852" y="347068"/>
                </a:cubicBezTo>
                <a:lnTo>
                  <a:pt x="767622" y="322418"/>
                </a:lnTo>
                <a:lnTo>
                  <a:pt x="726951" y="322418"/>
                </a:lnTo>
                <a:lnTo>
                  <a:pt x="726951" y="263259"/>
                </a:lnTo>
                <a:lnTo>
                  <a:pt x="905907" y="263259"/>
                </a:lnTo>
                <a:close/>
                <a:moveTo>
                  <a:pt x="1278889" y="221847"/>
                </a:moveTo>
                <a:lnTo>
                  <a:pt x="1278889" y="246497"/>
                </a:lnTo>
                <a:lnTo>
                  <a:pt x="1453409" y="246497"/>
                </a:lnTo>
                <a:lnTo>
                  <a:pt x="1453409" y="221847"/>
                </a:lnTo>
                <a:close/>
                <a:moveTo>
                  <a:pt x="84301" y="197691"/>
                </a:moveTo>
                <a:lnTo>
                  <a:pt x="84301" y="237623"/>
                </a:lnTo>
                <a:lnTo>
                  <a:pt x="326854" y="237623"/>
                </a:lnTo>
                <a:lnTo>
                  <a:pt x="326854" y="197691"/>
                </a:lnTo>
                <a:close/>
                <a:moveTo>
                  <a:pt x="1278889" y="159730"/>
                </a:moveTo>
                <a:lnTo>
                  <a:pt x="1278889" y="184380"/>
                </a:lnTo>
                <a:lnTo>
                  <a:pt x="1453409" y="184380"/>
                </a:lnTo>
                <a:lnTo>
                  <a:pt x="1453409" y="159730"/>
                </a:lnTo>
                <a:close/>
                <a:moveTo>
                  <a:pt x="1278889" y="96627"/>
                </a:moveTo>
                <a:lnTo>
                  <a:pt x="1278889" y="121277"/>
                </a:lnTo>
                <a:lnTo>
                  <a:pt x="1453409" y="121277"/>
                </a:lnTo>
                <a:lnTo>
                  <a:pt x="1453409" y="96627"/>
                </a:lnTo>
                <a:close/>
                <a:moveTo>
                  <a:pt x="353969" y="9367"/>
                </a:moveTo>
                <a:lnTo>
                  <a:pt x="409677" y="50286"/>
                </a:lnTo>
                <a:cubicBezTo>
                  <a:pt x="376811" y="84467"/>
                  <a:pt x="348874" y="112239"/>
                  <a:pt x="325868" y="133602"/>
                </a:cubicBezTo>
                <a:lnTo>
                  <a:pt x="279034" y="89232"/>
                </a:lnTo>
                <a:cubicBezTo>
                  <a:pt x="298096" y="71813"/>
                  <a:pt x="323074" y="45191"/>
                  <a:pt x="353969" y="9367"/>
                </a:cubicBezTo>
                <a:close/>
                <a:moveTo>
                  <a:pt x="836888" y="5916"/>
                </a:moveTo>
                <a:lnTo>
                  <a:pt x="904921" y="5916"/>
                </a:lnTo>
                <a:lnTo>
                  <a:pt x="904921" y="62118"/>
                </a:lnTo>
                <a:lnTo>
                  <a:pt x="1006478" y="62118"/>
                </a:lnTo>
                <a:lnTo>
                  <a:pt x="1006478" y="121277"/>
                </a:lnTo>
                <a:lnTo>
                  <a:pt x="904921" y="121277"/>
                </a:lnTo>
                <a:lnTo>
                  <a:pt x="904921" y="162195"/>
                </a:lnTo>
                <a:lnTo>
                  <a:pt x="1029648" y="162195"/>
                </a:lnTo>
                <a:lnTo>
                  <a:pt x="1029648" y="221354"/>
                </a:lnTo>
                <a:lnTo>
                  <a:pt x="718570" y="221354"/>
                </a:lnTo>
                <a:lnTo>
                  <a:pt x="718570" y="162195"/>
                </a:lnTo>
                <a:lnTo>
                  <a:pt x="836888" y="162195"/>
                </a:lnTo>
                <a:lnTo>
                  <a:pt x="836888" y="121277"/>
                </a:lnTo>
                <a:lnTo>
                  <a:pt x="738289" y="121277"/>
                </a:lnTo>
                <a:lnTo>
                  <a:pt x="738289" y="62118"/>
                </a:lnTo>
                <a:lnTo>
                  <a:pt x="836888" y="62118"/>
                </a:lnTo>
                <a:close/>
                <a:moveTo>
                  <a:pt x="624901" y="5916"/>
                </a:moveTo>
                <a:lnTo>
                  <a:pt x="685046" y="5916"/>
                </a:lnTo>
                <a:lnTo>
                  <a:pt x="685046" y="106487"/>
                </a:lnTo>
                <a:lnTo>
                  <a:pt x="713640" y="106487"/>
                </a:lnTo>
                <a:lnTo>
                  <a:pt x="713640" y="170083"/>
                </a:lnTo>
                <a:lnTo>
                  <a:pt x="685046" y="170083"/>
                </a:lnTo>
                <a:lnTo>
                  <a:pt x="685046" y="255371"/>
                </a:lnTo>
                <a:lnTo>
                  <a:pt x="717091" y="248962"/>
                </a:lnTo>
                <a:cubicBezTo>
                  <a:pt x="715776" y="267367"/>
                  <a:pt x="715447" y="289387"/>
                  <a:pt x="716105" y="315023"/>
                </a:cubicBezTo>
                <a:lnTo>
                  <a:pt x="685046" y="320939"/>
                </a:lnTo>
                <a:lnTo>
                  <a:pt x="685046" y="489050"/>
                </a:lnTo>
                <a:lnTo>
                  <a:pt x="624901" y="489050"/>
                </a:lnTo>
                <a:lnTo>
                  <a:pt x="624901" y="333017"/>
                </a:lnTo>
                <a:cubicBezTo>
                  <a:pt x="597951" y="338769"/>
                  <a:pt x="572479" y="344603"/>
                  <a:pt x="548487" y="350519"/>
                </a:cubicBezTo>
                <a:lnTo>
                  <a:pt x="539613" y="280514"/>
                </a:lnTo>
                <a:lnTo>
                  <a:pt x="624901" y="266463"/>
                </a:lnTo>
                <a:lnTo>
                  <a:pt x="624901" y="170083"/>
                </a:lnTo>
                <a:lnTo>
                  <a:pt x="592363" y="170083"/>
                </a:lnTo>
                <a:cubicBezTo>
                  <a:pt x="588912" y="194404"/>
                  <a:pt x="584804" y="217903"/>
                  <a:pt x="580039" y="240581"/>
                </a:cubicBezTo>
                <a:cubicBezTo>
                  <a:pt x="567549" y="232693"/>
                  <a:pt x="553910" y="225298"/>
                  <a:pt x="539120" y="218396"/>
                </a:cubicBezTo>
                <a:cubicBezTo>
                  <a:pt x="549309" y="165482"/>
                  <a:pt x="556211" y="108130"/>
                  <a:pt x="559826" y="46342"/>
                </a:cubicBezTo>
                <a:lnTo>
                  <a:pt x="604688" y="50779"/>
                </a:lnTo>
                <a:cubicBezTo>
                  <a:pt x="603538" y="69841"/>
                  <a:pt x="602059" y="88410"/>
                  <a:pt x="600251" y="106487"/>
                </a:cubicBezTo>
                <a:lnTo>
                  <a:pt x="624901" y="106487"/>
                </a:lnTo>
                <a:close/>
                <a:moveTo>
                  <a:pt x="48806" y="5916"/>
                </a:moveTo>
                <a:cubicBezTo>
                  <a:pt x="74113" y="31881"/>
                  <a:pt x="100242" y="58502"/>
                  <a:pt x="127192" y="85781"/>
                </a:cubicBezTo>
                <a:lnTo>
                  <a:pt x="77893" y="130644"/>
                </a:lnTo>
                <a:cubicBezTo>
                  <a:pt x="50942" y="100407"/>
                  <a:pt x="24978" y="72306"/>
                  <a:pt x="0" y="46342"/>
                </a:cubicBezTo>
                <a:close/>
                <a:moveTo>
                  <a:pt x="1211349" y="1972"/>
                </a:moveTo>
                <a:lnTo>
                  <a:pt x="1278889" y="1972"/>
                </a:lnTo>
                <a:lnTo>
                  <a:pt x="1278889" y="44863"/>
                </a:lnTo>
                <a:lnTo>
                  <a:pt x="1453409" y="44863"/>
                </a:lnTo>
                <a:lnTo>
                  <a:pt x="1453409" y="1972"/>
                </a:lnTo>
                <a:lnTo>
                  <a:pt x="1520456" y="1972"/>
                </a:lnTo>
                <a:lnTo>
                  <a:pt x="1520456" y="44863"/>
                </a:lnTo>
                <a:lnTo>
                  <a:pt x="1591940" y="44863"/>
                </a:lnTo>
                <a:lnTo>
                  <a:pt x="1591940" y="96627"/>
                </a:lnTo>
                <a:lnTo>
                  <a:pt x="1520456" y="96627"/>
                </a:lnTo>
                <a:lnTo>
                  <a:pt x="1520456" y="246497"/>
                </a:lnTo>
                <a:lnTo>
                  <a:pt x="1605743" y="246497"/>
                </a:lnTo>
                <a:lnTo>
                  <a:pt x="1605743" y="298261"/>
                </a:lnTo>
                <a:lnTo>
                  <a:pt x="1508624" y="298261"/>
                </a:lnTo>
                <a:cubicBezTo>
                  <a:pt x="1543462" y="324226"/>
                  <a:pt x="1577807" y="343452"/>
                  <a:pt x="1611659" y="355941"/>
                </a:cubicBezTo>
                <a:cubicBezTo>
                  <a:pt x="1598184" y="375333"/>
                  <a:pt x="1586024" y="393573"/>
                  <a:pt x="1575178" y="410664"/>
                </a:cubicBezTo>
                <a:cubicBezTo>
                  <a:pt x="1549542" y="396531"/>
                  <a:pt x="1525057" y="379934"/>
                  <a:pt x="1501722" y="360871"/>
                </a:cubicBezTo>
                <a:lnTo>
                  <a:pt x="1501722" y="392916"/>
                </a:lnTo>
                <a:lnTo>
                  <a:pt x="1399672" y="392916"/>
                </a:lnTo>
                <a:lnTo>
                  <a:pt x="1399672" y="422989"/>
                </a:lnTo>
                <a:lnTo>
                  <a:pt x="1576657" y="422989"/>
                </a:lnTo>
                <a:lnTo>
                  <a:pt x="1576657" y="474753"/>
                </a:lnTo>
                <a:lnTo>
                  <a:pt x="1154655" y="474753"/>
                </a:lnTo>
                <a:lnTo>
                  <a:pt x="1154655" y="422989"/>
                </a:lnTo>
                <a:lnTo>
                  <a:pt x="1332132" y="422989"/>
                </a:lnTo>
                <a:lnTo>
                  <a:pt x="1332132" y="392916"/>
                </a:lnTo>
                <a:lnTo>
                  <a:pt x="1227618" y="392916"/>
                </a:lnTo>
                <a:lnTo>
                  <a:pt x="1227618" y="362843"/>
                </a:lnTo>
                <a:cubicBezTo>
                  <a:pt x="1204776" y="380920"/>
                  <a:pt x="1180948" y="396860"/>
                  <a:pt x="1156134" y="410664"/>
                </a:cubicBezTo>
                <a:cubicBezTo>
                  <a:pt x="1146602" y="395545"/>
                  <a:pt x="1134278" y="377469"/>
                  <a:pt x="1119159" y="356434"/>
                </a:cubicBezTo>
                <a:cubicBezTo>
                  <a:pt x="1160242" y="340987"/>
                  <a:pt x="1194998" y="321596"/>
                  <a:pt x="1223427" y="298261"/>
                </a:cubicBezTo>
                <a:lnTo>
                  <a:pt x="1125568" y="298261"/>
                </a:lnTo>
                <a:lnTo>
                  <a:pt x="1125568" y="246497"/>
                </a:lnTo>
                <a:lnTo>
                  <a:pt x="1211349" y="246497"/>
                </a:lnTo>
                <a:lnTo>
                  <a:pt x="1211349" y="96627"/>
                </a:lnTo>
                <a:lnTo>
                  <a:pt x="1139865" y="96627"/>
                </a:lnTo>
                <a:lnTo>
                  <a:pt x="1139865" y="44863"/>
                </a:lnTo>
                <a:lnTo>
                  <a:pt x="1211349" y="44863"/>
                </a:lnTo>
                <a:close/>
                <a:moveTo>
                  <a:pt x="166138" y="1972"/>
                </a:moveTo>
                <a:lnTo>
                  <a:pt x="239101" y="1972"/>
                </a:lnTo>
                <a:lnTo>
                  <a:pt x="239101" y="138531"/>
                </a:lnTo>
                <a:lnTo>
                  <a:pt x="397845" y="138531"/>
                </a:lnTo>
                <a:lnTo>
                  <a:pt x="397845" y="414608"/>
                </a:lnTo>
                <a:cubicBezTo>
                  <a:pt x="398174" y="460292"/>
                  <a:pt x="375660" y="484448"/>
                  <a:pt x="330305" y="487078"/>
                </a:cubicBezTo>
                <a:cubicBezTo>
                  <a:pt x="314858" y="488392"/>
                  <a:pt x="284457" y="489214"/>
                  <a:pt x="239101" y="489543"/>
                </a:cubicBezTo>
                <a:cubicBezTo>
                  <a:pt x="235815" y="470809"/>
                  <a:pt x="229406" y="447638"/>
                  <a:pt x="219875" y="420031"/>
                </a:cubicBezTo>
                <a:cubicBezTo>
                  <a:pt x="246168" y="421345"/>
                  <a:pt x="270160" y="422167"/>
                  <a:pt x="291852" y="422496"/>
                </a:cubicBezTo>
                <a:cubicBezTo>
                  <a:pt x="315187" y="422824"/>
                  <a:pt x="326854" y="413622"/>
                  <a:pt x="326854" y="394888"/>
                </a:cubicBezTo>
                <a:lnTo>
                  <a:pt x="326854" y="386014"/>
                </a:lnTo>
                <a:lnTo>
                  <a:pt x="84301" y="386014"/>
                </a:lnTo>
                <a:lnTo>
                  <a:pt x="84301" y="489543"/>
                </a:lnTo>
                <a:lnTo>
                  <a:pt x="13310" y="489543"/>
                </a:lnTo>
                <a:lnTo>
                  <a:pt x="13310" y="138531"/>
                </a:lnTo>
                <a:lnTo>
                  <a:pt x="166138" y="138531"/>
                </a:lnTo>
                <a:close/>
                <a:moveTo>
                  <a:pt x="1783993" y="0"/>
                </a:moveTo>
                <a:lnTo>
                  <a:pt x="1849068" y="24157"/>
                </a:lnTo>
                <a:cubicBezTo>
                  <a:pt x="1823104" y="72799"/>
                  <a:pt x="1797468" y="116511"/>
                  <a:pt x="1772161" y="155293"/>
                </a:cubicBezTo>
                <a:lnTo>
                  <a:pt x="1817517" y="153075"/>
                </a:lnTo>
                <a:lnTo>
                  <a:pt x="1847096" y="102543"/>
                </a:lnTo>
                <a:lnTo>
                  <a:pt x="1879634" y="118072"/>
                </a:lnTo>
                <a:lnTo>
                  <a:pt x="1879634" y="64090"/>
                </a:lnTo>
                <a:lnTo>
                  <a:pt x="1997952" y="64090"/>
                </a:lnTo>
                <a:lnTo>
                  <a:pt x="1997952" y="1972"/>
                </a:lnTo>
                <a:lnTo>
                  <a:pt x="2066971" y="1972"/>
                </a:lnTo>
                <a:lnTo>
                  <a:pt x="2066971" y="64090"/>
                </a:lnTo>
                <a:lnTo>
                  <a:pt x="2190219" y="64090"/>
                </a:lnTo>
                <a:lnTo>
                  <a:pt x="2190219" y="122756"/>
                </a:lnTo>
                <a:lnTo>
                  <a:pt x="2066971" y="122756"/>
                </a:lnTo>
                <a:lnTo>
                  <a:pt x="2066971" y="176492"/>
                </a:lnTo>
                <a:lnTo>
                  <a:pt x="2175430" y="176492"/>
                </a:lnTo>
                <a:lnTo>
                  <a:pt x="2175430" y="235158"/>
                </a:lnTo>
                <a:lnTo>
                  <a:pt x="1894423" y="235158"/>
                </a:lnTo>
                <a:lnTo>
                  <a:pt x="1894423" y="176492"/>
                </a:lnTo>
                <a:lnTo>
                  <a:pt x="1997952" y="176492"/>
                </a:lnTo>
                <a:lnTo>
                  <a:pt x="1997952" y="122756"/>
                </a:lnTo>
                <a:lnTo>
                  <a:pt x="1889247" y="122756"/>
                </a:lnTo>
                <a:lnTo>
                  <a:pt x="1905762" y="130644"/>
                </a:lnTo>
                <a:cubicBezTo>
                  <a:pt x="1865008" y="192761"/>
                  <a:pt x="1830006" y="243375"/>
                  <a:pt x="1800755" y="282485"/>
                </a:cubicBezTo>
                <a:cubicBezTo>
                  <a:pt x="1824418" y="279528"/>
                  <a:pt x="1849725" y="276734"/>
                  <a:pt x="1876676" y="274105"/>
                </a:cubicBezTo>
                <a:cubicBezTo>
                  <a:pt x="1874704" y="296454"/>
                  <a:pt x="1873389" y="316831"/>
                  <a:pt x="1872732" y="335236"/>
                </a:cubicBezTo>
                <a:cubicBezTo>
                  <a:pt x="1800755" y="343124"/>
                  <a:pt x="1751784" y="350519"/>
                  <a:pt x="1725820" y="357420"/>
                </a:cubicBezTo>
                <a:lnTo>
                  <a:pt x="1706593" y="302205"/>
                </a:lnTo>
                <a:cubicBezTo>
                  <a:pt x="1727463" y="283800"/>
                  <a:pt x="1752277" y="253235"/>
                  <a:pt x="1781035" y="210508"/>
                </a:cubicBezTo>
                <a:cubicBezTo>
                  <a:pt x="1756385" y="212316"/>
                  <a:pt x="1735022" y="214452"/>
                  <a:pt x="1716946" y="216917"/>
                </a:cubicBezTo>
                <a:lnTo>
                  <a:pt x="1698705" y="160716"/>
                </a:lnTo>
                <a:cubicBezTo>
                  <a:pt x="1724669" y="128836"/>
                  <a:pt x="1753099" y="75264"/>
                  <a:pt x="178399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zh-CN" altLang="en-US" sz="4000" b="1" spc="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A091BCEA-80FF-4C3D-9428-6901F683D740}"/>
              </a:ext>
            </a:extLst>
          </p:cNvPr>
          <p:cNvGrpSpPr/>
          <p:nvPr/>
        </p:nvGrpSpPr>
        <p:grpSpPr>
          <a:xfrm>
            <a:off x="2640224" y="2038789"/>
            <a:ext cx="6911552" cy="3738122"/>
            <a:chOff x="2246982" y="2000689"/>
            <a:chExt cx="6311258" cy="3413452"/>
          </a:xfrm>
        </p:grpSpPr>
        <p:sp>
          <p:nvSpPr>
            <p:cNvPr id="218" name="任意多边形: 形状 217">
              <a:extLst>
                <a:ext uri="{FF2B5EF4-FFF2-40B4-BE49-F238E27FC236}">
                  <a16:creationId xmlns:a16="http://schemas.microsoft.com/office/drawing/2014/main" id="{F0CDF6D7-BCD9-4333-8EA0-1CD624B263DE}"/>
                </a:ext>
              </a:extLst>
            </p:cNvPr>
            <p:cNvSpPr/>
            <p:nvPr/>
          </p:nvSpPr>
          <p:spPr>
            <a:xfrm>
              <a:off x="2666709" y="2173339"/>
              <a:ext cx="3436620" cy="3017520"/>
            </a:xfrm>
            <a:custGeom>
              <a:avLst/>
              <a:gdLst>
                <a:gd name="connsiteX0" fmla="*/ 0 w 3436620"/>
                <a:gd name="connsiteY0" fmla="*/ 3002280 h 3017520"/>
                <a:gd name="connsiteX1" fmla="*/ 1493520 w 3436620"/>
                <a:gd name="connsiteY1" fmla="*/ 3017520 h 3017520"/>
                <a:gd name="connsiteX2" fmla="*/ 2080260 w 3436620"/>
                <a:gd name="connsiteY2" fmla="*/ 2956560 h 3017520"/>
                <a:gd name="connsiteX3" fmla="*/ 2514600 w 3436620"/>
                <a:gd name="connsiteY3" fmla="*/ 2674620 h 3017520"/>
                <a:gd name="connsiteX4" fmla="*/ 2880360 w 3436620"/>
                <a:gd name="connsiteY4" fmla="*/ 2080260 h 3017520"/>
                <a:gd name="connsiteX5" fmla="*/ 3185160 w 3436620"/>
                <a:gd name="connsiteY5" fmla="*/ 1082040 h 3017520"/>
                <a:gd name="connsiteX6" fmla="*/ 3436620 w 3436620"/>
                <a:gd name="connsiteY6" fmla="*/ 0 h 301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36620" h="3017520">
                  <a:moveTo>
                    <a:pt x="0" y="3002280"/>
                  </a:moveTo>
                  <a:lnTo>
                    <a:pt x="1493520" y="3017520"/>
                  </a:lnTo>
                  <a:cubicBezTo>
                    <a:pt x="1840230" y="3009900"/>
                    <a:pt x="1910080" y="3013710"/>
                    <a:pt x="2080260" y="2956560"/>
                  </a:cubicBezTo>
                  <a:cubicBezTo>
                    <a:pt x="2250440" y="2899410"/>
                    <a:pt x="2381250" y="2820670"/>
                    <a:pt x="2514600" y="2674620"/>
                  </a:cubicBezTo>
                  <a:cubicBezTo>
                    <a:pt x="2647950" y="2528570"/>
                    <a:pt x="2768600" y="2345690"/>
                    <a:pt x="2880360" y="2080260"/>
                  </a:cubicBezTo>
                  <a:cubicBezTo>
                    <a:pt x="2992120" y="1814830"/>
                    <a:pt x="3092450" y="1428750"/>
                    <a:pt x="3185160" y="1082040"/>
                  </a:cubicBezTo>
                  <a:cubicBezTo>
                    <a:pt x="3277870" y="735330"/>
                    <a:pt x="3357245" y="367665"/>
                    <a:pt x="3436620" y="0"/>
                  </a:cubicBezTo>
                </a:path>
              </a:pathLst>
            </a:custGeom>
            <a:noFill/>
            <a:ln w="22225">
              <a:solidFill>
                <a:srgbClr val="5B9B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9" name="直接箭头连接符 218">
              <a:extLst>
                <a:ext uri="{FF2B5EF4-FFF2-40B4-BE49-F238E27FC236}">
                  <a16:creationId xmlns:a16="http://schemas.microsoft.com/office/drawing/2014/main" id="{189EB403-2DA4-4313-829B-5FB6704E2175}"/>
                </a:ext>
              </a:extLst>
            </p:cNvPr>
            <p:cNvCxnSpPr>
              <a:cxnSpLocks/>
            </p:cNvCxnSpPr>
            <p:nvPr/>
          </p:nvCxnSpPr>
          <p:spPr>
            <a:xfrm>
              <a:off x="2556422" y="5044809"/>
              <a:ext cx="5562721" cy="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直接箭头连接符 219">
              <a:extLst>
                <a:ext uri="{FF2B5EF4-FFF2-40B4-BE49-F238E27FC236}">
                  <a16:creationId xmlns:a16="http://schemas.microsoft.com/office/drawing/2014/main" id="{7196EA00-D69C-4205-830F-9C13FE343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3505" y="2103489"/>
              <a:ext cx="0" cy="325755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文本框 220">
              <a:extLst>
                <a:ext uri="{FF2B5EF4-FFF2-40B4-BE49-F238E27FC236}">
                  <a16:creationId xmlns:a16="http://schemas.microsoft.com/office/drawing/2014/main" id="{9F5F3FD4-23D1-48BF-8DBF-77804F1EB7C0}"/>
                </a:ext>
              </a:extLst>
            </p:cNvPr>
            <p:cNvSpPr txBox="1"/>
            <p:nvPr/>
          </p:nvSpPr>
          <p:spPr>
            <a:xfrm>
              <a:off x="7200302" y="5044809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电压</a:t>
              </a:r>
              <a:r>
                <a: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/A</a:t>
              </a:r>
              <a:endPara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22" name="文本框 221">
              <a:extLst>
                <a:ext uri="{FF2B5EF4-FFF2-40B4-BE49-F238E27FC236}">
                  <a16:creationId xmlns:a16="http://schemas.microsoft.com/office/drawing/2014/main" id="{1AB97C53-C808-4AB5-B7A0-F5803A8330FD}"/>
                </a:ext>
              </a:extLst>
            </p:cNvPr>
            <p:cNvSpPr txBox="1"/>
            <p:nvPr/>
          </p:nvSpPr>
          <p:spPr>
            <a:xfrm>
              <a:off x="3959520" y="2003159"/>
              <a:ext cx="9188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电流</a:t>
              </a:r>
              <a:r>
                <a: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/A</a:t>
              </a:r>
              <a:endPara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26" name="矩形 225">
              <a:extLst>
                <a:ext uri="{FF2B5EF4-FFF2-40B4-BE49-F238E27FC236}">
                  <a16:creationId xmlns:a16="http://schemas.microsoft.com/office/drawing/2014/main" id="{A2E8FFB1-4259-4C2D-AEFC-7021AA743B8C}"/>
                </a:ext>
              </a:extLst>
            </p:cNvPr>
            <p:cNvSpPr/>
            <p:nvPr/>
          </p:nvSpPr>
          <p:spPr>
            <a:xfrm>
              <a:off x="2246982" y="2000689"/>
              <a:ext cx="6311258" cy="3413451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98712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92B7C54-FE66-420F-9F26-24A77BA05370}"/>
              </a:ext>
            </a:extLst>
          </p:cNvPr>
          <p:cNvSpPr txBox="1"/>
          <p:nvPr/>
        </p:nvSpPr>
        <p:spPr>
          <a:xfrm>
            <a:off x="1721603" y="3075057"/>
            <a:ext cx="399981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金属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半导体接触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1FFBB09-607C-4BC4-8892-0B7F8D8EC297}"/>
              </a:ext>
            </a:extLst>
          </p:cNvPr>
          <p:cNvSpPr txBox="1"/>
          <p:nvPr/>
        </p:nvSpPr>
        <p:spPr>
          <a:xfrm>
            <a:off x="6673163" y="2340967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肖特基接触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C8886C9-D4E9-44B3-AD40-7BBDDB4D37F5}"/>
              </a:ext>
            </a:extLst>
          </p:cNvPr>
          <p:cNvSpPr txBox="1"/>
          <p:nvPr/>
        </p:nvSpPr>
        <p:spPr>
          <a:xfrm>
            <a:off x="6673163" y="3870702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欧姆接触</a:t>
            </a: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898D15B3-A99A-4BDE-AF23-9810D11E0FCF}"/>
              </a:ext>
            </a:extLst>
          </p:cNvPr>
          <p:cNvSpPr/>
          <p:nvPr/>
        </p:nvSpPr>
        <p:spPr>
          <a:xfrm>
            <a:off x="5829301" y="2664133"/>
            <a:ext cx="641285" cy="1529735"/>
          </a:xfrm>
          <a:prstGeom prst="leftBrac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1842551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push dir="r"/>
      </p:transition>
    </mc:Choice>
    <mc:Fallback xmlns="">
      <p:transition spd="slow">
        <p:push dir="r"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9897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78D4C70B-27A1-4AE0-AB8D-A4F27C9B2B29}"/>
              </a:ext>
            </a:extLst>
          </p:cNvPr>
          <p:cNvGrpSpPr/>
          <p:nvPr/>
        </p:nvGrpSpPr>
        <p:grpSpPr>
          <a:xfrm>
            <a:off x="4164458" y="519447"/>
            <a:ext cx="3863084" cy="482956"/>
            <a:chOff x="3350516" y="3088474"/>
            <a:chExt cx="5374293" cy="671885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BF33700-CEE4-45A6-9948-05EF64616129}"/>
                </a:ext>
              </a:extLst>
            </p:cNvPr>
            <p:cNvSpPr txBox="1"/>
            <p:nvPr/>
          </p:nvSpPr>
          <p:spPr>
            <a:xfrm>
              <a:off x="3350516" y="3098000"/>
              <a:ext cx="556542" cy="662359"/>
            </a:xfrm>
            <a:custGeom>
              <a:avLst/>
              <a:gdLst/>
              <a:ahLst/>
              <a:cxnLst/>
              <a:rect l="l" t="t" r="r" b="b"/>
              <a:pathLst>
                <a:path w="556542" h="662359">
                  <a:moveTo>
                    <a:pt x="114523" y="393799"/>
                  </a:moveTo>
                  <a:lnTo>
                    <a:pt x="114523" y="448047"/>
                  </a:lnTo>
                  <a:lnTo>
                    <a:pt x="444028" y="448047"/>
                  </a:lnTo>
                  <a:lnTo>
                    <a:pt x="444028" y="393799"/>
                  </a:lnTo>
                  <a:close/>
                  <a:moveTo>
                    <a:pt x="114523" y="265881"/>
                  </a:moveTo>
                  <a:lnTo>
                    <a:pt x="114523" y="320129"/>
                  </a:lnTo>
                  <a:lnTo>
                    <a:pt x="444028" y="320129"/>
                  </a:lnTo>
                  <a:lnTo>
                    <a:pt x="444028" y="265881"/>
                  </a:lnTo>
                  <a:close/>
                  <a:moveTo>
                    <a:pt x="480863" y="10046"/>
                  </a:moveTo>
                  <a:lnTo>
                    <a:pt x="556542" y="65633"/>
                  </a:lnTo>
                  <a:cubicBezTo>
                    <a:pt x="511894" y="112067"/>
                    <a:pt x="473943" y="149795"/>
                    <a:pt x="442689" y="178817"/>
                  </a:cubicBezTo>
                  <a:lnTo>
                    <a:pt x="379065" y="118541"/>
                  </a:lnTo>
                  <a:cubicBezTo>
                    <a:pt x="404961" y="94878"/>
                    <a:pt x="438894" y="58712"/>
                    <a:pt x="480863" y="10046"/>
                  </a:cubicBezTo>
                  <a:close/>
                  <a:moveTo>
                    <a:pt x="66302" y="5358"/>
                  </a:moveTo>
                  <a:cubicBezTo>
                    <a:pt x="100682" y="40630"/>
                    <a:pt x="136177" y="76795"/>
                    <a:pt x="172789" y="113853"/>
                  </a:cubicBezTo>
                  <a:lnTo>
                    <a:pt x="105816" y="174798"/>
                  </a:lnTo>
                  <a:cubicBezTo>
                    <a:pt x="69205" y="133722"/>
                    <a:pt x="33932" y="95547"/>
                    <a:pt x="0" y="60275"/>
                  </a:cubicBezTo>
                  <a:close/>
                  <a:moveTo>
                    <a:pt x="225697" y="0"/>
                  </a:moveTo>
                  <a:lnTo>
                    <a:pt x="324817" y="0"/>
                  </a:lnTo>
                  <a:lnTo>
                    <a:pt x="324817" y="185514"/>
                  </a:lnTo>
                  <a:lnTo>
                    <a:pt x="540469" y="185514"/>
                  </a:lnTo>
                  <a:lnTo>
                    <a:pt x="540469" y="560561"/>
                  </a:lnTo>
                  <a:cubicBezTo>
                    <a:pt x="540915" y="622622"/>
                    <a:pt x="510331" y="655439"/>
                    <a:pt x="448716" y="659011"/>
                  </a:cubicBezTo>
                  <a:cubicBezTo>
                    <a:pt x="427732" y="660797"/>
                    <a:pt x="386432" y="661913"/>
                    <a:pt x="324817" y="662359"/>
                  </a:cubicBezTo>
                  <a:cubicBezTo>
                    <a:pt x="320352" y="636910"/>
                    <a:pt x="311646" y="605433"/>
                    <a:pt x="298698" y="567928"/>
                  </a:cubicBezTo>
                  <a:cubicBezTo>
                    <a:pt x="334416" y="569714"/>
                    <a:pt x="367010" y="570830"/>
                    <a:pt x="396478" y="571277"/>
                  </a:cubicBezTo>
                  <a:cubicBezTo>
                    <a:pt x="428178" y="571723"/>
                    <a:pt x="444028" y="559222"/>
                    <a:pt x="444028" y="533772"/>
                  </a:cubicBezTo>
                  <a:lnTo>
                    <a:pt x="444028" y="521717"/>
                  </a:lnTo>
                  <a:lnTo>
                    <a:pt x="114523" y="521717"/>
                  </a:lnTo>
                  <a:lnTo>
                    <a:pt x="114523" y="662359"/>
                  </a:lnTo>
                  <a:lnTo>
                    <a:pt x="18082" y="662359"/>
                  </a:lnTo>
                  <a:lnTo>
                    <a:pt x="18082" y="185514"/>
                  </a:lnTo>
                  <a:lnTo>
                    <a:pt x="225697" y="18551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sz="5400" b="1" spc="6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C3054291-56D7-4B09-BC52-B582F5987C65}"/>
                </a:ext>
              </a:extLst>
            </p:cNvPr>
            <p:cNvSpPr txBox="1"/>
            <p:nvPr/>
          </p:nvSpPr>
          <p:spPr>
            <a:xfrm>
              <a:off x="4184574" y="3093832"/>
              <a:ext cx="666378" cy="656332"/>
            </a:xfrm>
            <a:custGeom>
              <a:avLst/>
              <a:gdLst/>
              <a:ahLst/>
              <a:cxnLst/>
              <a:rect l="l" t="t" r="r" b="b"/>
              <a:pathLst>
                <a:path w="666378" h="656332">
                  <a:moveTo>
                    <a:pt x="498277" y="306734"/>
                  </a:moveTo>
                  <a:lnTo>
                    <a:pt x="590699" y="306734"/>
                  </a:lnTo>
                  <a:lnTo>
                    <a:pt x="590699" y="349597"/>
                  </a:lnTo>
                  <a:lnTo>
                    <a:pt x="657672" y="349597"/>
                  </a:lnTo>
                  <a:lnTo>
                    <a:pt x="657672" y="429964"/>
                  </a:lnTo>
                  <a:lnTo>
                    <a:pt x="590699" y="429964"/>
                  </a:lnTo>
                  <a:lnTo>
                    <a:pt x="590699" y="529753"/>
                  </a:lnTo>
                  <a:cubicBezTo>
                    <a:pt x="590699" y="563909"/>
                    <a:pt x="584058" y="590698"/>
                    <a:pt x="570775" y="610121"/>
                  </a:cubicBezTo>
                  <a:cubicBezTo>
                    <a:pt x="557492" y="629543"/>
                    <a:pt x="539800" y="641988"/>
                    <a:pt x="517699" y="647458"/>
                  </a:cubicBezTo>
                  <a:cubicBezTo>
                    <a:pt x="495598" y="652927"/>
                    <a:pt x="451396" y="655662"/>
                    <a:pt x="385093" y="655662"/>
                  </a:cubicBezTo>
                  <a:cubicBezTo>
                    <a:pt x="377949" y="616818"/>
                    <a:pt x="371699" y="587350"/>
                    <a:pt x="366341" y="567258"/>
                  </a:cubicBezTo>
                  <a:cubicBezTo>
                    <a:pt x="398488" y="569937"/>
                    <a:pt x="426170" y="571276"/>
                    <a:pt x="449387" y="571276"/>
                  </a:cubicBezTo>
                  <a:cubicBezTo>
                    <a:pt x="481980" y="571276"/>
                    <a:pt x="498277" y="552301"/>
                    <a:pt x="498277" y="514350"/>
                  </a:cubicBezTo>
                  <a:lnTo>
                    <a:pt x="498277" y="429964"/>
                  </a:lnTo>
                  <a:lnTo>
                    <a:pt x="341896" y="429964"/>
                  </a:lnTo>
                  <a:cubicBezTo>
                    <a:pt x="366899" y="456083"/>
                    <a:pt x="392014" y="483989"/>
                    <a:pt x="417240" y="513680"/>
                  </a:cubicBezTo>
                  <a:lnTo>
                    <a:pt x="348928" y="566588"/>
                  </a:lnTo>
                  <a:cubicBezTo>
                    <a:pt x="321692" y="529530"/>
                    <a:pt x="293564" y="495151"/>
                    <a:pt x="264542" y="463450"/>
                  </a:cubicBezTo>
                  <a:lnTo>
                    <a:pt x="310419" y="429964"/>
                  </a:lnTo>
                  <a:lnTo>
                    <a:pt x="255166" y="429964"/>
                  </a:lnTo>
                  <a:lnTo>
                    <a:pt x="255166" y="349597"/>
                  </a:lnTo>
                  <a:lnTo>
                    <a:pt x="498277" y="349597"/>
                  </a:lnTo>
                  <a:close/>
                  <a:moveTo>
                    <a:pt x="404515" y="0"/>
                  </a:moveTo>
                  <a:lnTo>
                    <a:pt x="496937" y="0"/>
                  </a:lnTo>
                  <a:lnTo>
                    <a:pt x="496937" y="76348"/>
                  </a:lnTo>
                  <a:lnTo>
                    <a:pt x="634901" y="76348"/>
                  </a:lnTo>
                  <a:lnTo>
                    <a:pt x="634901" y="156716"/>
                  </a:lnTo>
                  <a:lnTo>
                    <a:pt x="496937" y="156716"/>
                  </a:lnTo>
                  <a:lnTo>
                    <a:pt x="496937" y="212303"/>
                  </a:lnTo>
                  <a:lnTo>
                    <a:pt x="666378" y="212303"/>
                  </a:lnTo>
                  <a:lnTo>
                    <a:pt x="666378" y="292670"/>
                  </a:lnTo>
                  <a:lnTo>
                    <a:pt x="243781" y="292670"/>
                  </a:lnTo>
                  <a:lnTo>
                    <a:pt x="243781" y="212303"/>
                  </a:lnTo>
                  <a:lnTo>
                    <a:pt x="404515" y="212303"/>
                  </a:lnTo>
                  <a:lnTo>
                    <a:pt x="404515" y="156716"/>
                  </a:lnTo>
                  <a:lnTo>
                    <a:pt x="270570" y="156716"/>
                  </a:lnTo>
                  <a:lnTo>
                    <a:pt x="270570" y="76348"/>
                  </a:lnTo>
                  <a:lnTo>
                    <a:pt x="404515" y="76348"/>
                  </a:lnTo>
                  <a:close/>
                  <a:moveTo>
                    <a:pt x="116533" y="0"/>
                  </a:moveTo>
                  <a:lnTo>
                    <a:pt x="198239" y="0"/>
                  </a:lnTo>
                  <a:lnTo>
                    <a:pt x="198239" y="136624"/>
                  </a:lnTo>
                  <a:lnTo>
                    <a:pt x="237084" y="136624"/>
                  </a:lnTo>
                  <a:lnTo>
                    <a:pt x="237084" y="223019"/>
                  </a:lnTo>
                  <a:lnTo>
                    <a:pt x="198239" y="223019"/>
                  </a:lnTo>
                  <a:lnTo>
                    <a:pt x="198239" y="338881"/>
                  </a:lnTo>
                  <a:lnTo>
                    <a:pt x="241772" y="330175"/>
                  </a:lnTo>
                  <a:cubicBezTo>
                    <a:pt x="239986" y="355178"/>
                    <a:pt x="239539" y="385092"/>
                    <a:pt x="240432" y="419918"/>
                  </a:cubicBezTo>
                  <a:lnTo>
                    <a:pt x="198239" y="427955"/>
                  </a:lnTo>
                  <a:lnTo>
                    <a:pt x="198239" y="656332"/>
                  </a:lnTo>
                  <a:lnTo>
                    <a:pt x="116533" y="656332"/>
                  </a:lnTo>
                  <a:lnTo>
                    <a:pt x="116533" y="444363"/>
                  </a:lnTo>
                  <a:cubicBezTo>
                    <a:pt x="79921" y="452177"/>
                    <a:pt x="45319" y="460102"/>
                    <a:pt x="12725" y="468138"/>
                  </a:cubicBezTo>
                  <a:lnTo>
                    <a:pt x="670" y="373037"/>
                  </a:lnTo>
                  <a:lnTo>
                    <a:pt x="116533" y="353950"/>
                  </a:lnTo>
                  <a:lnTo>
                    <a:pt x="116533" y="223019"/>
                  </a:lnTo>
                  <a:lnTo>
                    <a:pt x="72331" y="223019"/>
                  </a:lnTo>
                  <a:cubicBezTo>
                    <a:pt x="67643" y="256058"/>
                    <a:pt x="62062" y="287982"/>
                    <a:pt x="55588" y="318789"/>
                  </a:cubicBezTo>
                  <a:cubicBezTo>
                    <a:pt x="38621" y="308074"/>
                    <a:pt x="20092" y="298028"/>
                    <a:pt x="0" y="288652"/>
                  </a:cubicBezTo>
                  <a:cubicBezTo>
                    <a:pt x="13841" y="216768"/>
                    <a:pt x="23218" y="138856"/>
                    <a:pt x="28129" y="54917"/>
                  </a:cubicBezTo>
                  <a:lnTo>
                    <a:pt x="89074" y="60945"/>
                  </a:lnTo>
                  <a:cubicBezTo>
                    <a:pt x="87511" y="86841"/>
                    <a:pt x="85502" y="112067"/>
                    <a:pt x="83047" y="136624"/>
                  </a:cubicBezTo>
                  <a:lnTo>
                    <a:pt x="116533" y="136624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9C68DC29-29A5-454D-BFE0-34E1D932FD44}"/>
                </a:ext>
              </a:extLst>
            </p:cNvPr>
            <p:cNvSpPr txBox="1"/>
            <p:nvPr/>
          </p:nvSpPr>
          <p:spPr>
            <a:xfrm>
              <a:off x="5155551" y="3088474"/>
              <a:ext cx="669057" cy="642268"/>
            </a:xfrm>
            <a:custGeom>
              <a:avLst/>
              <a:gdLst/>
              <a:ahLst/>
              <a:cxnLst/>
              <a:rect l="l" t="t" r="r" b="b"/>
              <a:pathLst>
                <a:path w="669057" h="642268">
                  <a:moveTo>
                    <a:pt x="240432" y="402505"/>
                  </a:moveTo>
                  <a:cubicBezTo>
                    <a:pt x="221233" y="423937"/>
                    <a:pt x="201253" y="443805"/>
                    <a:pt x="180491" y="462111"/>
                  </a:cubicBezTo>
                  <a:lnTo>
                    <a:pt x="289322" y="462111"/>
                  </a:lnTo>
                  <a:lnTo>
                    <a:pt x="289322" y="415230"/>
                  </a:lnTo>
                  <a:lnTo>
                    <a:pt x="381074" y="415230"/>
                  </a:lnTo>
                  <a:lnTo>
                    <a:pt x="381074" y="462111"/>
                  </a:lnTo>
                  <a:lnTo>
                    <a:pt x="489905" y="462111"/>
                  </a:lnTo>
                  <a:cubicBezTo>
                    <a:pt x="469367" y="443805"/>
                    <a:pt x="449498" y="423937"/>
                    <a:pt x="430299" y="402505"/>
                  </a:cubicBezTo>
                  <a:close/>
                  <a:moveTo>
                    <a:pt x="216991" y="298698"/>
                  </a:moveTo>
                  <a:lnTo>
                    <a:pt x="216991" y="332184"/>
                  </a:lnTo>
                  <a:lnTo>
                    <a:pt x="454075" y="332184"/>
                  </a:lnTo>
                  <a:lnTo>
                    <a:pt x="454075" y="298698"/>
                  </a:lnTo>
                  <a:close/>
                  <a:moveTo>
                    <a:pt x="216991" y="214312"/>
                  </a:moveTo>
                  <a:lnTo>
                    <a:pt x="216991" y="247799"/>
                  </a:lnTo>
                  <a:lnTo>
                    <a:pt x="454075" y="247799"/>
                  </a:lnTo>
                  <a:lnTo>
                    <a:pt x="454075" y="214312"/>
                  </a:lnTo>
                  <a:close/>
                  <a:moveTo>
                    <a:pt x="216991" y="128587"/>
                  </a:moveTo>
                  <a:lnTo>
                    <a:pt x="216991" y="162074"/>
                  </a:lnTo>
                  <a:lnTo>
                    <a:pt x="454075" y="162074"/>
                  </a:lnTo>
                  <a:lnTo>
                    <a:pt x="454075" y="128587"/>
                  </a:lnTo>
                  <a:close/>
                  <a:moveTo>
                    <a:pt x="125239" y="0"/>
                  </a:moveTo>
                  <a:lnTo>
                    <a:pt x="216991" y="0"/>
                  </a:lnTo>
                  <a:lnTo>
                    <a:pt x="216991" y="58266"/>
                  </a:lnTo>
                  <a:lnTo>
                    <a:pt x="454075" y="58266"/>
                  </a:lnTo>
                  <a:lnTo>
                    <a:pt x="454075" y="0"/>
                  </a:lnTo>
                  <a:lnTo>
                    <a:pt x="545157" y="0"/>
                  </a:lnTo>
                  <a:lnTo>
                    <a:pt x="545157" y="58266"/>
                  </a:lnTo>
                  <a:lnTo>
                    <a:pt x="642268" y="58266"/>
                  </a:lnTo>
                  <a:lnTo>
                    <a:pt x="642268" y="128587"/>
                  </a:lnTo>
                  <a:lnTo>
                    <a:pt x="545157" y="128587"/>
                  </a:lnTo>
                  <a:lnTo>
                    <a:pt x="545157" y="332184"/>
                  </a:lnTo>
                  <a:lnTo>
                    <a:pt x="661020" y="332184"/>
                  </a:lnTo>
                  <a:lnTo>
                    <a:pt x="661020" y="402505"/>
                  </a:lnTo>
                  <a:lnTo>
                    <a:pt x="529084" y="402505"/>
                  </a:lnTo>
                  <a:cubicBezTo>
                    <a:pt x="576411" y="437778"/>
                    <a:pt x="623069" y="463897"/>
                    <a:pt x="669057" y="480863"/>
                  </a:cubicBezTo>
                  <a:cubicBezTo>
                    <a:pt x="650751" y="507206"/>
                    <a:pt x="634231" y="531986"/>
                    <a:pt x="619497" y="555203"/>
                  </a:cubicBezTo>
                  <a:cubicBezTo>
                    <a:pt x="584671" y="536004"/>
                    <a:pt x="551408" y="513457"/>
                    <a:pt x="519708" y="487561"/>
                  </a:cubicBezTo>
                  <a:lnTo>
                    <a:pt x="519708" y="531093"/>
                  </a:lnTo>
                  <a:lnTo>
                    <a:pt x="381074" y="531093"/>
                  </a:lnTo>
                  <a:lnTo>
                    <a:pt x="381074" y="571946"/>
                  </a:lnTo>
                  <a:lnTo>
                    <a:pt x="621506" y="571946"/>
                  </a:lnTo>
                  <a:lnTo>
                    <a:pt x="621506" y="642268"/>
                  </a:lnTo>
                  <a:lnTo>
                    <a:pt x="48220" y="642268"/>
                  </a:lnTo>
                  <a:lnTo>
                    <a:pt x="48220" y="571946"/>
                  </a:lnTo>
                  <a:lnTo>
                    <a:pt x="289322" y="571946"/>
                  </a:lnTo>
                  <a:lnTo>
                    <a:pt x="289322" y="531093"/>
                  </a:lnTo>
                  <a:lnTo>
                    <a:pt x="147340" y="531093"/>
                  </a:lnTo>
                  <a:lnTo>
                    <a:pt x="147340" y="490240"/>
                  </a:lnTo>
                  <a:cubicBezTo>
                    <a:pt x="116309" y="514796"/>
                    <a:pt x="83939" y="536451"/>
                    <a:pt x="50229" y="555203"/>
                  </a:cubicBezTo>
                  <a:cubicBezTo>
                    <a:pt x="37281" y="534665"/>
                    <a:pt x="20538" y="510108"/>
                    <a:pt x="0" y="481533"/>
                  </a:cubicBezTo>
                  <a:cubicBezTo>
                    <a:pt x="55811" y="460548"/>
                    <a:pt x="103026" y="434206"/>
                    <a:pt x="141647" y="402505"/>
                  </a:cubicBezTo>
                  <a:lnTo>
                    <a:pt x="8706" y="402505"/>
                  </a:lnTo>
                  <a:lnTo>
                    <a:pt x="8706" y="332184"/>
                  </a:lnTo>
                  <a:lnTo>
                    <a:pt x="125239" y="332184"/>
                  </a:lnTo>
                  <a:lnTo>
                    <a:pt x="125239" y="128587"/>
                  </a:lnTo>
                  <a:lnTo>
                    <a:pt x="28128" y="128587"/>
                  </a:lnTo>
                  <a:lnTo>
                    <a:pt x="28128" y="58266"/>
                  </a:lnTo>
                  <a:lnTo>
                    <a:pt x="125239" y="58266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BB4DE83B-0C90-471E-A9C9-5B929CB3F670}"/>
                </a:ext>
              </a:extLst>
            </p:cNvPr>
            <p:cNvSpPr txBox="1"/>
            <p:nvPr/>
          </p:nvSpPr>
          <p:spPr>
            <a:xfrm>
              <a:off x="6141260" y="3163483"/>
              <a:ext cx="644276" cy="515690"/>
            </a:xfrm>
            <a:custGeom>
              <a:avLst/>
              <a:gdLst/>
              <a:ahLst/>
              <a:cxnLst/>
              <a:rect l="l" t="t" r="r" b="b"/>
              <a:pathLst>
                <a:path w="644276" h="515690">
                  <a:moveTo>
                    <a:pt x="0" y="413891"/>
                  </a:moveTo>
                  <a:lnTo>
                    <a:pt x="644276" y="413891"/>
                  </a:lnTo>
                  <a:lnTo>
                    <a:pt x="644276" y="515690"/>
                  </a:lnTo>
                  <a:lnTo>
                    <a:pt x="0" y="515690"/>
                  </a:lnTo>
                  <a:close/>
                  <a:moveTo>
                    <a:pt x="48220" y="0"/>
                  </a:moveTo>
                  <a:lnTo>
                    <a:pt x="594717" y="0"/>
                  </a:lnTo>
                  <a:lnTo>
                    <a:pt x="594717" y="100459"/>
                  </a:lnTo>
                  <a:lnTo>
                    <a:pt x="48220" y="100459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A0590B91-A64D-4C0C-ABF7-61108D80D606}"/>
                </a:ext>
              </a:extLst>
            </p:cNvPr>
            <p:cNvSpPr txBox="1"/>
            <p:nvPr/>
          </p:nvSpPr>
          <p:spPr>
            <a:xfrm>
              <a:off x="7100181" y="3092492"/>
              <a:ext cx="669057" cy="661690"/>
            </a:xfrm>
            <a:custGeom>
              <a:avLst/>
              <a:gdLst/>
              <a:ahLst/>
              <a:cxnLst/>
              <a:rect l="l" t="t" r="r" b="b"/>
              <a:pathLst>
                <a:path w="669057" h="661690">
                  <a:moveTo>
                    <a:pt x="371698" y="115863"/>
                  </a:moveTo>
                  <a:lnTo>
                    <a:pt x="371028" y="171450"/>
                  </a:lnTo>
                  <a:cubicBezTo>
                    <a:pt x="401613" y="276151"/>
                    <a:pt x="441350" y="361429"/>
                    <a:pt x="490240" y="427286"/>
                  </a:cubicBezTo>
                  <a:cubicBezTo>
                    <a:pt x="519485" y="387772"/>
                    <a:pt x="538907" y="344463"/>
                    <a:pt x="548506" y="297359"/>
                  </a:cubicBezTo>
                  <a:lnTo>
                    <a:pt x="451396" y="297359"/>
                  </a:lnTo>
                  <a:lnTo>
                    <a:pt x="451396" y="216322"/>
                  </a:lnTo>
                  <a:lnTo>
                    <a:pt x="498276" y="115863"/>
                  </a:lnTo>
                  <a:close/>
                  <a:moveTo>
                    <a:pt x="236413" y="33486"/>
                  </a:moveTo>
                  <a:lnTo>
                    <a:pt x="601414" y="33486"/>
                  </a:lnTo>
                  <a:lnTo>
                    <a:pt x="601414" y="110505"/>
                  </a:lnTo>
                  <a:lnTo>
                    <a:pt x="549845" y="216322"/>
                  </a:lnTo>
                  <a:lnTo>
                    <a:pt x="642937" y="216322"/>
                  </a:lnTo>
                  <a:lnTo>
                    <a:pt x="642937" y="296019"/>
                  </a:lnTo>
                  <a:cubicBezTo>
                    <a:pt x="627534" y="369912"/>
                    <a:pt x="597173" y="436439"/>
                    <a:pt x="551855" y="495598"/>
                  </a:cubicBezTo>
                  <a:cubicBezTo>
                    <a:pt x="587127" y="527745"/>
                    <a:pt x="626194" y="552078"/>
                    <a:pt x="669057" y="568598"/>
                  </a:cubicBezTo>
                  <a:cubicBezTo>
                    <a:pt x="643607" y="601638"/>
                    <a:pt x="623515" y="629766"/>
                    <a:pt x="608781" y="652984"/>
                  </a:cubicBezTo>
                  <a:cubicBezTo>
                    <a:pt x="565696" y="625748"/>
                    <a:pt x="527075" y="594941"/>
                    <a:pt x="492919" y="560561"/>
                  </a:cubicBezTo>
                  <a:cubicBezTo>
                    <a:pt x="453405" y="597843"/>
                    <a:pt x="406524" y="631552"/>
                    <a:pt x="352276" y="661690"/>
                  </a:cubicBezTo>
                  <a:cubicBezTo>
                    <a:pt x="333970" y="631776"/>
                    <a:pt x="315441" y="604317"/>
                    <a:pt x="296689" y="579314"/>
                  </a:cubicBezTo>
                  <a:cubicBezTo>
                    <a:pt x="350490" y="552748"/>
                    <a:pt x="395920" y="522945"/>
                    <a:pt x="432978" y="489905"/>
                  </a:cubicBezTo>
                  <a:cubicBezTo>
                    <a:pt x="400608" y="445257"/>
                    <a:pt x="374154" y="395920"/>
                    <a:pt x="353616" y="341896"/>
                  </a:cubicBezTo>
                  <a:cubicBezTo>
                    <a:pt x="338882" y="477627"/>
                    <a:pt x="299144" y="583332"/>
                    <a:pt x="234404" y="659011"/>
                  </a:cubicBezTo>
                  <a:cubicBezTo>
                    <a:pt x="213419" y="629097"/>
                    <a:pt x="192658" y="602977"/>
                    <a:pt x="172120" y="580653"/>
                  </a:cubicBezTo>
                  <a:cubicBezTo>
                    <a:pt x="198909" y="552525"/>
                    <a:pt x="220786" y="516638"/>
                    <a:pt x="237753" y="472995"/>
                  </a:cubicBezTo>
                  <a:cubicBezTo>
                    <a:pt x="254719" y="429351"/>
                    <a:pt x="266440" y="380796"/>
                    <a:pt x="272914" y="327329"/>
                  </a:cubicBezTo>
                  <a:cubicBezTo>
                    <a:pt x="279388" y="273863"/>
                    <a:pt x="282848" y="203374"/>
                    <a:pt x="283294" y="115863"/>
                  </a:cubicBezTo>
                  <a:lnTo>
                    <a:pt x="236413" y="115863"/>
                  </a:lnTo>
                  <a:close/>
                  <a:moveTo>
                    <a:pt x="85725" y="0"/>
                  </a:moveTo>
                  <a:lnTo>
                    <a:pt x="170780" y="0"/>
                  </a:lnTo>
                  <a:lnTo>
                    <a:pt x="170780" y="117872"/>
                  </a:lnTo>
                  <a:lnTo>
                    <a:pt x="239762" y="117872"/>
                  </a:lnTo>
                  <a:lnTo>
                    <a:pt x="239762" y="204936"/>
                  </a:lnTo>
                  <a:lnTo>
                    <a:pt x="170780" y="204936"/>
                  </a:lnTo>
                  <a:lnTo>
                    <a:pt x="170780" y="266216"/>
                  </a:lnTo>
                  <a:cubicBezTo>
                    <a:pt x="203374" y="286532"/>
                    <a:pt x="231949" y="305619"/>
                    <a:pt x="256505" y="323478"/>
                  </a:cubicBezTo>
                  <a:lnTo>
                    <a:pt x="217661" y="403845"/>
                  </a:lnTo>
                  <a:cubicBezTo>
                    <a:pt x="205829" y="393353"/>
                    <a:pt x="190202" y="380516"/>
                    <a:pt x="170780" y="365336"/>
                  </a:cubicBezTo>
                  <a:lnTo>
                    <a:pt x="170780" y="658341"/>
                  </a:lnTo>
                  <a:lnTo>
                    <a:pt x="85725" y="658341"/>
                  </a:lnTo>
                  <a:lnTo>
                    <a:pt x="85725" y="379735"/>
                  </a:lnTo>
                  <a:cubicBezTo>
                    <a:pt x="68312" y="423267"/>
                    <a:pt x="46881" y="466130"/>
                    <a:pt x="21431" y="508323"/>
                  </a:cubicBezTo>
                  <a:cubicBezTo>
                    <a:pt x="16966" y="477515"/>
                    <a:pt x="9823" y="436662"/>
                    <a:pt x="0" y="385763"/>
                  </a:cubicBezTo>
                  <a:cubicBezTo>
                    <a:pt x="35272" y="327273"/>
                    <a:pt x="61503" y="266998"/>
                    <a:pt x="78693" y="204936"/>
                  </a:cubicBezTo>
                  <a:lnTo>
                    <a:pt x="4688" y="204936"/>
                  </a:lnTo>
                  <a:lnTo>
                    <a:pt x="4688" y="117872"/>
                  </a:lnTo>
                  <a:lnTo>
                    <a:pt x="85725" y="117872"/>
                  </a:ln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F221D1B-3677-47A6-9B05-A88BDF7CD103}"/>
                </a:ext>
              </a:extLst>
            </p:cNvPr>
            <p:cNvSpPr txBox="1"/>
            <p:nvPr/>
          </p:nvSpPr>
          <p:spPr>
            <a:xfrm>
              <a:off x="8076514" y="3089145"/>
              <a:ext cx="648295" cy="663029"/>
            </a:xfrm>
            <a:custGeom>
              <a:avLst/>
              <a:gdLst/>
              <a:ahLst/>
              <a:cxnLst/>
              <a:rect l="l" t="t" r="r" b="b"/>
              <a:pathLst>
                <a:path w="648295" h="663029">
                  <a:moveTo>
                    <a:pt x="172790" y="541808"/>
                  </a:moveTo>
                  <a:lnTo>
                    <a:pt x="172790" y="580652"/>
                  </a:lnTo>
                  <a:lnTo>
                    <a:pt x="513011" y="580652"/>
                  </a:lnTo>
                  <a:lnTo>
                    <a:pt x="513011" y="541808"/>
                  </a:lnTo>
                  <a:close/>
                  <a:moveTo>
                    <a:pt x="172790" y="352945"/>
                  </a:moveTo>
                  <a:lnTo>
                    <a:pt x="172790" y="389111"/>
                  </a:lnTo>
                  <a:lnTo>
                    <a:pt x="491579" y="389111"/>
                  </a:lnTo>
                  <a:lnTo>
                    <a:pt x="491579" y="352945"/>
                  </a:lnTo>
                  <a:close/>
                  <a:moveTo>
                    <a:pt x="81707" y="291331"/>
                  </a:moveTo>
                  <a:lnTo>
                    <a:pt x="578644" y="291331"/>
                  </a:lnTo>
                  <a:lnTo>
                    <a:pt x="578644" y="450726"/>
                  </a:lnTo>
                  <a:lnTo>
                    <a:pt x="172790" y="450726"/>
                  </a:lnTo>
                  <a:lnTo>
                    <a:pt x="172790" y="480193"/>
                  </a:lnTo>
                  <a:lnTo>
                    <a:pt x="600075" y="480193"/>
                  </a:lnTo>
                  <a:lnTo>
                    <a:pt x="600075" y="663029"/>
                  </a:lnTo>
                  <a:lnTo>
                    <a:pt x="513011" y="663029"/>
                  </a:lnTo>
                  <a:lnTo>
                    <a:pt x="513011" y="641598"/>
                  </a:lnTo>
                  <a:lnTo>
                    <a:pt x="172790" y="641598"/>
                  </a:lnTo>
                  <a:lnTo>
                    <a:pt x="172790" y="663029"/>
                  </a:lnTo>
                  <a:lnTo>
                    <a:pt x="81707" y="663029"/>
                  </a:lnTo>
                  <a:close/>
                  <a:moveTo>
                    <a:pt x="131267" y="109835"/>
                  </a:moveTo>
                  <a:cubicBezTo>
                    <a:pt x="108943" y="137070"/>
                    <a:pt x="83493" y="161404"/>
                    <a:pt x="54918" y="182835"/>
                  </a:cubicBezTo>
                  <a:lnTo>
                    <a:pt x="190203" y="182835"/>
                  </a:lnTo>
                  <a:cubicBezTo>
                    <a:pt x="178148" y="167654"/>
                    <a:pt x="164083" y="150465"/>
                    <a:pt x="148010" y="131266"/>
                  </a:cubicBezTo>
                  <a:lnTo>
                    <a:pt x="175469" y="109835"/>
                  </a:lnTo>
                  <a:close/>
                  <a:moveTo>
                    <a:pt x="105817" y="0"/>
                  </a:moveTo>
                  <a:lnTo>
                    <a:pt x="198239" y="0"/>
                  </a:lnTo>
                  <a:cubicBezTo>
                    <a:pt x="191096" y="16073"/>
                    <a:pt x="183505" y="31477"/>
                    <a:pt x="175469" y="46211"/>
                  </a:cubicBezTo>
                  <a:lnTo>
                    <a:pt x="348258" y="46211"/>
                  </a:lnTo>
                  <a:lnTo>
                    <a:pt x="348258" y="109835"/>
                  </a:lnTo>
                  <a:lnTo>
                    <a:pt x="219671" y="109835"/>
                  </a:lnTo>
                  <a:cubicBezTo>
                    <a:pt x="233065" y="124569"/>
                    <a:pt x="246236" y="139303"/>
                    <a:pt x="259184" y="154037"/>
                  </a:cubicBezTo>
                  <a:lnTo>
                    <a:pt x="220340" y="182835"/>
                  </a:lnTo>
                  <a:lnTo>
                    <a:pt x="285304" y="182835"/>
                  </a:lnTo>
                  <a:cubicBezTo>
                    <a:pt x="281285" y="171226"/>
                    <a:pt x="277267" y="159394"/>
                    <a:pt x="273249" y="147339"/>
                  </a:cubicBezTo>
                  <a:lnTo>
                    <a:pt x="348928" y="134615"/>
                  </a:lnTo>
                  <a:cubicBezTo>
                    <a:pt x="353839" y="150242"/>
                    <a:pt x="358750" y="166315"/>
                    <a:pt x="363662" y="182835"/>
                  </a:cubicBezTo>
                  <a:lnTo>
                    <a:pt x="517699" y="182835"/>
                  </a:lnTo>
                  <a:cubicBezTo>
                    <a:pt x="499393" y="159618"/>
                    <a:pt x="483319" y="140642"/>
                    <a:pt x="469478" y="125908"/>
                  </a:cubicBezTo>
                  <a:lnTo>
                    <a:pt x="490240" y="109835"/>
                  </a:lnTo>
                  <a:lnTo>
                    <a:pt x="460102" y="109835"/>
                  </a:lnTo>
                  <a:cubicBezTo>
                    <a:pt x="445368" y="133052"/>
                    <a:pt x="428848" y="154706"/>
                    <a:pt x="410542" y="174798"/>
                  </a:cubicBezTo>
                  <a:cubicBezTo>
                    <a:pt x="397594" y="164975"/>
                    <a:pt x="373931" y="148679"/>
                    <a:pt x="339551" y="125908"/>
                  </a:cubicBezTo>
                  <a:cubicBezTo>
                    <a:pt x="371698" y="90636"/>
                    <a:pt x="398041" y="48666"/>
                    <a:pt x="418579" y="0"/>
                  </a:cubicBezTo>
                  <a:lnTo>
                    <a:pt x="511671" y="0"/>
                  </a:lnTo>
                  <a:cubicBezTo>
                    <a:pt x="506313" y="16073"/>
                    <a:pt x="500286" y="31477"/>
                    <a:pt x="493589" y="46211"/>
                  </a:cubicBezTo>
                  <a:lnTo>
                    <a:pt x="648295" y="46211"/>
                  </a:lnTo>
                  <a:lnTo>
                    <a:pt x="648295" y="109835"/>
                  </a:lnTo>
                  <a:lnTo>
                    <a:pt x="547836" y="109835"/>
                  </a:lnTo>
                  <a:cubicBezTo>
                    <a:pt x="559891" y="122783"/>
                    <a:pt x="571723" y="135731"/>
                    <a:pt x="583332" y="148679"/>
                  </a:cubicBezTo>
                  <a:lnTo>
                    <a:pt x="536451" y="182835"/>
                  </a:lnTo>
                  <a:lnTo>
                    <a:pt x="645617" y="182835"/>
                  </a:lnTo>
                  <a:lnTo>
                    <a:pt x="645617" y="279276"/>
                  </a:lnTo>
                  <a:lnTo>
                    <a:pt x="554534" y="279276"/>
                  </a:lnTo>
                  <a:lnTo>
                    <a:pt x="554534" y="251147"/>
                  </a:lnTo>
                  <a:lnTo>
                    <a:pt x="109835" y="251147"/>
                  </a:lnTo>
                  <a:lnTo>
                    <a:pt x="109835" y="279276"/>
                  </a:lnTo>
                  <a:lnTo>
                    <a:pt x="18753" y="279276"/>
                  </a:lnTo>
                  <a:lnTo>
                    <a:pt x="18753" y="182835"/>
                  </a:lnTo>
                  <a:lnTo>
                    <a:pt x="53578" y="182835"/>
                  </a:lnTo>
                  <a:cubicBezTo>
                    <a:pt x="43309" y="169440"/>
                    <a:pt x="25450" y="149125"/>
                    <a:pt x="0" y="121890"/>
                  </a:cubicBezTo>
                  <a:cubicBezTo>
                    <a:pt x="48667" y="86171"/>
                    <a:pt x="83939" y="45541"/>
                    <a:pt x="105817" y="0"/>
                  </a:cubicBezTo>
                  <a:close/>
                </a:path>
              </a:pathLst>
            </a:custGeom>
            <a:solidFill>
              <a:prstClr val="black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20FDB5BA-D685-44BA-B7B4-CA7E9AECE9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16" b="94481" l="9719" r="95141">
                        <a14:foregroundMark x1="42455" y1="84091" x2="42455" y2="84091"/>
                        <a14:foregroundMark x1="41176" y1="81818" x2="53708" y2="86039"/>
                        <a14:foregroundMark x1="53708" y1="86039" x2="56777" y2="80844"/>
                        <a14:foregroundMark x1="55243" y1="93182" x2="55243" y2="93182"/>
                        <a14:foregroundMark x1="53453" y1="94805" x2="53453" y2="94805"/>
                        <a14:foregroundMark x1="50384" y1="93506" x2="50384" y2="93506"/>
                        <a14:foregroundMark x1="46803" y1="91883" x2="46803" y2="91883"/>
                        <a14:foregroundMark x1="57801" y1="94156" x2="57801" y2="94156"/>
                        <a14:foregroundMark x1="43990" y1="90260" x2="43990" y2="90260"/>
                        <a14:foregroundMark x1="91304" y1="58766" x2="91304" y2="58766"/>
                        <a14:foregroundMark x1="95141" y1="55844" x2="95141" y2="55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95" t="27107"/>
          <a:stretch>
            <a:fillRect/>
          </a:stretch>
        </p:blipFill>
        <p:spPr>
          <a:xfrm rot="16846893">
            <a:off x="8799157" y="3856978"/>
            <a:ext cx="2225205" cy="2034423"/>
          </a:xfrm>
          <a:custGeom>
            <a:avLst/>
            <a:gdLst>
              <a:gd name="connsiteX0" fmla="*/ 0 w 2339340"/>
              <a:gd name="connsiteY0" fmla="*/ 0 h 2138772"/>
              <a:gd name="connsiteX1" fmla="*/ 2339340 w 2339340"/>
              <a:gd name="connsiteY1" fmla="*/ 0 h 2138772"/>
              <a:gd name="connsiteX2" fmla="*/ 2339340 w 2339340"/>
              <a:gd name="connsiteY2" fmla="*/ 947417 h 2138772"/>
              <a:gd name="connsiteX3" fmla="*/ 876278 w 2339340"/>
              <a:gd name="connsiteY3" fmla="*/ 2020286 h 2138772"/>
              <a:gd name="connsiteX4" fmla="*/ 910506 w 2339340"/>
              <a:gd name="connsiteY4" fmla="*/ 2066963 h 2138772"/>
              <a:gd name="connsiteX5" fmla="*/ 829041 w 2339340"/>
              <a:gd name="connsiteY5" fmla="*/ 2130672 h 2138772"/>
              <a:gd name="connsiteX6" fmla="*/ 835376 w 2339340"/>
              <a:gd name="connsiteY6" fmla="*/ 2138772 h 2138772"/>
              <a:gd name="connsiteX7" fmla="*/ 0 w 2339340"/>
              <a:gd name="connsiteY7" fmla="*/ 2138772 h 2138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9340" h="2138772">
                <a:moveTo>
                  <a:pt x="0" y="0"/>
                </a:moveTo>
                <a:lnTo>
                  <a:pt x="2339340" y="0"/>
                </a:lnTo>
                <a:lnTo>
                  <a:pt x="2339340" y="947417"/>
                </a:lnTo>
                <a:lnTo>
                  <a:pt x="876278" y="2020286"/>
                </a:lnTo>
                <a:lnTo>
                  <a:pt x="910506" y="2066963"/>
                </a:lnTo>
                <a:lnTo>
                  <a:pt x="829041" y="2130672"/>
                </a:lnTo>
                <a:lnTo>
                  <a:pt x="835376" y="2138772"/>
                </a:lnTo>
                <a:lnTo>
                  <a:pt x="0" y="2138772"/>
                </a:lnTo>
                <a:close/>
              </a:path>
            </a:pathLst>
          </a:cu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CB2BA104-034D-43EF-A31D-37665E8F7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16" b="94481" l="9719" r="95141">
                        <a14:foregroundMark x1="42455" y1="84091" x2="42455" y2="84091"/>
                        <a14:foregroundMark x1="41176" y1="81818" x2="53708" y2="86039"/>
                        <a14:foregroundMark x1="53708" y1="86039" x2="56777" y2="80844"/>
                        <a14:foregroundMark x1="55243" y1="93182" x2="55243" y2="93182"/>
                        <a14:foregroundMark x1="53453" y1="94805" x2="53453" y2="94805"/>
                        <a14:foregroundMark x1="50384" y1="93506" x2="50384" y2="93506"/>
                        <a14:foregroundMark x1="46803" y1="91883" x2="46803" y2="91883"/>
                        <a14:foregroundMark x1="57801" y1="94156" x2="57801" y2="94156"/>
                        <a14:foregroundMark x1="43990" y1="90260" x2="43990" y2="90260"/>
                        <a14:foregroundMark x1="91304" y1="58766" x2="91304" y2="58766"/>
                        <a14:foregroundMark x1="95141" y1="55844" x2="95141" y2="55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95" t="27107"/>
          <a:stretch>
            <a:fillRect/>
          </a:stretch>
        </p:blipFill>
        <p:spPr>
          <a:xfrm>
            <a:off x="5991608" y="3993485"/>
            <a:ext cx="2225205" cy="2034423"/>
          </a:xfrm>
          <a:custGeom>
            <a:avLst/>
            <a:gdLst>
              <a:gd name="connsiteX0" fmla="*/ 0 w 2339340"/>
              <a:gd name="connsiteY0" fmla="*/ 0 h 2138772"/>
              <a:gd name="connsiteX1" fmla="*/ 2339340 w 2339340"/>
              <a:gd name="connsiteY1" fmla="*/ 0 h 2138772"/>
              <a:gd name="connsiteX2" fmla="*/ 2339340 w 2339340"/>
              <a:gd name="connsiteY2" fmla="*/ 947417 h 2138772"/>
              <a:gd name="connsiteX3" fmla="*/ 876278 w 2339340"/>
              <a:gd name="connsiteY3" fmla="*/ 2020286 h 2138772"/>
              <a:gd name="connsiteX4" fmla="*/ 910506 w 2339340"/>
              <a:gd name="connsiteY4" fmla="*/ 2066963 h 2138772"/>
              <a:gd name="connsiteX5" fmla="*/ 829041 w 2339340"/>
              <a:gd name="connsiteY5" fmla="*/ 2130672 h 2138772"/>
              <a:gd name="connsiteX6" fmla="*/ 835376 w 2339340"/>
              <a:gd name="connsiteY6" fmla="*/ 2138772 h 2138772"/>
              <a:gd name="connsiteX7" fmla="*/ 0 w 2339340"/>
              <a:gd name="connsiteY7" fmla="*/ 2138772 h 2138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9340" h="2138772">
                <a:moveTo>
                  <a:pt x="0" y="0"/>
                </a:moveTo>
                <a:lnTo>
                  <a:pt x="2339340" y="0"/>
                </a:lnTo>
                <a:lnTo>
                  <a:pt x="2339340" y="947417"/>
                </a:lnTo>
                <a:lnTo>
                  <a:pt x="876278" y="2020286"/>
                </a:lnTo>
                <a:lnTo>
                  <a:pt x="910506" y="2066963"/>
                </a:lnTo>
                <a:lnTo>
                  <a:pt x="829041" y="2130672"/>
                </a:lnTo>
                <a:lnTo>
                  <a:pt x="835376" y="2138772"/>
                </a:lnTo>
                <a:lnTo>
                  <a:pt x="0" y="2138772"/>
                </a:lnTo>
                <a:close/>
              </a:path>
            </a:pathLst>
          </a:cu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36161A5-6700-4E1D-95C0-78383A652A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416" b="94481" l="9719" r="95141">
                        <a14:foregroundMark x1="42455" y1="84091" x2="42455" y2="84091"/>
                        <a14:foregroundMark x1="41176" y1="81818" x2="53708" y2="86039"/>
                        <a14:foregroundMark x1="53708" y1="86039" x2="56777" y2="80844"/>
                        <a14:foregroundMark x1="55243" y1="93182" x2="55243" y2="93182"/>
                        <a14:foregroundMark x1="53453" y1="94805" x2="53453" y2="94805"/>
                        <a14:foregroundMark x1="50384" y1="93506" x2="50384" y2="93506"/>
                        <a14:foregroundMark x1="46803" y1="91883" x2="46803" y2="91883"/>
                        <a14:foregroundMark x1="57801" y1="94156" x2="57801" y2="94156"/>
                        <a14:foregroundMark x1="43990" y1="90260" x2="43990" y2="90260"/>
                        <a14:foregroundMark x1="91304" y1="58766" x2="91304" y2="58766"/>
                        <a14:foregroundMark x1="95141" y1="55844" x2="95141" y2="558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195" t="27107"/>
          <a:stretch>
            <a:fillRect/>
          </a:stretch>
        </p:blipFill>
        <p:spPr>
          <a:xfrm rot="1146444">
            <a:off x="7398244" y="3915231"/>
            <a:ext cx="2225205" cy="2034423"/>
          </a:xfrm>
          <a:custGeom>
            <a:avLst/>
            <a:gdLst>
              <a:gd name="connsiteX0" fmla="*/ 0 w 2339340"/>
              <a:gd name="connsiteY0" fmla="*/ 0 h 2138772"/>
              <a:gd name="connsiteX1" fmla="*/ 2339340 w 2339340"/>
              <a:gd name="connsiteY1" fmla="*/ 0 h 2138772"/>
              <a:gd name="connsiteX2" fmla="*/ 2339340 w 2339340"/>
              <a:gd name="connsiteY2" fmla="*/ 947417 h 2138772"/>
              <a:gd name="connsiteX3" fmla="*/ 876278 w 2339340"/>
              <a:gd name="connsiteY3" fmla="*/ 2020286 h 2138772"/>
              <a:gd name="connsiteX4" fmla="*/ 910506 w 2339340"/>
              <a:gd name="connsiteY4" fmla="*/ 2066963 h 2138772"/>
              <a:gd name="connsiteX5" fmla="*/ 829041 w 2339340"/>
              <a:gd name="connsiteY5" fmla="*/ 2130672 h 2138772"/>
              <a:gd name="connsiteX6" fmla="*/ 835376 w 2339340"/>
              <a:gd name="connsiteY6" fmla="*/ 2138772 h 2138772"/>
              <a:gd name="connsiteX7" fmla="*/ 0 w 2339340"/>
              <a:gd name="connsiteY7" fmla="*/ 2138772 h 2138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39340" h="2138772">
                <a:moveTo>
                  <a:pt x="0" y="0"/>
                </a:moveTo>
                <a:lnTo>
                  <a:pt x="2339340" y="0"/>
                </a:lnTo>
                <a:lnTo>
                  <a:pt x="2339340" y="947417"/>
                </a:lnTo>
                <a:lnTo>
                  <a:pt x="876278" y="2020286"/>
                </a:lnTo>
                <a:lnTo>
                  <a:pt x="910506" y="2066963"/>
                </a:lnTo>
                <a:lnTo>
                  <a:pt x="829041" y="2130672"/>
                </a:lnTo>
                <a:lnTo>
                  <a:pt x="835376" y="2138772"/>
                </a:lnTo>
                <a:lnTo>
                  <a:pt x="0" y="2138772"/>
                </a:lnTo>
                <a:close/>
              </a:path>
            </a:pathLst>
          </a:custGeom>
        </p:spPr>
      </p:pic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CB61B3A4-BBD9-4ABA-8793-CADF46046368}"/>
              </a:ext>
            </a:extLst>
          </p:cNvPr>
          <p:cNvGrpSpPr/>
          <p:nvPr/>
        </p:nvGrpSpPr>
        <p:grpSpPr>
          <a:xfrm>
            <a:off x="6285367" y="1472088"/>
            <a:ext cx="4745289" cy="2566495"/>
            <a:chOff x="9291124" y="279489"/>
            <a:chExt cx="5801751" cy="3137884"/>
          </a:xfrm>
        </p:grpSpPr>
        <p:sp>
          <p:nvSpPr>
            <p:cNvPr id="18" name="任意多边形: 形状 17">
              <a:extLst>
                <a:ext uri="{FF2B5EF4-FFF2-40B4-BE49-F238E27FC236}">
                  <a16:creationId xmlns:a16="http://schemas.microsoft.com/office/drawing/2014/main" id="{B44E8649-46B8-4818-8394-E24F09DFC102}"/>
                </a:ext>
              </a:extLst>
            </p:cNvPr>
            <p:cNvSpPr/>
            <p:nvPr/>
          </p:nvSpPr>
          <p:spPr>
            <a:xfrm>
              <a:off x="9676966" y="438201"/>
              <a:ext cx="3159182" cy="2773916"/>
            </a:xfrm>
            <a:custGeom>
              <a:avLst/>
              <a:gdLst>
                <a:gd name="connsiteX0" fmla="*/ 0 w 3436620"/>
                <a:gd name="connsiteY0" fmla="*/ 3002280 h 3017520"/>
                <a:gd name="connsiteX1" fmla="*/ 1493520 w 3436620"/>
                <a:gd name="connsiteY1" fmla="*/ 3017520 h 3017520"/>
                <a:gd name="connsiteX2" fmla="*/ 2080260 w 3436620"/>
                <a:gd name="connsiteY2" fmla="*/ 2956560 h 3017520"/>
                <a:gd name="connsiteX3" fmla="*/ 2514600 w 3436620"/>
                <a:gd name="connsiteY3" fmla="*/ 2674620 h 3017520"/>
                <a:gd name="connsiteX4" fmla="*/ 2880360 w 3436620"/>
                <a:gd name="connsiteY4" fmla="*/ 2080260 h 3017520"/>
                <a:gd name="connsiteX5" fmla="*/ 3185160 w 3436620"/>
                <a:gd name="connsiteY5" fmla="*/ 1082040 h 3017520"/>
                <a:gd name="connsiteX6" fmla="*/ 3436620 w 3436620"/>
                <a:gd name="connsiteY6" fmla="*/ 0 h 30175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436620" h="3017520">
                  <a:moveTo>
                    <a:pt x="0" y="3002280"/>
                  </a:moveTo>
                  <a:lnTo>
                    <a:pt x="1493520" y="3017520"/>
                  </a:lnTo>
                  <a:cubicBezTo>
                    <a:pt x="1840230" y="3009900"/>
                    <a:pt x="1910080" y="3013710"/>
                    <a:pt x="2080260" y="2956560"/>
                  </a:cubicBezTo>
                  <a:cubicBezTo>
                    <a:pt x="2250440" y="2899410"/>
                    <a:pt x="2381250" y="2820670"/>
                    <a:pt x="2514600" y="2674620"/>
                  </a:cubicBezTo>
                  <a:cubicBezTo>
                    <a:pt x="2647950" y="2528570"/>
                    <a:pt x="2768600" y="2345690"/>
                    <a:pt x="2880360" y="2080260"/>
                  </a:cubicBezTo>
                  <a:cubicBezTo>
                    <a:pt x="2992120" y="1814830"/>
                    <a:pt x="3092450" y="1428750"/>
                    <a:pt x="3185160" y="1082040"/>
                  </a:cubicBezTo>
                  <a:cubicBezTo>
                    <a:pt x="3277870" y="735330"/>
                    <a:pt x="3357245" y="367665"/>
                    <a:pt x="3436620" y="0"/>
                  </a:cubicBezTo>
                </a:path>
              </a:pathLst>
            </a:custGeom>
            <a:noFill/>
            <a:ln w="22225">
              <a:solidFill>
                <a:srgbClr val="5B9BD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15D5EBF3-0125-40F7-8DDF-1F4C5DC8EF84}"/>
                </a:ext>
              </a:extLst>
            </p:cNvPr>
            <p:cNvCxnSpPr>
              <a:cxnSpLocks/>
            </p:cNvCxnSpPr>
            <p:nvPr/>
          </p:nvCxnSpPr>
          <p:spPr>
            <a:xfrm>
              <a:off x="9575583" y="3077858"/>
              <a:ext cx="5113643" cy="0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2215F412-BB55-4A54-B9F0-9D4AF3F01D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760764" y="373990"/>
              <a:ext cx="0" cy="2994569"/>
            </a:xfrm>
            <a:prstGeom prst="straightConnector1">
              <a:avLst/>
            </a:prstGeom>
            <a:ln w="2222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6" name="文本框 205">
              <a:extLst>
                <a:ext uri="{FF2B5EF4-FFF2-40B4-BE49-F238E27FC236}">
                  <a16:creationId xmlns:a16="http://schemas.microsoft.com/office/drawing/2014/main" id="{A3615A98-814F-4BFA-8BE6-9D7B51C94A17}"/>
                </a:ext>
              </a:extLst>
            </p:cNvPr>
            <p:cNvSpPr txBox="1"/>
            <p:nvPr/>
          </p:nvSpPr>
          <p:spPr>
            <a:xfrm>
              <a:off x="13983320" y="3170683"/>
              <a:ext cx="705906" cy="192720"/>
            </a:xfrm>
            <a:custGeom>
              <a:avLst/>
              <a:gdLst/>
              <a:ahLst/>
              <a:cxnLst/>
              <a:rect l="l" t="t" r="r" b="b"/>
              <a:pathLst>
                <a:path w="705906" h="192720">
                  <a:moveTo>
                    <a:pt x="345363" y="110110"/>
                  </a:moveTo>
                  <a:cubicBezTo>
                    <a:pt x="347642" y="110110"/>
                    <a:pt x="351794" y="111074"/>
                    <a:pt x="357818" y="113003"/>
                  </a:cubicBezTo>
                  <a:cubicBezTo>
                    <a:pt x="363843" y="114932"/>
                    <a:pt x="367915" y="117550"/>
                    <a:pt x="370036" y="120858"/>
                  </a:cubicBezTo>
                  <a:cubicBezTo>
                    <a:pt x="372156" y="124165"/>
                    <a:pt x="373216" y="127174"/>
                    <a:pt x="373216" y="129884"/>
                  </a:cubicBezTo>
                  <a:cubicBezTo>
                    <a:pt x="373216" y="134996"/>
                    <a:pt x="370673" y="137553"/>
                    <a:pt x="365585" y="137553"/>
                  </a:cubicBezTo>
                  <a:cubicBezTo>
                    <a:pt x="360498" y="137553"/>
                    <a:pt x="355026" y="134224"/>
                    <a:pt x="349171" y="127566"/>
                  </a:cubicBezTo>
                  <a:cubicBezTo>
                    <a:pt x="343315" y="120908"/>
                    <a:pt x="340387" y="116299"/>
                    <a:pt x="340387" y="113739"/>
                  </a:cubicBezTo>
                  <a:cubicBezTo>
                    <a:pt x="340387" y="111320"/>
                    <a:pt x="342046" y="110110"/>
                    <a:pt x="345363" y="110110"/>
                  </a:cubicBezTo>
                  <a:close/>
                  <a:moveTo>
                    <a:pt x="56514" y="60857"/>
                  </a:moveTo>
                  <a:cubicBezTo>
                    <a:pt x="43586" y="63841"/>
                    <a:pt x="33000" y="65520"/>
                    <a:pt x="24756" y="65894"/>
                  </a:cubicBezTo>
                  <a:cubicBezTo>
                    <a:pt x="28793" y="86284"/>
                    <a:pt x="31899" y="103339"/>
                    <a:pt x="34075" y="117057"/>
                  </a:cubicBezTo>
                  <a:cubicBezTo>
                    <a:pt x="38990" y="116791"/>
                    <a:pt x="46399" y="115732"/>
                    <a:pt x="56303" y="113882"/>
                  </a:cubicBezTo>
                  <a:lnTo>
                    <a:pt x="56514" y="93597"/>
                  </a:lnTo>
                  <a:cubicBezTo>
                    <a:pt x="53163" y="94345"/>
                    <a:pt x="50017" y="94719"/>
                    <a:pt x="47075" y="94719"/>
                  </a:cubicBezTo>
                  <a:cubicBezTo>
                    <a:pt x="44133" y="94719"/>
                    <a:pt x="41383" y="94276"/>
                    <a:pt x="38824" y="93390"/>
                  </a:cubicBezTo>
                  <a:cubicBezTo>
                    <a:pt x="36265" y="92504"/>
                    <a:pt x="34986" y="90968"/>
                    <a:pt x="34986" y="88781"/>
                  </a:cubicBezTo>
                  <a:cubicBezTo>
                    <a:pt x="34986" y="86593"/>
                    <a:pt x="36848" y="85268"/>
                    <a:pt x="40573" y="84803"/>
                  </a:cubicBezTo>
                  <a:cubicBezTo>
                    <a:pt x="45361" y="84220"/>
                    <a:pt x="50675" y="83121"/>
                    <a:pt x="56514" y="81506"/>
                  </a:cubicBezTo>
                  <a:close/>
                  <a:moveTo>
                    <a:pt x="104323" y="54803"/>
                  </a:moveTo>
                  <a:cubicBezTo>
                    <a:pt x="95189" y="54803"/>
                    <a:pt x="84439" y="55945"/>
                    <a:pt x="72073" y="58229"/>
                  </a:cubicBezTo>
                  <a:cubicBezTo>
                    <a:pt x="72073" y="61403"/>
                    <a:pt x="71924" y="67856"/>
                    <a:pt x="71626" y="77588"/>
                  </a:cubicBezTo>
                  <a:cubicBezTo>
                    <a:pt x="77491" y="75500"/>
                    <a:pt x="81838" y="74456"/>
                    <a:pt x="84667" y="74456"/>
                  </a:cubicBezTo>
                  <a:cubicBezTo>
                    <a:pt x="87496" y="74456"/>
                    <a:pt x="90179" y="75040"/>
                    <a:pt x="92715" y="76209"/>
                  </a:cubicBezTo>
                  <a:cubicBezTo>
                    <a:pt x="95251" y="77379"/>
                    <a:pt x="96519" y="79191"/>
                    <a:pt x="96519" y="81646"/>
                  </a:cubicBezTo>
                  <a:cubicBezTo>
                    <a:pt x="96519" y="84101"/>
                    <a:pt x="94935" y="85871"/>
                    <a:pt x="91768" y="86957"/>
                  </a:cubicBezTo>
                  <a:cubicBezTo>
                    <a:pt x="88601" y="88043"/>
                    <a:pt x="81812" y="89532"/>
                    <a:pt x="71401" y="91426"/>
                  </a:cubicBezTo>
                  <a:cubicBezTo>
                    <a:pt x="71401" y="98293"/>
                    <a:pt x="71251" y="105043"/>
                    <a:pt x="70951" y="111674"/>
                  </a:cubicBezTo>
                  <a:cubicBezTo>
                    <a:pt x="79093" y="110034"/>
                    <a:pt x="84994" y="109213"/>
                    <a:pt x="88655" y="109213"/>
                  </a:cubicBezTo>
                  <a:cubicBezTo>
                    <a:pt x="92317" y="109213"/>
                    <a:pt x="94820" y="109587"/>
                    <a:pt x="96165" y="110335"/>
                  </a:cubicBezTo>
                  <a:cubicBezTo>
                    <a:pt x="97511" y="111083"/>
                    <a:pt x="98287" y="111457"/>
                    <a:pt x="98494" y="111457"/>
                  </a:cubicBezTo>
                  <a:cubicBezTo>
                    <a:pt x="99616" y="111457"/>
                    <a:pt x="101720" y="103991"/>
                    <a:pt x="104807" y="89059"/>
                  </a:cubicBezTo>
                  <a:cubicBezTo>
                    <a:pt x="107895" y="74128"/>
                    <a:pt x="109438" y="64919"/>
                    <a:pt x="109438" y="61434"/>
                  </a:cubicBezTo>
                  <a:cubicBezTo>
                    <a:pt x="109438" y="57949"/>
                    <a:pt x="109204" y="55973"/>
                    <a:pt x="108736" y="55505"/>
                  </a:cubicBezTo>
                  <a:cubicBezTo>
                    <a:pt x="108269" y="55037"/>
                    <a:pt x="106798" y="54803"/>
                    <a:pt x="104323" y="54803"/>
                  </a:cubicBezTo>
                  <a:close/>
                  <a:moveTo>
                    <a:pt x="306405" y="42162"/>
                  </a:moveTo>
                  <a:cubicBezTo>
                    <a:pt x="309164" y="42162"/>
                    <a:pt x="313701" y="43284"/>
                    <a:pt x="320015" y="45527"/>
                  </a:cubicBezTo>
                  <a:cubicBezTo>
                    <a:pt x="326329" y="47770"/>
                    <a:pt x="329486" y="50773"/>
                    <a:pt x="329486" y="54535"/>
                  </a:cubicBezTo>
                  <a:cubicBezTo>
                    <a:pt x="329486" y="55897"/>
                    <a:pt x="329099" y="57390"/>
                    <a:pt x="328325" y="59013"/>
                  </a:cubicBezTo>
                  <a:cubicBezTo>
                    <a:pt x="327551" y="60635"/>
                    <a:pt x="326758" y="64514"/>
                    <a:pt x="325944" y="70650"/>
                  </a:cubicBezTo>
                  <a:cubicBezTo>
                    <a:pt x="325131" y="76785"/>
                    <a:pt x="324593" y="82463"/>
                    <a:pt x="324328" y="87682"/>
                  </a:cubicBezTo>
                  <a:lnTo>
                    <a:pt x="336415" y="83978"/>
                  </a:lnTo>
                  <a:cubicBezTo>
                    <a:pt x="342619" y="81964"/>
                    <a:pt x="348177" y="80956"/>
                    <a:pt x="353091" y="80956"/>
                  </a:cubicBezTo>
                  <a:cubicBezTo>
                    <a:pt x="358004" y="80956"/>
                    <a:pt x="361653" y="81814"/>
                    <a:pt x="364035" y="83530"/>
                  </a:cubicBezTo>
                  <a:cubicBezTo>
                    <a:pt x="366417" y="85246"/>
                    <a:pt x="367609" y="87124"/>
                    <a:pt x="367609" y="89165"/>
                  </a:cubicBezTo>
                  <a:cubicBezTo>
                    <a:pt x="367609" y="91205"/>
                    <a:pt x="365396" y="93049"/>
                    <a:pt x="360972" y="94696"/>
                  </a:cubicBezTo>
                  <a:cubicBezTo>
                    <a:pt x="356548" y="96342"/>
                    <a:pt x="344151" y="98723"/>
                    <a:pt x="323782" y="101838"/>
                  </a:cubicBezTo>
                  <a:lnTo>
                    <a:pt x="322310" y="148679"/>
                  </a:lnTo>
                  <a:cubicBezTo>
                    <a:pt x="332821" y="147824"/>
                    <a:pt x="346427" y="145980"/>
                    <a:pt x="363130" y="143146"/>
                  </a:cubicBezTo>
                  <a:cubicBezTo>
                    <a:pt x="367649" y="142501"/>
                    <a:pt x="372245" y="142178"/>
                    <a:pt x="376917" y="142178"/>
                  </a:cubicBezTo>
                  <a:cubicBezTo>
                    <a:pt x="381589" y="142178"/>
                    <a:pt x="386550" y="143804"/>
                    <a:pt x="391801" y="147056"/>
                  </a:cubicBezTo>
                  <a:cubicBezTo>
                    <a:pt x="397052" y="150307"/>
                    <a:pt x="399677" y="153405"/>
                    <a:pt x="399677" y="156348"/>
                  </a:cubicBezTo>
                  <a:cubicBezTo>
                    <a:pt x="399677" y="160563"/>
                    <a:pt x="396149" y="162670"/>
                    <a:pt x="389094" y="162670"/>
                  </a:cubicBezTo>
                  <a:cubicBezTo>
                    <a:pt x="386543" y="162670"/>
                    <a:pt x="384539" y="162371"/>
                    <a:pt x="383082" y="161774"/>
                  </a:cubicBezTo>
                  <a:cubicBezTo>
                    <a:pt x="372905" y="160278"/>
                    <a:pt x="361677" y="159530"/>
                    <a:pt x="349399" y="159530"/>
                  </a:cubicBezTo>
                  <a:cubicBezTo>
                    <a:pt x="322391" y="159530"/>
                    <a:pt x="295785" y="162359"/>
                    <a:pt x="269582" y="168017"/>
                  </a:cubicBezTo>
                  <a:cubicBezTo>
                    <a:pt x="265879" y="168789"/>
                    <a:pt x="262707" y="169175"/>
                    <a:pt x="260065" y="169175"/>
                  </a:cubicBezTo>
                  <a:cubicBezTo>
                    <a:pt x="257423" y="169175"/>
                    <a:pt x="254040" y="167929"/>
                    <a:pt x="249917" y="165438"/>
                  </a:cubicBezTo>
                  <a:cubicBezTo>
                    <a:pt x="245794" y="162948"/>
                    <a:pt x="243732" y="160603"/>
                    <a:pt x="243732" y="158405"/>
                  </a:cubicBezTo>
                  <a:cubicBezTo>
                    <a:pt x="243732" y="156207"/>
                    <a:pt x="245849" y="154997"/>
                    <a:pt x="250083" y="154773"/>
                  </a:cubicBezTo>
                  <a:cubicBezTo>
                    <a:pt x="262275" y="154475"/>
                    <a:pt x="281399" y="152974"/>
                    <a:pt x="307455" y="150269"/>
                  </a:cubicBezTo>
                  <a:lnTo>
                    <a:pt x="308319" y="103913"/>
                  </a:lnTo>
                  <a:cubicBezTo>
                    <a:pt x="298694" y="105558"/>
                    <a:pt x="291915" y="106381"/>
                    <a:pt x="287981" y="106381"/>
                  </a:cubicBezTo>
                  <a:cubicBezTo>
                    <a:pt x="284047" y="106381"/>
                    <a:pt x="280548" y="105777"/>
                    <a:pt x="277483" y="104570"/>
                  </a:cubicBezTo>
                  <a:cubicBezTo>
                    <a:pt x="274418" y="103363"/>
                    <a:pt x="272886" y="101712"/>
                    <a:pt x="272886" y="99618"/>
                  </a:cubicBezTo>
                  <a:cubicBezTo>
                    <a:pt x="272886" y="97523"/>
                    <a:pt x="274733" y="96258"/>
                    <a:pt x="278426" y="95823"/>
                  </a:cubicBezTo>
                  <a:cubicBezTo>
                    <a:pt x="285365" y="94896"/>
                    <a:pt x="295335" y="93146"/>
                    <a:pt x="308337" y="90572"/>
                  </a:cubicBezTo>
                  <a:cubicBezTo>
                    <a:pt x="308475" y="77306"/>
                    <a:pt x="308292" y="68234"/>
                    <a:pt x="307789" y="63356"/>
                  </a:cubicBezTo>
                  <a:cubicBezTo>
                    <a:pt x="307285" y="58478"/>
                    <a:pt x="306238" y="54828"/>
                    <a:pt x="304649" y="52405"/>
                  </a:cubicBezTo>
                  <a:cubicBezTo>
                    <a:pt x="303060" y="49982"/>
                    <a:pt x="302265" y="47669"/>
                    <a:pt x="302265" y="45466"/>
                  </a:cubicBezTo>
                  <a:cubicBezTo>
                    <a:pt x="302265" y="43264"/>
                    <a:pt x="303645" y="42162"/>
                    <a:pt x="306405" y="42162"/>
                  </a:cubicBezTo>
                  <a:close/>
                  <a:moveTo>
                    <a:pt x="626842" y="35965"/>
                  </a:moveTo>
                  <a:lnTo>
                    <a:pt x="609358" y="89479"/>
                  </a:lnTo>
                  <a:lnTo>
                    <a:pt x="645377" y="89479"/>
                  </a:lnTo>
                  <a:close/>
                  <a:moveTo>
                    <a:pt x="350555" y="15698"/>
                  </a:moveTo>
                  <a:cubicBezTo>
                    <a:pt x="353890" y="15698"/>
                    <a:pt x="357341" y="16591"/>
                    <a:pt x="360910" y="18375"/>
                  </a:cubicBezTo>
                  <a:cubicBezTo>
                    <a:pt x="364478" y="20160"/>
                    <a:pt x="366262" y="22029"/>
                    <a:pt x="366262" y="23981"/>
                  </a:cubicBezTo>
                  <a:cubicBezTo>
                    <a:pt x="366262" y="25934"/>
                    <a:pt x="365647" y="27414"/>
                    <a:pt x="364417" y="28421"/>
                  </a:cubicBezTo>
                  <a:cubicBezTo>
                    <a:pt x="363187" y="29429"/>
                    <a:pt x="361616" y="30223"/>
                    <a:pt x="359704" y="30805"/>
                  </a:cubicBezTo>
                  <a:cubicBezTo>
                    <a:pt x="357792" y="31388"/>
                    <a:pt x="349898" y="32724"/>
                    <a:pt x="336021" y="34813"/>
                  </a:cubicBezTo>
                  <a:cubicBezTo>
                    <a:pt x="322144" y="36903"/>
                    <a:pt x="309504" y="38514"/>
                    <a:pt x="298100" y="39648"/>
                  </a:cubicBezTo>
                  <a:cubicBezTo>
                    <a:pt x="286696" y="40781"/>
                    <a:pt x="278960" y="41348"/>
                    <a:pt x="274892" y="41348"/>
                  </a:cubicBezTo>
                  <a:cubicBezTo>
                    <a:pt x="270823" y="41348"/>
                    <a:pt x="268239" y="41049"/>
                    <a:pt x="267139" y="40451"/>
                  </a:cubicBezTo>
                  <a:cubicBezTo>
                    <a:pt x="267270" y="53034"/>
                    <a:pt x="265110" y="69847"/>
                    <a:pt x="260660" y="90892"/>
                  </a:cubicBezTo>
                  <a:cubicBezTo>
                    <a:pt x="256209" y="111936"/>
                    <a:pt x="250070" y="128881"/>
                    <a:pt x="242243" y="141726"/>
                  </a:cubicBezTo>
                  <a:cubicBezTo>
                    <a:pt x="234416" y="154572"/>
                    <a:pt x="227021" y="163927"/>
                    <a:pt x="220060" y="169792"/>
                  </a:cubicBezTo>
                  <a:cubicBezTo>
                    <a:pt x="213098" y="175657"/>
                    <a:pt x="208221" y="178590"/>
                    <a:pt x="205428" y="178590"/>
                  </a:cubicBezTo>
                  <a:cubicBezTo>
                    <a:pt x="203456" y="178590"/>
                    <a:pt x="202470" y="177604"/>
                    <a:pt x="202470" y="175633"/>
                  </a:cubicBezTo>
                  <a:cubicBezTo>
                    <a:pt x="202470" y="174097"/>
                    <a:pt x="203592" y="172408"/>
                    <a:pt x="205835" y="170568"/>
                  </a:cubicBezTo>
                  <a:cubicBezTo>
                    <a:pt x="215443" y="159476"/>
                    <a:pt x="223643" y="146511"/>
                    <a:pt x="230434" y="131673"/>
                  </a:cubicBezTo>
                  <a:cubicBezTo>
                    <a:pt x="237226" y="116836"/>
                    <a:pt x="241962" y="101892"/>
                    <a:pt x="244643" y="86841"/>
                  </a:cubicBezTo>
                  <a:cubicBezTo>
                    <a:pt x="247325" y="71790"/>
                    <a:pt x="248665" y="59491"/>
                    <a:pt x="248665" y="49944"/>
                  </a:cubicBezTo>
                  <a:cubicBezTo>
                    <a:pt x="248665" y="40396"/>
                    <a:pt x="247660" y="34280"/>
                    <a:pt x="245651" y="31597"/>
                  </a:cubicBezTo>
                  <a:cubicBezTo>
                    <a:pt x="244222" y="29994"/>
                    <a:pt x="243507" y="28215"/>
                    <a:pt x="243507" y="26258"/>
                  </a:cubicBezTo>
                  <a:cubicBezTo>
                    <a:pt x="243507" y="24302"/>
                    <a:pt x="245017" y="23324"/>
                    <a:pt x="248037" y="23324"/>
                  </a:cubicBezTo>
                  <a:cubicBezTo>
                    <a:pt x="251578" y="23324"/>
                    <a:pt x="257460" y="25566"/>
                    <a:pt x="265685" y="30050"/>
                  </a:cubicBezTo>
                  <a:cubicBezTo>
                    <a:pt x="273220" y="30050"/>
                    <a:pt x="281807" y="29234"/>
                    <a:pt x="291447" y="27603"/>
                  </a:cubicBezTo>
                  <a:cubicBezTo>
                    <a:pt x="301088" y="25972"/>
                    <a:pt x="315816" y="22773"/>
                    <a:pt x="335633" y="18006"/>
                  </a:cubicBezTo>
                  <a:cubicBezTo>
                    <a:pt x="342246" y="16467"/>
                    <a:pt x="347220" y="15698"/>
                    <a:pt x="350555" y="15698"/>
                  </a:cubicBezTo>
                  <a:close/>
                  <a:moveTo>
                    <a:pt x="627146" y="10094"/>
                  </a:moveTo>
                  <a:lnTo>
                    <a:pt x="636972" y="10094"/>
                  </a:lnTo>
                  <a:lnTo>
                    <a:pt x="687103" y="145522"/>
                  </a:lnTo>
                  <a:cubicBezTo>
                    <a:pt x="687994" y="147689"/>
                    <a:pt x="688771" y="149104"/>
                    <a:pt x="689436" y="149767"/>
                  </a:cubicBezTo>
                  <a:cubicBezTo>
                    <a:pt x="690100" y="150430"/>
                    <a:pt x="691421" y="151072"/>
                    <a:pt x="693397" y="151694"/>
                  </a:cubicBezTo>
                  <a:lnTo>
                    <a:pt x="705906" y="155567"/>
                  </a:lnTo>
                  <a:lnTo>
                    <a:pt x="705906" y="163086"/>
                  </a:lnTo>
                  <a:lnTo>
                    <a:pt x="675695" y="162445"/>
                  </a:lnTo>
                  <a:cubicBezTo>
                    <a:pt x="663805" y="162445"/>
                    <a:pt x="653250" y="162669"/>
                    <a:pt x="644030" y="163117"/>
                  </a:cubicBezTo>
                  <a:lnTo>
                    <a:pt x="644030" y="155737"/>
                  </a:lnTo>
                  <a:lnTo>
                    <a:pt x="660743" y="153201"/>
                  </a:lnTo>
                  <a:cubicBezTo>
                    <a:pt x="663293" y="152796"/>
                    <a:pt x="664883" y="152426"/>
                    <a:pt x="665511" y="152090"/>
                  </a:cubicBezTo>
                  <a:cubicBezTo>
                    <a:pt x="666140" y="151755"/>
                    <a:pt x="666454" y="151379"/>
                    <a:pt x="666454" y="150965"/>
                  </a:cubicBezTo>
                  <a:cubicBezTo>
                    <a:pt x="666454" y="150391"/>
                    <a:pt x="666117" y="149158"/>
                    <a:pt x="665444" y="147265"/>
                  </a:cubicBezTo>
                  <a:lnTo>
                    <a:pt x="647824" y="98755"/>
                  </a:lnTo>
                  <a:lnTo>
                    <a:pt x="606893" y="98755"/>
                  </a:lnTo>
                  <a:lnTo>
                    <a:pt x="589584" y="148943"/>
                  </a:lnTo>
                  <a:cubicBezTo>
                    <a:pt x="589162" y="150356"/>
                    <a:pt x="588952" y="151403"/>
                    <a:pt x="588952" y="152087"/>
                  </a:cubicBezTo>
                  <a:cubicBezTo>
                    <a:pt x="588952" y="152606"/>
                    <a:pt x="589156" y="153002"/>
                    <a:pt x="589564" y="153276"/>
                  </a:cubicBezTo>
                  <a:cubicBezTo>
                    <a:pt x="589973" y="153550"/>
                    <a:pt x="591435" y="153754"/>
                    <a:pt x="593952" y="153887"/>
                  </a:cubicBezTo>
                  <a:lnTo>
                    <a:pt x="611601" y="155148"/>
                  </a:lnTo>
                  <a:lnTo>
                    <a:pt x="611601" y="162895"/>
                  </a:lnTo>
                  <a:cubicBezTo>
                    <a:pt x="607079" y="162595"/>
                    <a:pt x="597122" y="162445"/>
                    <a:pt x="581730" y="162445"/>
                  </a:cubicBezTo>
                  <a:cubicBezTo>
                    <a:pt x="566325" y="162445"/>
                    <a:pt x="556369" y="162595"/>
                    <a:pt x="551861" y="162895"/>
                  </a:cubicBezTo>
                  <a:lnTo>
                    <a:pt x="551861" y="155159"/>
                  </a:lnTo>
                  <a:lnTo>
                    <a:pt x="568060" y="153873"/>
                  </a:lnTo>
                  <a:cubicBezTo>
                    <a:pt x="572010" y="153515"/>
                    <a:pt x="574758" y="152187"/>
                    <a:pt x="576304" y="149886"/>
                  </a:cubicBezTo>
                  <a:close/>
                  <a:moveTo>
                    <a:pt x="519312" y="2018"/>
                  </a:moveTo>
                  <a:lnTo>
                    <a:pt x="532850" y="2018"/>
                  </a:lnTo>
                  <a:lnTo>
                    <a:pt x="454954" y="192720"/>
                  </a:lnTo>
                  <a:lnTo>
                    <a:pt x="441717" y="192720"/>
                  </a:lnTo>
                  <a:close/>
                  <a:moveTo>
                    <a:pt x="52365" y="0"/>
                  </a:moveTo>
                  <a:cubicBezTo>
                    <a:pt x="55281" y="0"/>
                    <a:pt x="60042" y="1280"/>
                    <a:pt x="66649" y="3841"/>
                  </a:cubicBezTo>
                  <a:cubicBezTo>
                    <a:pt x="73256" y="6402"/>
                    <a:pt x="76559" y="10069"/>
                    <a:pt x="76559" y="14841"/>
                  </a:cubicBezTo>
                  <a:cubicBezTo>
                    <a:pt x="76559" y="16551"/>
                    <a:pt x="76075" y="19019"/>
                    <a:pt x="75105" y="22245"/>
                  </a:cubicBezTo>
                  <a:cubicBezTo>
                    <a:pt x="73500" y="27503"/>
                    <a:pt x="72490" y="35934"/>
                    <a:pt x="72073" y="47538"/>
                  </a:cubicBezTo>
                  <a:cubicBezTo>
                    <a:pt x="90825" y="44290"/>
                    <a:pt x="101874" y="42109"/>
                    <a:pt x="105220" y="40994"/>
                  </a:cubicBezTo>
                  <a:cubicBezTo>
                    <a:pt x="109232" y="39230"/>
                    <a:pt x="112352" y="38347"/>
                    <a:pt x="114580" y="38347"/>
                  </a:cubicBezTo>
                  <a:cubicBezTo>
                    <a:pt x="116808" y="38347"/>
                    <a:pt x="121605" y="40412"/>
                    <a:pt x="128973" y="44541"/>
                  </a:cubicBezTo>
                  <a:cubicBezTo>
                    <a:pt x="136340" y="48670"/>
                    <a:pt x="140024" y="52300"/>
                    <a:pt x="140024" y="55432"/>
                  </a:cubicBezTo>
                  <a:cubicBezTo>
                    <a:pt x="140024" y="57827"/>
                    <a:pt x="138779" y="59989"/>
                    <a:pt x="136288" y="61918"/>
                  </a:cubicBezTo>
                  <a:cubicBezTo>
                    <a:pt x="133797" y="63847"/>
                    <a:pt x="131760" y="66362"/>
                    <a:pt x="130177" y="69462"/>
                  </a:cubicBezTo>
                  <a:cubicBezTo>
                    <a:pt x="128593" y="72562"/>
                    <a:pt x="127216" y="76414"/>
                    <a:pt x="126046" y="81017"/>
                  </a:cubicBezTo>
                  <a:cubicBezTo>
                    <a:pt x="124875" y="85620"/>
                    <a:pt x="122830" y="92339"/>
                    <a:pt x="119911" y="101173"/>
                  </a:cubicBezTo>
                  <a:cubicBezTo>
                    <a:pt x="116992" y="110008"/>
                    <a:pt x="113957" y="116373"/>
                    <a:pt x="110806" y="120270"/>
                  </a:cubicBezTo>
                  <a:cubicBezTo>
                    <a:pt x="107656" y="124167"/>
                    <a:pt x="104898" y="126116"/>
                    <a:pt x="102534" y="126116"/>
                  </a:cubicBezTo>
                  <a:cubicBezTo>
                    <a:pt x="100169" y="126116"/>
                    <a:pt x="98426" y="125181"/>
                    <a:pt x="97305" y="123312"/>
                  </a:cubicBezTo>
                  <a:cubicBezTo>
                    <a:pt x="96183" y="121442"/>
                    <a:pt x="94616" y="120508"/>
                    <a:pt x="92604" y="120508"/>
                  </a:cubicBezTo>
                  <a:cubicBezTo>
                    <a:pt x="90592" y="120508"/>
                    <a:pt x="83352" y="121389"/>
                    <a:pt x="70884" y="123151"/>
                  </a:cubicBezTo>
                  <a:cubicBezTo>
                    <a:pt x="70760" y="130947"/>
                    <a:pt x="70988" y="137423"/>
                    <a:pt x="71569" y="142578"/>
                  </a:cubicBezTo>
                  <a:cubicBezTo>
                    <a:pt x="72150" y="147734"/>
                    <a:pt x="73215" y="151440"/>
                    <a:pt x="74764" y="153698"/>
                  </a:cubicBezTo>
                  <a:cubicBezTo>
                    <a:pt x="76313" y="155955"/>
                    <a:pt x="79905" y="157814"/>
                    <a:pt x="85539" y="159275"/>
                  </a:cubicBezTo>
                  <a:cubicBezTo>
                    <a:pt x="91173" y="160736"/>
                    <a:pt x="97810" y="161466"/>
                    <a:pt x="105450" y="161466"/>
                  </a:cubicBezTo>
                  <a:cubicBezTo>
                    <a:pt x="113091" y="161466"/>
                    <a:pt x="120374" y="160895"/>
                    <a:pt x="127299" y="159752"/>
                  </a:cubicBezTo>
                  <a:cubicBezTo>
                    <a:pt x="134225" y="158609"/>
                    <a:pt x="138525" y="157233"/>
                    <a:pt x="140199" y="155623"/>
                  </a:cubicBezTo>
                  <a:cubicBezTo>
                    <a:pt x="141873" y="154013"/>
                    <a:pt x="143421" y="151646"/>
                    <a:pt x="144843" y="148522"/>
                  </a:cubicBezTo>
                  <a:cubicBezTo>
                    <a:pt x="146264" y="145398"/>
                    <a:pt x="148154" y="138010"/>
                    <a:pt x="150511" y="126358"/>
                  </a:cubicBezTo>
                  <a:cubicBezTo>
                    <a:pt x="151335" y="122256"/>
                    <a:pt x="152934" y="120204"/>
                    <a:pt x="155308" y="120204"/>
                  </a:cubicBezTo>
                  <a:cubicBezTo>
                    <a:pt x="157682" y="120204"/>
                    <a:pt x="159086" y="122407"/>
                    <a:pt x="159518" y="126814"/>
                  </a:cubicBezTo>
                  <a:cubicBezTo>
                    <a:pt x="159950" y="131220"/>
                    <a:pt x="160932" y="136380"/>
                    <a:pt x="162465" y="142293"/>
                  </a:cubicBezTo>
                  <a:cubicBezTo>
                    <a:pt x="163997" y="148205"/>
                    <a:pt x="165312" y="152143"/>
                    <a:pt x="166410" y="154105"/>
                  </a:cubicBezTo>
                  <a:cubicBezTo>
                    <a:pt x="167507" y="156067"/>
                    <a:pt x="168056" y="157861"/>
                    <a:pt x="168056" y="159488"/>
                  </a:cubicBezTo>
                  <a:cubicBezTo>
                    <a:pt x="168056" y="164729"/>
                    <a:pt x="162248" y="169522"/>
                    <a:pt x="150631" y="173868"/>
                  </a:cubicBezTo>
                  <a:cubicBezTo>
                    <a:pt x="139014" y="178214"/>
                    <a:pt x="125895" y="180387"/>
                    <a:pt x="111274" y="180387"/>
                  </a:cubicBezTo>
                  <a:cubicBezTo>
                    <a:pt x="100635" y="180387"/>
                    <a:pt x="91617" y="179231"/>
                    <a:pt x="84221" y="176918"/>
                  </a:cubicBezTo>
                  <a:cubicBezTo>
                    <a:pt x="76825" y="174606"/>
                    <a:pt x="70948" y="171393"/>
                    <a:pt x="66592" y="167280"/>
                  </a:cubicBezTo>
                  <a:cubicBezTo>
                    <a:pt x="62235" y="163166"/>
                    <a:pt x="59392" y="157818"/>
                    <a:pt x="58060" y="151237"/>
                  </a:cubicBezTo>
                  <a:cubicBezTo>
                    <a:pt x="56729" y="144655"/>
                    <a:pt x="56139" y="135832"/>
                    <a:pt x="56289" y="124769"/>
                  </a:cubicBezTo>
                  <a:cubicBezTo>
                    <a:pt x="46288" y="126553"/>
                    <a:pt x="39027" y="127563"/>
                    <a:pt x="34508" y="127802"/>
                  </a:cubicBezTo>
                  <a:cubicBezTo>
                    <a:pt x="34357" y="131762"/>
                    <a:pt x="32513" y="133742"/>
                    <a:pt x="28975" y="133742"/>
                  </a:cubicBezTo>
                  <a:cubicBezTo>
                    <a:pt x="26879" y="133742"/>
                    <a:pt x="25094" y="132452"/>
                    <a:pt x="23620" y="129873"/>
                  </a:cubicBezTo>
                  <a:cubicBezTo>
                    <a:pt x="22146" y="127294"/>
                    <a:pt x="21088" y="124475"/>
                    <a:pt x="20445" y="121415"/>
                  </a:cubicBezTo>
                  <a:cubicBezTo>
                    <a:pt x="17021" y="105632"/>
                    <a:pt x="13772" y="92471"/>
                    <a:pt x="10699" y="81931"/>
                  </a:cubicBezTo>
                  <a:cubicBezTo>
                    <a:pt x="7626" y="71392"/>
                    <a:pt x="5075" y="65147"/>
                    <a:pt x="3045" y="63195"/>
                  </a:cubicBezTo>
                  <a:cubicBezTo>
                    <a:pt x="1015" y="61244"/>
                    <a:pt x="0" y="58932"/>
                    <a:pt x="0" y="56260"/>
                  </a:cubicBezTo>
                  <a:cubicBezTo>
                    <a:pt x="0" y="53589"/>
                    <a:pt x="1803" y="52253"/>
                    <a:pt x="5409" y="52253"/>
                  </a:cubicBezTo>
                  <a:cubicBezTo>
                    <a:pt x="9016" y="52253"/>
                    <a:pt x="13466" y="53372"/>
                    <a:pt x="18759" y="55610"/>
                  </a:cubicBezTo>
                  <a:cubicBezTo>
                    <a:pt x="32854" y="53732"/>
                    <a:pt x="45439" y="51837"/>
                    <a:pt x="56514" y="49928"/>
                  </a:cubicBezTo>
                  <a:cubicBezTo>
                    <a:pt x="56366" y="33518"/>
                    <a:pt x="54909" y="22510"/>
                    <a:pt x="52142" y="16902"/>
                  </a:cubicBezTo>
                  <a:cubicBezTo>
                    <a:pt x="49375" y="11294"/>
                    <a:pt x="47991" y="7075"/>
                    <a:pt x="47991" y="4245"/>
                  </a:cubicBezTo>
                  <a:cubicBezTo>
                    <a:pt x="47991" y="1415"/>
                    <a:pt x="49449" y="0"/>
                    <a:pt x="5236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08" name="文本框 207">
              <a:extLst>
                <a:ext uri="{FF2B5EF4-FFF2-40B4-BE49-F238E27FC236}">
                  <a16:creationId xmlns:a16="http://schemas.microsoft.com/office/drawing/2014/main" id="{0A48B29A-2C23-4F76-8582-65E5B47329AC}"/>
                </a:ext>
              </a:extLst>
            </p:cNvPr>
            <p:cNvSpPr txBox="1"/>
            <p:nvPr/>
          </p:nvSpPr>
          <p:spPr>
            <a:xfrm>
              <a:off x="10751939" y="374584"/>
              <a:ext cx="705906" cy="192720"/>
            </a:xfrm>
            <a:custGeom>
              <a:avLst/>
              <a:gdLst/>
              <a:ahLst/>
              <a:cxnLst/>
              <a:rect l="l" t="t" r="r" b="b"/>
              <a:pathLst>
                <a:path w="705906" h="192720">
                  <a:moveTo>
                    <a:pt x="286800" y="108988"/>
                  </a:moveTo>
                  <a:cubicBezTo>
                    <a:pt x="289349" y="108988"/>
                    <a:pt x="292429" y="110045"/>
                    <a:pt x="296039" y="112158"/>
                  </a:cubicBezTo>
                  <a:cubicBezTo>
                    <a:pt x="299649" y="114272"/>
                    <a:pt x="301454" y="116966"/>
                    <a:pt x="301454" y="120240"/>
                  </a:cubicBezTo>
                  <a:cubicBezTo>
                    <a:pt x="301454" y="121345"/>
                    <a:pt x="301243" y="122320"/>
                    <a:pt x="300822" y="123165"/>
                  </a:cubicBezTo>
                  <a:cubicBezTo>
                    <a:pt x="299669" y="126480"/>
                    <a:pt x="298481" y="130966"/>
                    <a:pt x="297257" y="136624"/>
                  </a:cubicBezTo>
                  <a:cubicBezTo>
                    <a:pt x="295159" y="147116"/>
                    <a:pt x="291837" y="155614"/>
                    <a:pt x="287290" y="162120"/>
                  </a:cubicBezTo>
                  <a:cubicBezTo>
                    <a:pt x="282743" y="168626"/>
                    <a:pt x="277620" y="173184"/>
                    <a:pt x="271922" y="175795"/>
                  </a:cubicBezTo>
                  <a:cubicBezTo>
                    <a:pt x="266223" y="178406"/>
                    <a:pt x="261932" y="179711"/>
                    <a:pt x="259047" y="179711"/>
                  </a:cubicBezTo>
                  <a:cubicBezTo>
                    <a:pt x="256162" y="179711"/>
                    <a:pt x="254720" y="178741"/>
                    <a:pt x="254720" y="176800"/>
                  </a:cubicBezTo>
                  <a:cubicBezTo>
                    <a:pt x="254720" y="174860"/>
                    <a:pt x="255801" y="173240"/>
                    <a:pt x="257963" y="171943"/>
                  </a:cubicBezTo>
                  <a:cubicBezTo>
                    <a:pt x="266397" y="166225"/>
                    <a:pt x="272899" y="159086"/>
                    <a:pt x="277469" y="150526"/>
                  </a:cubicBezTo>
                  <a:cubicBezTo>
                    <a:pt x="282038" y="141965"/>
                    <a:pt x="284323" y="133290"/>
                    <a:pt x="284323" y="124501"/>
                  </a:cubicBezTo>
                  <a:cubicBezTo>
                    <a:pt x="284323" y="121620"/>
                    <a:pt x="284099" y="119244"/>
                    <a:pt x="283650" y="117375"/>
                  </a:cubicBezTo>
                  <a:cubicBezTo>
                    <a:pt x="283201" y="115506"/>
                    <a:pt x="282977" y="113641"/>
                    <a:pt x="282977" y="111780"/>
                  </a:cubicBezTo>
                  <a:cubicBezTo>
                    <a:pt x="282977" y="109919"/>
                    <a:pt x="284251" y="108988"/>
                    <a:pt x="286800" y="108988"/>
                  </a:cubicBezTo>
                  <a:close/>
                  <a:moveTo>
                    <a:pt x="312939" y="105849"/>
                  </a:moveTo>
                  <a:cubicBezTo>
                    <a:pt x="315422" y="105849"/>
                    <a:pt x="318838" y="106806"/>
                    <a:pt x="323187" y="108720"/>
                  </a:cubicBezTo>
                  <a:cubicBezTo>
                    <a:pt x="327536" y="110635"/>
                    <a:pt x="329711" y="112981"/>
                    <a:pt x="329711" y="115757"/>
                  </a:cubicBezTo>
                  <a:cubicBezTo>
                    <a:pt x="329711" y="116714"/>
                    <a:pt x="329411" y="117779"/>
                    <a:pt x="328811" y="118950"/>
                  </a:cubicBezTo>
                  <a:cubicBezTo>
                    <a:pt x="327766" y="121215"/>
                    <a:pt x="327243" y="131811"/>
                    <a:pt x="327243" y="150740"/>
                  </a:cubicBezTo>
                  <a:cubicBezTo>
                    <a:pt x="327243" y="157681"/>
                    <a:pt x="326461" y="163498"/>
                    <a:pt x="324898" y="168190"/>
                  </a:cubicBezTo>
                  <a:cubicBezTo>
                    <a:pt x="323335" y="172883"/>
                    <a:pt x="321284" y="175229"/>
                    <a:pt x="318745" y="175229"/>
                  </a:cubicBezTo>
                  <a:cubicBezTo>
                    <a:pt x="316207" y="175229"/>
                    <a:pt x="314283" y="173051"/>
                    <a:pt x="312973" y="168696"/>
                  </a:cubicBezTo>
                  <a:cubicBezTo>
                    <a:pt x="311664" y="164341"/>
                    <a:pt x="311275" y="160622"/>
                    <a:pt x="311809" y="157541"/>
                  </a:cubicBezTo>
                  <a:cubicBezTo>
                    <a:pt x="313071" y="151371"/>
                    <a:pt x="313702" y="143821"/>
                    <a:pt x="313702" y="134890"/>
                  </a:cubicBezTo>
                  <a:cubicBezTo>
                    <a:pt x="313702" y="125959"/>
                    <a:pt x="312422" y="118718"/>
                    <a:pt x="309862" y="113167"/>
                  </a:cubicBezTo>
                  <a:cubicBezTo>
                    <a:pt x="309431" y="112310"/>
                    <a:pt x="309216" y="111379"/>
                    <a:pt x="309216" y="110374"/>
                  </a:cubicBezTo>
                  <a:cubicBezTo>
                    <a:pt x="309216" y="107357"/>
                    <a:pt x="310457" y="105849"/>
                    <a:pt x="312939" y="105849"/>
                  </a:cubicBezTo>
                  <a:close/>
                  <a:moveTo>
                    <a:pt x="344691" y="95087"/>
                  </a:moveTo>
                  <a:cubicBezTo>
                    <a:pt x="346068" y="95087"/>
                    <a:pt x="348849" y="96089"/>
                    <a:pt x="353034" y="98094"/>
                  </a:cubicBezTo>
                  <a:cubicBezTo>
                    <a:pt x="357219" y="100099"/>
                    <a:pt x="359311" y="102338"/>
                    <a:pt x="359311" y="104809"/>
                  </a:cubicBezTo>
                  <a:cubicBezTo>
                    <a:pt x="359311" y="107281"/>
                    <a:pt x="358926" y="109595"/>
                    <a:pt x="358156" y="111751"/>
                  </a:cubicBezTo>
                  <a:cubicBezTo>
                    <a:pt x="357385" y="113907"/>
                    <a:pt x="356675" y="117478"/>
                    <a:pt x="356025" y="122461"/>
                  </a:cubicBezTo>
                  <a:cubicBezTo>
                    <a:pt x="355375" y="127445"/>
                    <a:pt x="355050" y="131900"/>
                    <a:pt x="355050" y="135826"/>
                  </a:cubicBezTo>
                  <a:cubicBezTo>
                    <a:pt x="355050" y="139751"/>
                    <a:pt x="356102" y="144632"/>
                    <a:pt x="358206" y="150469"/>
                  </a:cubicBezTo>
                  <a:cubicBezTo>
                    <a:pt x="360310" y="156305"/>
                    <a:pt x="364684" y="159223"/>
                    <a:pt x="371331" y="159223"/>
                  </a:cubicBezTo>
                  <a:cubicBezTo>
                    <a:pt x="377977" y="159223"/>
                    <a:pt x="382867" y="158636"/>
                    <a:pt x="386002" y="157460"/>
                  </a:cubicBezTo>
                  <a:cubicBezTo>
                    <a:pt x="389137" y="156285"/>
                    <a:pt x="391640" y="153793"/>
                    <a:pt x="393510" y="149983"/>
                  </a:cubicBezTo>
                  <a:cubicBezTo>
                    <a:pt x="395381" y="146173"/>
                    <a:pt x="397146" y="139668"/>
                    <a:pt x="398805" y="130470"/>
                  </a:cubicBezTo>
                  <a:cubicBezTo>
                    <a:pt x="399425" y="127362"/>
                    <a:pt x="400747" y="125808"/>
                    <a:pt x="402774" y="125808"/>
                  </a:cubicBezTo>
                  <a:cubicBezTo>
                    <a:pt x="405036" y="125808"/>
                    <a:pt x="406377" y="127703"/>
                    <a:pt x="406796" y="131491"/>
                  </a:cubicBezTo>
                  <a:cubicBezTo>
                    <a:pt x="407543" y="141795"/>
                    <a:pt x="408848" y="149310"/>
                    <a:pt x="410711" y="154037"/>
                  </a:cubicBezTo>
                  <a:cubicBezTo>
                    <a:pt x="411727" y="156575"/>
                    <a:pt x="412236" y="158691"/>
                    <a:pt x="412236" y="160384"/>
                  </a:cubicBezTo>
                  <a:cubicBezTo>
                    <a:pt x="412236" y="165578"/>
                    <a:pt x="408607" y="169724"/>
                    <a:pt x="401350" y="172823"/>
                  </a:cubicBezTo>
                  <a:cubicBezTo>
                    <a:pt x="394093" y="175922"/>
                    <a:pt x="386000" y="177472"/>
                    <a:pt x="377069" y="177472"/>
                  </a:cubicBezTo>
                  <a:cubicBezTo>
                    <a:pt x="368138" y="177472"/>
                    <a:pt x="361147" y="175721"/>
                    <a:pt x="356096" y="172219"/>
                  </a:cubicBezTo>
                  <a:cubicBezTo>
                    <a:pt x="351046" y="168718"/>
                    <a:pt x="347652" y="163649"/>
                    <a:pt x="345915" y="157014"/>
                  </a:cubicBezTo>
                  <a:cubicBezTo>
                    <a:pt x="344178" y="150379"/>
                    <a:pt x="343158" y="140973"/>
                    <a:pt x="342856" y="128798"/>
                  </a:cubicBezTo>
                  <a:cubicBezTo>
                    <a:pt x="342710" y="114351"/>
                    <a:pt x="341932" y="105653"/>
                    <a:pt x="340520" y="102705"/>
                  </a:cubicBezTo>
                  <a:cubicBezTo>
                    <a:pt x="339834" y="101786"/>
                    <a:pt x="339491" y="100754"/>
                    <a:pt x="339491" y="99609"/>
                  </a:cubicBezTo>
                  <a:cubicBezTo>
                    <a:pt x="339491" y="96594"/>
                    <a:pt x="341224" y="95087"/>
                    <a:pt x="344691" y="95087"/>
                  </a:cubicBezTo>
                  <a:close/>
                  <a:moveTo>
                    <a:pt x="264328" y="92393"/>
                  </a:moveTo>
                  <a:cubicBezTo>
                    <a:pt x="266204" y="92393"/>
                    <a:pt x="267143" y="93752"/>
                    <a:pt x="267143" y="96469"/>
                  </a:cubicBezTo>
                  <a:cubicBezTo>
                    <a:pt x="267143" y="97629"/>
                    <a:pt x="266840" y="99043"/>
                    <a:pt x="266235" y="100712"/>
                  </a:cubicBezTo>
                  <a:cubicBezTo>
                    <a:pt x="253496" y="133531"/>
                    <a:pt x="246054" y="156064"/>
                    <a:pt x="243911" y="168314"/>
                  </a:cubicBezTo>
                  <a:cubicBezTo>
                    <a:pt x="242725" y="175615"/>
                    <a:pt x="240359" y="179265"/>
                    <a:pt x="236814" y="179265"/>
                  </a:cubicBezTo>
                  <a:cubicBezTo>
                    <a:pt x="233268" y="179265"/>
                    <a:pt x="229797" y="175345"/>
                    <a:pt x="226402" y="167506"/>
                  </a:cubicBezTo>
                  <a:cubicBezTo>
                    <a:pt x="223006" y="159667"/>
                    <a:pt x="221308" y="154377"/>
                    <a:pt x="221308" y="151637"/>
                  </a:cubicBezTo>
                  <a:cubicBezTo>
                    <a:pt x="221308" y="149108"/>
                    <a:pt x="222555" y="147687"/>
                    <a:pt x="225048" y="147375"/>
                  </a:cubicBezTo>
                  <a:cubicBezTo>
                    <a:pt x="228765" y="147254"/>
                    <a:pt x="232236" y="144103"/>
                    <a:pt x="235460" y="137924"/>
                  </a:cubicBezTo>
                  <a:cubicBezTo>
                    <a:pt x="240237" y="128666"/>
                    <a:pt x="245266" y="119321"/>
                    <a:pt x="250548" y="109888"/>
                  </a:cubicBezTo>
                  <a:cubicBezTo>
                    <a:pt x="255829" y="100456"/>
                    <a:pt x="258977" y="95182"/>
                    <a:pt x="259992" y="94067"/>
                  </a:cubicBezTo>
                  <a:cubicBezTo>
                    <a:pt x="261006" y="92951"/>
                    <a:pt x="262451" y="92393"/>
                    <a:pt x="264328" y="92393"/>
                  </a:cubicBezTo>
                  <a:close/>
                  <a:moveTo>
                    <a:pt x="221351" y="64140"/>
                  </a:moveTo>
                  <a:cubicBezTo>
                    <a:pt x="225266" y="64140"/>
                    <a:pt x="230512" y="65702"/>
                    <a:pt x="237091" y="68826"/>
                  </a:cubicBezTo>
                  <a:cubicBezTo>
                    <a:pt x="243669" y="71950"/>
                    <a:pt x="246958" y="76830"/>
                    <a:pt x="246958" y="83464"/>
                  </a:cubicBezTo>
                  <a:cubicBezTo>
                    <a:pt x="246958" y="89472"/>
                    <a:pt x="244715" y="92476"/>
                    <a:pt x="240228" y="92476"/>
                  </a:cubicBezTo>
                  <a:cubicBezTo>
                    <a:pt x="235742" y="92476"/>
                    <a:pt x="230570" y="89026"/>
                    <a:pt x="224712" y="82126"/>
                  </a:cubicBezTo>
                  <a:cubicBezTo>
                    <a:pt x="218854" y="75226"/>
                    <a:pt x="215925" y="70504"/>
                    <a:pt x="215925" y="67958"/>
                  </a:cubicBezTo>
                  <a:cubicBezTo>
                    <a:pt x="215925" y="65413"/>
                    <a:pt x="217734" y="64140"/>
                    <a:pt x="221351" y="64140"/>
                  </a:cubicBezTo>
                  <a:close/>
                  <a:moveTo>
                    <a:pt x="56514" y="60857"/>
                  </a:moveTo>
                  <a:cubicBezTo>
                    <a:pt x="43586" y="63841"/>
                    <a:pt x="33000" y="65520"/>
                    <a:pt x="24756" y="65894"/>
                  </a:cubicBezTo>
                  <a:cubicBezTo>
                    <a:pt x="28793" y="86284"/>
                    <a:pt x="31899" y="103339"/>
                    <a:pt x="34075" y="117057"/>
                  </a:cubicBezTo>
                  <a:cubicBezTo>
                    <a:pt x="38990" y="116790"/>
                    <a:pt x="46399" y="115732"/>
                    <a:pt x="56303" y="113882"/>
                  </a:cubicBezTo>
                  <a:lnTo>
                    <a:pt x="56514" y="93597"/>
                  </a:lnTo>
                  <a:cubicBezTo>
                    <a:pt x="53163" y="94345"/>
                    <a:pt x="50017" y="94719"/>
                    <a:pt x="47075" y="94719"/>
                  </a:cubicBezTo>
                  <a:cubicBezTo>
                    <a:pt x="44133" y="94719"/>
                    <a:pt x="41383" y="94276"/>
                    <a:pt x="38824" y="93390"/>
                  </a:cubicBezTo>
                  <a:cubicBezTo>
                    <a:pt x="36265" y="92504"/>
                    <a:pt x="34986" y="90968"/>
                    <a:pt x="34986" y="88780"/>
                  </a:cubicBezTo>
                  <a:cubicBezTo>
                    <a:pt x="34986" y="86593"/>
                    <a:pt x="36848" y="85268"/>
                    <a:pt x="40573" y="84803"/>
                  </a:cubicBezTo>
                  <a:cubicBezTo>
                    <a:pt x="45361" y="84220"/>
                    <a:pt x="50675" y="83121"/>
                    <a:pt x="56514" y="81506"/>
                  </a:cubicBezTo>
                  <a:close/>
                  <a:moveTo>
                    <a:pt x="104323" y="54803"/>
                  </a:moveTo>
                  <a:cubicBezTo>
                    <a:pt x="95189" y="54803"/>
                    <a:pt x="84439" y="55945"/>
                    <a:pt x="72073" y="58228"/>
                  </a:cubicBezTo>
                  <a:cubicBezTo>
                    <a:pt x="72073" y="61403"/>
                    <a:pt x="71924" y="67856"/>
                    <a:pt x="71626" y="77588"/>
                  </a:cubicBezTo>
                  <a:cubicBezTo>
                    <a:pt x="77491" y="75500"/>
                    <a:pt x="81838" y="74455"/>
                    <a:pt x="84667" y="74455"/>
                  </a:cubicBezTo>
                  <a:cubicBezTo>
                    <a:pt x="87496" y="74455"/>
                    <a:pt x="90179" y="75040"/>
                    <a:pt x="92715" y="76209"/>
                  </a:cubicBezTo>
                  <a:cubicBezTo>
                    <a:pt x="95251" y="77378"/>
                    <a:pt x="96519" y="79191"/>
                    <a:pt x="96519" y="81646"/>
                  </a:cubicBezTo>
                  <a:cubicBezTo>
                    <a:pt x="96519" y="84101"/>
                    <a:pt x="94935" y="85871"/>
                    <a:pt x="91768" y="86957"/>
                  </a:cubicBezTo>
                  <a:cubicBezTo>
                    <a:pt x="88601" y="88043"/>
                    <a:pt x="81812" y="89532"/>
                    <a:pt x="71401" y="91425"/>
                  </a:cubicBezTo>
                  <a:cubicBezTo>
                    <a:pt x="71401" y="98293"/>
                    <a:pt x="71251" y="105043"/>
                    <a:pt x="70951" y="111674"/>
                  </a:cubicBezTo>
                  <a:cubicBezTo>
                    <a:pt x="79093" y="110034"/>
                    <a:pt x="84994" y="109213"/>
                    <a:pt x="88655" y="109213"/>
                  </a:cubicBezTo>
                  <a:cubicBezTo>
                    <a:pt x="92317" y="109213"/>
                    <a:pt x="94820" y="109587"/>
                    <a:pt x="96165" y="110335"/>
                  </a:cubicBezTo>
                  <a:cubicBezTo>
                    <a:pt x="97511" y="111083"/>
                    <a:pt x="98287" y="111457"/>
                    <a:pt x="98494" y="111457"/>
                  </a:cubicBezTo>
                  <a:cubicBezTo>
                    <a:pt x="99616" y="111457"/>
                    <a:pt x="101720" y="103991"/>
                    <a:pt x="104807" y="89059"/>
                  </a:cubicBezTo>
                  <a:cubicBezTo>
                    <a:pt x="107895" y="74127"/>
                    <a:pt x="109438" y="64919"/>
                    <a:pt x="109438" y="61434"/>
                  </a:cubicBezTo>
                  <a:cubicBezTo>
                    <a:pt x="109438" y="57949"/>
                    <a:pt x="109204" y="55973"/>
                    <a:pt x="108736" y="55505"/>
                  </a:cubicBezTo>
                  <a:cubicBezTo>
                    <a:pt x="108269" y="55037"/>
                    <a:pt x="106797" y="54803"/>
                    <a:pt x="104323" y="54803"/>
                  </a:cubicBezTo>
                  <a:close/>
                  <a:moveTo>
                    <a:pt x="626842" y="35965"/>
                  </a:moveTo>
                  <a:lnTo>
                    <a:pt x="609358" y="89479"/>
                  </a:lnTo>
                  <a:lnTo>
                    <a:pt x="645377" y="89479"/>
                  </a:lnTo>
                  <a:close/>
                  <a:moveTo>
                    <a:pt x="367418" y="28707"/>
                  </a:moveTo>
                  <a:cubicBezTo>
                    <a:pt x="370931" y="28707"/>
                    <a:pt x="374420" y="29390"/>
                    <a:pt x="377885" y="30757"/>
                  </a:cubicBezTo>
                  <a:cubicBezTo>
                    <a:pt x="381350" y="32124"/>
                    <a:pt x="383082" y="34089"/>
                    <a:pt x="383082" y="36653"/>
                  </a:cubicBezTo>
                  <a:cubicBezTo>
                    <a:pt x="383082" y="39216"/>
                    <a:pt x="380328" y="41386"/>
                    <a:pt x="374818" y="43164"/>
                  </a:cubicBezTo>
                  <a:cubicBezTo>
                    <a:pt x="369309" y="44942"/>
                    <a:pt x="353601" y="47714"/>
                    <a:pt x="327693" y="51481"/>
                  </a:cubicBezTo>
                  <a:cubicBezTo>
                    <a:pt x="331279" y="52407"/>
                    <a:pt x="333072" y="54322"/>
                    <a:pt x="333072" y="57225"/>
                  </a:cubicBezTo>
                  <a:cubicBezTo>
                    <a:pt x="333072" y="59223"/>
                    <a:pt x="332303" y="60772"/>
                    <a:pt x="330765" y="61872"/>
                  </a:cubicBezTo>
                  <a:cubicBezTo>
                    <a:pt x="321809" y="67844"/>
                    <a:pt x="313010" y="74952"/>
                    <a:pt x="304369" y="83196"/>
                  </a:cubicBezTo>
                  <a:cubicBezTo>
                    <a:pt x="323969" y="78710"/>
                    <a:pt x="338068" y="75847"/>
                    <a:pt x="346667" y="74609"/>
                  </a:cubicBezTo>
                  <a:cubicBezTo>
                    <a:pt x="341733" y="68418"/>
                    <a:pt x="339266" y="64415"/>
                    <a:pt x="339266" y="62600"/>
                  </a:cubicBezTo>
                  <a:cubicBezTo>
                    <a:pt x="339266" y="60786"/>
                    <a:pt x="340393" y="59879"/>
                    <a:pt x="342647" y="59879"/>
                  </a:cubicBezTo>
                  <a:cubicBezTo>
                    <a:pt x="344900" y="59879"/>
                    <a:pt x="348723" y="61028"/>
                    <a:pt x="354114" y="63325"/>
                  </a:cubicBezTo>
                  <a:cubicBezTo>
                    <a:pt x="359505" y="65623"/>
                    <a:pt x="363551" y="68164"/>
                    <a:pt x="366251" y="70948"/>
                  </a:cubicBezTo>
                  <a:cubicBezTo>
                    <a:pt x="368952" y="73732"/>
                    <a:pt x="370302" y="77306"/>
                    <a:pt x="370302" y="81671"/>
                  </a:cubicBezTo>
                  <a:cubicBezTo>
                    <a:pt x="370302" y="89922"/>
                    <a:pt x="368119" y="94047"/>
                    <a:pt x="363755" y="94047"/>
                  </a:cubicBezTo>
                  <a:cubicBezTo>
                    <a:pt x="360554" y="94047"/>
                    <a:pt x="356329" y="90235"/>
                    <a:pt x="351078" y="82610"/>
                  </a:cubicBezTo>
                  <a:cubicBezTo>
                    <a:pt x="337553" y="85696"/>
                    <a:pt x="325688" y="89051"/>
                    <a:pt x="315484" y="92674"/>
                  </a:cubicBezTo>
                  <a:cubicBezTo>
                    <a:pt x="305281" y="96297"/>
                    <a:pt x="298045" y="99676"/>
                    <a:pt x="293778" y="102813"/>
                  </a:cubicBezTo>
                  <a:cubicBezTo>
                    <a:pt x="291616" y="104444"/>
                    <a:pt x="289456" y="105259"/>
                    <a:pt x="287299" y="105259"/>
                  </a:cubicBezTo>
                  <a:cubicBezTo>
                    <a:pt x="285141" y="105259"/>
                    <a:pt x="283508" y="103688"/>
                    <a:pt x="282398" y="100546"/>
                  </a:cubicBezTo>
                  <a:cubicBezTo>
                    <a:pt x="281288" y="97404"/>
                    <a:pt x="280733" y="94977"/>
                    <a:pt x="280733" y="93265"/>
                  </a:cubicBezTo>
                  <a:cubicBezTo>
                    <a:pt x="280733" y="91553"/>
                    <a:pt x="281357" y="89882"/>
                    <a:pt x="282605" y="88252"/>
                  </a:cubicBezTo>
                  <a:cubicBezTo>
                    <a:pt x="283853" y="86622"/>
                    <a:pt x="285281" y="85525"/>
                    <a:pt x="286888" y="84962"/>
                  </a:cubicBezTo>
                  <a:cubicBezTo>
                    <a:pt x="288495" y="84399"/>
                    <a:pt x="290331" y="83442"/>
                    <a:pt x="292394" y="82090"/>
                  </a:cubicBezTo>
                  <a:cubicBezTo>
                    <a:pt x="294457" y="80739"/>
                    <a:pt x="296062" y="79523"/>
                    <a:pt x="297209" y="78442"/>
                  </a:cubicBezTo>
                  <a:cubicBezTo>
                    <a:pt x="298355" y="77361"/>
                    <a:pt x="300237" y="75041"/>
                    <a:pt x="302854" y="71482"/>
                  </a:cubicBezTo>
                  <a:cubicBezTo>
                    <a:pt x="305471" y="67923"/>
                    <a:pt x="307518" y="64924"/>
                    <a:pt x="308996" y="62484"/>
                  </a:cubicBezTo>
                  <a:cubicBezTo>
                    <a:pt x="310474" y="60045"/>
                    <a:pt x="311552" y="57941"/>
                    <a:pt x="312232" y="56175"/>
                  </a:cubicBezTo>
                  <a:cubicBezTo>
                    <a:pt x="312912" y="54408"/>
                    <a:pt x="313252" y="53577"/>
                    <a:pt x="313252" y="53681"/>
                  </a:cubicBezTo>
                  <a:cubicBezTo>
                    <a:pt x="304846" y="55324"/>
                    <a:pt x="298454" y="56146"/>
                    <a:pt x="294076" y="56146"/>
                  </a:cubicBezTo>
                  <a:cubicBezTo>
                    <a:pt x="289698" y="56146"/>
                    <a:pt x="285932" y="55543"/>
                    <a:pt x="282777" y="54337"/>
                  </a:cubicBezTo>
                  <a:cubicBezTo>
                    <a:pt x="279621" y="53131"/>
                    <a:pt x="278044" y="51497"/>
                    <a:pt x="278044" y="49436"/>
                  </a:cubicBezTo>
                  <a:cubicBezTo>
                    <a:pt x="278044" y="47375"/>
                    <a:pt x="280125" y="46234"/>
                    <a:pt x="284288" y="46013"/>
                  </a:cubicBezTo>
                  <a:cubicBezTo>
                    <a:pt x="300297" y="44531"/>
                    <a:pt x="322617" y="39762"/>
                    <a:pt x="351249" y="31704"/>
                  </a:cubicBezTo>
                  <a:cubicBezTo>
                    <a:pt x="358515" y="29706"/>
                    <a:pt x="363904" y="28707"/>
                    <a:pt x="367418" y="28707"/>
                  </a:cubicBezTo>
                  <a:close/>
                  <a:moveTo>
                    <a:pt x="241311" y="23324"/>
                  </a:moveTo>
                  <a:cubicBezTo>
                    <a:pt x="248969" y="23324"/>
                    <a:pt x="255338" y="25073"/>
                    <a:pt x="260418" y="28571"/>
                  </a:cubicBezTo>
                  <a:cubicBezTo>
                    <a:pt x="265499" y="32069"/>
                    <a:pt x="268039" y="36911"/>
                    <a:pt x="268039" y="43098"/>
                  </a:cubicBezTo>
                  <a:cubicBezTo>
                    <a:pt x="268039" y="48808"/>
                    <a:pt x="265770" y="51663"/>
                    <a:pt x="261233" y="51663"/>
                  </a:cubicBezTo>
                  <a:cubicBezTo>
                    <a:pt x="256695" y="51663"/>
                    <a:pt x="251112" y="48109"/>
                    <a:pt x="244483" y="40999"/>
                  </a:cubicBezTo>
                  <a:cubicBezTo>
                    <a:pt x="237853" y="33890"/>
                    <a:pt x="234538" y="29167"/>
                    <a:pt x="234538" y="26830"/>
                  </a:cubicBezTo>
                  <a:cubicBezTo>
                    <a:pt x="234538" y="24493"/>
                    <a:pt x="236796" y="23324"/>
                    <a:pt x="241311" y="23324"/>
                  </a:cubicBezTo>
                  <a:close/>
                  <a:moveTo>
                    <a:pt x="627146" y="10094"/>
                  </a:moveTo>
                  <a:lnTo>
                    <a:pt x="636972" y="10094"/>
                  </a:lnTo>
                  <a:lnTo>
                    <a:pt x="687103" y="145521"/>
                  </a:lnTo>
                  <a:cubicBezTo>
                    <a:pt x="687994" y="147688"/>
                    <a:pt x="688771" y="149103"/>
                    <a:pt x="689436" y="149767"/>
                  </a:cubicBezTo>
                  <a:cubicBezTo>
                    <a:pt x="690100" y="150430"/>
                    <a:pt x="691421" y="151072"/>
                    <a:pt x="693397" y="151694"/>
                  </a:cubicBezTo>
                  <a:lnTo>
                    <a:pt x="705906" y="155567"/>
                  </a:lnTo>
                  <a:lnTo>
                    <a:pt x="705906" y="163086"/>
                  </a:lnTo>
                  <a:lnTo>
                    <a:pt x="675695" y="162445"/>
                  </a:lnTo>
                  <a:cubicBezTo>
                    <a:pt x="663805" y="162445"/>
                    <a:pt x="653250" y="162669"/>
                    <a:pt x="644030" y="163117"/>
                  </a:cubicBezTo>
                  <a:lnTo>
                    <a:pt x="644030" y="155737"/>
                  </a:lnTo>
                  <a:lnTo>
                    <a:pt x="660743" y="153201"/>
                  </a:lnTo>
                  <a:cubicBezTo>
                    <a:pt x="663293" y="152796"/>
                    <a:pt x="664883" y="152426"/>
                    <a:pt x="665511" y="152090"/>
                  </a:cubicBezTo>
                  <a:cubicBezTo>
                    <a:pt x="666140" y="151754"/>
                    <a:pt x="666454" y="151379"/>
                    <a:pt x="666454" y="150965"/>
                  </a:cubicBezTo>
                  <a:cubicBezTo>
                    <a:pt x="666454" y="150391"/>
                    <a:pt x="666117" y="149158"/>
                    <a:pt x="665443" y="147265"/>
                  </a:cubicBezTo>
                  <a:lnTo>
                    <a:pt x="647823" y="98755"/>
                  </a:lnTo>
                  <a:lnTo>
                    <a:pt x="606893" y="98755"/>
                  </a:lnTo>
                  <a:lnTo>
                    <a:pt x="589584" y="148943"/>
                  </a:lnTo>
                  <a:cubicBezTo>
                    <a:pt x="589163" y="150355"/>
                    <a:pt x="588952" y="151403"/>
                    <a:pt x="588952" y="152087"/>
                  </a:cubicBezTo>
                  <a:cubicBezTo>
                    <a:pt x="588952" y="152606"/>
                    <a:pt x="589156" y="153002"/>
                    <a:pt x="589564" y="153276"/>
                  </a:cubicBezTo>
                  <a:cubicBezTo>
                    <a:pt x="589973" y="153550"/>
                    <a:pt x="591435" y="153753"/>
                    <a:pt x="593952" y="153887"/>
                  </a:cubicBezTo>
                  <a:lnTo>
                    <a:pt x="611601" y="155148"/>
                  </a:lnTo>
                  <a:lnTo>
                    <a:pt x="611601" y="162895"/>
                  </a:lnTo>
                  <a:cubicBezTo>
                    <a:pt x="607079" y="162595"/>
                    <a:pt x="597122" y="162445"/>
                    <a:pt x="581729" y="162445"/>
                  </a:cubicBezTo>
                  <a:cubicBezTo>
                    <a:pt x="566325" y="162445"/>
                    <a:pt x="556369" y="162595"/>
                    <a:pt x="551861" y="162895"/>
                  </a:cubicBezTo>
                  <a:lnTo>
                    <a:pt x="551861" y="155158"/>
                  </a:lnTo>
                  <a:lnTo>
                    <a:pt x="568060" y="153873"/>
                  </a:lnTo>
                  <a:cubicBezTo>
                    <a:pt x="572010" y="153515"/>
                    <a:pt x="574758" y="152187"/>
                    <a:pt x="576304" y="149886"/>
                  </a:cubicBezTo>
                  <a:close/>
                  <a:moveTo>
                    <a:pt x="519312" y="2018"/>
                  </a:moveTo>
                  <a:lnTo>
                    <a:pt x="532850" y="2018"/>
                  </a:lnTo>
                  <a:lnTo>
                    <a:pt x="454954" y="192720"/>
                  </a:lnTo>
                  <a:lnTo>
                    <a:pt x="441717" y="192720"/>
                  </a:lnTo>
                  <a:close/>
                  <a:moveTo>
                    <a:pt x="321146" y="450"/>
                  </a:moveTo>
                  <a:cubicBezTo>
                    <a:pt x="327446" y="450"/>
                    <a:pt x="333103" y="2037"/>
                    <a:pt x="338114" y="5211"/>
                  </a:cubicBezTo>
                  <a:cubicBezTo>
                    <a:pt x="343125" y="8385"/>
                    <a:pt x="345631" y="11969"/>
                    <a:pt x="345631" y="15962"/>
                  </a:cubicBezTo>
                  <a:cubicBezTo>
                    <a:pt x="345631" y="24664"/>
                    <a:pt x="343190" y="29014"/>
                    <a:pt x="338307" y="29014"/>
                  </a:cubicBezTo>
                  <a:cubicBezTo>
                    <a:pt x="333424" y="29014"/>
                    <a:pt x="328214" y="25484"/>
                    <a:pt x="322678" y="18423"/>
                  </a:cubicBezTo>
                  <a:cubicBezTo>
                    <a:pt x="317142" y="11363"/>
                    <a:pt x="314373" y="6602"/>
                    <a:pt x="314373" y="4141"/>
                  </a:cubicBezTo>
                  <a:cubicBezTo>
                    <a:pt x="314373" y="1680"/>
                    <a:pt x="316631" y="450"/>
                    <a:pt x="321146" y="450"/>
                  </a:cubicBezTo>
                  <a:close/>
                  <a:moveTo>
                    <a:pt x="52365" y="0"/>
                  </a:moveTo>
                  <a:cubicBezTo>
                    <a:pt x="55281" y="0"/>
                    <a:pt x="60042" y="1280"/>
                    <a:pt x="66649" y="3841"/>
                  </a:cubicBezTo>
                  <a:cubicBezTo>
                    <a:pt x="73256" y="6402"/>
                    <a:pt x="76559" y="10069"/>
                    <a:pt x="76559" y="14841"/>
                  </a:cubicBezTo>
                  <a:cubicBezTo>
                    <a:pt x="76559" y="16551"/>
                    <a:pt x="76075" y="19019"/>
                    <a:pt x="75105" y="22245"/>
                  </a:cubicBezTo>
                  <a:cubicBezTo>
                    <a:pt x="73501" y="27503"/>
                    <a:pt x="72490" y="35934"/>
                    <a:pt x="72073" y="47538"/>
                  </a:cubicBezTo>
                  <a:cubicBezTo>
                    <a:pt x="90825" y="44290"/>
                    <a:pt x="101874" y="42109"/>
                    <a:pt x="105220" y="40994"/>
                  </a:cubicBezTo>
                  <a:cubicBezTo>
                    <a:pt x="109232" y="39230"/>
                    <a:pt x="112352" y="38347"/>
                    <a:pt x="114580" y="38347"/>
                  </a:cubicBezTo>
                  <a:cubicBezTo>
                    <a:pt x="116808" y="38347"/>
                    <a:pt x="121605" y="40412"/>
                    <a:pt x="128973" y="44541"/>
                  </a:cubicBezTo>
                  <a:cubicBezTo>
                    <a:pt x="136341" y="48670"/>
                    <a:pt x="140024" y="52300"/>
                    <a:pt x="140024" y="55432"/>
                  </a:cubicBezTo>
                  <a:cubicBezTo>
                    <a:pt x="140024" y="57827"/>
                    <a:pt x="138779" y="59989"/>
                    <a:pt x="136288" y="61918"/>
                  </a:cubicBezTo>
                  <a:cubicBezTo>
                    <a:pt x="133797" y="63847"/>
                    <a:pt x="131760" y="66362"/>
                    <a:pt x="130177" y="69462"/>
                  </a:cubicBezTo>
                  <a:cubicBezTo>
                    <a:pt x="128593" y="72562"/>
                    <a:pt x="127216" y="76414"/>
                    <a:pt x="126046" y="81017"/>
                  </a:cubicBezTo>
                  <a:cubicBezTo>
                    <a:pt x="124875" y="85620"/>
                    <a:pt x="122830" y="92339"/>
                    <a:pt x="119911" y="101173"/>
                  </a:cubicBezTo>
                  <a:cubicBezTo>
                    <a:pt x="116992" y="110008"/>
                    <a:pt x="113957" y="116373"/>
                    <a:pt x="110806" y="120270"/>
                  </a:cubicBezTo>
                  <a:cubicBezTo>
                    <a:pt x="107656" y="124167"/>
                    <a:pt x="104898" y="126115"/>
                    <a:pt x="102534" y="126115"/>
                  </a:cubicBezTo>
                  <a:cubicBezTo>
                    <a:pt x="100169" y="126115"/>
                    <a:pt x="98426" y="125181"/>
                    <a:pt x="97305" y="123312"/>
                  </a:cubicBezTo>
                  <a:cubicBezTo>
                    <a:pt x="96183" y="121442"/>
                    <a:pt x="94616" y="120508"/>
                    <a:pt x="92604" y="120508"/>
                  </a:cubicBezTo>
                  <a:cubicBezTo>
                    <a:pt x="90592" y="120508"/>
                    <a:pt x="83352" y="121389"/>
                    <a:pt x="70883" y="123151"/>
                  </a:cubicBezTo>
                  <a:cubicBezTo>
                    <a:pt x="70760" y="130947"/>
                    <a:pt x="70988" y="137423"/>
                    <a:pt x="71569" y="142578"/>
                  </a:cubicBezTo>
                  <a:cubicBezTo>
                    <a:pt x="72150" y="147734"/>
                    <a:pt x="73215" y="151440"/>
                    <a:pt x="74764" y="153698"/>
                  </a:cubicBezTo>
                  <a:cubicBezTo>
                    <a:pt x="76313" y="155955"/>
                    <a:pt x="79905" y="157814"/>
                    <a:pt x="85539" y="159275"/>
                  </a:cubicBezTo>
                  <a:cubicBezTo>
                    <a:pt x="91173" y="160736"/>
                    <a:pt x="97810" y="161466"/>
                    <a:pt x="105450" y="161466"/>
                  </a:cubicBezTo>
                  <a:cubicBezTo>
                    <a:pt x="113091" y="161466"/>
                    <a:pt x="120374" y="160895"/>
                    <a:pt x="127299" y="159752"/>
                  </a:cubicBezTo>
                  <a:cubicBezTo>
                    <a:pt x="134225" y="158609"/>
                    <a:pt x="138525" y="157232"/>
                    <a:pt x="140199" y="155623"/>
                  </a:cubicBezTo>
                  <a:cubicBezTo>
                    <a:pt x="141873" y="154013"/>
                    <a:pt x="143421" y="151646"/>
                    <a:pt x="144843" y="148522"/>
                  </a:cubicBezTo>
                  <a:cubicBezTo>
                    <a:pt x="146264" y="145398"/>
                    <a:pt x="148154" y="138010"/>
                    <a:pt x="150511" y="126358"/>
                  </a:cubicBezTo>
                  <a:cubicBezTo>
                    <a:pt x="151335" y="122255"/>
                    <a:pt x="152934" y="120204"/>
                    <a:pt x="155308" y="120204"/>
                  </a:cubicBezTo>
                  <a:cubicBezTo>
                    <a:pt x="157682" y="120204"/>
                    <a:pt x="159086" y="122407"/>
                    <a:pt x="159518" y="126814"/>
                  </a:cubicBezTo>
                  <a:cubicBezTo>
                    <a:pt x="159950" y="131220"/>
                    <a:pt x="160932" y="136380"/>
                    <a:pt x="162465" y="142293"/>
                  </a:cubicBezTo>
                  <a:cubicBezTo>
                    <a:pt x="163997" y="148205"/>
                    <a:pt x="165312" y="152143"/>
                    <a:pt x="166410" y="154105"/>
                  </a:cubicBezTo>
                  <a:cubicBezTo>
                    <a:pt x="167507" y="156067"/>
                    <a:pt x="168056" y="157861"/>
                    <a:pt x="168056" y="159488"/>
                  </a:cubicBezTo>
                  <a:cubicBezTo>
                    <a:pt x="168056" y="164729"/>
                    <a:pt x="162248" y="169522"/>
                    <a:pt x="150631" y="173868"/>
                  </a:cubicBezTo>
                  <a:cubicBezTo>
                    <a:pt x="139014" y="178214"/>
                    <a:pt x="125895" y="180387"/>
                    <a:pt x="111274" y="180387"/>
                  </a:cubicBezTo>
                  <a:cubicBezTo>
                    <a:pt x="100635" y="180387"/>
                    <a:pt x="91617" y="179230"/>
                    <a:pt x="84221" y="176918"/>
                  </a:cubicBezTo>
                  <a:cubicBezTo>
                    <a:pt x="76825" y="174606"/>
                    <a:pt x="70948" y="171393"/>
                    <a:pt x="66592" y="167280"/>
                  </a:cubicBezTo>
                  <a:cubicBezTo>
                    <a:pt x="62235" y="163166"/>
                    <a:pt x="59392" y="157818"/>
                    <a:pt x="58060" y="151236"/>
                  </a:cubicBezTo>
                  <a:cubicBezTo>
                    <a:pt x="56729" y="144655"/>
                    <a:pt x="56139" y="135832"/>
                    <a:pt x="56289" y="124769"/>
                  </a:cubicBezTo>
                  <a:cubicBezTo>
                    <a:pt x="46288" y="126552"/>
                    <a:pt x="39027" y="127563"/>
                    <a:pt x="34508" y="127801"/>
                  </a:cubicBezTo>
                  <a:cubicBezTo>
                    <a:pt x="34357" y="131761"/>
                    <a:pt x="32513" y="133741"/>
                    <a:pt x="28975" y="133741"/>
                  </a:cubicBezTo>
                  <a:cubicBezTo>
                    <a:pt x="26879" y="133741"/>
                    <a:pt x="25094" y="132452"/>
                    <a:pt x="23620" y="129873"/>
                  </a:cubicBezTo>
                  <a:cubicBezTo>
                    <a:pt x="22146" y="127294"/>
                    <a:pt x="21088" y="124475"/>
                    <a:pt x="20445" y="121415"/>
                  </a:cubicBezTo>
                  <a:cubicBezTo>
                    <a:pt x="17021" y="105632"/>
                    <a:pt x="13772" y="92471"/>
                    <a:pt x="10699" y="81931"/>
                  </a:cubicBezTo>
                  <a:cubicBezTo>
                    <a:pt x="7626" y="71392"/>
                    <a:pt x="5075" y="65147"/>
                    <a:pt x="3045" y="63195"/>
                  </a:cubicBezTo>
                  <a:cubicBezTo>
                    <a:pt x="1015" y="61244"/>
                    <a:pt x="0" y="58932"/>
                    <a:pt x="0" y="56260"/>
                  </a:cubicBezTo>
                  <a:cubicBezTo>
                    <a:pt x="0" y="53589"/>
                    <a:pt x="1803" y="52253"/>
                    <a:pt x="5409" y="52253"/>
                  </a:cubicBezTo>
                  <a:cubicBezTo>
                    <a:pt x="9016" y="52253"/>
                    <a:pt x="13466" y="53372"/>
                    <a:pt x="18759" y="55610"/>
                  </a:cubicBezTo>
                  <a:cubicBezTo>
                    <a:pt x="32854" y="53731"/>
                    <a:pt x="45439" y="51837"/>
                    <a:pt x="56514" y="49927"/>
                  </a:cubicBezTo>
                  <a:cubicBezTo>
                    <a:pt x="56366" y="33518"/>
                    <a:pt x="54909" y="22510"/>
                    <a:pt x="52142" y="16902"/>
                  </a:cubicBezTo>
                  <a:cubicBezTo>
                    <a:pt x="49375" y="11294"/>
                    <a:pt x="47991" y="7075"/>
                    <a:pt x="47991" y="4245"/>
                  </a:cubicBezTo>
                  <a:cubicBezTo>
                    <a:pt x="47991" y="1415"/>
                    <a:pt x="49449" y="0"/>
                    <a:pt x="52365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4B5DDD3D-959E-4972-870C-2204AC16E798}"/>
                </a:ext>
              </a:extLst>
            </p:cNvPr>
            <p:cNvSpPr/>
            <p:nvPr/>
          </p:nvSpPr>
          <p:spPr>
            <a:xfrm>
              <a:off x="9291124" y="279489"/>
              <a:ext cx="5801751" cy="3137884"/>
            </a:xfrm>
            <a:prstGeom prst="rect">
              <a:avLst/>
            </a:prstGeom>
            <a:no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73BD0ABA-726F-4D6B-B594-ADF091AF4A42}"/>
              </a:ext>
            </a:extLst>
          </p:cNvPr>
          <p:cNvGrpSpPr/>
          <p:nvPr/>
        </p:nvGrpSpPr>
        <p:grpSpPr>
          <a:xfrm>
            <a:off x="869370" y="4151739"/>
            <a:ext cx="4223087" cy="1883901"/>
            <a:chOff x="2514577" y="1975403"/>
            <a:chExt cx="7162847" cy="3297346"/>
          </a:xfrm>
        </p:grpSpPr>
        <p:grpSp>
          <p:nvGrpSpPr>
            <p:cNvPr id="132" name="组合 131">
              <a:extLst>
                <a:ext uri="{FF2B5EF4-FFF2-40B4-BE49-F238E27FC236}">
                  <a16:creationId xmlns:a16="http://schemas.microsoft.com/office/drawing/2014/main" id="{3C07A536-D6CE-40C9-A94A-083999A33572}"/>
                </a:ext>
              </a:extLst>
            </p:cNvPr>
            <p:cNvGrpSpPr/>
            <p:nvPr/>
          </p:nvGrpSpPr>
          <p:grpSpPr>
            <a:xfrm>
              <a:off x="2514577" y="2212345"/>
              <a:ext cx="3477829" cy="2442098"/>
              <a:chOff x="2514577" y="2207951"/>
              <a:chExt cx="3477829" cy="2442098"/>
            </a:xfrm>
          </p:grpSpPr>
          <p:sp>
            <p:nvSpPr>
              <p:cNvPr id="170" name="矩形 169">
                <a:extLst>
                  <a:ext uri="{FF2B5EF4-FFF2-40B4-BE49-F238E27FC236}">
                    <a16:creationId xmlns:a16="http://schemas.microsoft.com/office/drawing/2014/main" id="{1C7B6957-77C7-4C07-A26B-E90AF06105BD}"/>
                  </a:ext>
                </a:extLst>
              </p:cNvPr>
              <p:cNvSpPr/>
              <p:nvPr/>
            </p:nvSpPr>
            <p:spPr>
              <a:xfrm>
                <a:off x="2514577" y="2771942"/>
                <a:ext cx="3477829" cy="18781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A560F8BF-3D31-4825-841D-A7400B83C93C}"/>
                  </a:ext>
                </a:extLst>
              </p:cNvPr>
              <p:cNvSpPr txBox="1"/>
              <p:nvPr/>
            </p:nvSpPr>
            <p:spPr>
              <a:xfrm>
                <a:off x="3799406" y="2207951"/>
                <a:ext cx="727279" cy="388264"/>
              </a:xfrm>
              <a:custGeom>
                <a:avLst/>
                <a:gdLst/>
                <a:ahLst/>
                <a:cxnLst/>
                <a:rect l="l" t="t" r="r" b="b"/>
                <a:pathLst>
                  <a:path w="281026" h="150028">
                    <a:moveTo>
                      <a:pt x="251527" y="24070"/>
                    </a:moveTo>
                    <a:cubicBezTo>
                      <a:pt x="255146" y="27810"/>
                      <a:pt x="258705" y="30283"/>
                      <a:pt x="262204" y="31490"/>
                    </a:cubicBezTo>
                    <a:cubicBezTo>
                      <a:pt x="263652" y="32093"/>
                      <a:pt x="264376" y="32696"/>
                      <a:pt x="264376" y="33299"/>
                    </a:cubicBezTo>
                    <a:cubicBezTo>
                      <a:pt x="264376" y="33903"/>
                      <a:pt x="263199" y="34747"/>
                      <a:pt x="260847" y="35833"/>
                    </a:cubicBezTo>
                    <a:cubicBezTo>
                      <a:pt x="258494" y="36919"/>
                      <a:pt x="254905" y="40719"/>
                      <a:pt x="250079" y="47235"/>
                    </a:cubicBezTo>
                    <a:cubicBezTo>
                      <a:pt x="241392" y="58938"/>
                      <a:pt x="232947" y="69313"/>
                      <a:pt x="224742" y="78362"/>
                    </a:cubicBezTo>
                    <a:lnTo>
                      <a:pt x="264376" y="120348"/>
                    </a:lnTo>
                    <a:lnTo>
                      <a:pt x="255146" y="128130"/>
                    </a:lnTo>
                    <a:cubicBezTo>
                      <a:pt x="241995" y="112566"/>
                      <a:pt x="229568" y="98511"/>
                      <a:pt x="217865" y="85963"/>
                    </a:cubicBezTo>
                    <a:cubicBezTo>
                      <a:pt x="203508" y="101165"/>
                      <a:pt x="187703" y="115160"/>
                      <a:pt x="170450" y="127949"/>
                    </a:cubicBezTo>
                    <a:cubicBezTo>
                      <a:pt x="169605" y="123847"/>
                      <a:pt x="166589" y="120590"/>
                      <a:pt x="161401" y="118177"/>
                    </a:cubicBezTo>
                    <a:cubicBezTo>
                      <a:pt x="177689" y="109007"/>
                      <a:pt x="194218" y="95856"/>
                      <a:pt x="210988" y="78724"/>
                    </a:cubicBezTo>
                    <a:cubicBezTo>
                      <a:pt x="196390" y="63281"/>
                      <a:pt x="182394" y="49406"/>
                      <a:pt x="169002" y="37100"/>
                    </a:cubicBezTo>
                    <a:lnTo>
                      <a:pt x="176422" y="30766"/>
                    </a:lnTo>
                    <a:cubicBezTo>
                      <a:pt x="193675" y="47174"/>
                      <a:pt x="207550" y="60687"/>
                      <a:pt x="218046" y="71304"/>
                    </a:cubicBezTo>
                    <a:cubicBezTo>
                      <a:pt x="233127" y="54413"/>
                      <a:pt x="244288" y="38668"/>
                      <a:pt x="251527" y="24070"/>
                    </a:cubicBezTo>
                    <a:close/>
                    <a:moveTo>
                      <a:pt x="141132" y="6877"/>
                    </a:moveTo>
                    <a:cubicBezTo>
                      <a:pt x="147647" y="8084"/>
                      <a:pt x="170269" y="8687"/>
                      <a:pt x="208997" y="8687"/>
                    </a:cubicBezTo>
                    <a:cubicBezTo>
                      <a:pt x="247726" y="8687"/>
                      <a:pt x="269624" y="8084"/>
                      <a:pt x="274692" y="6877"/>
                    </a:cubicBezTo>
                    <a:lnTo>
                      <a:pt x="274692" y="20088"/>
                    </a:lnTo>
                    <a:cubicBezTo>
                      <a:pt x="266005" y="18761"/>
                      <a:pt x="244589" y="18098"/>
                      <a:pt x="210445" y="18098"/>
                    </a:cubicBezTo>
                    <a:lnTo>
                      <a:pt x="152895" y="18098"/>
                    </a:lnTo>
                    <a:lnTo>
                      <a:pt x="152895" y="138808"/>
                    </a:lnTo>
                    <a:lnTo>
                      <a:pt x="218227" y="138808"/>
                    </a:lnTo>
                    <a:cubicBezTo>
                      <a:pt x="251165" y="138808"/>
                      <a:pt x="272098" y="138144"/>
                      <a:pt x="281026" y="136817"/>
                    </a:cubicBezTo>
                    <a:lnTo>
                      <a:pt x="281026" y="150028"/>
                    </a:lnTo>
                    <a:cubicBezTo>
                      <a:pt x="274390" y="148701"/>
                      <a:pt x="251044" y="148038"/>
                      <a:pt x="210988" y="148038"/>
                    </a:cubicBezTo>
                    <a:cubicBezTo>
                      <a:pt x="170932" y="148038"/>
                      <a:pt x="147647" y="148701"/>
                      <a:pt x="141132" y="150028"/>
                    </a:cubicBezTo>
                    <a:cubicBezTo>
                      <a:pt x="141735" y="140497"/>
                      <a:pt x="142037" y="130785"/>
                      <a:pt x="142037" y="120891"/>
                    </a:cubicBezTo>
                    <a:lnTo>
                      <a:pt x="142037" y="36195"/>
                    </a:lnTo>
                    <a:cubicBezTo>
                      <a:pt x="142037" y="24492"/>
                      <a:pt x="141735" y="14719"/>
                      <a:pt x="141132" y="6877"/>
                    </a:cubicBezTo>
                    <a:close/>
                    <a:moveTo>
                      <a:pt x="0" y="0"/>
                    </a:moveTo>
                    <a:lnTo>
                      <a:pt x="2896" y="0"/>
                    </a:lnTo>
                    <a:lnTo>
                      <a:pt x="89221" y="99536"/>
                    </a:lnTo>
                    <a:lnTo>
                      <a:pt x="89221" y="0"/>
                    </a:lnTo>
                    <a:lnTo>
                      <a:pt x="102070" y="0"/>
                    </a:lnTo>
                    <a:lnTo>
                      <a:pt x="102070" y="129940"/>
                    </a:lnTo>
                    <a:lnTo>
                      <a:pt x="99174" y="129940"/>
                    </a:lnTo>
                    <a:lnTo>
                      <a:pt x="13392" y="31671"/>
                    </a:lnTo>
                    <a:lnTo>
                      <a:pt x="13392" y="129940"/>
                    </a:lnTo>
                    <a:lnTo>
                      <a:pt x="0" y="12994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4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grpSp>
            <p:nvGrpSpPr>
              <p:cNvPr id="172" name="组合 171">
                <a:extLst>
                  <a:ext uri="{FF2B5EF4-FFF2-40B4-BE49-F238E27FC236}">
                    <a16:creationId xmlns:a16="http://schemas.microsoft.com/office/drawing/2014/main" id="{91FBA95C-1A94-4F8B-A53A-911DDF2BED41}"/>
                  </a:ext>
                </a:extLst>
              </p:cNvPr>
              <p:cNvGrpSpPr/>
              <p:nvPr/>
            </p:nvGrpSpPr>
            <p:grpSpPr>
              <a:xfrm>
                <a:off x="2610284" y="2850440"/>
                <a:ext cx="2970865" cy="1725373"/>
                <a:chOff x="1214405" y="4590491"/>
                <a:chExt cx="2970865" cy="1725373"/>
              </a:xfrm>
            </p:grpSpPr>
            <p:grpSp>
              <p:nvGrpSpPr>
                <p:cNvPr id="173" name="组合 172">
                  <a:extLst>
                    <a:ext uri="{FF2B5EF4-FFF2-40B4-BE49-F238E27FC236}">
                      <a16:creationId xmlns:a16="http://schemas.microsoft.com/office/drawing/2014/main" id="{CA118D8C-B9A9-43BF-8C10-075BB440E39A}"/>
                    </a:ext>
                  </a:extLst>
                </p:cNvPr>
                <p:cNvGrpSpPr/>
                <p:nvPr/>
              </p:nvGrpSpPr>
              <p:grpSpPr>
                <a:xfrm>
                  <a:off x="1214405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98" name="椭圆 197">
                    <a:extLst>
                      <a:ext uri="{FF2B5EF4-FFF2-40B4-BE49-F238E27FC236}">
                        <a16:creationId xmlns:a16="http://schemas.microsoft.com/office/drawing/2014/main" id="{50B967AF-CA3A-42C9-919C-F33B487F8563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9" name="椭圆 198">
                    <a:extLst>
                      <a:ext uri="{FF2B5EF4-FFF2-40B4-BE49-F238E27FC236}">
                        <a16:creationId xmlns:a16="http://schemas.microsoft.com/office/drawing/2014/main" id="{18A5D30D-F537-41FA-80AC-9E59B0FD83C2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0" name="椭圆 199">
                    <a:extLst>
                      <a:ext uri="{FF2B5EF4-FFF2-40B4-BE49-F238E27FC236}">
                        <a16:creationId xmlns:a16="http://schemas.microsoft.com/office/drawing/2014/main" id="{7CA9E02F-CCB5-4023-80B8-F91AFCF365E7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1" name="椭圆 200">
                    <a:extLst>
                      <a:ext uri="{FF2B5EF4-FFF2-40B4-BE49-F238E27FC236}">
                        <a16:creationId xmlns:a16="http://schemas.microsoft.com/office/drawing/2014/main" id="{D5FC77D1-8B6A-4732-96A9-3B28275895DE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202" name="椭圆 201">
                    <a:extLst>
                      <a:ext uri="{FF2B5EF4-FFF2-40B4-BE49-F238E27FC236}">
                        <a16:creationId xmlns:a16="http://schemas.microsoft.com/office/drawing/2014/main" id="{EFCAFCBD-2050-4953-B2FB-E30107F2BD90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74" name="组合 173">
                  <a:extLst>
                    <a:ext uri="{FF2B5EF4-FFF2-40B4-BE49-F238E27FC236}">
                      <a16:creationId xmlns:a16="http://schemas.microsoft.com/office/drawing/2014/main" id="{3D0BED96-15AA-4E8A-B386-045F68407DD3}"/>
                    </a:ext>
                  </a:extLst>
                </p:cNvPr>
                <p:cNvGrpSpPr/>
                <p:nvPr/>
              </p:nvGrpSpPr>
              <p:grpSpPr>
                <a:xfrm>
                  <a:off x="4100769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93" name="椭圆 192">
                    <a:extLst>
                      <a:ext uri="{FF2B5EF4-FFF2-40B4-BE49-F238E27FC236}">
                        <a16:creationId xmlns:a16="http://schemas.microsoft.com/office/drawing/2014/main" id="{1FB7B86C-9ABD-4D9C-AB13-C074476F435B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4" name="椭圆 193">
                    <a:extLst>
                      <a:ext uri="{FF2B5EF4-FFF2-40B4-BE49-F238E27FC236}">
                        <a16:creationId xmlns:a16="http://schemas.microsoft.com/office/drawing/2014/main" id="{825674BD-AB2C-43FB-B277-77C6A123F21A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5" name="椭圆 194">
                    <a:extLst>
                      <a:ext uri="{FF2B5EF4-FFF2-40B4-BE49-F238E27FC236}">
                        <a16:creationId xmlns:a16="http://schemas.microsoft.com/office/drawing/2014/main" id="{C4171673-5712-47C4-9A6A-BB9061C87170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6" name="椭圆 195">
                    <a:extLst>
                      <a:ext uri="{FF2B5EF4-FFF2-40B4-BE49-F238E27FC236}">
                        <a16:creationId xmlns:a16="http://schemas.microsoft.com/office/drawing/2014/main" id="{8F88078E-D398-4668-8188-0C0A17760C3D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7" name="椭圆 196">
                    <a:extLst>
                      <a:ext uri="{FF2B5EF4-FFF2-40B4-BE49-F238E27FC236}">
                        <a16:creationId xmlns:a16="http://schemas.microsoft.com/office/drawing/2014/main" id="{DFE076F3-80E6-45F2-BFD3-8415AE86A257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75" name="组合 174">
                  <a:extLst>
                    <a:ext uri="{FF2B5EF4-FFF2-40B4-BE49-F238E27FC236}">
                      <a16:creationId xmlns:a16="http://schemas.microsoft.com/office/drawing/2014/main" id="{D0DE233E-561D-4929-97A9-84EF1DB905F8}"/>
                    </a:ext>
                  </a:extLst>
                </p:cNvPr>
                <p:cNvGrpSpPr/>
                <p:nvPr/>
              </p:nvGrpSpPr>
              <p:grpSpPr>
                <a:xfrm>
                  <a:off x="1935996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88" name="椭圆 187">
                    <a:extLst>
                      <a:ext uri="{FF2B5EF4-FFF2-40B4-BE49-F238E27FC236}">
                        <a16:creationId xmlns:a16="http://schemas.microsoft.com/office/drawing/2014/main" id="{6AF71298-CDA5-42D8-A47E-3A63D3FDFFBD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9" name="椭圆 188">
                    <a:extLst>
                      <a:ext uri="{FF2B5EF4-FFF2-40B4-BE49-F238E27FC236}">
                        <a16:creationId xmlns:a16="http://schemas.microsoft.com/office/drawing/2014/main" id="{2D76F4FD-229D-469B-A2A2-333AFE4CAC12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0" name="椭圆 189">
                    <a:extLst>
                      <a:ext uri="{FF2B5EF4-FFF2-40B4-BE49-F238E27FC236}">
                        <a16:creationId xmlns:a16="http://schemas.microsoft.com/office/drawing/2014/main" id="{801967CB-6EB8-49B1-93AC-042127067D58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1" name="椭圆 190">
                    <a:extLst>
                      <a:ext uri="{FF2B5EF4-FFF2-40B4-BE49-F238E27FC236}">
                        <a16:creationId xmlns:a16="http://schemas.microsoft.com/office/drawing/2014/main" id="{23C7828D-949D-4390-AFF1-629CEED09288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92" name="椭圆 191">
                    <a:extLst>
                      <a:ext uri="{FF2B5EF4-FFF2-40B4-BE49-F238E27FC236}">
                        <a16:creationId xmlns:a16="http://schemas.microsoft.com/office/drawing/2014/main" id="{B16024ED-F5D5-4767-A226-D27CABC5A2BE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76" name="组合 175">
                  <a:extLst>
                    <a:ext uri="{FF2B5EF4-FFF2-40B4-BE49-F238E27FC236}">
                      <a16:creationId xmlns:a16="http://schemas.microsoft.com/office/drawing/2014/main" id="{71746A0A-9E24-4FDB-A785-6763C1C6EBF2}"/>
                    </a:ext>
                  </a:extLst>
                </p:cNvPr>
                <p:cNvGrpSpPr/>
                <p:nvPr/>
              </p:nvGrpSpPr>
              <p:grpSpPr>
                <a:xfrm>
                  <a:off x="2657587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83" name="椭圆 182">
                    <a:extLst>
                      <a:ext uri="{FF2B5EF4-FFF2-40B4-BE49-F238E27FC236}">
                        <a16:creationId xmlns:a16="http://schemas.microsoft.com/office/drawing/2014/main" id="{6AAD5664-10A0-425B-94EC-FFCBB608728F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4" name="椭圆 183">
                    <a:extLst>
                      <a:ext uri="{FF2B5EF4-FFF2-40B4-BE49-F238E27FC236}">
                        <a16:creationId xmlns:a16="http://schemas.microsoft.com/office/drawing/2014/main" id="{B5DFDB96-C95F-4C85-93AE-EF0A39EDE09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5" name="椭圆 184">
                    <a:extLst>
                      <a:ext uri="{FF2B5EF4-FFF2-40B4-BE49-F238E27FC236}">
                        <a16:creationId xmlns:a16="http://schemas.microsoft.com/office/drawing/2014/main" id="{CF5F74AD-72F2-48D4-8757-7A042794AD8C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6" name="椭圆 185">
                    <a:extLst>
                      <a:ext uri="{FF2B5EF4-FFF2-40B4-BE49-F238E27FC236}">
                        <a16:creationId xmlns:a16="http://schemas.microsoft.com/office/drawing/2014/main" id="{11ADB2C7-3AA3-4580-A546-9D6C2753CF84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7" name="椭圆 186">
                    <a:extLst>
                      <a:ext uri="{FF2B5EF4-FFF2-40B4-BE49-F238E27FC236}">
                        <a16:creationId xmlns:a16="http://schemas.microsoft.com/office/drawing/2014/main" id="{7F5D2806-A22C-4E86-AF63-5C6322974962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77" name="组合 176">
                  <a:extLst>
                    <a:ext uri="{FF2B5EF4-FFF2-40B4-BE49-F238E27FC236}">
                      <a16:creationId xmlns:a16="http://schemas.microsoft.com/office/drawing/2014/main" id="{47FF2C4D-11C4-4530-9592-B37776556CF7}"/>
                    </a:ext>
                  </a:extLst>
                </p:cNvPr>
                <p:cNvGrpSpPr/>
                <p:nvPr/>
              </p:nvGrpSpPr>
              <p:grpSpPr>
                <a:xfrm>
                  <a:off x="3379178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78" name="椭圆 177">
                    <a:extLst>
                      <a:ext uri="{FF2B5EF4-FFF2-40B4-BE49-F238E27FC236}">
                        <a16:creationId xmlns:a16="http://schemas.microsoft.com/office/drawing/2014/main" id="{B9C0E73B-6071-48F8-8C6F-FC8A20195AFA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79" name="椭圆 178">
                    <a:extLst>
                      <a:ext uri="{FF2B5EF4-FFF2-40B4-BE49-F238E27FC236}">
                        <a16:creationId xmlns:a16="http://schemas.microsoft.com/office/drawing/2014/main" id="{822F44D9-1E35-4D69-9605-DE7525A48C20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0" name="椭圆 179">
                    <a:extLst>
                      <a:ext uri="{FF2B5EF4-FFF2-40B4-BE49-F238E27FC236}">
                        <a16:creationId xmlns:a16="http://schemas.microsoft.com/office/drawing/2014/main" id="{3E4C4750-380C-41EB-AFE8-BE866D02B02A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1" name="椭圆 180">
                    <a:extLst>
                      <a:ext uri="{FF2B5EF4-FFF2-40B4-BE49-F238E27FC236}">
                        <a16:creationId xmlns:a16="http://schemas.microsoft.com/office/drawing/2014/main" id="{E5755F99-121D-4560-8491-B7CC8457719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82" name="椭圆 181">
                    <a:extLst>
                      <a:ext uri="{FF2B5EF4-FFF2-40B4-BE49-F238E27FC236}">
                        <a16:creationId xmlns:a16="http://schemas.microsoft.com/office/drawing/2014/main" id="{CAC4CD0B-80A9-41C3-AC2F-0C3880BD890A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</p:grpSp>
        <p:grpSp>
          <p:nvGrpSpPr>
            <p:cNvPr id="133" name="组合 132">
              <a:extLst>
                <a:ext uri="{FF2B5EF4-FFF2-40B4-BE49-F238E27FC236}">
                  <a16:creationId xmlns:a16="http://schemas.microsoft.com/office/drawing/2014/main" id="{850E30CA-0D0E-40F9-B53C-FA4CA65B17A9}"/>
                </a:ext>
              </a:extLst>
            </p:cNvPr>
            <p:cNvGrpSpPr/>
            <p:nvPr/>
          </p:nvGrpSpPr>
          <p:grpSpPr>
            <a:xfrm>
              <a:off x="5992406" y="2207951"/>
              <a:ext cx="3685018" cy="2442098"/>
              <a:chOff x="5992406" y="2207951"/>
              <a:chExt cx="3685018" cy="2442098"/>
            </a:xfrm>
          </p:grpSpPr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5C8640BA-9CE3-4A19-A1E3-4A7AECB3CB09}"/>
                  </a:ext>
                </a:extLst>
              </p:cNvPr>
              <p:cNvSpPr/>
              <p:nvPr/>
            </p:nvSpPr>
            <p:spPr>
              <a:xfrm>
                <a:off x="5992406" y="2771942"/>
                <a:ext cx="3685018" cy="1878107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3833C5DD-2396-488B-8254-6D2C449224B2}"/>
                  </a:ext>
                </a:extLst>
              </p:cNvPr>
              <p:cNvSpPr txBox="1"/>
              <p:nvPr/>
            </p:nvSpPr>
            <p:spPr>
              <a:xfrm>
                <a:off x="7716571" y="2207951"/>
                <a:ext cx="653797" cy="388264"/>
              </a:xfrm>
              <a:custGeom>
                <a:avLst/>
                <a:gdLst/>
                <a:ahLst/>
                <a:cxnLst/>
                <a:rect l="l" t="t" r="r" b="b"/>
                <a:pathLst>
                  <a:path w="252632" h="150028">
                    <a:moveTo>
                      <a:pt x="223133" y="24070"/>
                    </a:moveTo>
                    <a:cubicBezTo>
                      <a:pt x="226752" y="27810"/>
                      <a:pt x="230311" y="30283"/>
                      <a:pt x="233810" y="31490"/>
                    </a:cubicBezTo>
                    <a:cubicBezTo>
                      <a:pt x="235258" y="32093"/>
                      <a:pt x="235982" y="32696"/>
                      <a:pt x="235982" y="33299"/>
                    </a:cubicBezTo>
                    <a:cubicBezTo>
                      <a:pt x="235982" y="33903"/>
                      <a:pt x="234806" y="34747"/>
                      <a:pt x="232453" y="35833"/>
                    </a:cubicBezTo>
                    <a:cubicBezTo>
                      <a:pt x="230100" y="36919"/>
                      <a:pt x="226511" y="40719"/>
                      <a:pt x="221685" y="47235"/>
                    </a:cubicBezTo>
                    <a:cubicBezTo>
                      <a:pt x="212998" y="58938"/>
                      <a:pt x="204553" y="69313"/>
                      <a:pt x="196348" y="78362"/>
                    </a:cubicBezTo>
                    <a:lnTo>
                      <a:pt x="235982" y="120348"/>
                    </a:lnTo>
                    <a:lnTo>
                      <a:pt x="226752" y="128130"/>
                    </a:lnTo>
                    <a:cubicBezTo>
                      <a:pt x="213601" y="112566"/>
                      <a:pt x="201174" y="98511"/>
                      <a:pt x="189471" y="85963"/>
                    </a:cubicBezTo>
                    <a:cubicBezTo>
                      <a:pt x="175114" y="101165"/>
                      <a:pt x="159309" y="115160"/>
                      <a:pt x="142056" y="127949"/>
                    </a:cubicBezTo>
                    <a:cubicBezTo>
                      <a:pt x="141211" y="123847"/>
                      <a:pt x="138195" y="120590"/>
                      <a:pt x="133007" y="118177"/>
                    </a:cubicBezTo>
                    <a:cubicBezTo>
                      <a:pt x="149295" y="109007"/>
                      <a:pt x="165824" y="95856"/>
                      <a:pt x="182594" y="78724"/>
                    </a:cubicBezTo>
                    <a:cubicBezTo>
                      <a:pt x="167996" y="63281"/>
                      <a:pt x="154000" y="49406"/>
                      <a:pt x="140608" y="37100"/>
                    </a:cubicBezTo>
                    <a:lnTo>
                      <a:pt x="148028" y="30766"/>
                    </a:lnTo>
                    <a:cubicBezTo>
                      <a:pt x="165281" y="47174"/>
                      <a:pt x="179156" y="60687"/>
                      <a:pt x="189652" y="71304"/>
                    </a:cubicBezTo>
                    <a:cubicBezTo>
                      <a:pt x="204734" y="54413"/>
                      <a:pt x="215894" y="38668"/>
                      <a:pt x="223133" y="24070"/>
                    </a:cubicBezTo>
                    <a:close/>
                    <a:moveTo>
                      <a:pt x="13030" y="12668"/>
                    </a:moveTo>
                    <a:lnTo>
                      <a:pt x="13030" y="57007"/>
                    </a:lnTo>
                    <a:lnTo>
                      <a:pt x="34928" y="57007"/>
                    </a:lnTo>
                    <a:cubicBezTo>
                      <a:pt x="48079" y="57248"/>
                      <a:pt x="56826" y="55107"/>
                      <a:pt x="61170" y="50583"/>
                    </a:cubicBezTo>
                    <a:cubicBezTo>
                      <a:pt x="65513" y="46058"/>
                      <a:pt x="67685" y="40719"/>
                      <a:pt x="67685" y="34566"/>
                    </a:cubicBezTo>
                    <a:cubicBezTo>
                      <a:pt x="67685" y="19968"/>
                      <a:pt x="57128" y="12668"/>
                      <a:pt x="36014" y="12668"/>
                    </a:cubicBezTo>
                    <a:close/>
                    <a:moveTo>
                      <a:pt x="112738" y="6877"/>
                    </a:moveTo>
                    <a:cubicBezTo>
                      <a:pt x="119253" y="8084"/>
                      <a:pt x="141875" y="8687"/>
                      <a:pt x="180604" y="8687"/>
                    </a:cubicBezTo>
                    <a:cubicBezTo>
                      <a:pt x="219332" y="8687"/>
                      <a:pt x="241230" y="8084"/>
                      <a:pt x="246298" y="6877"/>
                    </a:cubicBezTo>
                    <a:lnTo>
                      <a:pt x="246298" y="20088"/>
                    </a:lnTo>
                    <a:cubicBezTo>
                      <a:pt x="237611" y="18761"/>
                      <a:pt x="216195" y="18098"/>
                      <a:pt x="182051" y="18098"/>
                    </a:cubicBezTo>
                    <a:lnTo>
                      <a:pt x="124501" y="18098"/>
                    </a:lnTo>
                    <a:lnTo>
                      <a:pt x="124501" y="138808"/>
                    </a:lnTo>
                    <a:lnTo>
                      <a:pt x="189833" y="138808"/>
                    </a:lnTo>
                    <a:cubicBezTo>
                      <a:pt x="222771" y="138808"/>
                      <a:pt x="243704" y="138144"/>
                      <a:pt x="252632" y="136817"/>
                    </a:cubicBezTo>
                    <a:lnTo>
                      <a:pt x="252632" y="150028"/>
                    </a:lnTo>
                    <a:cubicBezTo>
                      <a:pt x="245996" y="148701"/>
                      <a:pt x="222650" y="148038"/>
                      <a:pt x="182594" y="148038"/>
                    </a:cubicBezTo>
                    <a:cubicBezTo>
                      <a:pt x="142539" y="148038"/>
                      <a:pt x="119253" y="148701"/>
                      <a:pt x="112738" y="150028"/>
                    </a:cubicBezTo>
                    <a:cubicBezTo>
                      <a:pt x="113341" y="140497"/>
                      <a:pt x="113643" y="130785"/>
                      <a:pt x="113643" y="120891"/>
                    </a:cubicBezTo>
                    <a:lnTo>
                      <a:pt x="113643" y="36195"/>
                    </a:lnTo>
                    <a:cubicBezTo>
                      <a:pt x="113643" y="24492"/>
                      <a:pt x="113341" y="14719"/>
                      <a:pt x="112738" y="6877"/>
                    </a:cubicBezTo>
                    <a:close/>
                    <a:moveTo>
                      <a:pt x="0" y="0"/>
                    </a:moveTo>
                    <a:lnTo>
                      <a:pt x="25879" y="0"/>
                    </a:lnTo>
                    <a:cubicBezTo>
                      <a:pt x="41202" y="0"/>
                      <a:pt x="51216" y="603"/>
                      <a:pt x="55921" y="1810"/>
                    </a:cubicBezTo>
                    <a:cubicBezTo>
                      <a:pt x="60627" y="3016"/>
                      <a:pt x="64940" y="5128"/>
                      <a:pt x="68861" y="8144"/>
                    </a:cubicBezTo>
                    <a:cubicBezTo>
                      <a:pt x="72782" y="11160"/>
                      <a:pt x="75829" y="14930"/>
                      <a:pt x="78000" y="19455"/>
                    </a:cubicBezTo>
                    <a:cubicBezTo>
                      <a:pt x="80172" y="23979"/>
                      <a:pt x="81258" y="29016"/>
                      <a:pt x="81258" y="34566"/>
                    </a:cubicBezTo>
                    <a:cubicBezTo>
                      <a:pt x="81258" y="43494"/>
                      <a:pt x="78845" y="50794"/>
                      <a:pt x="74019" y="56464"/>
                    </a:cubicBezTo>
                    <a:cubicBezTo>
                      <a:pt x="69193" y="62135"/>
                      <a:pt x="63130" y="65724"/>
                      <a:pt x="55831" y="67232"/>
                    </a:cubicBezTo>
                    <a:cubicBezTo>
                      <a:pt x="48532" y="68740"/>
                      <a:pt x="37341" y="69494"/>
                      <a:pt x="22260" y="69494"/>
                    </a:cubicBezTo>
                    <a:lnTo>
                      <a:pt x="13030" y="69494"/>
                    </a:lnTo>
                    <a:lnTo>
                      <a:pt x="13030" y="129940"/>
                    </a:lnTo>
                    <a:lnTo>
                      <a:pt x="0" y="12994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4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grpSp>
            <p:nvGrpSpPr>
              <p:cNvPr id="144" name="组合 143">
                <a:extLst>
                  <a:ext uri="{FF2B5EF4-FFF2-40B4-BE49-F238E27FC236}">
                    <a16:creationId xmlns:a16="http://schemas.microsoft.com/office/drawing/2014/main" id="{F61CF52A-59CD-4D79-B558-5355E23386DA}"/>
                  </a:ext>
                </a:extLst>
              </p:cNvPr>
              <p:cNvGrpSpPr/>
              <p:nvPr/>
            </p:nvGrpSpPr>
            <p:grpSpPr>
              <a:xfrm>
                <a:off x="6585384" y="2862987"/>
                <a:ext cx="2970865" cy="1725373"/>
                <a:chOff x="5189505" y="4603038"/>
                <a:chExt cx="2970865" cy="1725373"/>
              </a:xfrm>
            </p:grpSpPr>
            <p:sp>
              <p:nvSpPr>
                <p:cNvPr id="145" name="椭圆 144">
                  <a:extLst>
                    <a:ext uri="{FF2B5EF4-FFF2-40B4-BE49-F238E27FC236}">
                      <a16:creationId xmlns:a16="http://schemas.microsoft.com/office/drawing/2014/main" id="{0BC79F17-5A37-422B-A1FC-68984D4D064E}"/>
                    </a:ext>
                  </a:extLst>
                </p:cNvPr>
                <p:cNvSpPr/>
                <p:nvPr/>
              </p:nvSpPr>
              <p:spPr>
                <a:xfrm>
                  <a:off x="5189505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6" name="椭圆 145">
                  <a:extLst>
                    <a:ext uri="{FF2B5EF4-FFF2-40B4-BE49-F238E27FC236}">
                      <a16:creationId xmlns:a16="http://schemas.microsoft.com/office/drawing/2014/main" id="{DAA0EB68-1538-49D3-88C3-6A3532039F83}"/>
                    </a:ext>
                  </a:extLst>
                </p:cNvPr>
                <p:cNvSpPr/>
                <p:nvPr/>
              </p:nvSpPr>
              <p:spPr>
                <a:xfrm>
                  <a:off x="5189505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7" name="椭圆 146">
                  <a:extLst>
                    <a:ext uri="{FF2B5EF4-FFF2-40B4-BE49-F238E27FC236}">
                      <a16:creationId xmlns:a16="http://schemas.microsoft.com/office/drawing/2014/main" id="{D14F16A6-CEFC-4476-B3AF-4B02129C6AD8}"/>
                    </a:ext>
                  </a:extLst>
                </p:cNvPr>
                <p:cNvSpPr/>
                <p:nvPr/>
              </p:nvSpPr>
              <p:spPr>
                <a:xfrm>
                  <a:off x="5189505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8" name="椭圆 147">
                  <a:extLst>
                    <a:ext uri="{FF2B5EF4-FFF2-40B4-BE49-F238E27FC236}">
                      <a16:creationId xmlns:a16="http://schemas.microsoft.com/office/drawing/2014/main" id="{9CF252CD-E1CA-42F7-B0AF-F7BFB3AC935E}"/>
                    </a:ext>
                  </a:extLst>
                </p:cNvPr>
                <p:cNvSpPr/>
                <p:nvPr/>
              </p:nvSpPr>
              <p:spPr>
                <a:xfrm>
                  <a:off x="5189505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9" name="椭圆 148">
                  <a:extLst>
                    <a:ext uri="{FF2B5EF4-FFF2-40B4-BE49-F238E27FC236}">
                      <a16:creationId xmlns:a16="http://schemas.microsoft.com/office/drawing/2014/main" id="{9266BF14-8704-4F08-AC93-658EF18ACF45}"/>
                    </a:ext>
                  </a:extLst>
                </p:cNvPr>
                <p:cNvSpPr/>
                <p:nvPr/>
              </p:nvSpPr>
              <p:spPr>
                <a:xfrm>
                  <a:off x="5189505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0" name="椭圆 149">
                  <a:extLst>
                    <a:ext uri="{FF2B5EF4-FFF2-40B4-BE49-F238E27FC236}">
                      <a16:creationId xmlns:a16="http://schemas.microsoft.com/office/drawing/2014/main" id="{C22D6F7B-F7A6-4747-ACA5-9F457C73DB8B}"/>
                    </a:ext>
                  </a:extLst>
                </p:cNvPr>
                <p:cNvSpPr/>
                <p:nvPr/>
              </p:nvSpPr>
              <p:spPr>
                <a:xfrm>
                  <a:off x="8075869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1" name="椭圆 150">
                  <a:extLst>
                    <a:ext uri="{FF2B5EF4-FFF2-40B4-BE49-F238E27FC236}">
                      <a16:creationId xmlns:a16="http://schemas.microsoft.com/office/drawing/2014/main" id="{9DD8CF0F-7D8A-46C0-BBE8-E9AA7F88966F}"/>
                    </a:ext>
                  </a:extLst>
                </p:cNvPr>
                <p:cNvSpPr/>
                <p:nvPr/>
              </p:nvSpPr>
              <p:spPr>
                <a:xfrm>
                  <a:off x="8075869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2" name="椭圆 151">
                  <a:extLst>
                    <a:ext uri="{FF2B5EF4-FFF2-40B4-BE49-F238E27FC236}">
                      <a16:creationId xmlns:a16="http://schemas.microsoft.com/office/drawing/2014/main" id="{A6DC475D-B716-40D6-B707-D3023872E7DC}"/>
                    </a:ext>
                  </a:extLst>
                </p:cNvPr>
                <p:cNvSpPr/>
                <p:nvPr/>
              </p:nvSpPr>
              <p:spPr>
                <a:xfrm>
                  <a:off x="8075869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3" name="椭圆 152">
                  <a:extLst>
                    <a:ext uri="{FF2B5EF4-FFF2-40B4-BE49-F238E27FC236}">
                      <a16:creationId xmlns:a16="http://schemas.microsoft.com/office/drawing/2014/main" id="{F484C07F-2344-498D-B47B-1C101F25C87E}"/>
                    </a:ext>
                  </a:extLst>
                </p:cNvPr>
                <p:cNvSpPr/>
                <p:nvPr/>
              </p:nvSpPr>
              <p:spPr>
                <a:xfrm>
                  <a:off x="8075869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4" name="椭圆 153">
                  <a:extLst>
                    <a:ext uri="{FF2B5EF4-FFF2-40B4-BE49-F238E27FC236}">
                      <a16:creationId xmlns:a16="http://schemas.microsoft.com/office/drawing/2014/main" id="{829F1210-765D-48C1-997D-5FAF082B04B3}"/>
                    </a:ext>
                  </a:extLst>
                </p:cNvPr>
                <p:cNvSpPr/>
                <p:nvPr/>
              </p:nvSpPr>
              <p:spPr>
                <a:xfrm>
                  <a:off x="8075869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5" name="椭圆 154">
                  <a:extLst>
                    <a:ext uri="{FF2B5EF4-FFF2-40B4-BE49-F238E27FC236}">
                      <a16:creationId xmlns:a16="http://schemas.microsoft.com/office/drawing/2014/main" id="{B05AE542-2106-4B95-ADD4-9ABAF73537A6}"/>
                    </a:ext>
                  </a:extLst>
                </p:cNvPr>
                <p:cNvSpPr/>
                <p:nvPr/>
              </p:nvSpPr>
              <p:spPr>
                <a:xfrm>
                  <a:off x="5911096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6" name="椭圆 155">
                  <a:extLst>
                    <a:ext uri="{FF2B5EF4-FFF2-40B4-BE49-F238E27FC236}">
                      <a16:creationId xmlns:a16="http://schemas.microsoft.com/office/drawing/2014/main" id="{D7C093EA-B238-4060-951C-B3CFB4D63299}"/>
                    </a:ext>
                  </a:extLst>
                </p:cNvPr>
                <p:cNvSpPr/>
                <p:nvPr/>
              </p:nvSpPr>
              <p:spPr>
                <a:xfrm>
                  <a:off x="5911096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7" name="椭圆 156">
                  <a:extLst>
                    <a:ext uri="{FF2B5EF4-FFF2-40B4-BE49-F238E27FC236}">
                      <a16:creationId xmlns:a16="http://schemas.microsoft.com/office/drawing/2014/main" id="{B1C05898-2225-48A3-B282-E0E3AABA9028}"/>
                    </a:ext>
                  </a:extLst>
                </p:cNvPr>
                <p:cNvSpPr/>
                <p:nvPr/>
              </p:nvSpPr>
              <p:spPr>
                <a:xfrm>
                  <a:off x="5911096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8" name="椭圆 157">
                  <a:extLst>
                    <a:ext uri="{FF2B5EF4-FFF2-40B4-BE49-F238E27FC236}">
                      <a16:creationId xmlns:a16="http://schemas.microsoft.com/office/drawing/2014/main" id="{068AD1FD-1601-48A1-AD38-C158E20D0C09}"/>
                    </a:ext>
                  </a:extLst>
                </p:cNvPr>
                <p:cNvSpPr/>
                <p:nvPr/>
              </p:nvSpPr>
              <p:spPr>
                <a:xfrm>
                  <a:off x="5911096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59" name="椭圆 158">
                  <a:extLst>
                    <a:ext uri="{FF2B5EF4-FFF2-40B4-BE49-F238E27FC236}">
                      <a16:creationId xmlns:a16="http://schemas.microsoft.com/office/drawing/2014/main" id="{AA78B9E6-583A-4960-8251-A293DE1905E1}"/>
                    </a:ext>
                  </a:extLst>
                </p:cNvPr>
                <p:cNvSpPr/>
                <p:nvPr/>
              </p:nvSpPr>
              <p:spPr>
                <a:xfrm>
                  <a:off x="5911096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0" name="椭圆 159">
                  <a:extLst>
                    <a:ext uri="{FF2B5EF4-FFF2-40B4-BE49-F238E27FC236}">
                      <a16:creationId xmlns:a16="http://schemas.microsoft.com/office/drawing/2014/main" id="{88E06171-8E95-44CF-93B6-28B6D650357D}"/>
                    </a:ext>
                  </a:extLst>
                </p:cNvPr>
                <p:cNvSpPr/>
                <p:nvPr/>
              </p:nvSpPr>
              <p:spPr>
                <a:xfrm>
                  <a:off x="6632687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1" name="椭圆 160">
                  <a:extLst>
                    <a:ext uri="{FF2B5EF4-FFF2-40B4-BE49-F238E27FC236}">
                      <a16:creationId xmlns:a16="http://schemas.microsoft.com/office/drawing/2014/main" id="{12DD4B83-3BB4-4DB0-9A52-A7C0E3165D7A}"/>
                    </a:ext>
                  </a:extLst>
                </p:cNvPr>
                <p:cNvSpPr/>
                <p:nvPr/>
              </p:nvSpPr>
              <p:spPr>
                <a:xfrm>
                  <a:off x="6632687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2" name="椭圆 161">
                  <a:extLst>
                    <a:ext uri="{FF2B5EF4-FFF2-40B4-BE49-F238E27FC236}">
                      <a16:creationId xmlns:a16="http://schemas.microsoft.com/office/drawing/2014/main" id="{47821A86-4B3C-4C9D-9188-10024484152F}"/>
                    </a:ext>
                  </a:extLst>
                </p:cNvPr>
                <p:cNvSpPr/>
                <p:nvPr/>
              </p:nvSpPr>
              <p:spPr>
                <a:xfrm>
                  <a:off x="6632687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3" name="椭圆 162">
                  <a:extLst>
                    <a:ext uri="{FF2B5EF4-FFF2-40B4-BE49-F238E27FC236}">
                      <a16:creationId xmlns:a16="http://schemas.microsoft.com/office/drawing/2014/main" id="{195C959A-312B-4646-B376-5A21F4BA52FF}"/>
                    </a:ext>
                  </a:extLst>
                </p:cNvPr>
                <p:cNvSpPr/>
                <p:nvPr/>
              </p:nvSpPr>
              <p:spPr>
                <a:xfrm>
                  <a:off x="6632687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4" name="椭圆 163">
                  <a:extLst>
                    <a:ext uri="{FF2B5EF4-FFF2-40B4-BE49-F238E27FC236}">
                      <a16:creationId xmlns:a16="http://schemas.microsoft.com/office/drawing/2014/main" id="{64CA583F-DC68-4B9A-BF59-EC10933137A2}"/>
                    </a:ext>
                  </a:extLst>
                </p:cNvPr>
                <p:cNvSpPr/>
                <p:nvPr/>
              </p:nvSpPr>
              <p:spPr>
                <a:xfrm>
                  <a:off x="6632687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5" name="椭圆 164">
                  <a:extLst>
                    <a:ext uri="{FF2B5EF4-FFF2-40B4-BE49-F238E27FC236}">
                      <a16:creationId xmlns:a16="http://schemas.microsoft.com/office/drawing/2014/main" id="{A7129DD9-EEE5-46C2-B228-A17DC530A56B}"/>
                    </a:ext>
                  </a:extLst>
                </p:cNvPr>
                <p:cNvSpPr/>
                <p:nvPr/>
              </p:nvSpPr>
              <p:spPr>
                <a:xfrm>
                  <a:off x="7354278" y="4603038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6" name="椭圆 165">
                  <a:extLst>
                    <a:ext uri="{FF2B5EF4-FFF2-40B4-BE49-F238E27FC236}">
                      <a16:creationId xmlns:a16="http://schemas.microsoft.com/office/drawing/2014/main" id="{86C5AB56-F482-45E1-AEA2-73F68992746C}"/>
                    </a:ext>
                  </a:extLst>
                </p:cNvPr>
                <p:cNvSpPr/>
                <p:nvPr/>
              </p:nvSpPr>
              <p:spPr>
                <a:xfrm>
                  <a:off x="7354278" y="5833692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7" name="椭圆 166">
                  <a:extLst>
                    <a:ext uri="{FF2B5EF4-FFF2-40B4-BE49-F238E27FC236}">
                      <a16:creationId xmlns:a16="http://schemas.microsoft.com/office/drawing/2014/main" id="{CE1D63CA-49CF-4CB0-856E-815A8458E5D9}"/>
                    </a:ext>
                  </a:extLst>
                </p:cNvPr>
                <p:cNvSpPr/>
                <p:nvPr/>
              </p:nvSpPr>
              <p:spPr>
                <a:xfrm>
                  <a:off x="7354278" y="6243910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8" name="椭圆 167">
                  <a:extLst>
                    <a:ext uri="{FF2B5EF4-FFF2-40B4-BE49-F238E27FC236}">
                      <a16:creationId xmlns:a16="http://schemas.microsoft.com/office/drawing/2014/main" id="{9F2C3EC0-49CB-4FF7-A29B-AF32E2E22057}"/>
                    </a:ext>
                  </a:extLst>
                </p:cNvPr>
                <p:cNvSpPr/>
                <p:nvPr/>
              </p:nvSpPr>
              <p:spPr>
                <a:xfrm>
                  <a:off x="7354278" y="5013256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69" name="椭圆 168">
                  <a:extLst>
                    <a:ext uri="{FF2B5EF4-FFF2-40B4-BE49-F238E27FC236}">
                      <a16:creationId xmlns:a16="http://schemas.microsoft.com/office/drawing/2014/main" id="{A32EDAE0-F03C-4612-8C0E-299E50DEAD3A}"/>
                    </a:ext>
                  </a:extLst>
                </p:cNvPr>
                <p:cNvSpPr/>
                <p:nvPr/>
              </p:nvSpPr>
              <p:spPr>
                <a:xfrm>
                  <a:off x="7354278" y="5423474"/>
                  <a:ext cx="84501" cy="84501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prstDash val="soli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3ECA3409-5E6B-4320-88A3-3C2377A749F0}"/>
                </a:ext>
              </a:extLst>
            </p:cNvPr>
            <p:cNvSpPr txBox="1"/>
            <p:nvPr/>
          </p:nvSpPr>
          <p:spPr>
            <a:xfrm>
              <a:off x="5671398" y="1975403"/>
              <a:ext cx="716512" cy="296189"/>
            </a:xfrm>
            <a:custGeom>
              <a:avLst/>
              <a:gdLst/>
              <a:ahLst/>
              <a:cxnLst/>
              <a:rect l="l" t="t" r="r" b="b"/>
              <a:pathLst>
                <a:path w="535186" h="221233">
                  <a:moveTo>
                    <a:pt x="394321" y="170780"/>
                  </a:moveTo>
                  <a:cubicBezTo>
                    <a:pt x="393874" y="176733"/>
                    <a:pt x="393651" y="182389"/>
                    <a:pt x="393651" y="187746"/>
                  </a:cubicBezTo>
                  <a:cubicBezTo>
                    <a:pt x="369541" y="192807"/>
                    <a:pt x="344538" y="198760"/>
                    <a:pt x="318641" y="205606"/>
                  </a:cubicBezTo>
                  <a:lnTo>
                    <a:pt x="313730" y="188416"/>
                  </a:lnTo>
                  <a:cubicBezTo>
                    <a:pt x="341263" y="183058"/>
                    <a:pt x="368127" y="177180"/>
                    <a:pt x="394321" y="170780"/>
                  </a:cubicBezTo>
                  <a:close/>
                  <a:moveTo>
                    <a:pt x="422226" y="146223"/>
                  </a:moveTo>
                  <a:lnTo>
                    <a:pt x="422226" y="191765"/>
                  </a:lnTo>
                  <a:lnTo>
                    <a:pt x="505272" y="191765"/>
                  </a:lnTo>
                  <a:lnTo>
                    <a:pt x="505272" y="146223"/>
                  </a:lnTo>
                  <a:close/>
                  <a:moveTo>
                    <a:pt x="404813" y="130596"/>
                  </a:moveTo>
                  <a:lnTo>
                    <a:pt x="522685" y="130596"/>
                  </a:lnTo>
                  <a:lnTo>
                    <a:pt x="522685" y="221233"/>
                  </a:lnTo>
                  <a:lnTo>
                    <a:pt x="505272" y="221233"/>
                  </a:lnTo>
                  <a:lnTo>
                    <a:pt x="505272" y="207392"/>
                  </a:lnTo>
                  <a:lnTo>
                    <a:pt x="422226" y="207392"/>
                  </a:lnTo>
                  <a:lnTo>
                    <a:pt x="422226" y="221233"/>
                  </a:lnTo>
                  <a:lnTo>
                    <a:pt x="404813" y="221233"/>
                  </a:lnTo>
                  <a:close/>
                  <a:moveTo>
                    <a:pt x="22325" y="38397"/>
                  </a:moveTo>
                  <a:lnTo>
                    <a:pt x="22325" y="107379"/>
                  </a:lnTo>
                  <a:lnTo>
                    <a:pt x="42975" y="107379"/>
                  </a:lnTo>
                  <a:cubicBezTo>
                    <a:pt x="56592" y="107379"/>
                    <a:pt x="66936" y="104310"/>
                    <a:pt x="74005" y="98170"/>
                  </a:cubicBezTo>
                  <a:cubicBezTo>
                    <a:pt x="81075" y="92031"/>
                    <a:pt x="84609" y="83232"/>
                    <a:pt x="84609" y="71772"/>
                  </a:cubicBezTo>
                  <a:cubicBezTo>
                    <a:pt x="84609" y="49522"/>
                    <a:pt x="71438" y="38397"/>
                    <a:pt x="45095" y="38397"/>
                  </a:cubicBezTo>
                  <a:close/>
                  <a:moveTo>
                    <a:pt x="142875" y="18752"/>
                  </a:moveTo>
                  <a:lnTo>
                    <a:pt x="170892" y="18752"/>
                  </a:lnTo>
                  <a:lnTo>
                    <a:pt x="255501" y="150911"/>
                  </a:lnTo>
                  <a:cubicBezTo>
                    <a:pt x="259519" y="157162"/>
                    <a:pt x="261901" y="161143"/>
                    <a:pt x="262645" y="162855"/>
                  </a:cubicBezTo>
                  <a:lnTo>
                    <a:pt x="263091" y="162855"/>
                  </a:lnTo>
                  <a:cubicBezTo>
                    <a:pt x="262347" y="157944"/>
                    <a:pt x="261975" y="149535"/>
                    <a:pt x="261975" y="137629"/>
                  </a:cubicBezTo>
                  <a:lnTo>
                    <a:pt x="261975" y="18752"/>
                  </a:lnTo>
                  <a:lnTo>
                    <a:pt x="284076" y="18752"/>
                  </a:lnTo>
                  <a:lnTo>
                    <a:pt x="284076" y="191653"/>
                  </a:lnTo>
                  <a:lnTo>
                    <a:pt x="257622" y="191653"/>
                  </a:lnTo>
                  <a:lnTo>
                    <a:pt x="170669" y="57150"/>
                  </a:lnTo>
                  <a:cubicBezTo>
                    <a:pt x="168213" y="53355"/>
                    <a:pt x="166241" y="49597"/>
                    <a:pt x="164753" y="45876"/>
                  </a:cubicBezTo>
                  <a:lnTo>
                    <a:pt x="164083" y="45876"/>
                  </a:lnTo>
                  <a:cubicBezTo>
                    <a:pt x="164679" y="49746"/>
                    <a:pt x="164976" y="57819"/>
                    <a:pt x="164976" y="70098"/>
                  </a:cubicBezTo>
                  <a:lnTo>
                    <a:pt x="164976" y="191653"/>
                  </a:lnTo>
                  <a:lnTo>
                    <a:pt x="142875" y="191653"/>
                  </a:lnTo>
                  <a:close/>
                  <a:moveTo>
                    <a:pt x="0" y="18752"/>
                  </a:moveTo>
                  <a:lnTo>
                    <a:pt x="49114" y="18752"/>
                  </a:lnTo>
                  <a:cubicBezTo>
                    <a:pt x="67792" y="18752"/>
                    <a:pt x="82284" y="23254"/>
                    <a:pt x="92590" y="32258"/>
                  </a:cubicBezTo>
                  <a:cubicBezTo>
                    <a:pt x="102897" y="41262"/>
                    <a:pt x="108050" y="54136"/>
                    <a:pt x="108050" y="70879"/>
                  </a:cubicBezTo>
                  <a:cubicBezTo>
                    <a:pt x="108050" y="87846"/>
                    <a:pt x="102022" y="101594"/>
                    <a:pt x="89967" y="112123"/>
                  </a:cubicBezTo>
                  <a:cubicBezTo>
                    <a:pt x="77912" y="122653"/>
                    <a:pt x="62843" y="127620"/>
                    <a:pt x="44761" y="127025"/>
                  </a:cubicBezTo>
                  <a:lnTo>
                    <a:pt x="22325" y="127025"/>
                  </a:lnTo>
                  <a:lnTo>
                    <a:pt x="22325" y="191653"/>
                  </a:lnTo>
                  <a:lnTo>
                    <a:pt x="0" y="191653"/>
                  </a:lnTo>
                  <a:close/>
                  <a:moveTo>
                    <a:pt x="454819" y="1562"/>
                  </a:moveTo>
                  <a:lnTo>
                    <a:pt x="472679" y="1562"/>
                  </a:lnTo>
                  <a:lnTo>
                    <a:pt x="472679" y="37281"/>
                  </a:lnTo>
                  <a:lnTo>
                    <a:pt x="535186" y="37281"/>
                  </a:lnTo>
                  <a:lnTo>
                    <a:pt x="535186" y="53355"/>
                  </a:lnTo>
                  <a:lnTo>
                    <a:pt x="472679" y="53355"/>
                  </a:lnTo>
                  <a:lnTo>
                    <a:pt x="472679" y="88180"/>
                  </a:lnTo>
                  <a:lnTo>
                    <a:pt x="527373" y="88180"/>
                  </a:lnTo>
                  <a:lnTo>
                    <a:pt x="527373" y="104254"/>
                  </a:lnTo>
                  <a:lnTo>
                    <a:pt x="400348" y="104254"/>
                  </a:lnTo>
                  <a:lnTo>
                    <a:pt x="400348" y="88180"/>
                  </a:lnTo>
                  <a:lnTo>
                    <a:pt x="454819" y="88180"/>
                  </a:lnTo>
                  <a:lnTo>
                    <a:pt x="454819" y="53355"/>
                  </a:lnTo>
                  <a:lnTo>
                    <a:pt x="392981" y="53355"/>
                  </a:lnTo>
                  <a:lnTo>
                    <a:pt x="392981" y="37281"/>
                  </a:lnTo>
                  <a:lnTo>
                    <a:pt x="454819" y="37281"/>
                  </a:lnTo>
                  <a:close/>
                  <a:moveTo>
                    <a:pt x="357262" y="0"/>
                  </a:moveTo>
                  <a:lnTo>
                    <a:pt x="374229" y="6697"/>
                  </a:lnTo>
                  <a:cubicBezTo>
                    <a:pt x="358155" y="38249"/>
                    <a:pt x="344984" y="61987"/>
                    <a:pt x="334715" y="77911"/>
                  </a:cubicBezTo>
                  <a:cubicBezTo>
                    <a:pt x="343347" y="77688"/>
                    <a:pt x="352351" y="77428"/>
                    <a:pt x="361727" y="77130"/>
                  </a:cubicBezTo>
                  <a:cubicBezTo>
                    <a:pt x="366787" y="68498"/>
                    <a:pt x="372071" y="59084"/>
                    <a:pt x="377577" y="48890"/>
                  </a:cubicBezTo>
                  <a:lnTo>
                    <a:pt x="394097" y="57150"/>
                  </a:lnTo>
                  <a:cubicBezTo>
                    <a:pt x="377131" y="85427"/>
                    <a:pt x="360090" y="111621"/>
                    <a:pt x="342975" y="135731"/>
                  </a:cubicBezTo>
                  <a:cubicBezTo>
                    <a:pt x="362769" y="132903"/>
                    <a:pt x="379140" y="130373"/>
                    <a:pt x="392088" y="128141"/>
                  </a:cubicBezTo>
                  <a:cubicBezTo>
                    <a:pt x="391195" y="133945"/>
                    <a:pt x="390525" y="139600"/>
                    <a:pt x="390079" y="145107"/>
                  </a:cubicBezTo>
                  <a:cubicBezTo>
                    <a:pt x="373559" y="147488"/>
                    <a:pt x="351012" y="150986"/>
                    <a:pt x="322437" y="155600"/>
                  </a:cubicBezTo>
                  <a:lnTo>
                    <a:pt x="318865" y="139080"/>
                  </a:lnTo>
                  <a:cubicBezTo>
                    <a:pt x="328390" y="129183"/>
                    <a:pt x="339738" y="113481"/>
                    <a:pt x="352909" y="91975"/>
                  </a:cubicBezTo>
                  <a:cubicBezTo>
                    <a:pt x="340408" y="92794"/>
                    <a:pt x="329059" y="93613"/>
                    <a:pt x="318865" y="94431"/>
                  </a:cubicBezTo>
                  <a:lnTo>
                    <a:pt x="314623" y="79251"/>
                  </a:lnTo>
                  <a:cubicBezTo>
                    <a:pt x="328315" y="60945"/>
                    <a:pt x="342528" y="34528"/>
                    <a:pt x="357262" y="0"/>
                  </a:cubicBezTo>
                  <a:close/>
                </a:path>
              </a:pathLst>
            </a:custGeom>
            <a:solidFill>
              <a:srgbClr val="F19455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箭头: 上 134">
              <a:extLst>
                <a:ext uri="{FF2B5EF4-FFF2-40B4-BE49-F238E27FC236}">
                  <a16:creationId xmlns:a16="http://schemas.microsoft.com/office/drawing/2014/main" id="{C5A9816F-D1F4-412E-A5E4-D42FF8865BF0}"/>
                </a:ext>
              </a:extLst>
            </p:cNvPr>
            <p:cNvSpPr/>
            <p:nvPr/>
          </p:nvSpPr>
          <p:spPr>
            <a:xfrm>
              <a:off x="5871998" y="2303950"/>
              <a:ext cx="240816" cy="301522"/>
            </a:xfrm>
            <a:prstGeom prst="upArrow">
              <a:avLst/>
            </a:prstGeom>
            <a:solidFill>
              <a:srgbClr val="F19455"/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BDB6C4D6-DCFB-4FE9-85E1-61912E493E70}"/>
                </a:ext>
              </a:extLst>
            </p:cNvPr>
            <p:cNvSpPr/>
            <p:nvPr/>
          </p:nvSpPr>
          <p:spPr>
            <a:xfrm>
              <a:off x="5709160" y="2771941"/>
              <a:ext cx="627020" cy="1878107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137" name="组合 136">
              <a:extLst>
                <a:ext uri="{FF2B5EF4-FFF2-40B4-BE49-F238E27FC236}">
                  <a16:creationId xmlns:a16="http://schemas.microsoft.com/office/drawing/2014/main" id="{F666EE90-69FB-4408-BFBD-E56DE65176B3}"/>
                </a:ext>
              </a:extLst>
            </p:cNvPr>
            <p:cNvGrpSpPr/>
            <p:nvPr/>
          </p:nvGrpSpPr>
          <p:grpSpPr>
            <a:xfrm>
              <a:off x="3905357" y="4588360"/>
              <a:ext cx="3689356" cy="684389"/>
              <a:chOff x="3905357" y="4588360"/>
              <a:chExt cx="3689356" cy="684389"/>
            </a:xfrm>
          </p:grpSpPr>
          <p:cxnSp>
            <p:nvCxnSpPr>
              <p:cNvPr id="138" name="直接箭头连接符 137">
                <a:extLst>
                  <a:ext uri="{FF2B5EF4-FFF2-40B4-BE49-F238E27FC236}">
                    <a16:creationId xmlns:a16="http://schemas.microsoft.com/office/drawing/2014/main" id="{597959FA-3C29-44D3-9C75-169BEA14A2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97916" y="4588360"/>
                <a:ext cx="0" cy="3932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直接箭头连接符 138">
                <a:extLst>
                  <a:ext uri="{FF2B5EF4-FFF2-40B4-BE49-F238E27FC236}">
                    <a16:creationId xmlns:a16="http://schemas.microsoft.com/office/drawing/2014/main" id="{98487E67-F2DD-411F-AD5B-C4CFA93D07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53376" y="4588360"/>
                <a:ext cx="0" cy="3932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文本框 139">
                <a:extLst>
                  <a:ext uri="{FF2B5EF4-FFF2-40B4-BE49-F238E27FC236}">
                    <a16:creationId xmlns:a16="http://schemas.microsoft.com/office/drawing/2014/main" id="{FD96027F-078D-498C-A6F4-903791ADB5CA}"/>
                  </a:ext>
                </a:extLst>
              </p:cNvPr>
              <p:cNvSpPr txBox="1"/>
              <p:nvPr/>
            </p:nvSpPr>
            <p:spPr>
              <a:xfrm>
                <a:off x="3905357" y="5055757"/>
                <a:ext cx="439117" cy="216992"/>
              </a:xfrm>
              <a:custGeom>
                <a:avLst/>
                <a:gdLst/>
                <a:ahLst/>
                <a:cxnLst/>
                <a:rect l="l" t="t" r="r" b="b"/>
                <a:pathLst>
                  <a:path w="439117" h="216992">
                    <a:moveTo>
                      <a:pt x="100905" y="99120"/>
                    </a:moveTo>
                    <a:lnTo>
                      <a:pt x="100905" y="137294"/>
                    </a:lnTo>
                    <a:lnTo>
                      <a:pt x="164976" y="137294"/>
                    </a:lnTo>
                    <a:lnTo>
                      <a:pt x="164976" y="99120"/>
                    </a:lnTo>
                    <a:close/>
                    <a:moveTo>
                      <a:pt x="18529" y="99120"/>
                    </a:moveTo>
                    <a:lnTo>
                      <a:pt x="18529" y="137294"/>
                    </a:lnTo>
                    <a:lnTo>
                      <a:pt x="82376" y="137294"/>
                    </a:lnTo>
                    <a:lnTo>
                      <a:pt x="82376" y="99120"/>
                    </a:lnTo>
                    <a:close/>
                    <a:moveTo>
                      <a:pt x="100905" y="45319"/>
                    </a:moveTo>
                    <a:lnTo>
                      <a:pt x="100905" y="83270"/>
                    </a:lnTo>
                    <a:lnTo>
                      <a:pt x="164976" y="83270"/>
                    </a:lnTo>
                    <a:lnTo>
                      <a:pt x="164976" y="45319"/>
                    </a:lnTo>
                    <a:close/>
                    <a:moveTo>
                      <a:pt x="18529" y="45319"/>
                    </a:moveTo>
                    <a:lnTo>
                      <a:pt x="18529" y="83270"/>
                    </a:lnTo>
                    <a:lnTo>
                      <a:pt x="82376" y="83270"/>
                    </a:lnTo>
                    <a:lnTo>
                      <a:pt x="82376" y="45319"/>
                    </a:lnTo>
                    <a:close/>
                    <a:moveTo>
                      <a:pt x="241994" y="12056"/>
                    </a:moveTo>
                    <a:lnTo>
                      <a:pt x="416123" y="12056"/>
                    </a:lnTo>
                    <a:lnTo>
                      <a:pt x="416123" y="29468"/>
                    </a:lnTo>
                    <a:lnTo>
                      <a:pt x="341337" y="84163"/>
                    </a:lnTo>
                    <a:lnTo>
                      <a:pt x="341337" y="100013"/>
                    </a:lnTo>
                    <a:lnTo>
                      <a:pt x="439117" y="100013"/>
                    </a:lnTo>
                    <a:lnTo>
                      <a:pt x="439117" y="116756"/>
                    </a:lnTo>
                    <a:lnTo>
                      <a:pt x="341337" y="116756"/>
                    </a:lnTo>
                    <a:lnTo>
                      <a:pt x="341337" y="187077"/>
                    </a:lnTo>
                    <a:cubicBezTo>
                      <a:pt x="341337" y="207020"/>
                      <a:pt x="330919" y="216992"/>
                      <a:pt x="310083" y="216992"/>
                    </a:cubicBezTo>
                    <a:cubicBezTo>
                      <a:pt x="303237" y="216992"/>
                      <a:pt x="291480" y="216843"/>
                      <a:pt x="274811" y="216545"/>
                    </a:cubicBezTo>
                    <a:cubicBezTo>
                      <a:pt x="274216" y="210592"/>
                      <a:pt x="273323" y="203821"/>
                      <a:pt x="272132" y="196230"/>
                    </a:cubicBezTo>
                    <a:cubicBezTo>
                      <a:pt x="282997" y="197570"/>
                      <a:pt x="294456" y="198314"/>
                      <a:pt x="306511" y="198463"/>
                    </a:cubicBezTo>
                    <a:cubicBezTo>
                      <a:pt x="317078" y="198463"/>
                      <a:pt x="322362" y="193105"/>
                      <a:pt x="322362" y="182389"/>
                    </a:cubicBezTo>
                    <a:lnTo>
                      <a:pt x="322362" y="116756"/>
                    </a:lnTo>
                    <a:lnTo>
                      <a:pt x="218554" y="116756"/>
                    </a:lnTo>
                    <a:lnTo>
                      <a:pt x="218554" y="100013"/>
                    </a:lnTo>
                    <a:lnTo>
                      <a:pt x="322362" y="100013"/>
                    </a:lnTo>
                    <a:lnTo>
                      <a:pt x="322362" y="75456"/>
                    </a:lnTo>
                    <a:lnTo>
                      <a:pt x="386432" y="28799"/>
                    </a:lnTo>
                    <a:lnTo>
                      <a:pt x="241994" y="28799"/>
                    </a:lnTo>
                    <a:close/>
                    <a:moveTo>
                      <a:pt x="82376" y="0"/>
                    </a:moveTo>
                    <a:lnTo>
                      <a:pt x="100905" y="0"/>
                    </a:lnTo>
                    <a:lnTo>
                      <a:pt x="100905" y="28575"/>
                    </a:lnTo>
                    <a:lnTo>
                      <a:pt x="183505" y="28575"/>
                    </a:lnTo>
                    <a:lnTo>
                      <a:pt x="183505" y="154038"/>
                    </a:lnTo>
                    <a:lnTo>
                      <a:pt x="100905" y="154038"/>
                    </a:lnTo>
                    <a:lnTo>
                      <a:pt x="100905" y="180157"/>
                    </a:lnTo>
                    <a:cubicBezTo>
                      <a:pt x="100905" y="189235"/>
                      <a:pt x="105668" y="193775"/>
                      <a:pt x="115193" y="193775"/>
                    </a:cubicBezTo>
                    <a:lnTo>
                      <a:pt x="167432" y="193775"/>
                    </a:lnTo>
                    <a:cubicBezTo>
                      <a:pt x="177552" y="193775"/>
                      <a:pt x="183728" y="190426"/>
                      <a:pt x="185961" y="183729"/>
                    </a:cubicBezTo>
                    <a:cubicBezTo>
                      <a:pt x="188342" y="176436"/>
                      <a:pt x="190053" y="165944"/>
                      <a:pt x="191095" y="152252"/>
                    </a:cubicBezTo>
                    <a:cubicBezTo>
                      <a:pt x="195411" y="154186"/>
                      <a:pt x="201588" y="156493"/>
                      <a:pt x="209624" y="159172"/>
                    </a:cubicBezTo>
                    <a:cubicBezTo>
                      <a:pt x="207838" y="171078"/>
                      <a:pt x="205829" y="181273"/>
                      <a:pt x="203597" y="189756"/>
                    </a:cubicBezTo>
                    <a:cubicBezTo>
                      <a:pt x="199876" y="203746"/>
                      <a:pt x="189756" y="210741"/>
                      <a:pt x="173236" y="210741"/>
                    </a:cubicBezTo>
                    <a:lnTo>
                      <a:pt x="113853" y="210741"/>
                    </a:lnTo>
                    <a:cubicBezTo>
                      <a:pt x="92869" y="210741"/>
                      <a:pt x="82376" y="200472"/>
                      <a:pt x="82376" y="179934"/>
                    </a:cubicBezTo>
                    <a:lnTo>
                      <a:pt x="82376" y="154038"/>
                    </a:lnTo>
                    <a:lnTo>
                      <a:pt x="18529" y="154038"/>
                    </a:lnTo>
                    <a:lnTo>
                      <a:pt x="18529" y="169441"/>
                    </a:lnTo>
                    <a:lnTo>
                      <a:pt x="0" y="169441"/>
                    </a:lnTo>
                    <a:lnTo>
                      <a:pt x="0" y="28575"/>
                    </a:lnTo>
                    <a:lnTo>
                      <a:pt x="82376" y="2857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12FA9429-0119-4FEE-913C-1F8D83FB3FFC}"/>
                  </a:ext>
                </a:extLst>
              </p:cNvPr>
              <p:cNvSpPr txBox="1"/>
              <p:nvPr/>
            </p:nvSpPr>
            <p:spPr>
              <a:xfrm>
                <a:off x="7143541" y="5038875"/>
                <a:ext cx="451172" cy="220340"/>
              </a:xfrm>
              <a:custGeom>
                <a:avLst/>
                <a:gdLst/>
                <a:ahLst/>
                <a:cxnLst/>
                <a:rect l="l" t="t" r="r" b="b"/>
                <a:pathLst>
                  <a:path w="451172" h="220340">
                    <a:moveTo>
                      <a:pt x="31477" y="117425"/>
                    </a:moveTo>
                    <a:lnTo>
                      <a:pt x="190425" y="117425"/>
                    </a:lnTo>
                    <a:lnTo>
                      <a:pt x="190425" y="134392"/>
                    </a:lnTo>
                    <a:lnTo>
                      <a:pt x="120327" y="134392"/>
                    </a:lnTo>
                    <a:lnTo>
                      <a:pt x="120327" y="192881"/>
                    </a:lnTo>
                    <a:lnTo>
                      <a:pt x="213419" y="192881"/>
                    </a:lnTo>
                    <a:lnTo>
                      <a:pt x="213419" y="209847"/>
                    </a:lnTo>
                    <a:lnTo>
                      <a:pt x="8483" y="209847"/>
                    </a:lnTo>
                    <a:lnTo>
                      <a:pt x="8483" y="192881"/>
                    </a:lnTo>
                    <a:lnTo>
                      <a:pt x="101352" y="192881"/>
                    </a:lnTo>
                    <a:lnTo>
                      <a:pt x="101352" y="134392"/>
                    </a:lnTo>
                    <a:lnTo>
                      <a:pt x="31477" y="134392"/>
                    </a:lnTo>
                    <a:close/>
                    <a:moveTo>
                      <a:pt x="299591" y="85502"/>
                    </a:moveTo>
                    <a:lnTo>
                      <a:pt x="319013" y="89073"/>
                    </a:lnTo>
                    <a:cubicBezTo>
                      <a:pt x="309637" y="144586"/>
                      <a:pt x="284262" y="188342"/>
                      <a:pt x="242887" y="220340"/>
                    </a:cubicBezTo>
                    <a:cubicBezTo>
                      <a:pt x="238423" y="215577"/>
                      <a:pt x="233660" y="210740"/>
                      <a:pt x="228600" y="205829"/>
                    </a:cubicBezTo>
                    <a:cubicBezTo>
                      <a:pt x="268783" y="175171"/>
                      <a:pt x="292447" y="135061"/>
                      <a:pt x="299591" y="85502"/>
                    </a:cubicBezTo>
                    <a:close/>
                    <a:moveTo>
                      <a:pt x="374823" y="77465"/>
                    </a:moveTo>
                    <a:cubicBezTo>
                      <a:pt x="381223" y="132234"/>
                      <a:pt x="406673" y="172268"/>
                      <a:pt x="451172" y="197569"/>
                    </a:cubicBezTo>
                    <a:cubicBezTo>
                      <a:pt x="447600" y="200843"/>
                      <a:pt x="442391" y="206722"/>
                      <a:pt x="435545" y="215205"/>
                    </a:cubicBezTo>
                    <a:cubicBezTo>
                      <a:pt x="390748" y="185886"/>
                      <a:pt x="364331" y="141089"/>
                      <a:pt x="356294" y="80813"/>
                    </a:cubicBezTo>
                    <a:close/>
                    <a:moveTo>
                      <a:pt x="139080" y="58266"/>
                    </a:moveTo>
                    <a:cubicBezTo>
                      <a:pt x="170334" y="76870"/>
                      <a:pt x="197495" y="94431"/>
                      <a:pt x="220563" y="110951"/>
                    </a:cubicBezTo>
                    <a:lnTo>
                      <a:pt x="207838" y="126355"/>
                    </a:lnTo>
                    <a:cubicBezTo>
                      <a:pt x="185365" y="108793"/>
                      <a:pt x="158874" y="90413"/>
                      <a:pt x="128364" y="71214"/>
                    </a:cubicBezTo>
                    <a:close/>
                    <a:moveTo>
                      <a:pt x="81707" y="58043"/>
                    </a:moveTo>
                    <a:lnTo>
                      <a:pt x="94878" y="70768"/>
                    </a:lnTo>
                    <a:cubicBezTo>
                      <a:pt x="66005" y="93389"/>
                      <a:pt x="38844" y="111844"/>
                      <a:pt x="13394" y="126132"/>
                    </a:cubicBezTo>
                    <a:cubicBezTo>
                      <a:pt x="8781" y="120030"/>
                      <a:pt x="4316" y="115193"/>
                      <a:pt x="0" y="111621"/>
                    </a:cubicBezTo>
                    <a:cubicBezTo>
                      <a:pt x="29170" y="96738"/>
                      <a:pt x="56406" y="78879"/>
                      <a:pt x="81707" y="58043"/>
                    </a:cubicBezTo>
                    <a:close/>
                    <a:moveTo>
                      <a:pt x="338435" y="893"/>
                    </a:moveTo>
                    <a:cubicBezTo>
                      <a:pt x="346323" y="12353"/>
                      <a:pt x="352723" y="22622"/>
                      <a:pt x="357634" y="31700"/>
                    </a:cubicBezTo>
                    <a:lnTo>
                      <a:pt x="345690" y="38174"/>
                    </a:lnTo>
                    <a:lnTo>
                      <a:pt x="439117" y="38174"/>
                    </a:lnTo>
                    <a:lnTo>
                      <a:pt x="439117" y="84162"/>
                    </a:lnTo>
                    <a:lnTo>
                      <a:pt x="420811" y="84162"/>
                    </a:lnTo>
                    <a:lnTo>
                      <a:pt x="420811" y="54694"/>
                    </a:lnTo>
                    <a:lnTo>
                      <a:pt x="258291" y="54694"/>
                    </a:lnTo>
                    <a:lnTo>
                      <a:pt x="258291" y="84162"/>
                    </a:lnTo>
                    <a:lnTo>
                      <a:pt x="239985" y="84162"/>
                    </a:lnTo>
                    <a:lnTo>
                      <a:pt x="239985" y="38174"/>
                    </a:lnTo>
                    <a:lnTo>
                      <a:pt x="338881" y="38174"/>
                    </a:lnTo>
                    <a:cubicBezTo>
                      <a:pt x="334491" y="29840"/>
                      <a:pt x="328984" y="20389"/>
                      <a:pt x="322362" y="9822"/>
                    </a:cubicBezTo>
                    <a:close/>
                    <a:moveTo>
                      <a:pt x="110505" y="0"/>
                    </a:moveTo>
                    <a:cubicBezTo>
                      <a:pt x="116607" y="8781"/>
                      <a:pt x="121890" y="17413"/>
                      <a:pt x="126355" y="25896"/>
                    </a:cubicBezTo>
                    <a:lnTo>
                      <a:pt x="118207" y="29914"/>
                    </a:lnTo>
                    <a:lnTo>
                      <a:pt x="212303" y="29914"/>
                    </a:lnTo>
                    <a:lnTo>
                      <a:pt x="212303" y="73223"/>
                    </a:lnTo>
                    <a:lnTo>
                      <a:pt x="193997" y="73223"/>
                    </a:lnTo>
                    <a:lnTo>
                      <a:pt x="193997" y="46881"/>
                    </a:lnTo>
                    <a:lnTo>
                      <a:pt x="28128" y="46881"/>
                    </a:lnTo>
                    <a:lnTo>
                      <a:pt x="28128" y="73223"/>
                    </a:lnTo>
                    <a:lnTo>
                      <a:pt x="9823" y="73223"/>
                    </a:lnTo>
                    <a:lnTo>
                      <a:pt x="9823" y="29914"/>
                    </a:lnTo>
                    <a:lnTo>
                      <a:pt x="106821" y="29914"/>
                    </a:lnTo>
                    <a:cubicBezTo>
                      <a:pt x="103398" y="23440"/>
                      <a:pt x="99119" y="16148"/>
                      <a:pt x="93985" y="8037"/>
                    </a:cubicBez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204" name="组合 203">
            <a:extLst>
              <a:ext uri="{FF2B5EF4-FFF2-40B4-BE49-F238E27FC236}">
                <a16:creationId xmlns:a16="http://schemas.microsoft.com/office/drawing/2014/main" id="{ACF10033-062B-4044-9901-7B1E842A78E4}"/>
              </a:ext>
            </a:extLst>
          </p:cNvPr>
          <p:cNvGrpSpPr/>
          <p:nvPr/>
        </p:nvGrpSpPr>
        <p:grpSpPr>
          <a:xfrm>
            <a:off x="895887" y="1623047"/>
            <a:ext cx="4196570" cy="2137845"/>
            <a:chOff x="599365" y="5025876"/>
            <a:chExt cx="3708374" cy="1889145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F21CB9D7-F43A-4F69-95A9-D43948734AF8}"/>
                </a:ext>
              </a:extLst>
            </p:cNvPr>
            <p:cNvGrpSpPr/>
            <p:nvPr/>
          </p:nvGrpSpPr>
          <p:grpSpPr>
            <a:xfrm>
              <a:off x="599365" y="5179214"/>
              <a:ext cx="1814232" cy="1273937"/>
              <a:chOff x="6212453" y="2204582"/>
              <a:chExt cx="2617539" cy="1838011"/>
            </a:xfrm>
          </p:grpSpPr>
          <p:sp>
            <p:nvSpPr>
              <p:cNvPr id="99" name="矩形 98">
                <a:extLst>
                  <a:ext uri="{FF2B5EF4-FFF2-40B4-BE49-F238E27FC236}">
                    <a16:creationId xmlns:a16="http://schemas.microsoft.com/office/drawing/2014/main" id="{47579A6A-5415-4221-AF6C-071AD540D0A5}"/>
                  </a:ext>
                </a:extLst>
              </p:cNvPr>
              <p:cNvSpPr/>
              <p:nvPr/>
            </p:nvSpPr>
            <p:spPr>
              <a:xfrm>
                <a:off x="6212453" y="2629062"/>
                <a:ext cx="2617539" cy="141353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0" name="文本框 99">
                <a:extLst>
                  <a:ext uri="{FF2B5EF4-FFF2-40B4-BE49-F238E27FC236}">
                    <a16:creationId xmlns:a16="http://schemas.microsoft.com/office/drawing/2014/main" id="{A6198EFC-1B4B-44EE-85A2-F19BC2D003C7}"/>
                  </a:ext>
                </a:extLst>
              </p:cNvPr>
              <p:cNvSpPr txBox="1"/>
              <p:nvPr/>
            </p:nvSpPr>
            <p:spPr>
              <a:xfrm>
                <a:off x="7179461" y="2204582"/>
                <a:ext cx="547376" cy="292221"/>
              </a:xfrm>
              <a:custGeom>
                <a:avLst/>
                <a:gdLst/>
                <a:ahLst/>
                <a:cxnLst/>
                <a:rect l="l" t="t" r="r" b="b"/>
                <a:pathLst>
                  <a:path w="281026" h="150028">
                    <a:moveTo>
                      <a:pt x="251527" y="24070"/>
                    </a:moveTo>
                    <a:cubicBezTo>
                      <a:pt x="255146" y="27810"/>
                      <a:pt x="258705" y="30283"/>
                      <a:pt x="262204" y="31490"/>
                    </a:cubicBezTo>
                    <a:cubicBezTo>
                      <a:pt x="263652" y="32093"/>
                      <a:pt x="264376" y="32696"/>
                      <a:pt x="264376" y="33299"/>
                    </a:cubicBezTo>
                    <a:cubicBezTo>
                      <a:pt x="264376" y="33903"/>
                      <a:pt x="263199" y="34747"/>
                      <a:pt x="260847" y="35833"/>
                    </a:cubicBezTo>
                    <a:cubicBezTo>
                      <a:pt x="258494" y="36919"/>
                      <a:pt x="254905" y="40719"/>
                      <a:pt x="250079" y="47235"/>
                    </a:cubicBezTo>
                    <a:cubicBezTo>
                      <a:pt x="241392" y="58938"/>
                      <a:pt x="232947" y="69313"/>
                      <a:pt x="224742" y="78362"/>
                    </a:cubicBezTo>
                    <a:lnTo>
                      <a:pt x="264376" y="120348"/>
                    </a:lnTo>
                    <a:lnTo>
                      <a:pt x="255146" y="128130"/>
                    </a:lnTo>
                    <a:cubicBezTo>
                      <a:pt x="241995" y="112566"/>
                      <a:pt x="229568" y="98511"/>
                      <a:pt x="217865" y="85963"/>
                    </a:cubicBezTo>
                    <a:cubicBezTo>
                      <a:pt x="203508" y="101165"/>
                      <a:pt x="187703" y="115160"/>
                      <a:pt x="170450" y="127949"/>
                    </a:cubicBezTo>
                    <a:cubicBezTo>
                      <a:pt x="169605" y="123847"/>
                      <a:pt x="166589" y="120590"/>
                      <a:pt x="161401" y="118177"/>
                    </a:cubicBezTo>
                    <a:cubicBezTo>
                      <a:pt x="177689" y="109007"/>
                      <a:pt x="194218" y="95856"/>
                      <a:pt x="210988" y="78724"/>
                    </a:cubicBezTo>
                    <a:cubicBezTo>
                      <a:pt x="196390" y="63281"/>
                      <a:pt x="182394" y="49406"/>
                      <a:pt x="169002" y="37100"/>
                    </a:cubicBezTo>
                    <a:lnTo>
                      <a:pt x="176422" y="30766"/>
                    </a:lnTo>
                    <a:cubicBezTo>
                      <a:pt x="193675" y="47174"/>
                      <a:pt x="207550" y="60687"/>
                      <a:pt x="218046" y="71304"/>
                    </a:cubicBezTo>
                    <a:cubicBezTo>
                      <a:pt x="233127" y="54413"/>
                      <a:pt x="244288" y="38668"/>
                      <a:pt x="251527" y="24070"/>
                    </a:cubicBezTo>
                    <a:close/>
                    <a:moveTo>
                      <a:pt x="141132" y="6877"/>
                    </a:moveTo>
                    <a:cubicBezTo>
                      <a:pt x="147647" y="8084"/>
                      <a:pt x="170269" y="8687"/>
                      <a:pt x="208997" y="8687"/>
                    </a:cubicBezTo>
                    <a:cubicBezTo>
                      <a:pt x="247726" y="8687"/>
                      <a:pt x="269624" y="8084"/>
                      <a:pt x="274692" y="6877"/>
                    </a:cubicBezTo>
                    <a:lnTo>
                      <a:pt x="274692" y="20088"/>
                    </a:lnTo>
                    <a:cubicBezTo>
                      <a:pt x="266005" y="18761"/>
                      <a:pt x="244589" y="18098"/>
                      <a:pt x="210445" y="18098"/>
                    </a:cubicBezTo>
                    <a:lnTo>
                      <a:pt x="152895" y="18098"/>
                    </a:lnTo>
                    <a:lnTo>
                      <a:pt x="152895" y="138808"/>
                    </a:lnTo>
                    <a:lnTo>
                      <a:pt x="218227" y="138808"/>
                    </a:lnTo>
                    <a:cubicBezTo>
                      <a:pt x="251165" y="138808"/>
                      <a:pt x="272098" y="138144"/>
                      <a:pt x="281026" y="136817"/>
                    </a:cubicBezTo>
                    <a:lnTo>
                      <a:pt x="281026" y="150028"/>
                    </a:lnTo>
                    <a:cubicBezTo>
                      <a:pt x="274390" y="148701"/>
                      <a:pt x="251044" y="148038"/>
                      <a:pt x="210988" y="148038"/>
                    </a:cubicBezTo>
                    <a:cubicBezTo>
                      <a:pt x="170932" y="148038"/>
                      <a:pt x="147647" y="148701"/>
                      <a:pt x="141132" y="150028"/>
                    </a:cubicBezTo>
                    <a:cubicBezTo>
                      <a:pt x="141735" y="140497"/>
                      <a:pt x="142037" y="130785"/>
                      <a:pt x="142037" y="120891"/>
                    </a:cubicBezTo>
                    <a:lnTo>
                      <a:pt x="142037" y="36195"/>
                    </a:lnTo>
                    <a:cubicBezTo>
                      <a:pt x="142037" y="24492"/>
                      <a:pt x="141735" y="14719"/>
                      <a:pt x="141132" y="6877"/>
                    </a:cubicBezTo>
                    <a:close/>
                    <a:moveTo>
                      <a:pt x="0" y="0"/>
                    </a:moveTo>
                    <a:lnTo>
                      <a:pt x="2896" y="0"/>
                    </a:lnTo>
                    <a:lnTo>
                      <a:pt x="89221" y="99536"/>
                    </a:lnTo>
                    <a:lnTo>
                      <a:pt x="89221" y="0"/>
                    </a:lnTo>
                    <a:lnTo>
                      <a:pt x="102070" y="0"/>
                    </a:lnTo>
                    <a:lnTo>
                      <a:pt x="102070" y="129940"/>
                    </a:lnTo>
                    <a:lnTo>
                      <a:pt x="99174" y="129940"/>
                    </a:lnTo>
                    <a:lnTo>
                      <a:pt x="13392" y="31671"/>
                    </a:lnTo>
                    <a:lnTo>
                      <a:pt x="13392" y="129940"/>
                    </a:lnTo>
                    <a:lnTo>
                      <a:pt x="0" y="12994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zh-CN" altLang="en-US" sz="1400" dirty="0">
                  <a:latin typeface="华文细黑" panose="02010600040101010101" pitchFamily="2" charset="-122"/>
                  <a:ea typeface="华文细黑" panose="02010600040101010101" pitchFamily="2" charset="-122"/>
                </a:endParaRPr>
              </a:p>
            </p:txBody>
          </p:sp>
          <p:grpSp>
            <p:nvGrpSpPr>
              <p:cNvPr id="101" name="组合 100">
                <a:extLst>
                  <a:ext uri="{FF2B5EF4-FFF2-40B4-BE49-F238E27FC236}">
                    <a16:creationId xmlns:a16="http://schemas.microsoft.com/office/drawing/2014/main" id="{348A4B2B-0D92-4D8C-A2CB-12C957FE879D}"/>
                  </a:ext>
                </a:extLst>
              </p:cNvPr>
              <p:cNvGrpSpPr/>
              <p:nvPr/>
            </p:nvGrpSpPr>
            <p:grpSpPr>
              <a:xfrm>
                <a:off x="6284486" y="2688142"/>
                <a:ext cx="2235980" cy="1298578"/>
                <a:chOff x="1214405" y="4590491"/>
                <a:chExt cx="2970865" cy="1725373"/>
              </a:xfrm>
            </p:grpSpPr>
            <p:grpSp>
              <p:nvGrpSpPr>
                <p:cNvPr id="102" name="组合 101">
                  <a:extLst>
                    <a:ext uri="{FF2B5EF4-FFF2-40B4-BE49-F238E27FC236}">
                      <a16:creationId xmlns:a16="http://schemas.microsoft.com/office/drawing/2014/main" id="{A273FBBD-A886-408F-9CDC-1C4C49B38752}"/>
                    </a:ext>
                  </a:extLst>
                </p:cNvPr>
                <p:cNvGrpSpPr/>
                <p:nvPr/>
              </p:nvGrpSpPr>
              <p:grpSpPr>
                <a:xfrm>
                  <a:off x="1214405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27" name="椭圆 126">
                    <a:extLst>
                      <a:ext uri="{FF2B5EF4-FFF2-40B4-BE49-F238E27FC236}">
                        <a16:creationId xmlns:a16="http://schemas.microsoft.com/office/drawing/2014/main" id="{46FB79C1-37DA-44B4-8449-63EDADDFF75F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8" name="椭圆 127">
                    <a:extLst>
                      <a:ext uri="{FF2B5EF4-FFF2-40B4-BE49-F238E27FC236}">
                        <a16:creationId xmlns:a16="http://schemas.microsoft.com/office/drawing/2014/main" id="{62B71427-7B4E-44EF-9993-BCF354AFA476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9" name="椭圆 128">
                    <a:extLst>
                      <a:ext uri="{FF2B5EF4-FFF2-40B4-BE49-F238E27FC236}">
                        <a16:creationId xmlns:a16="http://schemas.microsoft.com/office/drawing/2014/main" id="{9FDC5AFA-EBEF-490D-A3B1-07AAA3B91572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30" name="椭圆 129">
                    <a:extLst>
                      <a:ext uri="{FF2B5EF4-FFF2-40B4-BE49-F238E27FC236}">
                        <a16:creationId xmlns:a16="http://schemas.microsoft.com/office/drawing/2014/main" id="{FF42B0FD-A347-4524-8FA9-649453D64C8B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31" name="椭圆 130">
                    <a:extLst>
                      <a:ext uri="{FF2B5EF4-FFF2-40B4-BE49-F238E27FC236}">
                        <a16:creationId xmlns:a16="http://schemas.microsoft.com/office/drawing/2014/main" id="{6A4D2741-AC5D-4391-BFD6-5BDFB17BDE41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03" name="组合 102">
                  <a:extLst>
                    <a:ext uri="{FF2B5EF4-FFF2-40B4-BE49-F238E27FC236}">
                      <a16:creationId xmlns:a16="http://schemas.microsoft.com/office/drawing/2014/main" id="{6F261384-F704-4740-B67A-5C859600B5E8}"/>
                    </a:ext>
                  </a:extLst>
                </p:cNvPr>
                <p:cNvGrpSpPr/>
                <p:nvPr/>
              </p:nvGrpSpPr>
              <p:grpSpPr>
                <a:xfrm>
                  <a:off x="4100769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22" name="椭圆 121">
                    <a:extLst>
                      <a:ext uri="{FF2B5EF4-FFF2-40B4-BE49-F238E27FC236}">
                        <a16:creationId xmlns:a16="http://schemas.microsoft.com/office/drawing/2014/main" id="{9D73A76F-EFD9-4FB3-9035-F3B3EB381F79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3" name="椭圆 122">
                    <a:extLst>
                      <a:ext uri="{FF2B5EF4-FFF2-40B4-BE49-F238E27FC236}">
                        <a16:creationId xmlns:a16="http://schemas.microsoft.com/office/drawing/2014/main" id="{EC4C9E57-DB03-481D-951B-96C9A27CCBC5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4" name="椭圆 123">
                    <a:extLst>
                      <a:ext uri="{FF2B5EF4-FFF2-40B4-BE49-F238E27FC236}">
                        <a16:creationId xmlns:a16="http://schemas.microsoft.com/office/drawing/2014/main" id="{8DB9C9E1-6207-4BD1-94D5-26622EFC889A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5" name="椭圆 124">
                    <a:extLst>
                      <a:ext uri="{FF2B5EF4-FFF2-40B4-BE49-F238E27FC236}">
                        <a16:creationId xmlns:a16="http://schemas.microsoft.com/office/drawing/2014/main" id="{A6241175-0C5D-41F6-9DC4-E3AD1F4CA91E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6" name="椭圆 125">
                    <a:extLst>
                      <a:ext uri="{FF2B5EF4-FFF2-40B4-BE49-F238E27FC236}">
                        <a16:creationId xmlns:a16="http://schemas.microsoft.com/office/drawing/2014/main" id="{9DFA17D6-71C6-4112-9A62-238967D9B6E6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04" name="组合 103">
                  <a:extLst>
                    <a:ext uri="{FF2B5EF4-FFF2-40B4-BE49-F238E27FC236}">
                      <a16:creationId xmlns:a16="http://schemas.microsoft.com/office/drawing/2014/main" id="{DACBCD51-394A-49FB-9707-13B60515C2A9}"/>
                    </a:ext>
                  </a:extLst>
                </p:cNvPr>
                <p:cNvGrpSpPr/>
                <p:nvPr/>
              </p:nvGrpSpPr>
              <p:grpSpPr>
                <a:xfrm>
                  <a:off x="1935996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17" name="椭圆 116">
                    <a:extLst>
                      <a:ext uri="{FF2B5EF4-FFF2-40B4-BE49-F238E27FC236}">
                        <a16:creationId xmlns:a16="http://schemas.microsoft.com/office/drawing/2014/main" id="{6F30A8F2-C327-40FB-8442-FBADE966CBEF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18" name="椭圆 117">
                    <a:extLst>
                      <a:ext uri="{FF2B5EF4-FFF2-40B4-BE49-F238E27FC236}">
                        <a16:creationId xmlns:a16="http://schemas.microsoft.com/office/drawing/2014/main" id="{D0A45B28-4A2A-4922-8941-C7AE87129E7D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19" name="椭圆 118">
                    <a:extLst>
                      <a:ext uri="{FF2B5EF4-FFF2-40B4-BE49-F238E27FC236}">
                        <a16:creationId xmlns:a16="http://schemas.microsoft.com/office/drawing/2014/main" id="{0DB90404-64A3-4D34-84EB-F2AF0195D525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0" name="椭圆 119">
                    <a:extLst>
                      <a:ext uri="{FF2B5EF4-FFF2-40B4-BE49-F238E27FC236}">
                        <a16:creationId xmlns:a16="http://schemas.microsoft.com/office/drawing/2014/main" id="{7E706E5A-2610-4725-97B9-1FA1612D9413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21" name="椭圆 120">
                    <a:extLst>
                      <a:ext uri="{FF2B5EF4-FFF2-40B4-BE49-F238E27FC236}">
                        <a16:creationId xmlns:a16="http://schemas.microsoft.com/office/drawing/2014/main" id="{93D9DFAE-B9FF-45ED-8141-AF2E7F11D844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05" name="组合 104">
                  <a:extLst>
                    <a:ext uri="{FF2B5EF4-FFF2-40B4-BE49-F238E27FC236}">
                      <a16:creationId xmlns:a16="http://schemas.microsoft.com/office/drawing/2014/main" id="{83A4ADD2-ED9F-440E-8638-E8F99A7D898A}"/>
                    </a:ext>
                  </a:extLst>
                </p:cNvPr>
                <p:cNvGrpSpPr/>
                <p:nvPr/>
              </p:nvGrpSpPr>
              <p:grpSpPr>
                <a:xfrm>
                  <a:off x="2657587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12" name="椭圆 111">
                    <a:extLst>
                      <a:ext uri="{FF2B5EF4-FFF2-40B4-BE49-F238E27FC236}">
                        <a16:creationId xmlns:a16="http://schemas.microsoft.com/office/drawing/2014/main" id="{7FF61F4A-34C0-4EA2-B7D9-46FB94EA1334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13" name="椭圆 112">
                    <a:extLst>
                      <a:ext uri="{FF2B5EF4-FFF2-40B4-BE49-F238E27FC236}">
                        <a16:creationId xmlns:a16="http://schemas.microsoft.com/office/drawing/2014/main" id="{E1C7BBDF-4DBA-4835-9769-3FF8E063D123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14" name="椭圆 113">
                    <a:extLst>
                      <a:ext uri="{FF2B5EF4-FFF2-40B4-BE49-F238E27FC236}">
                        <a16:creationId xmlns:a16="http://schemas.microsoft.com/office/drawing/2014/main" id="{194F458A-2D63-418A-8DAA-2AA07163BB18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15" name="椭圆 114">
                    <a:extLst>
                      <a:ext uri="{FF2B5EF4-FFF2-40B4-BE49-F238E27FC236}">
                        <a16:creationId xmlns:a16="http://schemas.microsoft.com/office/drawing/2014/main" id="{60461778-7856-4477-B7E3-84700F60B586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16" name="椭圆 115">
                    <a:extLst>
                      <a:ext uri="{FF2B5EF4-FFF2-40B4-BE49-F238E27FC236}">
                        <a16:creationId xmlns:a16="http://schemas.microsoft.com/office/drawing/2014/main" id="{6D7E8B58-21BF-44DA-AFC0-CEA019AB66EF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106" name="组合 105">
                  <a:extLst>
                    <a:ext uri="{FF2B5EF4-FFF2-40B4-BE49-F238E27FC236}">
                      <a16:creationId xmlns:a16="http://schemas.microsoft.com/office/drawing/2014/main" id="{B63EA1E6-798A-4CDB-B829-AFF25C8423D6}"/>
                    </a:ext>
                  </a:extLst>
                </p:cNvPr>
                <p:cNvGrpSpPr/>
                <p:nvPr/>
              </p:nvGrpSpPr>
              <p:grpSpPr>
                <a:xfrm>
                  <a:off x="3379178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107" name="椭圆 106">
                    <a:extLst>
                      <a:ext uri="{FF2B5EF4-FFF2-40B4-BE49-F238E27FC236}">
                        <a16:creationId xmlns:a16="http://schemas.microsoft.com/office/drawing/2014/main" id="{E6C2D7BC-A16F-403C-9FCF-D2E7CD684D17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8" name="椭圆 107">
                    <a:extLst>
                      <a:ext uri="{FF2B5EF4-FFF2-40B4-BE49-F238E27FC236}">
                        <a16:creationId xmlns:a16="http://schemas.microsoft.com/office/drawing/2014/main" id="{CE54660B-B8DC-462B-AD07-4ADF0786D222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09" name="椭圆 108">
                    <a:extLst>
                      <a:ext uri="{FF2B5EF4-FFF2-40B4-BE49-F238E27FC236}">
                        <a16:creationId xmlns:a16="http://schemas.microsoft.com/office/drawing/2014/main" id="{3C973EEC-7AC8-4287-ABCE-C0DC0F9E1D09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10" name="椭圆 109">
                    <a:extLst>
                      <a:ext uri="{FF2B5EF4-FFF2-40B4-BE49-F238E27FC236}">
                        <a16:creationId xmlns:a16="http://schemas.microsoft.com/office/drawing/2014/main" id="{6EACA60F-87D5-40D7-A637-DB761B72777E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111" name="椭圆 110">
                    <a:extLst>
                      <a:ext uri="{FF2B5EF4-FFF2-40B4-BE49-F238E27FC236}">
                        <a16:creationId xmlns:a16="http://schemas.microsoft.com/office/drawing/2014/main" id="{EFC3889E-5266-4BAB-B05D-B34C8855D9D7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</p:grpSp>
        <p:sp>
          <p:nvSpPr>
            <p:cNvPr id="27" name="箭头: 上 26">
              <a:extLst>
                <a:ext uri="{FF2B5EF4-FFF2-40B4-BE49-F238E27FC236}">
                  <a16:creationId xmlns:a16="http://schemas.microsoft.com/office/drawing/2014/main" id="{4DA5A269-B030-4FAF-A0BC-6FF09FCB1130}"/>
                </a:ext>
              </a:extLst>
            </p:cNvPr>
            <p:cNvSpPr/>
            <p:nvPr/>
          </p:nvSpPr>
          <p:spPr>
            <a:xfrm>
              <a:off x="2197225" y="5240587"/>
              <a:ext cx="124602" cy="157721"/>
            </a:xfrm>
            <a:prstGeom prst="upArrow">
              <a:avLst/>
            </a:prstGeom>
            <a:solidFill>
              <a:srgbClr val="7030A0"/>
            </a:solidFill>
            <a:ln w="12700">
              <a:noFill/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64288754-2072-4E1E-9031-84BD5E573989}"/>
                </a:ext>
              </a:extLst>
            </p:cNvPr>
            <p:cNvSpPr/>
            <p:nvPr/>
          </p:nvSpPr>
          <p:spPr>
            <a:xfrm>
              <a:off x="2078477" y="5476609"/>
              <a:ext cx="324432" cy="982402"/>
            </a:xfrm>
            <a:prstGeom prst="rect">
              <a:avLst/>
            </a:prstGeom>
            <a:solidFill>
              <a:srgbClr val="7030A0"/>
            </a:solidFill>
            <a:ln w="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54231FF2-983E-4E3E-9E08-FE19E2EEA734}"/>
                </a:ext>
              </a:extLst>
            </p:cNvPr>
            <p:cNvGrpSpPr/>
            <p:nvPr/>
          </p:nvGrpSpPr>
          <p:grpSpPr>
            <a:xfrm>
              <a:off x="2401042" y="5156138"/>
              <a:ext cx="1906697" cy="1310550"/>
              <a:chOff x="8811878" y="2171288"/>
              <a:chExt cx="2750945" cy="1890835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7D4B9A21-65CF-4D87-90D5-95F4AA159BD6}"/>
                  </a:ext>
                </a:extLst>
              </p:cNvPr>
              <p:cNvSpPr/>
              <p:nvPr/>
            </p:nvSpPr>
            <p:spPr>
              <a:xfrm>
                <a:off x="8811878" y="2644734"/>
                <a:ext cx="2750945" cy="1417389"/>
              </a:xfrm>
              <a:prstGeom prst="rect">
                <a:avLst/>
              </a:prstGeom>
              <a:solidFill>
                <a:srgbClr val="00B0F0"/>
              </a:solidFill>
              <a:ln w="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FD494282-A3CC-4DCA-B64E-B1A57E82E2F9}"/>
                  </a:ext>
                </a:extLst>
              </p:cNvPr>
              <p:cNvSpPr txBox="1"/>
              <p:nvPr/>
            </p:nvSpPr>
            <p:spPr>
              <a:xfrm>
                <a:off x="10013031" y="2171288"/>
                <a:ext cx="591145" cy="294085"/>
              </a:xfrm>
              <a:custGeom>
                <a:avLst/>
                <a:gdLst/>
                <a:ahLst/>
                <a:cxnLst/>
                <a:rect l="l" t="t" r="r" b="b"/>
                <a:pathLst>
                  <a:path w="591145" h="294085">
                    <a:moveTo>
                      <a:pt x="62805" y="190500"/>
                    </a:moveTo>
                    <a:cubicBezTo>
                      <a:pt x="77291" y="205185"/>
                      <a:pt x="91479" y="220465"/>
                      <a:pt x="105370" y="236340"/>
                    </a:cubicBezTo>
                    <a:lnTo>
                      <a:pt x="85129" y="252413"/>
                    </a:lnTo>
                    <a:cubicBezTo>
                      <a:pt x="73223" y="236736"/>
                      <a:pt x="59928" y="220762"/>
                      <a:pt x="45243" y="204490"/>
                    </a:cubicBezTo>
                    <a:close/>
                    <a:moveTo>
                      <a:pt x="233362" y="189905"/>
                    </a:moveTo>
                    <a:lnTo>
                      <a:pt x="254198" y="203300"/>
                    </a:lnTo>
                    <a:cubicBezTo>
                      <a:pt x="240307" y="220564"/>
                      <a:pt x="225722" y="237133"/>
                      <a:pt x="210442" y="253008"/>
                    </a:cubicBezTo>
                    <a:lnTo>
                      <a:pt x="192583" y="238721"/>
                    </a:lnTo>
                    <a:cubicBezTo>
                      <a:pt x="208657" y="222052"/>
                      <a:pt x="222249" y="205780"/>
                      <a:pt x="233362" y="189905"/>
                    </a:cubicBezTo>
                    <a:close/>
                    <a:moveTo>
                      <a:pt x="490834" y="139304"/>
                    </a:moveTo>
                    <a:lnTo>
                      <a:pt x="490834" y="161330"/>
                    </a:lnTo>
                    <a:lnTo>
                      <a:pt x="552747" y="161330"/>
                    </a:lnTo>
                    <a:lnTo>
                      <a:pt x="552747" y="139304"/>
                    </a:lnTo>
                    <a:close/>
                    <a:moveTo>
                      <a:pt x="411063" y="139304"/>
                    </a:moveTo>
                    <a:lnTo>
                      <a:pt x="411063" y="161330"/>
                    </a:lnTo>
                    <a:lnTo>
                      <a:pt x="471487" y="161330"/>
                    </a:lnTo>
                    <a:lnTo>
                      <a:pt x="471487" y="139304"/>
                    </a:lnTo>
                    <a:close/>
                    <a:moveTo>
                      <a:pt x="581024" y="82451"/>
                    </a:moveTo>
                    <a:lnTo>
                      <a:pt x="585787" y="99715"/>
                    </a:lnTo>
                    <a:cubicBezTo>
                      <a:pt x="559990" y="101104"/>
                      <a:pt x="528339" y="102493"/>
                      <a:pt x="490834" y="103882"/>
                    </a:cubicBezTo>
                    <a:lnTo>
                      <a:pt x="490834" y="123230"/>
                    </a:lnTo>
                    <a:lnTo>
                      <a:pt x="572392" y="123230"/>
                    </a:lnTo>
                    <a:lnTo>
                      <a:pt x="572392" y="183357"/>
                    </a:lnTo>
                    <a:lnTo>
                      <a:pt x="552747" y="183357"/>
                    </a:lnTo>
                    <a:lnTo>
                      <a:pt x="552747" y="177404"/>
                    </a:lnTo>
                    <a:lnTo>
                      <a:pt x="490834" y="177404"/>
                    </a:lnTo>
                    <a:lnTo>
                      <a:pt x="490834" y="196454"/>
                    </a:lnTo>
                    <a:lnTo>
                      <a:pt x="591145" y="196454"/>
                    </a:lnTo>
                    <a:lnTo>
                      <a:pt x="591145" y="261045"/>
                    </a:lnTo>
                    <a:cubicBezTo>
                      <a:pt x="591145" y="281286"/>
                      <a:pt x="581123" y="291406"/>
                      <a:pt x="561081" y="291406"/>
                    </a:cubicBezTo>
                    <a:cubicBezTo>
                      <a:pt x="551159" y="291406"/>
                      <a:pt x="538757" y="291208"/>
                      <a:pt x="523874" y="290811"/>
                    </a:cubicBezTo>
                    <a:cubicBezTo>
                      <a:pt x="522882" y="285254"/>
                      <a:pt x="521394" y="278408"/>
                      <a:pt x="519409" y="270272"/>
                    </a:cubicBezTo>
                    <a:cubicBezTo>
                      <a:pt x="533300" y="271463"/>
                      <a:pt x="545107" y="272058"/>
                      <a:pt x="554831" y="272058"/>
                    </a:cubicBezTo>
                    <a:cubicBezTo>
                      <a:pt x="565546" y="272058"/>
                      <a:pt x="570904" y="266998"/>
                      <a:pt x="570904" y="256878"/>
                    </a:cubicBezTo>
                    <a:lnTo>
                      <a:pt x="570904" y="212527"/>
                    </a:lnTo>
                    <a:lnTo>
                      <a:pt x="490834" y="212527"/>
                    </a:lnTo>
                    <a:lnTo>
                      <a:pt x="490834" y="239018"/>
                    </a:lnTo>
                    <a:cubicBezTo>
                      <a:pt x="502344" y="238423"/>
                      <a:pt x="513754" y="237729"/>
                      <a:pt x="525065" y="236935"/>
                    </a:cubicBezTo>
                    <a:cubicBezTo>
                      <a:pt x="522882" y="232371"/>
                      <a:pt x="520600" y="227807"/>
                      <a:pt x="518219" y="223243"/>
                    </a:cubicBezTo>
                    <a:lnTo>
                      <a:pt x="534292" y="215801"/>
                    </a:lnTo>
                    <a:cubicBezTo>
                      <a:pt x="541436" y="228700"/>
                      <a:pt x="548580" y="242590"/>
                      <a:pt x="555723" y="257473"/>
                    </a:cubicBezTo>
                    <a:lnTo>
                      <a:pt x="538162" y="265510"/>
                    </a:lnTo>
                    <a:cubicBezTo>
                      <a:pt x="536376" y="261343"/>
                      <a:pt x="534590" y="257275"/>
                      <a:pt x="532804" y="253306"/>
                    </a:cubicBezTo>
                    <a:cubicBezTo>
                      <a:pt x="499466" y="254695"/>
                      <a:pt x="462160" y="257374"/>
                      <a:pt x="420885" y="261343"/>
                    </a:cubicBezTo>
                    <a:lnTo>
                      <a:pt x="417314" y="242293"/>
                    </a:lnTo>
                    <a:cubicBezTo>
                      <a:pt x="435570" y="241697"/>
                      <a:pt x="453628" y="240904"/>
                      <a:pt x="471487" y="239911"/>
                    </a:cubicBezTo>
                    <a:lnTo>
                      <a:pt x="471487" y="212527"/>
                    </a:lnTo>
                    <a:lnTo>
                      <a:pt x="397668" y="212527"/>
                    </a:lnTo>
                    <a:lnTo>
                      <a:pt x="397668" y="292894"/>
                    </a:lnTo>
                    <a:lnTo>
                      <a:pt x="377428" y="292894"/>
                    </a:lnTo>
                    <a:lnTo>
                      <a:pt x="377428" y="196454"/>
                    </a:lnTo>
                    <a:lnTo>
                      <a:pt x="471487" y="196454"/>
                    </a:lnTo>
                    <a:lnTo>
                      <a:pt x="471487" y="177404"/>
                    </a:lnTo>
                    <a:lnTo>
                      <a:pt x="411063" y="177404"/>
                    </a:lnTo>
                    <a:lnTo>
                      <a:pt x="411063" y="183357"/>
                    </a:lnTo>
                    <a:lnTo>
                      <a:pt x="391417" y="183357"/>
                    </a:lnTo>
                    <a:lnTo>
                      <a:pt x="391417" y="123230"/>
                    </a:lnTo>
                    <a:lnTo>
                      <a:pt x="471487" y="123230"/>
                    </a:lnTo>
                    <a:lnTo>
                      <a:pt x="471487" y="104478"/>
                    </a:lnTo>
                    <a:cubicBezTo>
                      <a:pt x="442912" y="105470"/>
                      <a:pt x="411360" y="106462"/>
                      <a:pt x="376832" y="107454"/>
                    </a:cubicBezTo>
                    <a:cubicBezTo>
                      <a:pt x="375840" y="102097"/>
                      <a:pt x="374451" y="96143"/>
                      <a:pt x="372665" y="89595"/>
                    </a:cubicBezTo>
                    <a:cubicBezTo>
                      <a:pt x="467121" y="87412"/>
                      <a:pt x="536574" y="85031"/>
                      <a:pt x="581024" y="82451"/>
                    </a:cubicBezTo>
                    <a:close/>
                    <a:moveTo>
                      <a:pt x="361949" y="30361"/>
                    </a:moveTo>
                    <a:lnTo>
                      <a:pt x="361949" y="53281"/>
                    </a:lnTo>
                    <a:lnTo>
                      <a:pt x="566141" y="53281"/>
                    </a:lnTo>
                    <a:lnTo>
                      <a:pt x="566141" y="30361"/>
                    </a:lnTo>
                    <a:close/>
                    <a:moveTo>
                      <a:pt x="150316" y="25301"/>
                    </a:moveTo>
                    <a:cubicBezTo>
                      <a:pt x="129877" y="51098"/>
                      <a:pt x="100409" y="76399"/>
                      <a:pt x="61912" y="101204"/>
                    </a:cubicBezTo>
                    <a:lnTo>
                      <a:pt x="236636" y="101204"/>
                    </a:lnTo>
                    <a:cubicBezTo>
                      <a:pt x="205680" y="81558"/>
                      <a:pt x="176907" y="56257"/>
                      <a:pt x="150316" y="25301"/>
                    </a:cubicBezTo>
                    <a:close/>
                    <a:moveTo>
                      <a:pt x="341411" y="13097"/>
                    </a:moveTo>
                    <a:lnTo>
                      <a:pt x="586382" y="13097"/>
                    </a:lnTo>
                    <a:lnTo>
                      <a:pt x="586382" y="76498"/>
                    </a:lnTo>
                    <a:lnTo>
                      <a:pt x="566141" y="76498"/>
                    </a:lnTo>
                    <a:lnTo>
                      <a:pt x="566141" y="70545"/>
                    </a:lnTo>
                    <a:lnTo>
                      <a:pt x="361949" y="70545"/>
                    </a:lnTo>
                    <a:lnTo>
                      <a:pt x="361949" y="141387"/>
                    </a:lnTo>
                    <a:cubicBezTo>
                      <a:pt x="361949" y="208856"/>
                      <a:pt x="348059" y="259755"/>
                      <a:pt x="320278" y="294085"/>
                    </a:cubicBezTo>
                    <a:cubicBezTo>
                      <a:pt x="315714" y="287140"/>
                      <a:pt x="310753" y="280492"/>
                      <a:pt x="305395" y="274142"/>
                    </a:cubicBezTo>
                    <a:cubicBezTo>
                      <a:pt x="329604" y="246361"/>
                      <a:pt x="341610" y="200720"/>
                      <a:pt x="341411" y="137220"/>
                    </a:cubicBezTo>
                    <a:close/>
                    <a:moveTo>
                      <a:pt x="140196" y="0"/>
                    </a:moveTo>
                    <a:lnTo>
                      <a:pt x="172640" y="0"/>
                    </a:lnTo>
                    <a:lnTo>
                      <a:pt x="165794" y="8335"/>
                    </a:lnTo>
                    <a:cubicBezTo>
                      <a:pt x="197346" y="48618"/>
                      <a:pt x="241994" y="79971"/>
                      <a:pt x="299739" y="102394"/>
                    </a:cubicBezTo>
                    <a:cubicBezTo>
                      <a:pt x="294382" y="109935"/>
                      <a:pt x="289123" y="117872"/>
                      <a:pt x="283964" y="126207"/>
                    </a:cubicBezTo>
                    <a:cubicBezTo>
                      <a:pt x="268485" y="119658"/>
                      <a:pt x="253503" y="111820"/>
                      <a:pt x="239017" y="102692"/>
                    </a:cubicBezTo>
                    <a:lnTo>
                      <a:pt x="239017" y="122932"/>
                    </a:lnTo>
                    <a:lnTo>
                      <a:pt x="161925" y="122932"/>
                    </a:lnTo>
                    <a:lnTo>
                      <a:pt x="161925" y="164604"/>
                    </a:lnTo>
                    <a:lnTo>
                      <a:pt x="267890" y="164604"/>
                    </a:lnTo>
                    <a:lnTo>
                      <a:pt x="267890" y="186333"/>
                    </a:lnTo>
                    <a:lnTo>
                      <a:pt x="161925" y="186333"/>
                    </a:lnTo>
                    <a:lnTo>
                      <a:pt x="161925" y="258961"/>
                    </a:lnTo>
                    <a:lnTo>
                      <a:pt x="288726" y="258961"/>
                    </a:lnTo>
                    <a:lnTo>
                      <a:pt x="288726" y="280988"/>
                    </a:lnTo>
                    <a:lnTo>
                      <a:pt x="11906" y="280988"/>
                    </a:lnTo>
                    <a:lnTo>
                      <a:pt x="11906" y="258961"/>
                    </a:lnTo>
                    <a:lnTo>
                      <a:pt x="138112" y="258961"/>
                    </a:lnTo>
                    <a:lnTo>
                      <a:pt x="138112" y="186333"/>
                    </a:lnTo>
                    <a:lnTo>
                      <a:pt x="31551" y="186333"/>
                    </a:lnTo>
                    <a:lnTo>
                      <a:pt x="31551" y="164604"/>
                    </a:lnTo>
                    <a:lnTo>
                      <a:pt x="138112" y="164604"/>
                    </a:lnTo>
                    <a:lnTo>
                      <a:pt x="138112" y="122932"/>
                    </a:lnTo>
                    <a:lnTo>
                      <a:pt x="60721" y="122932"/>
                    </a:lnTo>
                    <a:lnTo>
                      <a:pt x="60721" y="102097"/>
                    </a:lnTo>
                    <a:cubicBezTo>
                      <a:pt x="46632" y="111026"/>
                      <a:pt x="31353" y="119956"/>
                      <a:pt x="14882" y="128886"/>
                    </a:cubicBezTo>
                    <a:cubicBezTo>
                      <a:pt x="10715" y="121345"/>
                      <a:pt x="5754" y="113904"/>
                      <a:pt x="0" y="106561"/>
                    </a:cubicBezTo>
                    <a:cubicBezTo>
                      <a:pt x="66079" y="75605"/>
                      <a:pt x="112811" y="40085"/>
                      <a:pt x="140196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sz="24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37" name="组合 36">
                <a:extLst>
                  <a:ext uri="{FF2B5EF4-FFF2-40B4-BE49-F238E27FC236}">
                    <a16:creationId xmlns:a16="http://schemas.microsoft.com/office/drawing/2014/main" id="{1002B4E8-2DAD-496F-A523-BFD595E3936F}"/>
                  </a:ext>
                </a:extLst>
              </p:cNvPr>
              <p:cNvGrpSpPr/>
              <p:nvPr/>
            </p:nvGrpSpPr>
            <p:grpSpPr>
              <a:xfrm>
                <a:off x="8947509" y="2708572"/>
                <a:ext cx="2235980" cy="1298578"/>
                <a:chOff x="1214405" y="4590491"/>
                <a:chExt cx="2970865" cy="1725373"/>
              </a:xfrm>
            </p:grpSpPr>
            <p:grpSp>
              <p:nvGrpSpPr>
                <p:cNvPr id="69" name="组合 68">
                  <a:extLst>
                    <a:ext uri="{FF2B5EF4-FFF2-40B4-BE49-F238E27FC236}">
                      <a16:creationId xmlns:a16="http://schemas.microsoft.com/office/drawing/2014/main" id="{44B03FC1-9CCC-458F-9C31-7B0B1B41A8EC}"/>
                    </a:ext>
                  </a:extLst>
                </p:cNvPr>
                <p:cNvGrpSpPr/>
                <p:nvPr/>
              </p:nvGrpSpPr>
              <p:grpSpPr>
                <a:xfrm>
                  <a:off x="1214405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94" name="椭圆 93">
                    <a:extLst>
                      <a:ext uri="{FF2B5EF4-FFF2-40B4-BE49-F238E27FC236}">
                        <a16:creationId xmlns:a16="http://schemas.microsoft.com/office/drawing/2014/main" id="{4838AF31-F1BF-4AE6-BA18-20FF4EB929C6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5" name="椭圆 94">
                    <a:extLst>
                      <a:ext uri="{FF2B5EF4-FFF2-40B4-BE49-F238E27FC236}">
                        <a16:creationId xmlns:a16="http://schemas.microsoft.com/office/drawing/2014/main" id="{579478BC-3B29-4E39-A87B-81755FB3323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6" name="椭圆 95">
                    <a:extLst>
                      <a:ext uri="{FF2B5EF4-FFF2-40B4-BE49-F238E27FC236}">
                        <a16:creationId xmlns:a16="http://schemas.microsoft.com/office/drawing/2014/main" id="{A7343ED4-B867-4E6A-9563-E2D1B7A9E733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7" name="椭圆 96">
                    <a:extLst>
                      <a:ext uri="{FF2B5EF4-FFF2-40B4-BE49-F238E27FC236}">
                        <a16:creationId xmlns:a16="http://schemas.microsoft.com/office/drawing/2014/main" id="{00159C06-93F1-483F-A90E-AE960CAE65ED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8" name="椭圆 97">
                    <a:extLst>
                      <a:ext uri="{FF2B5EF4-FFF2-40B4-BE49-F238E27FC236}">
                        <a16:creationId xmlns:a16="http://schemas.microsoft.com/office/drawing/2014/main" id="{3304B0BA-51E0-4AE6-B306-FBE63B41BE0E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70" name="组合 69">
                  <a:extLst>
                    <a:ext uri="{FF2B5EF4-FFF2-40B4-BE49-F238E27FC236}">
                      <a16:creationId xmlns:a16="http://schemas.microsoft.com/office/drawing/2014/main" id="{43A86FCF-69F5-430E-9A85-057FAE13BC06}"/>
                    </a:ext>
                  </a:extLst>
                </p:cNvPr>
                <p:cNvGrpSpPr/>
                <p:nvPr/>
              </p:nvGrpSpPr>
              <p:grpSpPr>
                <a:xfrm>
                  <a:off x="4100769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89" name="椭圆 88">
                    <a:extLst>
                      <a:ext uri="{FF2B5EF4-FFF2-40B4-BE49-F238E27FC236}">
                        <a16:creationId xmlns:a16="http://schemas.microsoft.com/office/drawing/2014/main" id="{E00B9B92-DD89-491D-BD31-324F63491381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0" name="椭圆 89">
                    <a:extLst>
                      <a:ext uri="{FF2B5EF4-FFF2-40B4-BE49-F238E27FC236}">
                        <a16:creationId xmlns:a16="http://schemas.microsoft.com/office/drawing/2014/main" id="{4B28FAF5-142E-4E0D-9160-31D672313B93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1" name="椭圆 90">
                    <a:extLst>
                      <a:ext uri="{FF2B5EF4-FFF2-40B4-BE49-F238E27FC236}">
                        <a16:creationId xmlns:a16="http://schemas.microsoft.com/office/drawing/2014/main" id="{4570979F-A210-476E-A17B-924560D58B35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2" name="椭圆 91">
                    <a:extLst>
                      <a:ext uri="{FF2B5EF4-FFF2-40B4-BE49-F238E27FC236}">
                        <a16:creationId xmlns:a16="http://schemas.microsoft.com/office/drawing/2014/main" id="{A9AC93E7-F622-4763-B270-E2879C4C245C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93" name="椭圆 92">
                    <a:extLst>
                      <a:ext uri="{FF2B5EF4-FFF2-40B4-BE49-F238E27FC236}">
                        <a16:creationId xmlns:a16="http://schemas.microsoft.com/office/drawing/2014/main" id="{EA7CF53E-D47B-4B07-92C8-0FAF7AAC30DB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71" name="组合 70">
                  <a:extLst>
                    <a:ext uri="{FF2B5EF4-FFF2-40B4-BE49-F238E27FC236}">
                      <a16:creationId xmlns:a16="http://schemas.microsoft.com/office/drawing/2014/main" id="{17F9D1EE-9EBC-465C-AAEB-619EB3AA4B89}"/>
                    </a:ext>
                  </a:extLst>
                </p:cNvPr>
                <p:cNvGrpSpPr/>
                <p:nvPr/>
              </p:nvGrpSpPr>
              <p:grpSpPr>
                <a:xfrm>
                  <a:off x="1935996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84" name="椭圆 83">
                    <a:extLst>
                      <a:ext uri="{FF2B5EF4-FFF2-40B4-BE49-F238E27FC236}">
                        <a16:creationId xmlns:a16="http://schemas.microsoft.com/office/drawing/2014/main" id="{BBF1E500-8F65-4FCC-B91D-F1066C623E93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5" name="椭圆 84">
                    <a:extLst>
                      <a:ext uri="{FF2B5EF4-FFF2-40B4-BE49-F238E27FC236}">
                        <a16:creationId xmlns:a16="http://schemas.microsoft.com/office/drawing/2014/main" id="{0E818DD7-1463-4C1C-B39E-00EDFDF5C92B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6" name="椭圆 85">
                    <a:extLst>
                      <a:ext uri="{FF2B5EF4-FFF2-40B4-BE49-F238E27FC236}">
                        <a16:creationId xmlns:a16="http://schemas.microsoft.com/office/drawing/2014/main" id="{E15CFE2E-56DF-426F-8FB5-762714BCD669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7" name="椭圆 86">
                    <a:extLst>
                      <a:ext uri="{FF2B5EF4-FFF2-40B4-BE49-F238E27FC236}">
                        <a16:creationId xmlns:a16="http://schemas.microsoft.com/office/drawing/2014/main" id="{5DF05F26-AEE3-461C-82D7-A346CEC58ADC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8" name="椭圆 87">
                    <a:extLst>
                      <a:ext uri="{FF2B5EF4-FFF2-40B4-BE49-F238E27FC236}">
                        <a16:creationId xmlns:a16="http://schemas.microsoft.com/office/drawing/2014/main" id="{B32D691A-02E9-44DA-BD42-9A5DC7569B06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72" name="组合 71">
                  <a:extLst>
                    <a:ext uri="{FF2B5EF4-FFF2-40B4-BE49-F238E27FC236}">
                      <a16:creationId xmlns:a16="http://schemas.microsoft.com/office/drawing/2014/main" id="{28FA7AA3-642B-4AE7-B2F7-5BB184D23CCA}"/>
                    </a:ext>
                  </a:extLst>
                </p:cNvPr>
                <p:cNvGrpSpPr/>
                <p:nvPr/>
              </p:nvGrpSpPr>
              <p:grpSpPr>
                <a:xfrm>
                  <a:off x="2657587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79" name="椭圆 78">
                    <a:extLst>
                      <a:ext uri="{FF2B5EF4-FFF2-40B4-BE49-F238E27FC236}">
                        <a16:creationId xmlns:a16="http://schemas.microsoft.com/office/drawing/2014/main" id="{9F8A3116-2D29-47F3-A9E4-3E970485298C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0" name="椭圆 79">
                    <a:extLst>
                      <a:ext uri="{FF2B5EF4-FFF2-40B4-BE49-F238E27FC236}">
                        <a16:creationId xmlns:a16="http://schemas.microsoft.com/office/drawing/2014/main" id="{FCEF43E4-EFEA-4FE3-B988-ACFCEF0825F8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1" name="椭圆 80">
                    <a:extLst>
                      <a:ext uri="{FF2B5EF4-FFF2-40B4-BE49-F238E27FC236}">
                        <a16:creationId xmlns:a16="http://schemas.microsoft.com/office/drawing/2014/main" id="{C64C6C44-2B46-4045-A15D-2B73C4199220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2" name="椭圆 81">
                    <a:extLst>
                      <a:ext uri="{FF2B5EF4-FFF2-40B4-BE49-F238E27FC236}">
                        <a16:creationId xmlns:a16="http://schemas.microsoft.com/office/drawing/2014/main" id="{FBE73FE6-9442-4681-8458-D124F58B622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83" name="椭圆 82">
                    <a:extLst>
                      <a:ext uri="{FF2B5EF4-FFF2-40B4-BE49-F238E27FC236}">
                        <a16:creationId xmlns:a16="http://schemas.microsoft.com/office/drawing/2014/main" id="{13699785-7D0E-447C-9914-E703AEFE2002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73" name="组合 72">
                  <a:extLst>
                    <a:ext uri="{FF2B5EF4-FFF2-40B4-BE49-F238E27FC236}">
                      <a16:creationId xmlns:a16="http://schemas.microsoft.com/office/drawing/2014/main" id="{2D0952D1-A640-41A7-8664-3D1B66E7D880}"/>
                    </a:ext>
                  </a:extLst>
                </p:cNvPr>
                <p:cNvGrpSpPr/>
                <p:nvPr/>
              </p:nvGrpSpPr>
              <p:grpSpPr>
                <a:xfrm>
                  <a:off x="3379178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74" name="椭圆 73">
                    <a:extLst>
                      <a:ext uri="{FF2B5EF4-FFF2-40B4-BE49-F238E27FC236}">
                        <a16:creationId xmlns:a16="http://schemas.microsoft.com/office/drawing/2014/main" id="{7298BE43-28C3-4A96-9415-538224B50C4A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5" name="椭圆 74">
                    <a:extLst>
                      <a:ext uri="{FF2B5EF4-FFF2-40B4-BE49-F238E27FC236}">
                        <a16:creationId xmlns:a16="http://schemas.microsoft.com/office/drawing/2014/main" id="{ACC5887A-BCA8-4CBE-AF97-C8E6EBC5FDEF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6" name="椭圆 75">
                    <a:extLst>
                      <a:ext uri="{FF2B5EF4-FFF2-40B4-BE49-F238E27FC236}">
                        <a16:creationId xmlns:a16="http://schemas.microsoft.com/office/drawing/2014/main" id="{B3014B3E-4C9D-4BA8-B5C6-5C7CFFC83CE4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7" name="椭圆 76">
                    <a:extLst>
                      <a:ext uri="{FF2B5EF4-FFF2-40B4-BE49-F238E27FC236}">
                        <a16:creationId xmlns:a16="http://schemas.microsoft.com/office/drawing/2014/main" id="{028C0398-083C-449D-B71C-A84C8D6D9C6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78" name="椭圆 77">
                    <a:extLst>
                      <a:ext uri="{FF2B5EF4-FFF2-40B4-BE49-F238E27FC236}">
                        <a16:creationId xmlns:a16="http://schemas.microsoft.com/office/drawing/2014/main" id="{3C9AA1AB-D673-4721-8561-0F2AA2728077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  <p:grpSp>
            <p:nvGrpSpPr>
              <p:cNvPr id="38" name="组合 37">
                <a:extLst>
                  <a:ext uri="{FF2B5EF4-FFF2-40B4-BE49-F238E27FC236}">
                    <a16:creationId xmlns:a16="http://schemas.microsoft.com/office/drawing/2014/main" id="{5BEA7738-992E-4799-A5D5-93B160199A21}"/>
                  </a:ext>
                </a:extLst>
              </p:cNvPr>
              <p:cNvGrpSpPr/>
              <p:nvPr/>
            </p:nvGrpSpPr>
            <p:grpSpPr>
              <a:xfrm>
                <a:off x="9228096" y="2708572"/>
                <a:ext cx="2235980" cy="1298578"/>
                <a:chOff x="1214405" y="4590491"/>
                <a:chExt cx="2970865" cy="1725373"/>
              </a:xfrm>
            </p:grpSpPr>
            <p:grpSp>
              <p:nvGrpSpPr>
                <p:cNvPr id="39" name="组合 38">
                  <a:extLst>
                    <a:ext uri="{FF2B5EF4-FFF2-40B4-BE49-F238E27FC236}">
                      <a16:creationId xmlns:a16="http://schemas.microsoft.com/office/drawing/2014/main" id="{372D3B45-9801-4BA3-8736-948C3ADC7AAF}"/>
                    </a:ext>
                  </a:extLst>
                </p:cNvPr>
                <p:cNvGrpSpPr/>
                <p:nvPr/>
              </p:nvGrpSpPr>
              <p:grpSpPr>
                <a:xfrm>
                  <a:off x="1214405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64" name="椭圆 63">
                    <a:extLst>
                      <a:ext uri="{FF2B5EF4-FFF2-40B4-BE49-F238E27FC236}">
                        <a16:creationId xmlns:a16="http://schemas.microsoft.com/office/drawing/2014/main" id="{02982D63-E876-4217-BD49-F43450A347E4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65" name="椭圆 64">
                    <a:extLst>
                      <a:ext uri="{FF2B5EF4-FFF2-40B4-BE49-F238E27FC236}">
                        <a16:creationId xmlns:a16="http://schemas.microsoft.com/office/drawing/2014/main" id="{73F2C333-CBCD-4317-AA4F-EAB653994DB0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66" name="椭圆 65">
                    <a:extLst>
                      <a:ext uri="{FF2B5EF4-FFF2-40B4-BE49-F238E27FC236}">
                        <a16:creationId xmlns:a16="http://schemas.microsoft.com/office/drawing/2014/main" id="{F5001965-9BC3-4AE7-930E-C55C908C4685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67" name="椭圆 66">
                    <a:extLst>
                      <a:ext uri="{FF2B5EF4-FFF2-40B4-BE49-F238E27FC236}">
                        <a16:creationId xmlns:a16="http://schemas.microsoft.com/office/drawing/2014/main" id="{75E4A78B-3900-4EAE-9333-7F1DBD9381F6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68" name="椭圆 67">
                    <a:extLst>
                      <a:ext uri="{FF2B5EF4-FFF2-40B4-BE49-F238E27FC236}">
                        <a16:creationId xmlns:a16="http://schemas.microsoft.com/office/drawing/2014/main" id="{23430482-6F98-4621-B447-1A709C6CDB48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40" name="组合 39">
                  <a:extLst>
                    <a:ext uri="{FF2B5EF4-FFF2-40B4-BE49-F238E27FC236}">
                      <a16:creationId xmlns:a16="http://schemas.microsoft.com/office/drawing/2014/main" id="{EA70F2A4-3572-4A96-A688-3200D8FD3A40}"/>
                    </a:ext>
                  </a:extLst>
                </p:cNvPr>
                <p:cNvGrpSpPr/>
                <p:nvPr/>
              </p:nvGrpSpPr>
              <p:grpSpPr>
                <a:xfrm>
                  <a:off x="4100769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59" name="椭圆 58">
                    <a:extLst>
                      <a:ext uri="{FF2B5EF4-FFF2-40B4-BE49-F238E27FC236}">
                        <a16:creationId xmlns:a16="http://schemas.microsoft.com/office/drawing/2014/main" id="{9FBB1B29-4CE5-4071-B083-654571363766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60" name="椭圆 59">
                    <a:extLst>
                      <a:ext uri="{FF2B5EF4-FFF2-40B4-BE49-F238E27FC236}">
                        <a16:creationId xmlns:a16="http://schemas.microsoft.com/office/drawing/2014/main" id="{8162A32C-D46F-4218-99E5-F3D9BD1C93F2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61" name="椭圆 60">
                    <a:extLst>
                      <a:ext uri="{FF2B5EF4-FFF2-40B4-BE49-F238E27FC236}">
                        <a16:creationId xmlns:a16="http://schemas.microsoft.com/office/drawing/2014/main" id="{8F4B6841-391C-494D-BC60-560A5E3FD0EB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62" name="椭圆 61">
                    <a:extLst>
                      <a:ext uri="{FF2B5EF4-FFF2-40B4-BE49-F238E27FC236}">
                        <a16:creationId xmlns:a16="http://schemas.microsoft.com/office/drawing/2014/main" id="{B5DF5747-F7C5-4CB9-9E8D-15C1C2B3F4AA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63" name="椭圆 62">
                    <a:extLst>
                      <a:ext uri="{FF2B5EF4-FFF2-40B4-BE49-F238E27FC236}">
                        <a16:creationId xmlns:a16="http://schemas.microsoft.com/office/drawing/2014/main" id="{AB19F4D4-F8A7-40C0-AEE7-662E5A0168CE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41" name="组合 40">
                  <a:extLst>
                    <a:ext uri="{FF2B5EF4-FFF2-40B4-BE49-F238E27FC236}">
                      <a16:creationId xmlns:a16="http://schemas.microsoft.com/office/drawing/2014/main" id="{6AC1F2A3-0146-412B-A307-C45F9542ACEB}"/>
                    </a:ext>
                  </a:extLst>
                </p:cNvPr>
                <p:cNvGrpSpPr/>
                <p:nvPr/>
              </p:nvGrpSpPr>
              <p:grpSpPr>
                <a:xfrm>
                  <a:off x="1935996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54" name="椭圆 53">
                    <a:extLst>
                      <a:ext uri="{FF2B5EF4-FFF2-40B4-BE49-F238E27FC236}">
                        <a16:creationId xmlns:a16="http://schemas.microsoft.com/office/drawing/2014/main" id="{4424C991-24EB-42F4-8C37-2C47C4E04732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55" name="椭圆 54">
                    <a:extLst>
                      <a:ext uri="{FF2B5EF4-FFF2-40B4-BE49-F238E27FC236}">
                        <a16:creationId xmlns:a16="http://schemas.microsoft.com/office/drawing/2014/main" id="{DE12E653-CEA0-4D00-A4F2-9CD2EFC1CAB5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56" name="椭圆 55">
                    <a:extLst>
                      <a:ext uri="{FF2B5EF4-FFF2-40B4-BE49-F238E27FC236}">
                        <a16:creationId xmlns:a16="http://schemas.microsoft.com/office/drawing/2014/main" id="{240B4836-72FF-4D81-BD87-E31DDF00999F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57" name="椭圆 56">
                    <a:extLst>
                      <a:ext uri="{FF2B5EF4-FFF2-40B4-BE49-F238E27FC236}">
                        <a16:creationId xmlns:a16="http://schemas.microsoft.com/office/drawing/2014/main" id="{3A538D6F-9E74-44BC-BA9E-994461ACFB75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58" name="椭圆 57">
                    <a:extLst>
                      <a:ext uri="{FF2B5EF4-FFF2-40B4-BE49-F238E27FC236}">
                        <a16:creationId xmlns:a16="http://schemas.microsoft.com/office/drawing/2014/main" id="{59ECDF8A-1257-4E0A-B0EE-28063090C9AC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42" name="组合 41">
                  <a:extLst>
                    <a:ext uri="{FF2B5EF4-FFF2-40B4-BE49-F238E27FC236}">
                      <a16:creationId xmlns:a16="http://schemas.microsoft.com/office/drawing/2014/main" id="{5C7841CF-239B-47B6-B6F4-C554D674CCCB}"/>
                    </a:ext>
                  </a:extLst>
                </p:cNvPr>
                <p:cNvGrpSpPr/>
                <p:nvPr/>
              </p:nvGrpSpPr>
              <p:grpSpPr>
                <a:xfrm>
                  <a:off x="2657587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49" name="椭圆 48">
                    <a:extLst>
                      <a:ext uri="{FF2B5EF4-FFF2-40B4-BE49-F238E27FC236}">
                        <a16:creationId xmlns:a16="http://schemas.microsoft.com/office/drawing/2014/main" id="{B68B9D2E-922F-411F-ADE2-41BE904A94C9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50" name="椭圆 49">
                    <a:extLst>
                      <a:ext uri="{FF2B5EF4-FFF2-40B4-BE49-F238E27FC236}">
                        <a16:creationId xmlns:a16="http://schemas.microsoft.com/office/drawing/2014/main" id="{B9D69500-CB56-4B0E-B2C7-42A9B16BBC43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51" name="椭圆 50">
                    <a:extLst>
                      <a:ext uri="{FF2B5EF4-FFF2-40B4-BE49-F238E27FC236}">
                        <a16:creationId xmlns:a16="http://schemas.microsoft.com/office/drawing/2014/main" id="{B034A50D-C77E-4830-B70E-681324C3B1CA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52" name="椭圆 51">
                    <a:extLst>
                      <a:ext uri="{FF2B5EF4-FFF2-40B4-BE49-F238E27FC236}">
                        <a16:creationId xmlns:a16="http://schemas.microsoft.com/office/drawing/2014/main" id="{F88B3802-92B5-4D74-A4C8-4901A5F8AC81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53" name="椭圆 52">
                    <a:extLst>
                      <a:ext uri="{FF2B5EF4-FFF2-40B4-BE49-F238E27FC236}">
                        <a16:creationId xmlns:a16="http://schemas.microsoft.com/office/drawing/2014/main" id="{44FFE98B-D1DB-4167-87B8-2798741AE529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  <p:grpSp>
              <p:nvGrpSpPr>
                <p:cNvPr id="43" name="组合 42">
                  <a:extLst>
                    <a:ext uri="{FF2B5EF4-FFF2-40B4-BE49-F238E27FC236}">
                      <a16:creationId xmlns:a16="http://schemas.microsoft.com/office/drawing/2014/main" id="{AC1F450F-98A8-4987-AF35-4682A9598348}"/>
                    </a:ext>
                  </a:extLst>
                </p:cNvPr>
                <p:cNvGrpSpPr/>
                <p:nvPr/>
              </p:nvGrpSpPr>
              <p:grpSpPr>
                <a:xfrm>
                  <a:off x="3379178" y="4590491"/>
                  <a:ext cx="84501" cy="1725373"/>
                  <a:chOff x="1214405" y="4592622"/>
                  <a:chExt cx="84501" cy="1725373"/>
                </a:xfrm>
              </p:grpSpPr>
              <p:sp>
                <p:nvSpPr>
                  <p:cNvPr id="44" name="椭圆 43">
                    <a:extLst>
                      <a:ext uri="{FF2B5EF4-FFF2-40B4-BE49-F238E27FC236}">
                        <a16:creationId xmlns:a16="http://schemas.microsoft.com/office/drawing/2014/main" id="{C3961AD9-B0B1-43F5-91B1-6BC85EF0C10B}"/>
                      </a:ext>
                    </a:extLst>
                  </p:cNvPr>
                  <p:cNvSpPr/>
                  <p:nvPr/>
                </p:nvSpPr>
                <p:spPr>
                  <a:xfrm>
                    <a:off x="1214405" y="4592622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45" name="椭圆 44">
                    <a:extLst>
                      <a:ext uri="{FF2B5EF4-FFF2-40B4-BE49-F238E27FC236}">
                        <a16:creationId xmlns:a16="http://schemas.microsoft.com/office/drawing/2014/main" id="{803BDD2C-506F-45CD-9A95-703A88B5E110}"/>
                      </a:ext>
                    </a:extLst>
                  </p:cNvPr>
                  <p:cNvSpPr/>
                  <p:nvPr/>
                </p:nvSpPr>
                <p:spPr>
                  <a:xfrm>
                    <a:off x="1214405" y="5823276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46" name="椭圆 45">
                    <a:extLst>
                      <a:ext uri="{FF2B5EF4-FFF2-40B4-BE49-F238E27FC236}">
                        <a16:creationId xmlns:a16="http://schemas.microsoft.com/office/drawing/2014/main" id="{CBCEE7AE-382E-445A-8899-1E9239D621E7}"/>
                      </a:ext>
                    </a:extLst>
                  </p:cNvPr>
                  <p:cNvSpPr/>
                  <p:nvPr/>
                </p:nvSpPr>
                <p:spPr>
                  <a:xfrm>
                    <a:off x="1214405" y="6233494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47" name="椭圆 46">
                    <a:extLst>
                      <a:ext uri="{FF2B5EF4-FFF2-40B4-BE49-F238E27FC236}">
                        <a16:creationId xmlns:a16="http://schemas.microsoft.com/office/drawing/2014/main" id="{163C7766-183A-4C31-B340-0C639C631AEE}"/>
                      </a:ext>
                    </a:extLst>
                  </p:cNvPr>
                  <p:cNvSpPr/>
                  <p:nvPr/>
                </p:nvSpPr>
                <p:spPr>
                  <a:xfrm>
                    <a:off x="1214405" y="5002840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  <p:sp>
                <p:nvSpPr>
                  <p:cNvPr id="48" name="椭圆 47">
                    <a:extLst>
                      <a:ext uri="{FF2B5EF4-FFF2-40B4-BE49-F238E27FC236}">
                        <a16:creationId xmlns:a16="http://schemas.microsoft.com/office/drawing/2014/main" id="{2DA41A6B-10A1-43F2-B7EA-A7728EDC44A4}"/>
                      </a:ext>
                    </a:extLst>
                  </p:cNvPr>
                  <p:cNvSpPr/>
                  <p:nvPr/>
                </p:nvSpPr>
                <p:spPr>
                  <a:xfrm>
                    <a:off x="1214405" y="5413058"/>
                    <a:ext cx="84501" cy="84501"/>
                  </a:xfrm>
                  <a:prstGeom prst="ellipse">
                    <a:avLst/>
                  </a:prstGeom>
                  <a:solidFill>
                    <a:schemeClr val="tx1"/>
                  </a:solidFill>
                  <a:ln w="19050">
                    <a:noFill/>
                    <a:prstDash val="soli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/>
                  </a:p>
                </p:txBody>
              </p:sp>
            </p:grpSp>
          </p:grpSp>
        </p:grp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FF4979C-45F3-4E08-B55A-CFCC182CF752}"/>
                </a:ext>
              </a:extLst>
            </p:cNvPr>
            <p:cNvSpPr txBox="1"/>
            <p:nvPr/>
          </p:nvSpPr>
          <p:spPr>
            <a:xfrm>
              <a:off x="1952309" y="5025876"/>
              <a:ext cx="614434" cy="153338"/>
            </a:xfrm>
            <a:custGeom>
              <a:avLst/>
              <a:gdLst/>
              <a:ahLst/>
              <a:cxnLst/>
              <a:rect l="l" t="t" r="r" b="b"/>
              <a:pathLst>
                <a:path w="886494" h="221233">
                  <a:moveTo>
                    <a:pt x="745628" y="170780"/>
                  </a:moveTo>
                  <a:cubicBezTo>
                    <a:pt x="745182" y="176733"/>
                    <a:pt x="744959" y="182389"/>
                    <a:pt x="744959" y="187746"/>
                  </a:cubicBezTo>
                  <a:cubicBezTo>
                    <a:pt x="720848" y="192806"/>
                    <a:pt x="695845" y="198760"/>
                    <a:pt x="669949" y="205606"/>
                  </a:cubicBezTo>
                  <a:lnTo>
                    <a:pt x="665038" y="188416"/>
                  </a:lnTo>
                  <a:cubicBezTo>
                    <a:pt x="692571" y="183058"/>
                    <a:pt x="719435" y="177180"/>
                    <a:pt x="745628" y="170780"/>
                  </a:cubicBezTo>
                  <a:close/>
                  <a:moveTo>
                    <a:pt x="316110" y="146447"/>
                  </a:moveTo>
                  <a:cubicBezTo>
                    <a:pt x="326826" y="158204"/>
                    <a:pt x="336053" y="168920"/>
                    <a:pt x="343792" y="178593"/>
                  </a:cubicBezTo>
                  <a:lnTo>
                    <a:pt x="329505" y="189532"/>
                  </a:lnTo>
                  <a:cubicBezTo>
                    <a:pt x="321022" y="178072"/>
                    <a:pt x="312241" y="167134"/>
                    <a:pt x="303162" y="156716"/>
                  </a:cubicBezTo>
                  <a:close/>
                  <a:moveTo>
                    <a:pt x="773534" y="146223"/>
                  </a:moveTo>
                  <a:lnTo>
                    <a:pt x="773534" y="191765"/>
                  </a:lnTo>
                  <a:lnTo>
                    <a:pt x="856580" y="191765"/>
                  </a:lnTo>
                  <a:lnTo>
                    <a:pt x="856580" y="146223"/>
                  </a:lnTo>
                  <a:close/>
                  <a:moveTo>
                    <a:pt x="756121" y="130596"/>
                  </a:moveTo>
                  <a:lnTo>
                    <a:pt x="873993" y="130596"/>
                  </a:lnTo>
                  <a:lnTo>
                    <a:pt x="873993" y="221233"/>
                  </a:lnTo>
                  <a:lnTo>
                    <a:pt x="856580" y="221233"/>
                  </a:lnTo>
                  <a:lnTo>
                    <a:pt x="856580" y="207392"/>
                  </a:lnTo>
                  <a:lnTo>
                    <a:pt x="773534" y="207392"/>
                  </a:lnTo>
                  <a:lnTo>
                    <a:pt x="773534" y="221233"/>
                  </a:lnTo>
                  <a:lnTo>
                    <a:pt x="756121" y="221233"/>
                  </a:lnTo>
                  <a:close/>
                  <a:moveTo>
                    <a:pt x="516805" y="129034"/>
                  </a:moveTo>
                  <a:cubicBezTo>
                    <a:pt x="507503" y="139600"/>
                    <a:pt x="497830" y="149200"/>
                    <a:pt x="487784" y="157832"/>
                  </a:cubicBezTo>
                  <a:lnTo>
                    <a:pt x="539576" y="157832"/>
                  </a:lnTo>
                  <a:lnTo>
                    <a:pt x="539576" y="136177"/>
                  </a:lnTo>
                  <a:lnTo>
                    <a:pt x="556319" y="136177"/>
                  </a:lnTo>
                  <a:lnTo>
                    <a:pt x="556319" y="157832"/>
                  </a:lnTo>
                  <a:lnTo>
                    <a:pt x="607441" y="157832"/>
                  </a:lnTo>
                  <a:cubicBezTo>
                    <a:pt x="596800" y="149274"/>
                    <a:pt x="587089" y="139675"/>
                    <a:pt x="578308" y="129034"/>
                  </a:cubicBezTo>
                  <a:close/>
                  <a:moveTo>
                    <a:pt x="23663" y="125685"/>
                  </a:moveTo>
                  <a:lnTo>
                    <a:pt x="23663" y="153367"/>
                  </a:lnTo>
                  <a:lnTo>
                    <a:pt x="158055" y="153367"/>
                  </a:lnTo>
                  <a:lnTo>
                    <a:pt x="158055" y="125685"/>
                  </a:lnTo>
                  <a:close/>
                  <a:moveTo>
                    <a:pt x="380404" y="102468"/>
                  </a:moveTo>
                  <a:lnTo>
                    <a:pt x="397817" y="102468"/>
                  </a:lnTo>
                  <a:lnTo>
                    <a:pt x="397817" y="126131"/>
                  </a:lnTo>
                  <a:lnTo>
                    <a:pt x="430410" y="126131"/>
                  </a:lnTo>
                  <a:lnTo>
                    <a:pt x="430410" y="141312"/>
                  </a:lnTo>
                  <a:lnTo>
                    <a:pt x="397817" y="141312"/>
                  </a:lnTo>
                  <a:lnTo>
                    <a:pt x="397817" y="190425"/>
                  </a:lnTo>
                  <a:cubicBezTo>
                    <a:pt x="397817" y="209029"/>
                    <a:pt x="388441" y="218405"/>
                    <a:pt x="369688" y="218554"/>
                  </a:cubicBezTo>
                  <a:cubicBezTo>
                    <a:pt x="362991" y="218703"/>
                    <a:pt x="352871" y="218628"/>
                    <a:pt x="339328" y="218331"/>
                  </a:cubicBezTo>
                  <a:cubicBezTo>
                    <a:pt x="338435" y="212526"/>
                    <a:pt x="337318" y="206127"/>
                    <a:pt x="335979" y="199132"/>
                  </a:cubicBezTo>
                  <a:cubicBezTo>
                    <a:pt x="347736" y="200322"/>
                    <a:pt x="357857" y="200918"/>
                    <a:pt x="366340" y="200918"/>
                  </a:cubicBezTo>
                  <a:cubicBezTo>
                    <a:pt x="375716" y="200918"/>
                    <a:pt x="380404" y="195709"/>
                    <a:pt x="380404" y="185291"/>
                  </a:cubicBezTo>
                  <a:lnTo>
                    <a:pt x="380404" y="141312"/>
                  </a:lnTo>
                  <a:lnTo>
                    <a:pt x="290661" y="141312"/>
                  </a:lnTo>
                  <a:lnTo>
                    <a:pt x="290661" y="126131"/>
                  </a:lnTo>
                  <a:lnTo>
                    <a:pt x="380404" y="126131"/>
                  </a:lnTo>
                  <a:close/>
                  <a:moveTo>
                    <a:pt x="500508" y="98673"/>
                  </a:moveTo>
                  <a:lnTo>
                    <a:pt x="500508" y="114523"/>
                  </a:lnTo>
                  <a:lnTo>
                    <a:pt x="596279" y="114523"/>
                  </a:lnTo>
                  <a:lnTo>
                    <a:pt x="596279" y="98673"/>
                  </a:lnTo>
                  <a:close/>
                  <a:moveTo>
                    <a:pt x="23663" y="82153"/>
                  </a:moveTo>
                  <a:lnTo>
                    <a:pt x="23663" y="109612"/>
                  </a:lnTo>
                  <a:lnTo>
                    <a:pt x="158055" y="109612"/>
                  </a:lnTo>
                  <a:lnTo>
                    <a:pt x="158055" y="82153"/>
                  </a:lnTo>
                  <a:close/>
                  <a:moveTo>
                    <a:pt x="500508" y="69205"/>
                  </a:moveTo>
                  <a:lnTo>
                    <a:pt x="500508" y="84832"/>
                  </a:lnTo>
                  <a:lnTo>
                    <a:pt x="596279" y="84832"/>
                  </a:lnTo>
                  <a:lnTo>
                    <a:pt x="596279" y="69205"/>
                  </a:lnTo>
                  <a:close/>
                  <a:moveTo>
                    <a:pt x="500508" y="39737"/>
                  </a:moveTo>
                  <a:lnTo>
                    <a:pt x="500508" y="55364"/>
                  </a:lnTo>
                  <a:lnTo>
                    <a:pt x="596279" y="55364"/>
                  </a:lnTo>
                  <a:lnTo>
                    <a:pt x="596279" y="39737"/>
                  </a:lnTo>
                  <a:close/>
                  <a:moveTo>
                    <a:pt x="12055" y="9599"/>
                  </a:moveTo>
                  <a:cubicBezTo>
                    <a:pt x="26789" y="21654"/>
                    <a:pt x="40853" y="34007"/>
                    <a:pt x="54248" y="46657"/>
                  </a:cubicBezTo>
                  <a:lnTo>
                    <a:pt x="40630" y="59829"/>
                  </a:lnTo>
                  <a:cubicBezTo>
                    <a:pt x="25300" y="43755"/>
                    <a:pt x="11757" y="30733"/>
                    <a:pt x="0" y="20761"/>
                  </a:cubicBezTo>
                  <a:close/>
                  <a:moveTo>
                    <a:pt x="165868" y="8483"/>
                  </a:moveTo>
                  <a:lnTo>
                    <a:pt x="179933" y="20315"/>
                  </a:lnTo>
                  <a:cubicBezTo>
                    <a:pt x="164454" y="35049"/>
                    <a:pt x="149274" y="48666"/>
                    <a:pt x="134391" y="61168"/>
                  </a:cubicBezTo>
                  <a:lnTo>
                    <a:pt x="122336" y="49113"/>
                  </a:lnTo>
                  <a:cubicBezTo>
                    <a:pt x="137666" y="36611"/>
                    <a:pt x="152176" y="23068"/>
                    <a:pt x="165868" y="8483"/>
                  </a:cubicBezTo>
                  <a:close/>
                  <a:moveTo>
                    <a:pt x="249361" y="2679"/>
                  </a:moveTo>
                  <a:lnTo>
                    <a:pt x="266104" y="2679"/>
                  </a:lnTo>
                  <a:lnTo>
                    <a:pt x="266104" y="52685"/>
                  </a:lnTo>
                  <a:lnTo>
                    <a:pt x="294009" y="52685"/>
                  </a:lnTo>
                  <a:lnTo>
                    <a:pt x="294009" y="67642"/>
                  </a:lnTo>
                  <a:lnTo>
                    <a:pt x="266104" y="67642"/>
                  </a:lnTo>
                  <a:lnTo>
                    <a:pt x="266104" y="114300"/>
                  </a:lnTo>
                  <a:cubicBezTo>
                    <a:pt x="274513" y="111323"/>
                    <a:pt x="282847" y="108347"/>
                    <a:pt x="291107" y="105370"/>
                  </a:cubicBezTo>
                  <a:cubicBezTo>
                    <a:pt x="291851" y="111918"/>
                    <a:pt x="292670" y="117574"/>
                    <a:pt x="293563" y="122336"/>
                  </a:cubicBezTo>
                  <a:cubicBezTo>
                    <a:pt x="284931" y="125387"/>
                    <a:pt x="275778" y="128699"/>
                    <a:pt x="266104" y="132271"/>
                  </a:cubicBezTo>
                  <a:lnTo>
                    <a:pt x="266104" y="221233"/>
                  </a:lnTo>
                  <a:lnTo>
                    <a:pt x="249361" y="221233"/>
                  </a:lnTo>
                  <a:lnTo>
                    <a:pt x="249361" y="138521"/>
                  </a:lnTo>
                  <a:cubicBezTo>
                    <a:pt x="237380" y="143061"/>
                    <a:pt x="224730" y="147935"/>
                    <a:pt x="211410" y="153144"/>
                  </a:cubicBezTo>
                  <a:lnTo>
                    <a:pt x="208061" y="134168"/>
                  </a:lnTo>
                  <a:cubicBezTo>
                    <a:pt x="221977" y="129480"/>
                    <a:pt x="235743" y="124792"/>
                    <a:pt x="249361" y="120104"/>
                  </a:cubicBezTo>
                  <a:lnTo>
                    <a:pt x="249361" y="67642"/>
                  </a:lnTo>
                  <a:lnTo>
                    <a:pt x="231725" y="67642"/>
                  </a:lnTo>
                  <a:cubicBezTo>
                    <a:pt x="228674" y="81781"/>
                    <a:pt x="224953" y="94729"/>
                    <a:pt x="220563" y="106486"/>
                  </a:cubicBezTo>
                  <a:cubicBezTo>
                    <a:pt x="215949" y="103212"/>
                    <a:pt x="211038" y="99938"/>
                    <a:pt x="205829" y="96664"/>
                  </a:cubicBezTo>
                  <a:cubicBezTo>
                    <a:pt x="214163" y="77018"/>
                    <a:pt x="219595" y="52536"/>
                    <a:pt x="222125" y="23217"/>
                  </a:cubicBezTo>
                  <a:lnTo>
                    <a:pt x="238199" y="25896"/>
                  </a:lnTo>
                  <a:cubicBezTo>
                    <a:pt x="237231" y="35198"/>
                    <a:pt x="236004" y="44127"/>
                    <a:pt x="234515" y="52685"/>
                  </a:cubicBezTo>
                  <a:lnTo>
                    <a:pt x="249361" y="52685"/>
                  </a:lnTo>
                  <a:close/>
                  <a:moveTo>
                    <a:pt x="81706" y="2232"/>
                  </a:moveTo>
                  <a:lnTo>
                    <a:pt x="99119" y="2232"/>
                  </a:lnTo>
                  <a:lnTo>
                    <a:pt x="99119" y="65410"/>
                  </a:lnTo>
                  <a:lnTo>
                    <a:pt x="175914" y="65410"/>
                  </a:lnTo>
                  <a:lnTo>
                    <a:pt x="175914" y="192658"/>
                  </a:lnTo>
                  <a:cubicBezTo>
                    <a:pt x="175914" y="210666"/>
                    <a:pt x="167654" y="219670"/>
                    <a:pt x="151135" y="219670"/>
                  </a:cubicBezTo>
                  <a:cubicBezTo>
                    <a:pt x="133573" y="219670"/>
                    <a:pt x="120625" y="219447"/>
                    <a:pt x="112290" y="219000"/>
                  </a:cubicBezTo>
                  <a:cubicBezTo>
                    <a:pt x="111398" y="213494"/>
                    <a:pt x="110281" y="207392"/>
                    <a:pt x="108942" y="200694"/>
                  </a:cubicBezTo>
                  <a:cubicBezTo>
                    <a:pt x="117127" y="201587"/>
                    <a:pt x="128959" y="202034"/>
                    <a:pt x="144437" y="202034"/>
                  </a:cubicBezTo>
                  <a:cubicBezTo>
                    <a:pt x="153516" y="202034"/>
                    <a:pt x="158055" y="197867"/>
                    <a:pt x="158055" y="189532"/>
                  </a:cubicBezTo>
                  <a:lnTo>
                    <a:pt x="158055" y="169440"/>
                  </a:lnTo>
                  <a:lnTo>
                    <a:pt x="23663" y="169440"/>
                  </a:lnTo>
                  <a:lnTo>
                    <a:pt x="23663" y="221009"/>
                  </a:lnTo>
                  <a:lnTo>
                    <a:pt x="5804" y="221009"/>
                  </a:lnTo>
                  <a:lnTo>
                    <a:pt x="5804" y="65410"/>
                  </a:lnTo>
                  <a:lnTo>
                    <a:pt x="81706" y="65410"/>
                  </a:lnTo>
                  <a:close/>
                  <a:moveTo>
                    <a:pt x="806127" y="1562"/>
                  </a:moveTo>
                  <a:lnTo>
                    <a:pt x="823986" y="1562"/>
                  </a:lnTo>
                  <a:lnTo>
                    <a:pt x="823986" y="37281"/>
                  </a:lnTo>
                  <a:lnTo>
                    <a:pt x="886494" y="37281"/>
                  </a:lnTo>
                  <a:lnTo>
                    <a:pt x="886494" y="53355"/>
                  </a:lnTo>
                  <a:lnTo>
                    <a:pt x="823986" y="53355"/>
                  </a:lnTo>
                  <a:lnTo>
                    <a:pt x="823986" y="88180"/>
                  </a:lnTo>
                  <a:lnTo>
                    <a:pt x="878681" y="88180"/>
                  </a:lnTo>
                  <a:lnTo>
                    <a:pt x="878681" y="104254"/>
                  </a:lnTo>
                  <a:lnTo>
                    <a:pt x="751656" y="104254"/>
                  </a:lnTo>
                  <a:lnTo>
                    <a:pt x="751656" y="88180"/>
                  </a:lnTo>
                  <a:lnTo>
                    <a:pt x="806127" y="88180"/>
                  </a:lnTo>
                  <a:lnTo>
                    <a:pt x="806127" y="53355"/>
                  </a:lnTo>
                  <a:lnTo>
                    <a:pt x="744289" y="53355"/>
                  </a:lnTo>
                  <a:lnTo>
                    <a:pt x="744289" y="37281"/>
                  </a:lnTo>
                  <a:lnTo>
                    <a:pt x="806127" y="37281"/>
                  </a:lnTo>
                  <a:close/>
                  <a:moveTo>
                    <a:pt x="347364" y="1562"/>
                  </a:moveTo>
                  <a:lnTo>
                    <a:pt x="364777" y="1562"/>
                  </a:lnTo>
                  <a:lnTo>
                    <a:pt x="364777" y="32593"/>
                  </a:lnTo>
                  <a:lnTo>
                    <a:pt x="419025" y="32593"/>
                  </a:lnTo>
                  <a:lnTo>
                    <a:pt x="419025" y="47773"/>
                  </a:lnTo>
                  <a:lnTo>
                    <a:pt x="364777" y="47773"/>
                  </a:lnTo>
                  <a:lnTo>
                    <a:pt x="364777" y="80813"/>
                  </a:lnTo>
                  <a:lnTo>
                    <a:pt x="429294" y="80813"/>
                  </a:lnTo>
                  <a:lnTo>
                    <a:pt x="429294" y="95994"/>
                  </a:lnTo>
                  <a:lnTo>
                    <a:pt x="285973" y="95994"/>
                  </a:lnTo>
                  <a:lnTo>
                    <a:pt x="285973" y="80813"/>
                  </a:lnTo>
                  <a:lnTo>
                    <a:pt x="347364" y="80813"/>
                  </a:lnTo>
                  <a:lnTo>
                    <a:pt x="347364" y="47773"/>
                  </a:lnTo>
                  <a:lnTo>
                    <a:pt x="295349" y="47773"/>
                  </a:lnTo>
                  <a:lnTo>
                    <a:pt x="295349" y="32593"/>
                  </a:lnTo>
                  <a:lnTo>
                    <a:pt x="347364" y="32593"/>
                  </a:lnTo>
                  <a:close/>
                  <a:moveTo>
                    <a:pt x="483765" y="1116"/>
                  </a:moveTo>
                  <a:lnTo>
                    <a:pt x="500508" y="1116"/>
                  </a:lnTo>
                  <a:lnTo>
                    <a:pt x="500508" y="25226"/>
                  </a:lnTo>
                  <a:lnTo>
                    <a:pt x="596279" y="25226"/>
                  </a:lnTo>
                  <a:lnTo>
                    <a:pt x="596279" y="1116"/>
                  </a:lnTo>
                  <a:lnTo>
                    <a:pt x="613022" y="1116"/>
                  </a:lnTo>
                  <a:lnTo>
                    <a:pt x="613022" y="25226"/>
                  </a:lnTo>
                  <a:lnTo>
                    <a:pt x="650527" y="25226"/>
                  </a:lnTo>
                  <a:lnTo>
                    <a:pt x="650527" y="39737"/>
                  </a:lnTo>
                  <a:lnTo>
                    <a:pt x="613022" y="39737"/>
                  </a:lnTo>
                  <a:lnTo>
                    <a:pt x="613022" y="114523"/>
                  </a:lnTo>
                  <a:lnTo>
                    <a:pt x="656778" y="114523"/>
                  </a:lnTo>
                  <a:lnTo>
                    <a:pt x="656778" y="129034"/>
                  </a:lnTo>
                  <a:lnTo>
                    <a:pt x="598065" y="129034"/>
                  </a:lnTo>
                  <a:cubicBezTo>
                    <a:pt x="614808" y="145702"/>
                    <a:pt x="635272" y="158278"/>
                    <a:pt x="659457" y="166762"/>
                  </a:cubicBezTo>
                  <a:cubicBezTo>
                    <a:pt x="654546" y="172864"/>
                    <a:pt x="650527" y="178221"/>
                    <a:pt x="647402" y="182835"/>
                  </a:cubicBezTo>
                  <a:cubicBezTo>
                    <a:pt x="633710" y="176361"/>
                    <a:pt x="621134" y="168622"/>
                    <a:pt x="609674" y="159618"/>
                  </a:cubicBezTo>
                  <a:lnTo>
                    <a:pt x="609674" y="171896"/>
                  </a:lnTo>
                  <a:lnTo>
                    <a:pt x="556319" y="171896"/>
                  </a:lnTo>
                  <a:lnTo>
                    <a:pt x="556319" y="195113"/>
                  </a:lnTo>
                  <a:lnTo>
                    <a:pt x="643607" y="195113"/>
                  </a:lnTo>
                  <a:lnTo>
                    <a:pt x="643607" y="209624"/>
                  </a:lnTo>
                  <a:lnTo>
                    <a:pt x="452288" y="209624"/>
                  </a:lnTo>
                  <a:lnTo>
                    <a:pt x="452288" y="195113"/>
                  </a:lnTo>
                  <a:lnTo>
                    <a:pt x="539576" y="195113"/>
                  </a:lnTo>
                  <a:lnTo>
                    <a:pt x="539576" y="171896"/>
                  </a:lnTo>
                  <a:lnTo>
                    <a:pt x="485551" y="171896"/>
                  </a:lnTo>
                  <a:lnTo>
                    <a:pt x="485551" y="159729"/>
                  </a:lnTo>
                  <a:cubicBezTo>
                    <a:pt x="473719" y="169627"/>
                    <a:pt x="461367" y="178221"/>
                    <a:pt x="448493" y="185514"/>
                  </a:cubicBezTo>
                  <a:cubicBezTo>
                    <a:pt x="445665" y="181496"/>
                    <a:pt x="441796" y="176807"/>
                    <a:pt x="436884" y="171450"/>
                  </a:cubicBezTo>
                  <a:cubicBezTo>
                    <a:pt x="459804" y="160288"/>
                    <a:pt x="479635" y="146149"/>
                    <a:pt x="496378" y="129034"/>
                  </a:cubicBezTo>
                  <a:lnTo>
                    <a:pt x="439340" y="129034"/>
                  </a:lnTo>
                  <a:lnTo>
                    <a:pt x="439340" y="114523"/>
                  </a:lnTo>
                  <a:lnTo>
                    <a:pt x="483765" y="114523"/>
                  </a:lnTo>
                  <a:lnTo>
                    <a:pt x="483765" y="39737"/>
                  </a:lnTo>
                  <a:lnTo>
                    <a:pt x="446261" y="39737"/>
                  </a:lnTo>
                  <a:lnTo>
                    <a:pt x="446261" y="25226"/>
                  </a:lnTo>
                  <a:lnTo>
                    <a:pt x="483765" y="25226"/>
                  </a:lnTo>
                  <a:close/>
                  <a:moveTo>
                    <a:pt x="708570" y="0"/>
                  </a:moveTo>
                  <a:lnTo>
                    <a:pt x="725536" y="6697"/>
                  </a:lnTo>
                  <a:cubicBezTo>
                    <a:pt x="709463" y="38248"/>
                    <a:pt x="696292" y="61987"/>
                    <a:pt x="686023" y="77911"/>
                  </a:cubicBezTo>
                  <a:cubicBezTo>
                    <a:pt x="694655" y="77688"/>
                    <a:pt x="703659" y="77427"/>
                    <a:pt x="713035" y="77130"/>
                  </a:cubicBezTo>
                  <a:cubicBezTo>
                    <a:pt x="718095" y="68498"/>
                    <a:pt x="723378" y="59084"/>
                    <a:pt x="728885" y="48890"/>
                  </a:cubicBezTo>
                  <a:lnTo>
                    <a:pt x="745405" y="57150"/>
                  </a:lnTo>
                  <a:cubicBezTo>
                    <a:pt x="728439" y="85427"/>
                    <a:pt x="711398" y="111621"/>
                    <a:pt x="694283" y="135731"/>
                  </a:cubicBezTo>
                  <a:cubicBezTo>
                    <a:pt x="714077" y="132903"/>
                    <a:pt x="730448" y="130373"/>
                    <a:pt x="743396" y="128141"/>
                  </a:cubicBezTo>
                  <a:cubicBezTo>
                    <a:pt x="742503" y="133945"/>
                    <a:pt x="741833" y="139600"/>
                    <a:pt x="741387" y="145107"/>
                  </a:cubicBezTo>
                  <a:cubicBezTo>
                    <a:pt x="724867" y="147488"/>
                    <a:pt x="702319" y="150986"/>
                    <a:pt x="673744" y="155599"/>
                  </a:cubicBezTo>
                  <a:lnTo>
                    <a:pt x="670172" y="139080"/>
                  </a:lnTo>
                  <a:cubicBezTo>
                    <a:pt x="679697" y="129182"/>
                    <a:pt x="691046" y="113481"/>
                    <a:pt x="704217" y="91975"/>
                  </a:cubicBezTo>
                  <a:cubicBezTo>
                    <a:pt x="691715" y="92794"/>
                    <a:pt x="680367" y="93613"/>
                    <a:pt x="670172" y="94431"/>
                  </a:cubicBezTo>
                  <a:lnTo>
                    <a:pt x="665931" y="79251"/>
                  </a:lnTo>
                  <a:cubicBezTo>
                    <a:pt x="679623" y="60945"/>
                    <a:pt x="693836" y="34528"/>
                    <a:pt x="708570" y="0"/>
                  </a:cubicBezTo>
                  <a:close/>
                </a:path>
              </a:pathLst>
            </a:custGeom>
            <a:solidFill>
              <a:srgbClr val="7030A0"/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BC199EE1-783E-47B0-9379-41CF30F827E0}"/>
                </a:ext>
              </a:extLst>
            </p:cNvPr>
            <p:cNvGrpSpPr/>
            <p:nvPr/>
          </p:nvGrpSpPr>
          <p:grpSpPr>
            <a:xfrm>
              <a:off x="1811726" y="6459010"/>
              <a:ext cx="1270080" cy="456011"/>
              <a:chOff x="7474942" y="4004769"/>
              <a:chExt cx="2307556" cy="828506"/>
            </a:xfrm>
          </p:grpSpPr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86D77A41-8DEB-4363-B0F6-436A570770D7}"/>
                  </a:ext>
                </a:extLst>
              </p:cNvPr>
              <p:cNvSpPr txBox="1"/>
              <p:nvPr/>
            </p:nvSpPr>
            <p:spPr>
              <a:xfrm>
                <a:off x="8400928" y="4616283"/>
                <a:ext cx="439117" cy="216992"/>
              </a:xfrm>
              <a:custGeom>
                <a:avLst/>
                <a:gdLst/>
                <a:ahLst/>
                <a:cxnLst/>
                <a:rect l="l" t="t" r="r" b="b"/>
                <a:pathLst>
                  <a:path w="439117" h="216992">
                    <a:moveTo>
                      <a:pt x="100905" y="99120"/>
                    </a:moveTo>
                    <a:lnTo>
                      <a:pt x="100905" y="137294"/>
                    </a:lnTo>
                    <a:lnTo>
                      <a:pt x="164976" y="137294"/>
                    </a:lnTo>
                    <a:lnTo>
                      <a:pt x="164976" y="99120"/>
                    </a:lnTo>
                    <a:close/>
                    <a:moveTo>
                      <a:pt x="18529" y="99120"/>
                    </a:moveTo>
                    <a:lnTo>
                      <a:pt x="18529" y="137294"/>
                    </a:lnTo>
                    <a:lnTo>
                      <a:pt x="82376" y="137294"/>
                    </a:lnTo>
                    <a:lnTo>
                      <a:pt x="82376" y="99120"/>
                    </a:lnTo>
                    <a:close/>
                    <a:moveTo>
                      <a:pt x="100905" y="45319"/>
                    </a:moveTo>
                    <a:lnTo>
                      <a:pt x="100905" y="83270"/>
                    </a:lnTo>
                    <a:lnTo>
                      <a:pt x="164976" y="83270"/>
                    </a:lnTo>
                    <a:lnTo>
                      <a:pt x="164976" y="45319"/>
                    </a:lnTo>
                    <a:close/>
                    <a:moveTo>
                      <a:pt x="18529" y="45319"/>
                    </a:moveTo>
                    <a:lnTo>
                      <a:pt x="18529" y="83270"/>
                    </a:lnTo>
                    <a:lnTo>
                      <a:pt x="82376" y="83270"/>
                    </a:lnTo>
                    <a:lnTo>
                      <a:pt x="82376" y="45319"/>
                    </a:lnTo>
                    <a:close/>
                    <a:moveTo>
                      <a:pt x="241994" y="12056"/>
                    </a:moveTo>
                    <a:lnTo>
                      <a:pt x="416123" y="12056"/>
                    </a:lnTo>
                    <a:lnTo>
                      <a:pt x="416123" y="29468"/>
                    </a:lnTo>
                    <a:lnTo>
                      <a:pt x="341337" y="84163"/>
                    </a:lnTo>
                    <a:lnTo>
                      <a:pt x="341337" y="100013"/>
                    </a:lnTo>
                    <a:lnTo>
                      <a:pt x="439117" y="100013"/>
                    </a:lnTo>
                    <a:lnTo>
                      <a:pt x="439117" y="116756"/>
                    </a:lnTo>
                    <a:lnTo>
                      <a:pt x="341337" y="116756"/>
                    </a:lnTo>
                    <a:lnTo>
                      <a:pt x="341337" y="187077"/>
                    </a:lnTo>
                    <a:cubicBezTo>
                      <a:pt x="341337" y="207020"/>
                      <a:pt x="330919" y="216992"/>
                      <a:pt x="310083" y="216992"/>
                    </a:cubicBezTo>
                    <a:cubicBezTo>
                      <a:pt x="303237" y="216992"/>
                      <a:pt x="291480" y="216843"/>
                      <a:pt x="274811" y="216545"/>
                    </a:cubicBezTo>
                    <a:cubicBezTo>
                      <a:pt x="274216" y="210592"/>
                      <a:pt x="273323" y="203821"/>
                      <a:pt x="272132" y="196230"/>
                    </a:cubicBezTo>
                    <a:cubicBezTo>
                      <a:pt x="282996" y="197570"/>
                      <a:pt x="294456" y="198314"/>
                      <a:pt x="306511" y="198463"/>
                    </a:cubicBezTo>
                    <a:cubicBezTo>
                      <a:pt x="317078" y="198463"/>
                      <a:pt x="322361" y="193105"/>
                      <a:pt x="322361" y="182389"/>
                    </a:cubicBezTo>
                    <a:lnTo>
                      <a:pt x="322361" y="116756"/>
                    </a:lnTo>
                    <a:lnTo>
                      <a:pt x="218554" y="116756"/>
                    </a:lnTo>
                    <a:lnTo>
                      <a:pt x="218554" y="100013"/>
                    </a:lnTo>
                    <a:lnTo>
                      <a:pt x="322361" y="100013"/>
                    </a:lnTo>
                    <a:lnTo>
                      <a:pt x="322361" y="75456"/>
                    </a:lnTo>
                    <a:lnTo>
                      <a:pt x="386432" y="28799"/>
                    </a:lnTo>
                    <a:lnTo>
                      <a:pt x="241994" y="28799"/>
                    </a:lnTo>
                    <a:close/>
                    <a:moveTo>
                      <a:pt x="82376" y="0"/>
                    </a:moveTo>
                    <a:lnTo>
                      <a:pt x="100905" y="0"/>
                    </a:lnTo>
                    <a:lnTo>
                      <a:pt x="100905" y="28575"/>
                    </a:lnTo>
                    <a:lnTo>
                      <a:pt x="183505" y="28575"/>
                    </a:lnTo>
                    <a:lnTo>
                      <a:pt x="183505" y="154038"/>
                    </a:lnTo>
                    <a:lnTo>
                      <a:pt x="100905" y="154038"/>
                    </a:lnTo>
                    <a:lnTo>
                      <a:pt x="100905" y="180157"/>
                    </a:lnTo>
                    <a:cubicBezTo>
                      <a:pt x="100905" y="189235"/>
                      <a:pt x="105668" y="193775"/>
                      <a:pt x="115193" y="193775"/>
                    </a:cubicBezTo>
                    <a:lnTo>
                      <a:pt x="167431" y="193775"/>
                    </a:lnTo>
                    <a:cubicBezTo>
                      <a:pt x="177552" y="193775"/>
                      <a:pt x="183728" y="190426"/>
                      <a:pt x="185960" y="183729"/>
                    </a:cubicBezTo>
                    <a:cubicBezTo>
                      <a:pt x="188342" y="176436"/>
                      <a:pt x="190053" y="165944"/>
                      <a:pt x="191095" y="152252"/>
                    </a:cubicBezTo>
                    <a:cubicBezTo>
                      <a:pt x="195411" y="154186"/>
                      <a:pt x="201587" y="156493"/>
                      <a:pt x="209624" y="159172"/>
                    </a:cubicBezTo>
                    <a:cubicBezTo>
                      <a:pt x="207838" y="171078"/>
                      <a:pt x="205829" y="181273"/>
                      <a:pt x="203597" y="189756"/>
                    </a:cubicBezTo>
                    <a:cubicBezTo>
                      <a:pt x="199876" y="203746"/>
                      <a:pt x="189756" y="210741"/>
                      <a:pt x="173236" y="210741"/>
                    </a:cubicBezTo>
                    <a:lnTo>
                      <a:pt x="113853" y="210741"/>
                    </a:lnTo>
                    <a:cubicBezTo>
                      <a:pt x="92868" y="210741"/>
                      <a:pt x="82376" y="200472"/>
                      <a:pt x="82376" y="179934"/>
                    </a:cubicBezTo>
                    <a:lnTo>
                      <a:pt x="82376" y="154038"/>
                    </a:lnTo>
                    <a:lnTo>
                      <a:pt x="18529" y="154038"/>
                    </a:lnTo>
                    <a:lnTo>
                      <a:pt x="18529" y="169441"/>
                    </a:lnTo>
                    <a:lnTo>
                      <a:pt x="0" y="169441"/>
                    </a:lnTo>
                    <a:lnTo>
                      <a:pt x="0" y="28575"/>
                    </a:lnTo>
                    <a:lnTo>
                      <a:pt x="82376" y="28575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5512FEB9-3A64-4DDB-A7A8-276090DA3A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74942" y="4014979"/>
                <a:ext cx="853228" cy="6013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CBA2814D-E9E9-4B55-A93F-93FBE009B6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8929270" y="4004769"/>
                <a:ext cx="853228" cy="6013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789564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0">
          <a:solidFill>
            <a:schemeClr val="tx1"/>
          </a:solidFill>
          <a:prstDash val="solid"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8006</TotalTime>
  <Words>59</Words>
  <Application>Microsoft Office PowerPoint</Application>
  <PresentationFormat>宽屏</PresentationFormat>
  <Paragraphs>26</Paragraphs>
  <Slides>37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45" baseType="lpstr">
      <vt:lpstr>华文行楷</vt:lpstr>
      <vt:lpstr>华文楷体</vt:lpstr>
      <vt:lpstr>华文细黑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wuxiaochuan</dc:creator>
  <cp:lastModifiedBy>wuxiaochuan</cp:lastModifiedBy>
  <cp:revision>962</cp:revision>
  <dcterms:created xsi:type="dcterms:W3CDTF">2020-08-24T03:54:07Z</dcterms:created>
  <dcterms:modified xsi:type="dcterms:W3CDTF">2021-05-15T00:48:14Z</dcterms:modified>
</cp:coreProperties>
</file>