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95" r:id="rId3"/>
    <p:sldId id="436" r:id="rId4"/>
    <p:sldId id="546" r:id="rId5"/>
    <p:sldId id="497" r:id="rId6"/>
    <p:sldId id="498" r:id="rId7"/>
    <p:sldId id="499" r:id="rId8"/>
    <p:sldId id="500" r:id="rId9"/>
    <p:sldId id="501" r:id="rId10"/>
    <p:sldId id="437" r:id="rId11"/>
    <p:sldId id="487" r:id="rId12"/>
    <p:sldId id="502" r:id="rId13"/>
    <p:sldId id="503" r:id="rId14"/>
    <p:sldId id="504" r:id="rId15"/>
    <p:sldId id="505" r:id="rId16"/>
    <p:sldId id="506" r:id="rId17"/>
    <p:sldId id="507" r:id="rId18"/>
    <p:sldId id="508" r:id="rId19"/>
    <p:sldId id="509" r:id="rId20"/>
    <p:sldId id="510" r:id="rId21"/>
    <p:sldId id="511" r:id="rId22"/>
    <p:sldId id="496" r:id="rId23"/>
    <p:sldId id="488" r:id="rId24"/>
    <p:sldId id="513" r:id="rId25"/>
    <p:sldId id="514" r:id="rId26"/>
    <p:sldId id="515" r:id="rId27"/>
    <p:sldId id="516" r:id="rId28"/>
    <p:sldId id="517" r:id="rId29"/>
    <p:sldId id="518" r:id="rId30"/>
    <p:sldId id="519" r:id="rId31"/>
    <p:sldId id="512" r:id="rId32"/>
    <p:sldId id="489" r:id="rId33"/>
    <p:sldId id="521" r:id="rId34"/>
    <p:sldId id="522" r:id="rId35"/>
    <p:sldId id="523" r:id="rId36"/>
    <p:sldId id="524" r:id="rId37"/>
    <p:sldId id="520" r:id="rId38"/>
    <p:sldId id="490" r:id="rId39"/>
    <p:sldId id="526" r:id="rId40"/>
    <p:sldId id="527" r:id="rId41"/>
    <p:sldId id="525" r:id="rId42"/>
    <p:sldId id="491" r:id="rId43"/>
    <p:sldId id="529" r:id="rId44"/>
    <p:sldId id="530" r:id="rId45"/>
    <p:sldId id="531" r:id="rId46"/>
    <p:sldId id="528" r:id="rId47"/>
    <p:sldId id="492" r:id="rId48"/>
    <p:sldId id="533" r:id="rId49"/>
    <p:sldId id="534" r:id="rId50"/>
    <p:sldId id="535" r:id="rId51"/>
    <p:sldId id="532" r:id="rId52"/>
    <p:sldId id="493" r:id="rId53"/>
    <p:sldId id="537" r:id="rId54"/>
    <p:sldId id="536" r:id="rId55"/>
    <p:sldId id="494" r:id="rId56"/>
    <p:sldId id="545" r:id="rId57"/>
    <p:sldId id="538" r:id="rId58"/>
    <p:sldId id="539" r:id="rId59"/>
    <p:sldId id="540" r:id="rId60"/>
    <p:sldId id="541" r:id="rId61"/>
    <p:sldId id="542" r:id="rId62"/>
    <p:sldId id="543" r:id="rId63"/>
    <p:sldId id="544" r:id="rId64"/>
    <p:sldId id="458" r:id="rId65"/>
    <p:sldId id="454" r:id="rId66"/>
    <p:sldId id="463" r:id="rId67"/>
    <p:sldId id="346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202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44E49-B0D9-4706-868B-5889D3A2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D9918-3AB5-4BE3-90EF-F94FC2A87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3703E-3322-40FC-8787-F3E20C23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650DC-A624-456A-A126-B8F1F838B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546143-118A-4A28-8A19-6BC35F44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0BB6C-6ABB-4B2B-9725-FDC1BE9C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146B91-7420-456E-BD98-D8ABE75E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B58B1-8F09-450C-886D-B47496AE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293CC-1DA1-4CD5-8322-6C20B1B02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1A5435-AD74-4105-9E5C-18D1B172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82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6B85F-D98C-4A1B-9F13-1F87A1148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8E2CFF-03E8-414C-AABD-26898041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2FCD8-1483-4FAC-8377-81D0AF50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6A4E9-0DA6-4AEF-941B-DE110A13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71F056-9F80-4735-98FC-FB941449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53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580BD-B975-4AF9-9F57-5CBC534E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25B173-E218-4879-8704-52E0ED0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82506D-508D-4CA9-A154-F079308E8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18ABC-C9B1-4830-8AD2-83CC9E5BB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4C9BCA-8CC4-44E9-97B8-AAD3C5EF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C2B09C-B6F7-47C1-BEBB-2E3C8426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B039D-81CB-4899-AA9C-3B180993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98E01-7DCE-4427-9379-27DC59548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B538C-7788-45CF-996C-6D3EB2E17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49C056-9795-4D8F-A4CE-B639129FA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C1D8B3-B497-4940-A742-1AF75D447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343125-6FA6-4950-8FE3-FDB5A288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303CE0-CE25-473A-B5E4-2FA0BB0C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AD48A5-C5FC-4EC0-B676-A9B7CC19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9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8373AB-BBBC-4686-89C0-63CAB85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98F6D2-F4E4-47AF-93A0-9DF6A649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44BCB8-8294-4E7D-AAD5-C1BBB21A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F6B71C-9DFD-4420-BFB0-76438F07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7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399917-3CB4-491C-9473-890DB8B75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84501C-9879-44AD-A3B9-85E3E84D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C6F50-07D4-487A-956A-C292F5E7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5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D4130-3573-4C55-A6D0-028F1CDA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0FE88-9209-4A5D-939C-862D68A89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A9C650-6D5F-437D-BFD2-1A0D82E68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88E517-402D-4380-B17B-35ABBD9F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D383A3-7C92-4A5D-97F9-5313A829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4A4F65-D1B8-4A2C-A062-41BDB28C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709C-F489-4048-AEB8-663258ED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A4C458-F1BC-44FE-90B6-954DDCB15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AF3892-E433-45AD-A948-2237EE6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E72DE0-09AA-48CB-AC0E-D768EA13A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BD1EF-F7AA-4B75-AA5A-1C34962B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8795F0-787D-450E-961D-26A2CEAE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74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3B332-42A7-4B0D-90B8-4A68F4D5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32AC77-0820-4B8F-8819-296149EC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69B8D-6B48-4BB1-BABF-B8B945A4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32B04-6BE0-4722-8D9D-4C460EE43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52181D-D509-4B8D-822E-128878FB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3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97586C-AC2A-4FC5-A48D-4AA27BA94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EBCCB-6E4E-43EF-95E4-BA1C7B9C2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6CA1E-3FDB-4E81-A86E-D7907DA2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6831A7-33CF-4637-835A-4AE4D272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C11E3D-8B94-4F61-AA6B-E71FAD6D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72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3A36F2-E160-491C-94CD-186B2ECDC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6E8900-3692-4DEF-8886-461D1A35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5D4E82-7023-40EA-BEB0-D75ED3944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A7DE3-7461-4351-842C-02EB77888246}" type="datetimeFigureOut">
              <a:rPr lang="zh-CN" altLang="en-US" smtClean="0"/>
              <a:t>2020/7/19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8B27E6-965C-4D6B-9F9F-A4F41511D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4CF8E-8B64-46AC-8247-5696965B3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6F33-D313-4151-89FB-51ED58B194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4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FDA2538-8E03-4E84-8429-1E03C4386C4C}"/>
              </a:ext>
            </a:extLst>
          </p:cNvPr>
          <p:cNvSpPr txBox="1"/>
          <p:nvPr/>
        </p:nvSpPr>
        <p:spPr>
          <a:xfrm>
            <a:off x="674244" y="772872"/>
            <a:ext cx="10559426" cy="5100435"/>
          </a:xfrm>
          <a:prstGeom prst="rect">
            <a:avLst/>
          </a:prstGeom>
          <a:noFill/>
          <a:effectLst>
            <a:glow rad="1905000">
              <a:schemeClr val="accent1">
                <a:alpha val="38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MLCC</a:t>
            </a:r>
            <a:r>
              <a:rPr lang="zh-CN" altLang="en-US" sz="11500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陶瓷电容总结</a:t>
            </a:r>
            <a:endParaRPr lang="en-US" altLang="zh-CN" sz="66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495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2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02B8A30-D9A2-461F-9B5B-FCBFD676620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0406" y="1575594"/>
            <a:ext cx="4420617" cy="37068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 descr="段落内容1">
            <a:extLst>
              <a:ext uri="{FF2B5EF4-FFF2-40B4-BE49-F238E27FC236}">
                <a16:creationId xmlns:a16="http://schemas.microsoft.com/office/drawing/2014/main" id="{24814EAD-3247-47C0-9EE8-8B57B0879920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电容的本质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487464-8E15-4FC3-9225-623871BC02FD}"/>
              </a:ext>
            </a:extLst>
          </p:cNvPr>
          <p:cNvSpPr txBox="1"/>
          <p:nvPr/>
        </p:nvSpPr>
        <p:spPr>
          <a:xfrm>
            <a:off x="1846310" y="2600307"/>
            <a:ext cx="4082063" cy="1424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构成：</a:t>
            </a:r>
            <a:endParaRPr lang="en-US" altLang="zh-CN" sz="20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、两个导电极板</a:t>
            </a: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、中间绝缘介质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166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29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电容的构成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7B1C07-59F1-47CD-93A2-92452EF9D4F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25" y="1212591"/>
            <a:ext cx="3268323" cy="2791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F63AB0-3BA6-45CC-B539-6BA42B3AFC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900" y="1212590"/>
            <a:ext cx="3762802" cy="27912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7157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52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3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、短路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46020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95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、短路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、漏电流大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850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440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失效现象：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、短路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、漏电流大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注：在满足电气要求的情况下使用，额定电压，温度都在规格要求之内使用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52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698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10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</p:spTree>
    <p:extLst>
      <p:ext uri="{BB962C8B-B14F-4D97-AF65-F5344CB8AC3E}">
        <p14:creationId xmlns:p14="http://schemas.microsoft.com/office/powerpoint/2010/main" val="1399984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6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591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958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514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3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44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311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70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1794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87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255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36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2717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8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3179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9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364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贴片机拾取电容力量过大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88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139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39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</p:spTree>
    <p:extLst>
      <p:ext uri="{BB962C8B-B14F-4D97-AF65-F5344CB8AC3E}">
        <p14:creationId xmlns:p14="http://schemas.microsoft.com/office/powerpoint/2010/main" val="1682642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0104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059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8197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7E728B-8D52-426F-A33C-30AD88175ADC}"/>
              </a:ext>
            </a:extLst>
          </p:cNvPr>
          <p:cNvSpPr txBox="1"/>
          <p:nvPr/>
        </p:nvSpPr>
        <p:spPr>
          <a:xfrm>
            <a:off x="7850819" y="1615025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拼板分板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4578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7E728B-8D52-426F-A33C-30AD88175ADC}"/>
              </a:ext>
            </a:extLst>
          </p:cNvPr>
          <p:cNvSpPr txBox="1"/>
          <p:nvPr/>
        </p:nvSpPr>
        <p:spPr>
          <a:xfrm>
            <a:off x="7850819" y="1615025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拼板分板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92AA4F-9D5D-4FCC-AD7C-825CB9B51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393" y="2165128"/>
            <a:ext cx="4106466" cy="205176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0230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1-PCB</a:t>
            </a:r>
            <a:r>
              <a:rPr lang="zh-CN" altLang="en-US" sz="3600" dirty="0">
                <a:solidFill>
                  <a:schemeClr val="bg1"/>
                </a:solidFill>
              </a:rPr>
              <a:t>弯曲变形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93B28-A699-4DEB-A0BC-51EAEE5B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6" y="2165127"/>
            <a:ext cx="3910293" cy="19896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B31506C-F55D-4C14-9EB2-4D6A0A67E640}"/>
              </a:ext>
            </a:extLst>
          </p:cNvPr>
          <p:cNvSpPr txBox="1"/>
          <p:nvPr/>
        </p:nvSpPr>
        <p:spPr>
          <a:xfrm>
            <a:off x="2297085" y="1626264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放置在螺丝孔附近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7E728B-8D52-426F-A33C-30AD88175ADC}"/>
              </a:ext>
            </a:extLst>
          </p:cNvPr>
          <p:cNvSpPr txBox="1"/>
          <p:nvPr/>
        </p:nvSpPr>
        <p:spPr>
          <a:xfrm>
            <a:off x="7850819" y="1615025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拼板分板</a:t>
            </a: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92AA4F-9D5D-4FCC-AD7C-825CB9B51A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393" y="2165128"/>
            <a:ext cx="4106466" cy="205176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D9D9833-D20F-4176-B937-28B98E0BA51A}"/>
              </a:ext>
            </a:extLst>
          </p:cNvPr>
          <p:cNvSpPr txBox="1"/>
          <p:nvPr/>
        </p:nvSpPr>
        <p:spPr>
          <a:xfrm>
            <a:off x="8119732" y="4294796"/>
            <a:ext cx="204409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处受力最大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0E3196B-E818-4210-815A-CAFE798C36B2}"/>
              </a:ext>
            </a:extLst>
          </p:cNvPr>
          <p:cNvSpPr txBox="1"/>
          <p:nvPr/>
        </p:nvSpPr>
        <p:spPr>
          <a:xfrm>
            <a:off x="2052224" y="4184015"/>
            <a:ext cx="29146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电容放置在右侧比较好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4899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298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43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</p:spTree>
    <p:extLst>
      <p:ext uri="{BB962C8B-B14F-4D97-AF65-F5344CB8AC3E}">
        <p14:creationId xmlns:p14="http://schemas.microsoft.com/office/powerpoint/2010/main" val="3596988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6A868F-EB76-4006-B2B0-915728F41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45" y="1482272"/>
            <a:ext cx="5906324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1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6A868F-EB76-4006-B2B0-915728F41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45" y="1482272"/>
            <a:ext cx="5906324" cy="22482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F8327AC-2620-4E5A-8725-8819DC4D5DE7}"/>
              </a:ext>
            </a:extLst>
          </p:cNvPr>
          <p:cNvSpPr txBox="1"/>
          <p:nvPr/>
        </p:nvSpPr>
        <p:spPr>
          <a:xfrm>
            <a:off x="2549374" y="4007434"/>
            <a:ext cx="6257276" cy="4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、位置要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远离容易变形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的地方。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7178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PCB</a:t>
            </a:r>
            <a:r>
              <a:rPr lang="zh-CN" altLang="en-US" sz="3600" dirty="0">
                <a:solidFill>
                  <a:schemeClr val="bg1"/>
                </a:solidFill>
              </a:rPr>
              <a:t>布局建议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6A868F-EB76-4006-B2B0-915728F41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6845" y="1482272"/>
            <a:ext cx="5906324" cy="22482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F8327AC-2620-4E5A-8725-8819DC4D5DE7}"/>
              </a:ext>
            </a:extLst>
          </p:cNvPr>
          <p:cNvSpPr txBox="1"/>
          <p:nvPr/>
        </p:nvSpPr>
        <p:spPr>
          <a:xfrm>
            <a:off x="2549374" y="4007434"/>
            <a:ext cx="6257276" cy="129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、位置要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远离容易变形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的地方。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、电容的放置位置最好是平行于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完全的方向，因为电容是长方形的，这样可以</a:t>
            </a:r>
            <a:r>
              <a:rPr lang="zh-CN" altLang="en-US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避免在长边受力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38302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871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455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过量焊锡</a:t>
            </a:r>
          </a:p>
        </p:txBody>
      </p:sp>
    </p:spTree>
    <p:extLst>
      <p:ext uri="{BB962C8B-B14F-4D97-AF65-F5344CB8AC3E}">
        <p14:creationId xmlns:p14="http://schemas.microsoft.com/office/powerpoint/2010/main" val="3168259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过量焊锡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788572-F68D-402C-BFC7-699DED806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316" y="2652097"/>
            <a:ext cx="8721369" cy="15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96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3063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148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手工焊接</a:t>
            </a:r>
          </a:p>
        </p:txBody>
      </p:sp>
    </p:spTree>
    <p:extLst>
      <p:ext uri="{BB962C8B-B14F-4D97-AF65-F5344CB8AC3E}">
        <p14:creationId xmlns:p14="http://schemas.microsoft.com/office/powerpoint/2010/main" val="3030954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手工焊接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手焊时造成电容突然被加热，导致张力比较大，</a:t>
            </a:r>
          </a:p>
        </p:txBody>
      </p:sp>
    </p:spTree>
    <p:extLst>
      <p:ext uri="{BB962C8B-B14F-4D97-AF65-F5344CB8AC3E}">
        <p14:creationId xmlns:p14="http://schemas.microsoft.com/office/powerpoint/2010/main" val="1098078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机械应力失效原因</a:t>
            </a:r>
            <a:r>
              <a:rPr lang="en-US" altLang="zh-CN" sz="3600" dirty="0">
                <a:solidFill>
                  <a:schemeClr val="bg1"/>
                </a:solidFill>
              </a:rPr>
              <a:t>2-</a:t>
            </a:r>
            <a:r>
              <a:rPr lang="zh-CN" altLang="en-US" sz="3600" dirty="0">
                <a:solidFill>
                  <a:schemeClr val="bg1"/>
                </a:solidFill>
              </a:rPr>
              <a:t>手工焊接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1309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手焊时造成电容突然被加热，导致张力比较大，这种可以在焊接前先</a:t>
            </a:r>
            <a:r>
              <a:rPr lang="zh-CN" altLang="en-US" sz="3200" dirty="0">
                <a:solidFill>
                  <a:srgbClr val="FFFF00"/>
                </a:solidFill>
              </a:rPr>
              <a:t>预热</a:t>
            </a:r>
            <a:r>
              <a:rPr lang="zh-CN" altLang="en-US" sz="2400" dirty="0">
                <a:solidFill>
                  <a:schemeClr val="bg1"/>
                </a:solidFill>
              </a:rPr>
              <a:t>来解决</a:t>
            </a:r>
          </a:p>
        </p:txBody>
      </p:sp>
    </p:spTree>
    <p:extLst>
      <p:ext uri="{BB962C8B-B14F-4D97-AF65-F5344CB8AC3E}">
        <p14:creationId xmlns:p14="http://schemas.microsoft.com/office/powerpoint/2010/main" val="24801262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054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002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电容失效特点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封装大的概率更高</a:t>
            </a:r>
          </a:p>
        </p:txBody>
      </p:sp>
    </p:spTree>
    <p:extLst>
      <p:ext uri="{BB962C8B-B14F-4D97-AF65-F5344CB8AC3E}">
        <p14:creationId xmlns:p14="http://schemas.microsoft.com/office/powerpoint/2010/main" val="3892892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电容失效特点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封装大的概率更高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67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FF00"/>
                </a:solidFill>
              </a:rPr>
              <a:t>封装越大</a:t>
            </a:r>
            <a:r>
              <a:rPr lang="zh-CN" altLang="en-US" sz="2400" dirty="0">
                <a:solidFill>
                  <a:schemeClr val="bg1"/>
                </a:solidFill>
              </a:rPr>
              <a:t>，越容易产生机械应力的失效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224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电容失效特点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封装大的概率更高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6D1566-7D2E-420C-A94D-68D65CE40D66}"/>
              </a:ext>
            </a:extLst>
          </p:cNvPr>
          <p:cNvSpPr txBox="1"/>
          <p:nvPr/>
        </p:nvSpPr>
        <p:spPr>
          <a:xfrm>
            <a:off x="1846310" y="2033855"/>
            <a:ext cx="6534210" cy="1402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FF00"/>
                </a:solidFill>
              </a:rPr>
              <a:t>封装越大</a:t>
            </a:r>
            <a:r>
              <a:rPr lang="zh-CN" altLang="en-US" sz="2400" dirty="0">
                <a:solidFill>
                  <a:schemeClr val="bg1"/>
                </a:solidFill>
              </a:rPr>
              <a:t>，越容易产生机械应力的失效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FFFF00"/>
                </a:solidFill>
              </a:rPr>
              <a:t>0805</a:t>
            </a:r>
            <a:r>
              <a:rPr lang="zh-CN" altLang="en-US" sz="3200" dirty="0">
                <a:solidFill>
                  <a:srgbClr val="FFFF00"/>
                </a:solidFill>
              </a:rPr>
              <a:t>及以上</a:t>
            </a:r>
          </a:p>
        </p:txBody>
      </p:sp>
    </p:spTree>
    <p:extLst>
      <p:ext uri="{BB962C8B-B14F-4D97-AF65-F5344CB8AC3E}">
        <p14:creationId xmlns:p14="http://schemas.microsoft.com/office/powerpoint/2010/main" val="3983166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1395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3640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贴片机拾取电容力量过大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7166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7D7F720-31A7-4B73-AB20-DF35C58E718C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</a:rPr>
              <a:t>MLCC</a:t>
            </a:r>
            <a:r>
              <a:rPr lang="zh-CN" altLang="en-US" sz="3600" dirty="0">
                <a:solidFill>
                  <a:schemeClr val="bg1"/>
                </a:solidFill>
              </a:rPr>
              <a:t>陶瓷电容失效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9817038" cy="4266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失效原因：</a:t>
            </a:r>
            <a:endParaRPr lang="en-US" altLang="zh-CN" sz="28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、受力产生裂纹</a:t>
            </a: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PCB</a:t>
            </a: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弯曲变形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手工焊接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跌落、碰撞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过量焊锡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贴片机拾取电容力量过大</a:t>
            </a:r>
            <a:endParaRPr lang="en-US" altLang="zh-CN" sz="20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、器件来源不明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75A693-6022-4167-A485-7ACC801DC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978" y="1613688"/>
            <a:ext cx="3342158" cy="16449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5C761EA-1919-4823-BFF0-A1D375676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50" y="3505987"/>
            <a:ext cx="4891015" cy="13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781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7905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66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</p:spTree>
    <p:extLst>
      <p:ext uri="{BB962C8B-B14F-4D97-AF65-F5344CB8AC3E}">
        <p14:creationId xmlns:p14="http://schemas.microsoft.com/office/powerpoint/2010/main" val="3913781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58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699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14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2941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14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06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226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5205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32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采购电容批次外观特点：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266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364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采购电容批次外观特点：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颜色不一致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51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05C16E-5A8A-4E5A-ADD3-BB66AF35C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9" y="556797"/>
            <a:ext cx="428116" cy="428116"/>
          </a:xfrm>
          <a:prstGeom prst="rect">
            <a:avLst/>
          </a:prstGeom>
        </p:spPr>
      </p:pic>
      <p:sp>
        <p:nvSpPr>
          <p:cNvPr id="8" name="矩形 7" descr="段落内容1">
            <a:extLst>
              <a:ext uri="{FF2B5EF4-FFF2-40B4-BE49-F238E27FC236}">
                <a16:creationId xmlns:a16="http://schemas.microsoft.com/office/drawing/2014/main" id="{A4E901F8-7EF4-414E-A2E0-F86F59CEFA67}"/>
              </a:ext>
            </a:extLst>
          </p:cNvPr>
          <p:cNvSpPr/>
          <p:nvPr/>
        </p:nvSpPr>
        <p:spPr>
          <a:xfrm>
            <a:off x="1846310" y="409399"/>
            <a:ext cx="9170878" cy="646331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黄金坑</a:t>
            </a:r>
            <a:r>
              <a:rPr lang="en-US" altLang="zh-CN" sz="3600" dirty="0">
                <a:solidFill>
                  <a:schemeClr val="bg1"/>
                </a:solidFill>
              </a:rPr>
              <a:t>-</a:t>
            </a:r>
            <a:r>
              <a:rPr lang="zh-CN" altLang="en-US" sz="3600" dirty="0">
                <a:solidFill>
                  <a:schemeClr val="bg1"/>
                </a:solidFill>
              </a:rPr>
              <a:t>采购器件来历不明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F8A5-62C8-4D2D-BE9A-53F3CFE6A950}"/>
              </a:ext>
            </a:extLst>
          </p:cNvPr>
          <p:cNvSpPr txBox="1"/>
          <p:nvPr/>
        </p:nvSpPr>
        <p:spPr>
          <a:xfrm>
            <a:off x="1830465" y="1366311"/>
            <a:ext cx="6496789" cy="4593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问题现象：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、产品概率性（比较大）出现无法开机，原因为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DCDC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的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0805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输出滤波电容短路失效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、产品工作几个小时后死机，断电重启后正常，几个小时后又死机，原因为</a:t>
            </a:r>
            <a:r>
              <a:rPr lang="en-US" altLang="zh-CN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RC</a:t>
            </a: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复位电路的电容漏电流太大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采购电容批次外观特点：</a:t>
            </a:r>
            <a:endParaRPr lang="en-US" altLang="zh-CN" sz="24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颜色不一致</a:t>
            </a:r>
            <a:endParaRPr lang="en-US" altLang="zh-CN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        </a:t>
            </a:r>
            <a:r>
              <a:rPr lang="zh-CN" altLang="en-US" sz="4400" b="1" dirty="0">
                <a:solidFill>
                  <a:srgbClr val="FFFF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全部返工</a:t>
            </a:r>
            <a:endParaRPr lang="en-US" altLang="zh-CN" sz="2800" b="1" dirty="0">
              <a:solidFill>
                <a:srgbClr val="FFFF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984BEF-D4A8-4446-8854-7A9AC8303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576" y="1550642"/>
            <a:ext cx="9425990" cy="285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348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3379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8222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 descr="段落内容1">
            <a:extLst>
              <a:ext uri="{FF2B5EF4-FFF2-40B4-BE49-F238E27FC236}">
                <a16:creationId xmlns:a16="http://schemas.microsoft.com/office/drawing/2014/main" id="{9233276C-72AC-4FCD-9B9D-550F37A3DBB0}"/>
              </a:ext>
            </a:extLst>
          </p:cNvPr>
          <p:cNvSpPr/>
          <p:nvPr/>
        </p:nvSpPr>
        <p:spPr>
          <a:xfrm>
            <a:off x="4875232" y="766152"/>
            <a:ext cx="2441536" cy="1015663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60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sz="6000" spc="3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段落内容1">
            <a:extLst>
              <a:ext uri="{FF2B5EF4-FFF2-40B4-BE49-F238E27FC236}">
                <a16:creationId xmlns:a16="http://schemas.microsoft.com/office/drawing/2014/main" id="{65AFD12F-D739-419D-B95B-BD6B13D9C2D8}"/>
              </a:ext>
            </a:extLst>
          </p:cNvPr>
          <p:cNvSpPr/>
          <p:nvPr/>
        </p:nvSpPr>
        <p:spPr>
          <a:xfrm>
            <a:off x="1533710" y="2451393"/>
            <a:ext cx="9124580" cy="1955215"/>
          </a:xfrm>
          <a:prstGeom prst="rect">
            <a:avLst/>
          </a:prstGeom>
          <a:solidFill>
            <a:srgbClr val="202527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陶瓷电容最容易因为受力变形而导致损坏，封装越大，风险越大，越需要注意</a:t>
            </a:r>
          </a:p>
          <a:p>
            <a:pPr>
              <a:lnSpc>
                <a:spcPct val="150000"/>
              </a:lnSpc>
            </a:pPr>
            <a:r>
              <a:rPr lang="en-US" altLang="zh-CN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8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需要保证陶瓷电容的采购品质，特别是在</a:t>
            </a:r>
            <a:r>
              <a:rPr lang="zh-CN" altLang="en-US" sz="2800" spc="3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小公司</a:t>
            </a:r>
          </a:p>
        </p:txBody>
      </p:sp>
    </p:spTree>
    <p:extLst>
      <p:ext uri="{BB962C8B-B14F-4D97-AF65-F5344CB8AC3E}">
        <p14:creationId xmlns:p14="http://schemas.microsoft.com/office/powerpoint/2010/main" val="28767567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C10841C-AEE5-4A99-8DD5-735864B684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1187450"/>
            <a:ext cx="44831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996</Words>
  <Application>Microsoft Office PowerPoint</Application>
  <PresentationFormat>宽屏</PresentationFormat>
  <Paragraphs>158</Paragraphs>
  <Slides>67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3" baseType="lpstr">
      <vt:lpstr>等线</vt:lpstr>
      <vt:lpstr>等线 Light</vt:lpstr>
      <vt:lpstr>微软雅黑</vt:lpstr>
      <vt:lpstr>微软雅黑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137</cp:revision>
  <dcterms:created xsi:type="dcterms:W3CDTF">2020-06-10T12:57:46Z</dcterms:created>
  <dcterms:modified xsi:type="dcterms:W3CDTF">2020-07-19T05:04:55Z</dcterms:modified>
</cp:coreProperties>
</file>